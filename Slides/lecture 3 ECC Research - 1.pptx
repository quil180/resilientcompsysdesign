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30"/>
  </p:notesMasterIdLst>
  <p:sldIdLst>
    <p:sldId id="272" r:id="rId2"/>
    <p:sldId id="638" r:id="rId3"/>
    <p:sldId id="674" r:id="rId4"/>
    <p:sldId id="670" r:id="rId5"/>
    <p:sldId id="671" r:id="rId6"/>
    <p:sldId id="673" r:id="rId7"/>
    <p:sldId id="675" r:id="rId8"/>
    <p:sldId id="698" r:id="rId9"/>
    <p:sldId id="735" r:id="rId10"/>
    <p:sldId id="737" r:id="rId11"/>
    <p:sldId id="724" r:id="rId12"/>
    <p:sldId id="722" r:id="rId13"/>
    <p:sldId id="726" r:id="rId14"/>
    <p:sldId id="729" r:id="rId15"/>
    <p:sldId id="727" r:id="rId16"/>
    <p:sldId id="730" r:id="rId17"/>
    <p:sldId id="728" r:id="rId18"/>
    <p:sldId id="731" r:id="rId19"/>
    <p:sldId id="732" r:id="rId20"/>
    <p:sldId id="733" r:id="rId21"/>
    <p:sldId id="734" r:id="rId22"/>
    <p:sldId id="725" r:id="rId23"/>
    <p:sldId id="706" r:id="rId24"/>
    <p:sldId id="712" r:id="rId25"/>
    <p:sldId id="703" r:id="rId26"/>
    <p:sldId id="716" r:id="rId27"/>
    <p:sldId id="704" r:id="rId28"/>
    <p:sldId id="657" r:id="rId29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9E"/>
    <a:srgbClr val="FF8989"/>
    <a:srgbClr val="FF2929"/>
    <a:srgbClr val="FF1D1D"/>
    <a:srgbClr val="FF3737"/>
    <a:srgbClr val="EFF5FB"/>
    <a:srgbClr val="FF3FFF"/>
    <a:srgbClr val="FFB9FF"/>
    <a:srgbClr val="FFCCFF"/>
    <a:srgbClr val="1D4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4E508-C18C-4212-856A-4513364B535E}" v="234" dt="2025-09-12T17:22:05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317" autoAdjust="0"/>
  </p:normalViewPr>
  <p:slideViewPr>
    <p:cSldViewPr snapToGrid="0">
      <p:cViewPr varScale="1">
        <p:scale>
          <a:sx n="74" d="100"/>
          <a:sy n="74" d="100"/>
        </p:scale>
        <p:origin x="1992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756FBF97-58FD-4C5C-9E1D-839527CA400C}"/>
    <pc:docChg chg="undo redo custSel addSld delSld modSld">
      <pc:chgData name="Xin Xin" userId="9ff0c946-7f3c-4192-98c1-6be932ce2bce" providerId="ADAL" clId="{756FBF97-58FD-4C5C-9E1D-839527CA400C}" dt="2025-09-12T17:22:37.224" v="1413" actId="1076"/>
      <pc:docMkLst>
        <pc:docMk/>
      </pc:docMkLst>
      <pc:sldChg chg="addSp delSp modSp mod delAnim">
        <pc:chgData name="Xin Xin" userId="9ff0c946-7f3c-4192-98c1-6be932ce2bce" providerId="ADAL" clId="{756FBF97-58FD-4C5C-9E1D-839527CA400C}" dt="2025-09-12T17:14:47.866" v="1101" actId="1076"/>
        <pc:sldMkLst>
          <pc:docMk/>
          <pc:sldMk cId="1018610030" sldId="673"/>
        </pc:sldMkLst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12" creationId="{0F72455A-39FC-32FF-1159-43C34F7F2F8B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18" creationId="{1EA19714-7634-3FB4-FD91-BB0CA1188144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36" creationId="{03B1E1E1-56C8-289E-012E-1B594B28D304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47" creationId="{B61ECB43-F6CB-120E-9FD1-15F4B26D4C45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49" creationId="{52838D34-1416-29B3-525D-1152190F68D6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69" creationId="{66523D64-C567-D612-466C-7B3B1F6805C3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75" creationId="{52E80C04-6EA5-5D0B-3FB6-833448CB3D91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76" creationId="{6C5F9FFF-AE64-1CD7-31A9-2F78F3089825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85" creationId="{E1C40819-D95E-96FD-A400-818F2D4B80DC}"/>
          </ac:spMkLst>
        </pc:spChg>
        <pc:spChg chg="del">
          <ac:chgData name="Xin Xin" userId="9ff0c946-7f3c-4192-98c1-6be932ce2bce" providerId="ADAL" clId="{756FBF97-58FD-4C5C-9E1D-839527CA400C}" dt="2025-09-12T17:14:44.116" v="1099" actId="21"/>
          <ac:spMkLst>
            <pc:docMk/>
            <pc:sldMk cId="1018610030" sldId="673"/>
            <ac:spMk id="92" creationId="{2C7CC1D4-F4C3-BAAF-C200-87EAD290012A}"/>
          </ac:spMkLst>
        </pc:spChg>
        <pc:picChg chg="add mod">
          <ac:chgData name="Xin Xin" userId="9ff0c946-7f3c-4192-98c1-6be932ce2bce" providerId="ADAL" clId="{756FBF97-58FD-4C5C-9E1D-839527CA400C}" dt="2025-09-12T17:14:47.866" v="1101" actId="1076"/>
          <ac:picMkLst>
            <pc:docMk/>
            <pc:sldMk cId="1018610030" sldId="673"/>
            <ac:picMk id="99" creationId="{2C0F6256-589B-D426-D3D7-DCE58298F47B}"/>
          </ac:picMkLst>
        </pc:picChg>
      </pc:sldChg>
      <pc:sldChg chg="addSp delSp modSp mod delAnim">
        <pc:chgData name="Xin Xin" userId="9ff0c946-7f3c-4192-98c1-6be932ce2bce" providerId="ADAL" clId="{756FBF97-58FD-4C5C-9E1D-839527CA400C}" dt="2025-09-12T17:14:37.986" v="1098" actId="1036"/>
        <pc:sldMkLst>
          <pc:docMk/>
          <pc:sldMk cId="1992431433" sldId="675"/>
        </pc:sldMkLst>
        <pc:spChg chg="del">
          <ac:chgData name="Xin Xin" userId="9ff0c946-7f3c-4192-98c1-6be932ce2bce" providerId="ADAL" clId="{756FBF97-58FD-4C5C-9E1D-839527CA400C}" dt="2025-09-12T17:14:09.686" v="1081" actId="21"/>
          <ac:spMkLst>
            <pc:docMk/>
            <pc:sldMk cId="1992431433" sldId="675"/>
            <ac:spMk id="28" creationId="{D6FC5F63-9F91-B5FC-CDB1-338869FDEE95}"/>
          </ac:spMkLst>
        </pc:spChg>
        <pc:grpChg chg="del">
          <ac:chgData name="Xin Xin" userId="9ff0c946-7f3c-4192-98c1-6be932ce2bce" providerId="ADAL" clId="{756FBF97-58FD-4C5C-9E1D-839527CA400C}" dt="2025-09-12T17:14:09.686" v="1081" actId="21"/>
          <ac:grpSpMkLst>
            <pc:docMk/>
            <pc:sldMk cId="1992431433" sldId="675"/>
            <ac:grpSpMk id="27" creationId="{8A979593-9351-052D-1C07-0404815E795F}"/>
          </ac:grpSpMkLst>
        </pc:grpChg>
        <pc:picChg chg="del">
          <ac:chgData name="Xin Xin" userId="9ff0c946-7f3c-4192-98c1-6be932ce2bce" providerId="ADAL" clId="{756FBF97-58FD-4C5C-9E1D-839527CA400C}" dt="2025-09-12T17:14:09.686" v="1081" actId="21"/>
          <ac:picMkLst>
            <pc:docMk/>
            <pc:sldMk cId="1992431433" sldId="675"/>
            <ac:picMk id="3" creationId="{2B30552C-498A-C17E-7FD2-895BCDCE8B60}"/>
          </ac:picMkLst>
        </pc:picChg>
        <pc:picChg chg="add mod">
          <ac:chgData name="Xin Xin" userId="9ff0c946-7f3c-4192-98c1-6be932ce2bce" providerId="ADAL" clId="{756FBF97-58FD-4C5C-9E1D-839527CA400C}" dt="2025-09-12T17:14:37.986" v="1098" actId="1036"/>
          <ac:picMkLst>
            <pc:docMk/>
            <pc:sldMk cId="1992431433" sldId="675"/>
            <ac:picMk id="29" creationId="{39D892D0-2F10-361E-0D4F-F724376C4D17}"/>
          </ac:picMkLst>
        </pc:picChg>
      </pc:sldChg>
      <pc:sldChg chg="addSp delSp modSp mod delAnim">
        <pc:chgData name="Xin Xin" userId="9ff0c946-7f3c-4192-98c1-6be932ce2bce" providerId="ADAL" clId="{756FBF97-58FD-4C5C-9E1D-839527CA400C}" dt="2025-09-12T17:13:58.495" v="1080" actId="1076"/>
        <pc:sldMkLst>
          <pc:docMk/>
          <pc:sldMk cId="2093568078" sldId="698"/>
        </pc:sldMkLst>
        <pc:grpChg chg="del">
          <ac:chgData name="Xin Xin" userId="9ff0c946-7f3c-4192-98c1-6be932ce2bce" providerId="ADAL" clId="{756FBF97-58FD-4C5C-9E1D-839527CA400C}" dt="2025-09-12T17:13:54.546" v="1078" actId="21"/>
          <ac:grpSpMkLst>
            <pc:docMk/>
            <pc:sldMk cId="2093568078" sldId="698"/>
            <ac:grpSpMk id="30" creationId="{B9EB5AAF-DB3B-9A7B-417B-71D4BB88C90B}"/>
          </ac:grpSpMkLst>
        </pc:grpChg>
        <pc:grpChg chg="del">
          <ac:chgData name="Xin Xin" userId="9ff0c946-7f3c-4192-98c1-6be932ce2bce" providerId="ADAL" clId="{756FBF97-58FD-4C5C-9E1D-839527CA400C}" dt="2025-09-12T17:13:54.546" v="1078" actId="21"/>
          <ac:grpSpMkLst>
            <pc:docMk/>
            <pc:sldMk cId="2093568078" sldId="698"/>
            <ac:grpSpMk id="33" creationId="{C14D4833-EA4E-33DE-D242-6DA7B5D4E3EE}"/>
          </ac:grpSpMkLst>
        </pc:grpChg>
        <pc:grpChg chg="del">
          <ac:chgData name="Xin Xin" userId="9ff0c946-7f3c-4192-98c1-6be932ce2bce" providerId="ADAL" clId="{756FBF97-58FD-4C5C-9E1D-839527CA400C}" dt="2025-09-12T17:13:54.546" v="1078" actId="21"/>
          <ac:grpSpMkLst>
            <pc:docMk/>
            <pc:sldMk cId="2093568078" sldId="698"/>
            <ac:grpSpMk id="56" creationId="{7861DA8F-B05F-4133-C669-DA94B3FE4123}"/>
          </ac:grpSpMkLst>
        </pc:grpChg>
        <pc:picChg chg="del">
          <ac:chgData name="Xin Xin" userId="9ff0c946-7f3c-4192-98c1-6be932ce2bce" providerId="ADAL" clId="{756FBF97-58FD-4C5C-9E1D-839527CA400C}" dt="2025-09-12T17:13:54.546" v="1078" actId="21"/>
          <ac:picMkLst>
            <pc:docMk/>
            <pc:sldMk cId="2093568078" sldId="698"/>
            <ac:picMk id="3" creationId="{2B30552C-498A-C17E-7FD2-895BCDCE8B60}"/>
          </ac:picMkLst>
        </pc:picChg>
        <pc:picChg chg="add mod">
          <ac:chgData name="Xin Xin" userId="9ff0c946-7f3c-4192-98c1-6be932ce2bce" providerId="ADAL" clId="{756FBF97-58FD-4C5C-9E1D-839527CA400C}" dt="2025-09-12T17:13:58.495" v="1080" actId="1076"/>
          <ac:picMkLst>
            <pc:docMk/>
            <pc:sldMk cId="2093568078" sldId="698"/>
            <ac:picMk id="4" creationId="{A3C9CCAA-B5AB-AA49-592B-C96F9B065240}"/>
          </ac:picMkLst>
        </pc:picChg>
        <pc:picChg chg="del">
          <ac:chgData name="Xin Xin" userId="9ff0c946-7f3c-4192-98c1-6be932ce2bce" providerId="ADAL" clId="{756FBF97-58FD-4C5C-9E1D-839527CA400C}" dt="2025-09-12T17:13:54.546" v="1078" actId="21"/>
          <ac:picMkLst>
            <pc:docMk/>
            <pc:sldMk cId="2093568078" sldId="698"/>
            <ac:picMk id="29" creationId="{8157BC58-3F89-FFD6-6981-30CEF8AD47AB}"/>
          </ac:picMkLst>
        </pc:picChg>
      </pc:sldChg>
      <pc:sldChg chg="del">
        <pc:chgData name="Xin Xin" userId="9ff0c946-7f3c-4192-98c1-6be932ce2bce" providerId="ADAL" clId="{756FBF97-58FD-4C5C-9E1D-839527CA400C}" dt="2025-09-12T17:15:26.296" v="1102" actId="47"/>
        <pc:sldMkLst>
          <pc:docMk/>
          <pc:sldMk cId="1268264456" sldId="721"/>
        </pc:sldMkLst>
      </pc:sldChg>
      <pc:sldChg chg="modSp">
        <pc:chgData name="Xin Xin" userId="9ff0c946-7f3c-4192-98c1-6be932ce2bce" providerId="ADAL" clId="{756FBF97-58FD-4C5C-9E1D-839527CA400C}" dt="2025-09-12T15:25:25.754" v="0" actId="313"/>
        <pc:sldMkLst>
          <pc:docMk/>
          <pc:sldMk cId="9089269" sldId="732"/>
        </pc:sldMkLst>
        <pc:spChg chg="mod">
          <ac:chgData name="Xin Xin" userId="9ff0c946-7f3c-4192-98c1-6be932ce2bce" providerId="ADAL" clId="{756FBF97-58FD-4C5C-9E1D-839527CA400C}" dt="2025-09-12T15:25:25.754" v="0" actId="313"/>
          <ac:spMkLst>
            <pc:docMk/>
            <pc:sldMk cId="9089269" sldId="732"/>
            <ac:spMk id="5" creationId="{2E83E263-E4AD-F9A4-418B-38AE3C75DD72}"/>
          </ac:spMkLst>
        </pc:spChg>
      </pc:sldChg>
      <pc:sldChg chg="addSp delSp modSp add del mod">
        <pc:chgData name="Xin Xin" userId="9ff0c946-7f3c-4192-98c1-6be932ce2bce" providerId="ADAL" clId="{756FBF97-58FD-4C5C-9E1D-839527CA400C}" dt="2025-09-12T17:13:06.626" v="1076" actId="2696"/>
        <pc:sldMkLst>
          <pc:docMk/>
          <pc:sldMk cId="373997964" sldId="735"/>
        </pc:sldMkLst>
        <pc:spChg chg="mod">
          <ac:chgData name="Xin Xin" userId="9ff0c946-7f3c-4192-98c1-6be932ce2bce" providerId="ADAL" clId="{756FBF97-58FD-4C5C-9E1D-839527CA400C}" dt="2025-09-12T16:55:48.485" v="750" actId="20577"/>
          <ac:spMkLst>
            <pc:docMk/>
            <pc:sldMk cId="373997964" sldId="735"/>
            <ac:spMk id="4" creationId="{8849898B-2D24-48CD-AD8D-313A4F934BFF}"/>
          </ac:spMkLst>
        </pc:spChg>
        <pc:spChg chg="add mod">
          <ac:chgData name="Xin Xin" userId="9ff0c946-7f3c-4192-98c1-6be932ce2bce" providerId="ADAL" clId="{756FBF97-58FD-4C5C-9E1D-839527CA400C}" dt="2025-09-12T17:12:45.249" v="1075" actId="14100"/>
          <ac:spMkLst>
            <pc:docMk/>
            <pc:sldMk cId="373997964" sldId="735"/>
            <ac:spMk id="32" creationId="{24DB7247-5F70-ABBB-36E6-3A5CFF1D7C4B}"/>
          </ac:spMkLst>
        </pc:spChg>
        <pc:spChg chg="add mod">
          <ac:chgData name="Xin Xin" userId="9ff0c946-7f3c-4192-98c1-6be932ce2bce" providerId="ADAL" clId="{756FBF97-58FD-4C5C-9E1D-839527CA400C}" dt="2025-09-12T17:12:30.172" v="1073" actId="1076"/>
          <ac:spMkLst>
            <pc:docMk/>
            <pc:sldMk cId="373997964" sldId="735"/>
            <ac:spMk id="35" creationId="{70FDA84E-354A-6585-A1EA-4C091081BAE0}"/>
          </ac:spMkLst>
        </pc:spChg>
        <pc:spChg chg="mod">
          <ac:chgData name="Xin Xin" userId="9ff0c946-7f3c-4192-98c1-6be932ce2bce" providerId="ADAL" clId="{756FBF97-58FD-4C5C-9E1D-839527CA400C}" dt="2025-09-12T17:11:20.787" v="1052" actId="14100"/>
          <ac:spMkLst>
            <pc:docMk/>
            <pc:sldMk cId="373997964" sldId="735"/>
            <ac:spMk id="147" creationId="{39F714C7-C6D9-C040-B8A8-30746CDBC5BF}"/>
          </ac:spMkLst>
        </pc:spChg>
        <pc:grpChg chg="add del mod">
          <ac:chgData name="Xin Xin" userId="9ff0c946-7f3c-4192-98c1-6be932ce2bce" providerId="ADAL" clId="{756FBF97-58FD-4C5C-9E1D-839527CA400C}" dt="2025-09-12T16:57:12.647" v="754" actId="478"/>
          <ac:grpSpMkLst>
            <pc:docMk/>
            <pc:sldMk cId="373997964" sldId="735"/>
            <ac:grpSpMk id="17" creationId="{AE2E9FA6-C972-A611-132B-6B38910E6E87}"/>
          </ac:grpSpMkLst>
        </pc:grpChg>
        <pc:grpChg chg="add del mod">
          <ac:chgData name="Xin Xin" userId="9ff0c946-7f3c-4192-98c1-6be932ce2bce" providerId="ADAL" clId="{756FBF97-58FD-4C5C-9E1D-839527CA400C}" dt="2025-09-12T16:57:12.647" v="754" actId="478"/>
          <ac:grpSpMkLst>
            <pc:docMk/>
            <pc:sldMk cId="373997964" sldId="735"/>
            <ac:grpSpMk id="19" creationId="{68BC3103-1221-9CAA-E69D-E364CEE2D556}"/>
          </ac:grpSpMkLst>
        </pc:grpChg>
        <pc:grpChg chg="add del mod">
          <ac:chgData name="Xin Xin" userId="9ff0c946-7f3c-4192-98c1-6be932ce2bce" providerId="ADAL" clId="{756FBF97-58FD-4C5C-9E1D-839527CA400C}" dt="2025-09-12T16:57:12.647" v="754" actId="478"/>
          <ac:grpSpMkLst>
            <pc:docMk/>
            <pc:sldMk cId="373997964" sldId="735"/>
            <ac:grpSpMk id="22" creationId="{EB5DD3CB-A3CA-C8DE-02C0-4126756995F0}"/>
          </ac:grpSpMkLst>
        </pc:grpChg>
        <pc:grpChg chg="add del mod">
          <ac:chgData name="Xin Xin" userId="9ff0c946-7f3c-4192-98c1-6be932ce2bce" providerId="ADAL" clId="{756FBF97-58FD-4C5C-9E1D-839527CA400C}" dt="2025-09-12T16:57:12.647" v="754" actId="478"/>
          <ac:grpSpMkLst>
            <pc:docMk/>
            <pc:sldMk cId="373997964" sldId="735"/>
            <ac:grpSpMk id="27" creationId="{27332804-EDA3-6687-ADA7-555E18E44E59}"/>
          </ac:grpSpMkLst>
        </pc:grpChg>
        <pc:graphicFrameChg chg="add del mod modGraphic">
          <ac:chgData name="Xin Xin" userId="9ff0c946-7f3c-4192-98c1-6be932ce2bce" providerId="ADAL" clId="{756FBF97-58FD-4C5C-9E1D-839527CA400C}" dt="2025-09-12T16:57:02.508" v="751" actId="478"/>
          <ac:graphicFrameMkLst>
            <pc:docMk/>
            <pc:sldMk cId="373997964" sldId="735"/>
            <ac:graphicFrameMk id="3" creationId="{74EB3172-2E7F-82D8-7F12-CE561EDA264C}"/>
          </ac:graphicFrameMkLst>
        </pc:graphicFrameChg>
        <pc:graphicFrameChg chg="add mod">
          <ac:chgData name="Xin Xin" userId="9ff0c946-7f3c-4192-98c1-6be932ce2bce" providerId="ADAL" clId="{756FBF97-58FD-4C5C-9E1D-839527CA400C}" dt="2025-09-12T15:32:00.572" v="167" actId="571"/>
          <ac:graphicFrameMkLst>
            <pc:docMk/>
            <pc:sldMk cId="373997964" sldId="735"/>
            <ac:graphicFrameMk id="7" creationId="{598542A0-2A49-84BA-12D6-9D1F41853F5D}"/>
          </ac:graphicFrameMkLst>
        </pc:graphicFrameChg>
        <pc:picChg chg="add del mod">
          <ac:chgData name="Xin Xin" userId="9ff0c946-7f3c-4192-98c1-6be932ce2bce" providerId="ADAL" clId="{756FBF97-58FD-4C5C-9E1D-839527CA400C}" dt="2025-09-12T16:57:12.647" v="754" actId="478"/>
          <ac:picMkLst>
            <pc:docMk/>
            <pc:sldMk cId="373997964" sldId="735"/>
            <ac:picMk id="6" creationId="{F57A59BC-4E91-1B1E-5252-82ED49F641B8}"/>
          </ac:picMkLst>
        </pc:picChg>
        <pc:picChg chg="del">
          <ac:chgData name="Xin Xin" userId="9ff0c946-7f3c-4192-98c1-6be932ce2bce" providerId="ADAL" clId="{756FBF97-58FD-4C5C-9E1D-839527CA400C}" dt="2025-09-12T15:26:10.737" v="15" actId="478"/>
          <ac:picMkLst>
            <pc:docMk/>
            <pc:sldMk cId="373997964" sldId="735"/>
            <ac:picMk id="8" creationId="{61DE51F1-FFC1-B4D4-13EA-DA1642025A20}"/>
          </ac:picMkLst>
        </pc:picChg>
        <pc:picChg chg="del">
          <ac:chgData name="Xin Xin" userId="9ff0c946-7f3c-4192-98c1-6be932ce2bce" providerId="ADAL" clId="{756FBF97-58FD-4C5C-9E1D-839527CA400C}" dt="2025-09-12T15:26:10.737" v="15" actId="478"/>
          <ac:picMkLst>
            <pc:docMk/>
            <pc:sldMk cId="373997964" sldId="735"/>
            <ac:picMk id="9" creationId="{D5769453-2435-CD7D-08B8-2BCB891E96FF}"/>
          </ac:picMkLst>
        </pc:picChg>
        <pc:picChg chg="add mod">
          <ac:chgData name="Xin Xin" userId="9ff0c946-7f3c-4192-98c1-6be932ce2bce" providerId="ADAL" clId="{756FBF97-58FD-4C5C-9E1D-839527CA400C}" dt="2025-09-12T15:32:00.572" v="167" actId="571"/>
          <ac:picMkLst>
            <pc:docMk/>
            <pc:sldMk cId="373997964" sldId="735"/>
            <ac:picMk id="10" creationId="{8EBB5335-EF69-2BFD-1194-A4343C6E1EF7}"/>
          </ac:picMkLst>
        </pc:picChg>
        <pc:picChg chg="del">
          <ac:chgData name="Xin Xin" userId="9ff0c946-7f3c-4192-98c1-6be932ce2bce" providerId="ADAL" clId="{756FBF97-58FD-4C5C-9E1D-839527CA400C}" dt="2025-09-12T15:26:10.737" v="15" actId="478"/>
          <ac:picMkLst>
            <pc:docMk/>
            <pc:sldMk cId="373997964" sldId="735"/>
            <ac:picMk id="11" creationId="{9B861C41-3D90-1C91-FB08-86A9C5342072}"/>
          </ac:picMkLst>
        </pc:picChg>
        <pc:picChg chg="del">
          <ac:chgData name="Xin Xin" userId="9ff0c946-7f3c-4192-98c1-6be932ce2bce" providerId="ADAL" clId="{756FBF97-58FD-4C5C-9E1D-839527CA400C}" dt="2025-09-12T15:26:10.737" v="15" actId="478"/>
          <ac:picMkLst>
            <pc:docMk/>
            <pc:sldMk cId="373997964" sldId="735"/>
            <ac:picMk id="16" creationId="{8DC3DC66-12A2-8A72-CD2F-383D245195CC}"/>
          </ac:picMkLst>
        </pc:picChg>
        <pc:picChg chg="add del mod">
          <ac:chgData name="Xin Xin" userId="9ff0c946-7f3c-4192-98c1-6be932ce2bce" providerId="ADAL" clId="{756FBF97-58FD-4C5C-9E1D-839527CA400C}" dt="2025-09-12T16:57:12.647" v="754" actId="478"/>
          <ac:picMkLst>
            <pc:docMk/>
            <pc:sldMk cId="373997964" sldId="735"/>
            <ac:picMk id="18" creationId="{7B8DD2A9-7539-C4B9-FA96-3C3966A484CE}"/>
          </ac:picMkLst>
        </pc:picChg>
        <pc:picChg chg="add del mod">
          <ac:chgData name="Xin Xin" userId="9ff0c946-7f3c-4192-98c1-6be932ce2bce" providerId="ADAL" clId="{756FBF97-58FD-4C5C-9E1D-839527CA400C}" dt="2025-09-12T16:57:12.647" v="754" actId="478"/>
          <ac:picMkLst>
            <pc:docMk/>
            <pc:sldMk cId="373997964" sldId="735"/>
            <ac:picMk id="25" creationId="{18FA95B3-AB5F-8058-3312-4EAFFBCA343A}"/>
          </ac:picMkLst>
        </pc:picChg>
        <pc:picChg chg="add del mod">
          <ac:chgData name="Xin Xin" userId="9ff0c946-7f3c-4192-98c1-6be932ce2bce" providerId="ADAL" clId="{756FBF97-58FD-4C5C-9E1D-839527CA400C}" dt="2025-09-12T16:57:12.647" v="754" actId="478"/>
          <ac:picMkLst>
            <pc:docMk/>
            <pc:sldMk cId="373997964" sldId="735"/>
            <ac:picMk id="26" creationId="{FA793A43-06A8-BE17-0BA1-2E60E46064D0}"/>
          </ac:picMkLst>
        </pc:picChg>
        <pc:picChg chg="add mod modCrop">
          <ac:chgData name="Xin Xin" userId="9ff0c946-7f3c-4192-98c1-6be932ce2bce" providerId="ADAL" clId="{756FBF97-58FD-4C5C-9E1D-839527CA400C}" dt="2025-09-12T17:12:26.456" v="1072" actId="1076"/>
          <ac:picMkLst>
            <pc:docMk/>
            <pc:sldMk cId="373997964" sldId="735"/>
            <ac:picMk id="31" creationId="{74AF125A-D98A-E390-5B6D-C55DCA1DD417}"/>
          </ac:picMkLst>
        </pc:picChg>
        <pc:picChg chg="add mod">
          <ac:chgData name="Xin Xin" userId="9ff0c946-7f3c-4192-98c1-6be932ce2bce" providerId="ADAL" clId="{756FBF97-58FD-4C5C-9E1D-839527CA400C}" dt="2025-09-12T17:11:55.121" v="1060" actId="1076"/>
          <ac:picMkLst>
            <pc:docMk/>
            <pc:sldMk cId="373997964" sldId="735"/>
            <ac:picMk id="34" creationId="{F3A319F7-4CE2-6AA3-1BFF-D27B3A015168}"/>
          </ac:picMkLst>
        </pc:picChg>
        <pc:cxnChg chg="add mod">
          <ac:chgData name="Xin Xin" userId="9ff0c946-7f3c-4192-98c1-6be932ce2bce" providerId="ADAL" clId="{756FBF97-58FD-4C5C-9E1D-839527CA400C}" dt="2025-09-12T15:32:33.940" v="176" actId="164"/>
          <ac:cxnSpMkLst>
            <pc:docMk/>
            <pc:sldMk cId="373997964" sldId="735"/>
            <ac:cxnSpMk id="13" creationId="{89B5420A-9471-BA99-BDD0-901D31A3DE35}"/>
          </ac:cxnSpMkLst>
        </pc:cxnChg>
        <pc:cxnChg chg="add mod">
          <ac:chgData name="Xin Xin" userId="9ff0c946-7f3c-4192-98c1-6be932ce2bce" providerId="ADAL" clId="{756FBF97-58FD-4C5C-9E1D-839527CA400C}" dt="2025-09-12T15:32:33.940" v="176" actId="164"/>
          <ac:cxnSpMkLst>
            <pc:docMk/>
            <pc:sldMk cId="373997964" sldId="735"/>
            <ac:cxnSpMk id="14" creationId="{F53CB32E-F079-A340-DD06-8DCF922FC0DA}"/>
          </ac:cxnSpMkLst>
        </pc:cxnChg>
        <pc:cxnChg chg="mod">
          <ac:chgData name="Xin Xin" userId="9ff0c946-7f3c-4192-98c1-6be932ce2bce" providerId="ADAL" clId="{756FBF97-58FD-4C5C-9E1D-839527CA400C}" dt="2025-09-12T15:32:49.496" v="179" actId="571"/>
          <ac:cxnSpMkLst>
            <pc:docMk/>
            <pc:sldMk cId="373997964" sldId="735"/>
            <ac:cxnSpMk id="20" creationId="{BF7E5C1D-CF87-E4A6-8E65-125C79293252}"/>
          </ac:cxnSpMkLst>
        </pc:cxnChg>
        <pc:cxnChg chg="mod">
          <ac:chgData name="Xin Xin" userId="9ff0c946-7f3c-4192-98c1-6be932ce2bce" providerId="ADAL" clId="{756FBF97-58FD-4C5C-9E1D-839527CA400C}" dt="2025-09-12T15:32:49.496" v="179" actId="571"/>
          <ac:cxnSpMkLst>
            <pc:docMk/>
            <pc:sldMk cId="373997964" sldId="735"/>
            <ac:cxnSpMk id="21" creationId="{1539594C-1136-EC6F-6204-F6FF29D85497}"/>
          </ac:cxnSpMkLst>
        </pc:cxnChg>
        <pc:cxnChg chg="mod">
          <ac:chgData name="Xin Xin" userId="9ff0c946-7f3c-4192-98c1-6be932ce2bce" providerId="ADAL" clId="{756FBF97-58FD-4C5C-9E1D-839527CA400C}" dt="2025-09-12T15:37:43.392" v="202" actId="571"/>
          <ac:cxnSpMkLst>
            <pc:docMk/>
            <pc:sldMk cId="373997964" sldId="735"/>
            <ac:cxnSpMk id="23" creationId="{7EEACC4F-4FA4-D1E8-8250-8771A9A97656}"/>
          </ac:cxnSpMkLst>
        </pc:cxnChg>
        <pc:cxnChg chg="mod">
          <ac:chgData name="Xin Xin" userId="9ff0c946-7f3c-4192-98c1-6be932ce2bce" providerId="ADAL" clId="{756FBF97-58FD-4C5C-9E1D-839527CA400C}" dt="2025-09-12T15:37:43.392" v="202" actId="571"/>
          <ac:cxnSpMkLst>
            <pc:docMk/>
            <pc:sldMk cId="373997964" sldId="735"/>
            <ac:cxnSpMk id="24" creationId="{FB30DDBE-CCA4-0FB7-4989-88394C5227F4}"/>
          </ac:cxnSpMkLst>
        </pc:cxnChg>
        <pc:cxnChg chg="mod">
          <ac:chgData name="Xin Xin" userId="9ff0c946-7f3c-4192-98c1-6be932ce2bce" providerId="ADAL" clId="{756FBF97-58FD-4C5C-9E1D-839527CA400C}" dt="2025-09-12T15:39:16.370" v="236" actId="571"/>
          <ac:cxnSpMkLst>
            <pc:docMk/>
            <pc:sldMk cId="373997964" sldId="735"/>
            <ac:cxnSpMk id="28" creationId="{506DB333-C924-2E28-6594-C77CB49A9954}"/>
          </ac:cxnSpMkLst>
        </pc:cxnChg>
        <pc:cxnChg chg="mod">
          <ac:chgData name="Xin Xin" userId="9ff0c946-7f3c-4192-98c1-6be932ce2bce" providerId="ADAL" clId="{756FBF97-58FD-4C5C-9E1D-839527CA400C}" dt="2025-09-12T15:39:16.370" v="236" actId="571"/>
          <ac:cxnSpMkLst>
            <pc:docMk/>
            <pc:sldMk cId="373997964" sldId="735"/>
            <ac:cxnSpMk id="29" creationId="{88130FED-8E85-686F-EA21-B4904FE2105A}"/>
          </ac:cxnSpMkLst>
        </pc:cxnChg>
      </pc:sldChg>
      <pc:sldChg chg="delSp modSp add mod">
        <pc:chgData name="Xin Xin" userId="9ff0c946-7f3c-4192-98c1-6be932ce2bce" providerId="ADAL" clId="{756FBF97-58FD-4C5C-9E1D-839527CA400C}" dt="2025-09-12T17:22:37.224" v="1413" actId="1076"/>
        <pc:sldMkLst>
          <pc:docMk/>
          <pc:sldMk cId="2781527497" sldId="735"/>
        </pc:sldMkLst>
        <pc:spChg chg="mod">
          <ac:chgData name="Xin Xin" userId="9ff0c946-7f3c-4192-98c1-6be932ce2bce" providerId="ADAL" clId="{756FBF97-58FD-4C5C-9E1D-839527CA400C}" dt="2025-09-12T17:18:48.100" v="1117" actId="20577"/>
          <ac:spMkLst>
            <pc:docMk/>
            <pc:sldMk cId="2781527497" sldId="735"/>
            <ac:spMk id="4" creationId="{8849898B-2D24-48CD-AD8D-313A4F934BFF}"/>
          </ac:spMkLst>
        </pc:spChg>
        <pc:spChg chg="del">
          <ac:chgData name="Xin Xin" userId="9ff0c946-7f3c-4192-98c1-6be932ce2bce" providerId="ADAL" clId="{756FBF97-58FD-4C5C-9E1D-839527CA400C}" dt="2025-09-12T17:19:46.125" v="1211" actId="478"/>
          <ac:spMkLst>
            <pc:docMk/>
            <pc:sldMk cId="2781527497" sldId="735"/>
            <ac:spMk id="32" creationId="{24DB7247-5F70-ABBB-36E6-3A5CFF1D7C4B}"/>
          </ac:spMkLst>
        </pc:spChg>
        <pc:spChg chg="del">
          <ac:chgData name="Xin Xin" userId="9ff0c946-7f3c-4192-98c1-6be932ce2bce" providerId="ADAL" clId="{756FBF97-58FD-4C5C-9E1D-839527CA400C}" dt="2025-09-12T17:19:46.125" v="1211" actId="478"/>
          <ac:spMkLst>
            <pc:docMk/>
            <pc:sldMk cId="2781527497" sldId="735"/>
            <ac:spMk id="35" creationId="{70FDA84E-354A-6585-A1EA-4C091081BAE0}"/>
          </ac:spMkLst>
        </pc:spChg>
        <pc:spChg chg="mod">
          <ac:chgData name="Xin Xin" userId="9ff0c946-7f3c-4192-98c1-6be932ce2bce" providerId="ADAL" clId="{756FBF97-58FD-4C5C-9E1D-839527CA400C}" dt="2025-09-12T17:22:37.224" v="1413" actId="1076"/>
          <ac:spMkLst>
            <pc:docMk/>
            <pc:sldMk cId="2781527497" sldId="735"/>
            <ac:spMk id="147" creationId="{39F714C7-C6D9-C040-B8A8-30746CDBC5BF}"/>
          </ac:spMkLst>
        </pc:spChg>
        <pc:picChg chg="del">
          <ac:chgData name="Xin Xin" userId="9ff0c946-7f3c-4192-98c1-6be932ce2bce" providerId="ADAL" clId="{756FBF97-58FD-4C5C-9E1D-839527CA400C}" dt="2025-09-12T17:19:43.141" v="1210" actId="478"/>
          <ac:picMkLst>
            <pc:docMk/>
            <pc:sldMk cId="2781527497" sldId="735"/>
            <ac:picMk id="31" creationId="{74AF125A-D98A-E390-5B6D-C55DCA1DD417}"/>
          </ac:picMkLst>
        </pc:picChg>
        <pc:picChg chg="del">
          <ac:chgData name="Xin Xin" userId="9ff0c946-7f3c-4192-98c1-6be932ce2bce" providerId="ADAL" clId="{756FBF97-58FD-4C5C-9E1D-839527CA400C}" dt="2025-09-12T17:19:42.678" v="1209" actId="478"/>
          <ac:picMkLst>
            <pc:docMk/>
            <pc:sldMk cId="2781527497" sldId="735"/>
            <ac:picMk id="34" creationId="{F3A319F7-4CE2-6AA3-1BFF-D27B3A015168}"/>
          </ac:picMkLst>
        </pc:picChg>
      </pc:sldChg>
      <pc:sldChg chg="add">
        <pc:chgData name="Xin Xin" userId="9ff0c946-7f3c-4192-98c1-6be932ce2bce" providerId="ADAL" clId="{756FBF97-58FD-4C5C-9E1D-839527CA400C}" dt="2025-09-12T16:55:38.402" v="733"/>
        <pc:sldMkLst>
          <pc:docMk/>
          <pc:sldMk cId="1260590313" sldId="736"/>
        </pc:sldMkLst>
      </pc:sldChg>
      <pc:sldChg chg="add">
        <pc:chgData name="Xin Xin" userId="9ff0c946-7f3c-4192-98c1-6be932ce2bce" providerId="ADAL" clId="{756FBF97-58FD-4C5C-9E1D-839527CA400C}" dt="2025-09-12T17:18:42.275" v="1103"/>
        <pc:sldMkLst>
          <pc:docMk/>
          <pc:sldMk cId="1071341473" sldId="73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4445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63500">
                <a:solidFill>
                  <a:srgbClr val="00206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8097139A-25D8-47F8-99EE-7F59A711C587}" type="YVALUE">
                      <a:rPr lang="en-US" altLang="zh-CN"/>
                      <a:pPr/>
                      <a:t>[Y VALUE]</a:t>
                    </a:fld>
                    <a:r>
                      <a:rPr lang="en-US"/>
                      <a:t>Mb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70A-47DC-9093-0F3E050CCB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4Mb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70A-47DC-9093-0F3E050CCB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16Mb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70A-47DC-9093-0F3E050CCB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CBBC80E-35BC-489C-BB2A-610B1776D67A}" type="YVALUE">
                      <a:rPr lang="en-US" altLang="zh-CN"/>
                      <a:pPr/>
                      <a:t>[Y VALUE]</a:t>
                    </a:fld>
                    <a:r>
                      <a:rPr lang="en-US"/>
                      <a:t>Mb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70A-47DC-9093-0F3E050CCB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128Mb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70A-47DC-9093-0F3E050CCB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256Mb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70A-47DC-9093-0F3E050CCB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512Mb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70A-47DC-9093-0F3E050CCB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1Gb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70A-47DC-9093-0F3E050CCB6F}"/>
                </c:ext>
              </c:extLst>
            </c:dLbl>
            <c:dLbl>
              <c:idx val="8"/>
              <c:layout>
                <c:manualLayout>
                  <c:x val="-1.1111111111111212E-2"/>
                  <c:y val="2.777777777777777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4Gb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70A-47DC-9093-0F3E050CCB6F}"/>
                </c:ext>
              </c:extLst>
            </c:dLbl>
            <c:dLbl>
              <c:idx val="9"/>
              <c:layout>
                <c:manualLayout>
                  <c:x val="-8.3333333333333332E-3"/>
                  <c:y val="1.388888888888884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8Gb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70A-47DC-9093-0F3E050CCB6F}"/>
                </c:ext>
              </c:extLst>
            </c:dLbl>
            <c:dLbl>
              <c:idx val="10"/>
              <c:layout>
                <c:manualLayout>
                  <c:x val="-1.9444444444444649E-2"/>
                  <c:y val="4.629629629629629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12Gb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70A-47DC-9093-0F3E050CCB6F}"/>
                </c:ext>
              </c:extLst>
            </c:dLbl>
            <c:dLbl>
              <c:idx val="11"/>
              <c:layout>
                <c:manualLayout>
                  <c:x val="-2.7777777777777779E-3"/>
                  <c:y val="-2.1218890680033321E-1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16Gb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70A-47DC-9093-0F3E050CCB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Sheet1!$F$3:$F$14</c:f>
              <c:numCache>
                <c:formatCode>General</c:formatCode>
                <c:ptCount val="12"/>
                <c:pt idx="0">
                  <c:v>1985</c:v>
                </c:pt>
                <c:pt idx="1">
                  <c:v>1989</c:v>
                </c:pt>
                <c:pt idx="2">
                  <c:v>1995</c:v>
                </c:pt>
                <c:pt idx="3">
                  <c:v>1997</c:v>
                </c:pt>
                <c:pt idx="4">
                  <c:v>2000</c:v>
                </c:pt>
                <c:pt idx="5">
                  <c:v>2002</c:v>
                </c:pt>
                <c:pt idx="6">
                  <c:v>2005</c:v>
                </c:pt>
                <c:pt idx="7">
                  <c:v>2007</c:v>
                </c:pt>
                <c:pt idx="8">
                  <c:v>2013</c:v>
                </c:pt>
                <c:pt idx="9">
                  <c:v>2015</c:v>
                </c:pt>
                <c:pt idx="10">
                  <c:v>2020</c:v>
                </c:pt>
                <c:pt idx="11">
                  <c:v>2022</c:v>
                </c:pt>
              </c:numCache>
            </c:numRef>
          </c:xVal>
          <c:yVal>
            <c:numRef>
              <c:f>Sheet1!$G$3:$G$14</c:f>
              <c:numCache>
                <c:formatCode>General</c:formatCode>
                <c:ptCount val="12"/>
                <c:pt idx="0">
                  <c:v>1</c:v>
                </c:pt>
                <c:pt idx="1">
                  <c:v>4</c:v>
                </c:pt>
                <c:pt idx="2">
                  <c:v>25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  <c:pt idx="7">
                  <c:v>1024</c:v>
                </c:pt>
                <c:pt idx="8">
                  <c:v>4096</c:v>
                </c:pt>
                <c:pt idx="9">
                  <c:v>8192</c:v>
                </c:pt>
                <c:pt idx="10">
                  <c:v>12288</c:v>
                </c:pt>
                <c:pt idx="11">
                  <c:v>16384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670A-47DC-9093-0F3E050CCB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0097120"/>
        <c:axId val="810109184"/>
      </c:scatterChart>
      <c:valAx>
        <c:axId val="810097120"/>
        <c:scaling>
          <c:orientation val="minMax"/>
          <c:max val="2023"/>
          <c:min val="198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0109184"/>
        <c:crosses val="autoZero"/>
        <c:crossBetween val="midCat"/>
        <c:majorUnit val="10"/>
      </c:valAx>
      <c:valAx>
        <c:axId val="810109184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10097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D0866-1E13-43BE-A057-7B167C06E6F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8812E-E0CE-4168-80FE-0D3C266E5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4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14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78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18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61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07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9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0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73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5269-D2E1-ED57-9D40-88A4A0747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8DE3-1E37-3558-813A-3BF85C49D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AFBD3-719C-44C0-4976-DEA60140A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FE805-B865-DDA8-C360-8E0DBDABF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13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8BE9-3A34-8373-2AF1-31720344D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48AE7-3585-16FF-08E7-555E0EB89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75166-2995-F5C7-77DE-2CABFEB90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D9E55-B6DA-7C4D-488A-F990B4FA6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34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28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11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82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57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16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02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913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46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033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877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66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45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994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029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50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17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8812E-E0CE-4168-80FE-0D3C266E54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70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DC6D-41E1-46E8-8F40-ECCAC8AF69B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8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821936"/>
            <a:ext cx="10515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ABF94-4A90-4D1C-AFEA-DFE7062582B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8500" y="8475136"/>
            <a:ext cx="495300" cy="486833"/>
          </a:xfrm>
        </p:spPr>
        <p:txBody>
          <a:bodyPr/>
          <a:lstStyle/>
          <a:p>
            <a:fld id="{D5244C39-EA1C-4830-B3FA-E06130CB50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ED2DE8-0C2B-B420-DB99-89A8F6647290}"/>
              </a:ext>
            </a:extLst>
          </p:cNvPr>
          <p:cNvSpPr/>
          <p:nvPr userDrawn="1"/>
        </p:nvSpPr>
        <p:spPr>
          <a:xfrm>
            <a:off x="319095" y="231795"/>
            <a:ext cx="11553825" cy="1006456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2CD5D24-A2E2-0E6C-5972-D77E9234F6DE}"/>
              </a:ext>
            </a:extLst>
          </p:cNvPr>
          <p:cNvSpPr/>
          <p:nvPr userDrawn="1"/>
        </p:nvSpPr>
        <p:spPr>
          <a:xfrm>
            <a:off x="9128768" y="1290743"/>
            <a:ext cx="2739391" cy="97536"/>
          </a:xfrm>
          <a:prstGeom prst="parallelogram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BC26889F-67E7-D193-0E7C-3C2FAA1A56B1}"/>
              </a:ext>
            </a:extLst>
          </p:cNvPr>
          <p:cNvSpPr/>
          <p:nvPr userDrawn="1"/>
        </p:nvSpPr>
        <p:spPr>
          <a:xfrm>
            <a:off x="317508" y="1290743"/>
            <a:ext cx="8733631" cy="97536"/>
          </a:xfrm>
          <a:prstGeom prst="parallelogram">
            <a:avLst/>
          </a:prstGeom>
          <a:gradFill flip="none" rotWithShape="1">
            <a:gsLst>
              <a:gs pos="10000">
                <a:srgbClr val="004F9E"/>
              </a:gs>
              <a:gs pos="73000">
                <a:srgbClr val="004F9E"/>
              </a:gs>
              <a:gs pos="42000">
                <a:srgbClr val="87B4E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>
            <a:lvl1pPr>
              <a:defRPr lang="en-US" sz="4800" b="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UCF Global Enhances International Student Experience">
            <a:extLst>
              <a:ext uri="{FF2B5EF4-FFF2-40B4-BE49-F238E27FC236}">
                <a16:creationId xmlns:a16="http://schemas.microsoft.com/office/drawing/2014/main" id="{DC796F73-2C0D-B33A-0299-4B676F6D948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8" t="30182" r="30415" b="31166"/>
          <a:stretch/>
        </p:blipFill>
        <p:spPr bwMode="auto">
          <a:xfrm>
            <a:off x="11006138" y="385051"/>
            <a:ext cx="733837" cy="726072"/>
          </a:xfrm>
          <a:prstGeom prst="ellipse">
            <a:avLst/>
          </a:prstGeom>
          <a:ln w="28575" cap="rnd">
            <a:solidFill>
              <a:schemeClr val="bg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5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703F3-D82A-490B-BF0D-A3248F2AE70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EC089-E9C2-1ACB-3932-FF36B6EC8F06}"/>
              </a:ext>
            </a:extLst>
          </p:cNvPr>
          <p:cNvSpPr/>
          <p:nvPr userDrawn="1"/>
        </p:nvSpPr>
        <p:spPr>
          <a:xfrm>
            <a:off x="533400" y="2142355"/>
            <a:ext cx="11125200" cy="294640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B0CCBEA8-F58D-9134-FE0E-7C11A51B44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030" y="596407"/>
            <a:ext cx="3543571" cy="90692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ABCF7342-646B-FF9A-1BF5-9CE83E5953C2}"/>
              </a:ext>
            </a:extLst>
          </p:cNvPr>
          <p:cNvSpPr/>
          <p:nvPr userDrawn="1"/>
        </p:nvSpPr>
        <p:spPr>
          <a:xfrm>
            <a:off x="9128760" y="5212347"/>
            <a:ext cx="2529840" cy="182880"/>
          </a:xfrm>
          <a:prstGeom prst="parallelogram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785AD086-FC94-3642-60CC-288B76CB8165}"/>
              </a:ext>
            </a:extLst>
          </p:cNvPr>
          <p:cNvSpPr/>
          <p:nvPr userDrawn="1"/>
        </p:nvSpPr>
        <p:spPr>
          <a:xfrm>
            <a:off x="533408" y="5212347"/>
            <a:ext cx="8515351" cy="182880"/>
          </a:xfrm>
          <a:prstGeom prst="parallelogram">
            <a:avLst/>
          </a:prstGeom>
          <a:gradFill flip="none" rotWithShape="1">
            <a:gsLst>
              <a:gs pos="10000">
                <a:srgbClr val="004F9E"/>
              </a:gs>
              <a:gs pos="73000">
                <a:srgbClr val="004F9E"/>
              </a:gs>
              <a:gs pos="42000">
                <a:srgbClr val="87B4E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5115815-B532-9DCC-66A0-BD24F3FC9782}"/>
              </a:ext>
            </a:extLst>
          </p:cNvPr>
          <p:cNvSpPr txBox="1">
            <a:spLocks/>
          </p:cNvSpPr>
          <p:nvPr userDrawn="1"/>
        </p:nvSpPr>
        <p:spPr>
          <a:xfrm>
            <a:off x="533403" y="562819"/>
            <a:ext cx="3739844" cy="1067812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sz="2667" b="1">
              <a:solidFill>
                <a:srgbClr val="004F9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330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88D6-51E6-4C25-822C-AF2554457637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1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C62A-92D9-4FE4-94A0-D8EC7B9D72B7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4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ACB2-A4F9-49BE-8D0A-5EDADAD7B2B9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2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8BFF-0F23-4537-AC17-718802F20C6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6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FD4A-780F-4C1F-9630-570A7DB3AC5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6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23E4-7ABD-44EB-9399-4B679FF71EC4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0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5BAA-A959-475A-9CF3-E7BEBEFF5D35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1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56E6A-B789-4D56-8140-4F0B9EA79C33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9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148B-0619-426B-9A9D-58EA1E991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  <a:prstGeom prst="rect">
            <a:avLst/>
          </a:prstGeo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B9CD2-40B6-42D3-BB6C-B520998CC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/>
            </a:lvl1pPr>
            <a:lvl2pPr marL="609541" indent="0" algn="ctr">
              <a:buNone/>
              <a:defRPr sz="2667"/>
            </a:lvl2pPr>
            <a:lvl3pPr marL="1219079" indent="0" algn="ctr">
              <a:buNone/>
              <a:defRPr sz="2400"/>
            </a:lvl3pPr>
            <a:lvl4pPr marL="1828618" indent="0" algn="ctr">
              <a:buNone/>
              <a:defRPr sz="2133"/>
            </a:lvl4pPr>
            <a:lvl5pPr marL="2438158" indent="0" algn="ctr">
              <a:buNone/>
              <a:defRPr sz="2133"/>
            </a:lvl5pPr>
            <a:lvl6pPr marL="3047697" indent="0" algn="ctr">
              <a:buNone/>
              <a:defRPr sz="2133"/>
            </a:lvl6pPr>
            <a:lvl7pPr marL="3657234" indent="0" algn="ctr">
              <a:buNone/>
              <a:defRPr sz="2133"/>
            </a:lvl7pPr>
            <a:lvl8pPr marL="4266773" indent="0" algn="ctr">
              <a:buNone/>
              <a:defRPr sz="2133"/>
            </a:lvl8pPr>
            <a:lvl9pPr marL="4876314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A7A06-26FC-452B-B15E-883189372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DC6D-41E1-46E8-8F40-ECCAC8AF69B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1F38D-087E-4002-A764-466176B7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2556E-E524-494D-8B43-AB615361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37D4E1-4B6E-4002-9068-1D3712AE49BF}"/>
              </a:ext>
            </a:extLst>
          </p:cNvPr>
          <p:cNvSpPr/>
          <p:nvPr userDrawn="1"/>
        </p:nvSpPr>
        <p:spPr>
          <a:xfrm>
            <a:off x="319095" y="231794"/>
            <a:ext cx="11553825" cy="1216023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8EE6C-7681-4598-8417-E7908170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231777"/>
            <a:ext cx="11220451" cy="121920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2C18C-EC12-4518-9F95-262981D4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49" y="8551350"/>
            <a:ext cx="2743200" cy="486833"/>
          </a:xfrm>
        </p:spPr>
        <p:txBody>
          <a:bodyPr/>
          <a:lstStyle/>
          <a:p>
            <a:fld id="{093ABF94-4A90-4D1C-AFEA-DFE7062582B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9EC8E-4735-4FA6-A680-1B92074D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9075" y="8551350"/>
            <a:ext cx="4114800" cy="486833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24929E-217F-4AFE-8858-FE6EFBED31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36" b="32753"/>
          <a:stretch/>
        </p:blipFill>
        <p:spPr>
          <a:xfrm>
            <a:off x="10994203" y="312741"/>
            <a:ext cx="619156" cy="1057272"/>
          </a:xfrm>
          <a:prstGeom prst="rect">
            <a:avLst/>
          </a:prstGeom>
        </p:spPr>
      </p:pic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4EA2055-C81E-4C16-B117-8FBBF06DCF26}"/>
              </a:ext>
            </a:extLst>
          </p:cNvPr>
          <p:cNvSpPr/>
          <p:nvPr userDrawn="1"/>
        </p:nvSpPr>
        <p:spPr>
          <a:xfrm>
            <a:off x="9128768" y="1519343"/>
            <a:ext cx="2739391" cy="97536"/>
          </a:xfrm>
          <a:prstGeom prst="parallelogram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C5E049E-09E2-4DBD-8F07-E53FCCA53A10}"/>
              </a:ext>
            </a:extLst>
          </p:cNvPr>
          <p:cNvSpPr/>
          <p:nvPr userDrawn="1"/>
        </p:nvSpPr>
        <p:spPr>
          <a:xfrm>
            <a:off x="317508" y="1519343"/>
            <a:ext cx="8733631" cy="97536"/>
          </a:xfrm>
          <a:prstGeom prst="parallelogram">
            <a:avLst/>
          </a:prstGeom>
          <a:gradFill flip="none" rotWithShape="1">
            <a:gsLst>
              <a:gs pos="10000">
                <a:srgbClr val="004F9E"/>
              </a:gs>
              <a:gs pos="73000">
                <a:srgbClr val="004F9E"/>
              </a:gs>
              <a:gs pos="42000">
                <a:srgbClr val="87B4E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34B77F-8BBA-4C03-A575-0B5C300E2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828806"/>
            <a:ext cx="11220451" cy="65659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1314B3C-D5D1-45BD-95F4-14E37F3D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326" y="8551350"/>
            <a:ext cx="620383" cy="486833"/>
          </a:xfrm>
        </p:spPr>
        <p:txBody>
          <a:bodyPr/>
          <a:lstStyle>
            <a:lvl1pPr>
              <a:defRPr sz="2400">
                <a:solidFill>
                  <a:srgbClr val="004F9E"/>
                </a:solidFill>
              </a:defRPr>
            </a:lvl1pPr>
          </a:lstStyle>
          <a:p>
            <a:fld id="{D5244C39-EA1C-4830-B3FA-E06130CB50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30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433E0A6-0ED6-4BAD-9965-32D657BE0F47}"/>
              </a:ext>
            </a:extLst>
          </p:cNvPr>
          <p:cNvSpPr/>
          <p:nvPr userDrawn="1"/>
        </p:nvSpPr>
        <p:spPr>
          <a:xfrm>
            <a:off x="533400" y="2142355"/>
            <a:ext cx="11125200" cy="2946400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0465C60-7952-4807-934E-950EF0D62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491605"/>
            <a:ext cx="11125200" cy="2207683"/>
          </a:xfrm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 sz="7200">
              <a:solidFill>
                <a:schemeClr val="bg1"/>
              </a:solidFill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CF84C7D7-B4C2-4936-9E63-357CBB024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783" y="6058719"/>
            <a:ext cx="2752436" cy="76134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rgbClr val="004F9E"/>
                </a:solidFill>
              </a:defRPr>
            </a:lvl1pPr>
          </a:lstStyle>
          <a:p>
            <a:pPr>
              <a:lnSpc>
                <a:spcPct val="100000"/>
              </a:lnSpc>
            </a:pPr>
            <a:endParaRPr lang="en-US" sz="3733" b="1">
              <a:solidFill>
                <a:srgbClr val="004F9E"/>
              </a:solidFill>
              <a:latin typeface="+mj-lt"/>
            </a:endParaRPr>
          </a:p>
        </p:txBody>
      </p:sp>
      <p:pic>
        <p:nvPicPr>
          <p:cNvPr id="24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D5005EE0-2285-451D-AAB4-ED77E69A2F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030" y="596407"/>
            <a:ext cx="3543571" cy="906920"/>
          </a:xfrm>
          <a:prstGeom prst="rect">
            <a:avLst/>
          </a:prstGeom>
        </p:spPr>
      </p:pic>
      <p:sp>
        <p:nvSpPr>
          <p:cNvPr id="25" name="Parallelogram 24">
            <a:extLst>
              <a:ext uri="{FF2B5EF4-FFF2-40B4-BE49-F238E27FC236}">
                <a16:creationId xmlns:a16="http://schemas.microsoft.com/office/drawing/2014/main" id="{901882AE-1876-45C5-BE7A-CAFDD15489DF}"/>
              </a:ext>
            </a:extLst>
          </p:cNvPr>
          <p:cNvSpPr/>
          <p:nvPr userDrawn="1"/>
        </p:nvSpPr>
        <p:spPr>
          <a:xfrm>
            <a:off x="9128760" y="5212347"/>
            <a:ext cx="2529840" cy="182880"/>
          </a:xfrm>
          <a:prstGeom prst="parallelogram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869866C-AAB8-48D7-9C71-D73F0DF59952}"/>
              </a:ext>
            </a:extLst>
          </p:cNvPr>
          <p:cNvSpPr/>
          <p:nvPr userDrawn="1"/>
        </p:nvSpPr>
        <p:spPr>
          <a:xfrm>
            <a:off x="533408" y="5212347"/>
            <a:ext cx="8515351" cy="182880"/>
          </a:xfrm>
          <a:prstGeom prst="parallelogram">
            <a:avLst/>
          </a:prstGeom>
          <a:gradFill flip="none" rotWithShape="1">
            <a:gsLst>
              <a:gs pos="10000">
                <a:srgbClr val="004F9E"/>
              </a:gs>
              <a:gs pos="73000">
                <a:srgbClr val="004F9E"/>
              </a:gs>
              <a:gs pos="42000">
                <a:srgbClr val="87B4E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7BB0CD16-589D-41F2-9455-5F0C40557698}"/>
              </a:ext>
            </a:extLst>
          </p:cNvPr>
          <p:cNvSpPr txBox="1">
            <a:spLocks/>
          </p:cNvSpPr>
          <p:nvPr userDrawn="1"/>
        </p:nvSpPr>
        <p:spPr>
          <a:xfrm>
            <a:off x="533403" y="562819"/>
            <a:ext cx="3739844" cy="1067812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sz="2667" b="1">
              <a:solidFill>
                <a:srgbClr val="004F9E"/>
              </a:solidFill>
              <a:latin typeface="+mj-lt"/>
            </a:endParaRP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0AFABFEB-09D6-40B0-9F23-B7E81C78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49" y="8551350"/>
            <a:ext cx="2743200" cy="486833"/>
          </a:xfrm>
        </p:spPr>
        <p:txBody>
          <a:bodyPr/>
          <a:lstStyle/>
          <a:p>
            <a:fld id="{D8A703F3-D82A-490B-BF0D-A3248F2AE70E}" type="datetime1">
              <a:rPr lang="en-US" smtClean="0"/>
              <a:t>9/18/2026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BCCB5D6-B539-46FB-95DC-3F3540BC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9075" y="8551350"/>
            <a:ext cx="4114800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8EEDD0FE-CB16-41A8-B845-5F9888D2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3500" y="8551350"/>
            <a:ext cx="2743200" cy="486833"/>
          </a:xfrm>
        </p:spPr>
        <p:txBody>
          <a:bodyPr/>
          <a:lstStyle/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4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4157D-F012-4895-86BC-B8140E9F654A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44C39-EA1C-4830-B3FA-E06130CB5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49" r:id="rId12"/>
    <p:sldLayoutId id="2147483650" r:id="rId13"/>
    <p:sldLayoutId id="2147483651" r:id="rId14"/>
  </p:sldLayoutIdLst>
  <p:hf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D86B47-FA51-4C6D-8EB0-913AE93741C5}"/>
              </a:ext>
            </a:extLst>
          </p:cNvPr>
          <p:cNvSpPr/>
          <p:nvPr/>
        </p:nvSpPr>
        <p:spPr>
          <a:xfrm>
            <a:off x="463463" y="2430048"/>
            <a:ext cx="11252548" cy="2597611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77175-AFE4-4BFD-8D2E-1CF4DD96A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989" y="1694347"/>
            <a:ext cx="11252548" cy="1682059"/>
          </a:xfrm>
        </p:spPr>
        <p:txBody>
          <a:bodyPr>
            <a:normAutofit/>
          </a:bodyPr>
          <a:lstStyle/>
          <a:p>
            <a:r>
              <a:rPr kumimoji="0" lang="en-US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anose="020B0604020202020204" pitchFamily="34" charset="0"/>
              </a:rPr>
              <a:t>ECE 5706: Resilient Computer System Design</a:t>
            </a:r>
            <a:endParaRPr lang="en-US" sz="5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CEB279C-31B6-40E3-AB57-89806C4CAF58}"/>
              </a:ext>
            </a:extLst>
          </p:cNvPr>
          <p:cNvSpPr/>
          <p:nvPr/>
        </p:nvSpPr>
        <p:spPr>
          <a:xfrm>
            <a:off x="9315450" y="5176304"/>
            <a:ext cx="2405884" cy="182880"/>
          </a:xfrm>
          <a:prstGeom prst="parallelogram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1297249-EFAD-498E-9BC7-44488D8620AB}"/>
              </a:ext>
            </a:extLst>
          </p:cNvPr>
          <p:cNvSpPr/>
          <p:nvPr/>
        </p:nvSpPr>
        <p:spPr>
          <a:xfrm>
            <a:off x="463463" y="5176304"/>
            <a:ext cx="8742450" cy="182880"/>
          </a:xfrm>
          <a:prstGeom prst="parallelogram">
            <a:avLst/>
          </a:prstGeom>
          <a:gradFill flip="none" rotWithShape="1">
            <a:gsLst>
              <a:gs pos="10000">
                <a:srgbClr val="004F9E"/>
              </a:gs>
              <a:gs pos="73000">
                <a:srgbClr val="004F9E"/>
              </a:gs>
              <a:gs pos="42000">
                <a:srgbClr val="87B4E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E8D9AA-7E33-BD20-F72F-FA49594D8626}"/>
              </a:ext>
            </a:extLst>
          </p:cNvPr>
          <p:cNvGrpSpPr/>
          <p:nvPr/>
        </p:nvGrpSpPr>
        <p:grpSpPr>
          <a:xfrm>
            <a:off x="7069014" y="501107"/>
            <a:ext cx="4646997" cy="708232"/>
            <a:chOff x="7069014" y="501107"/>
            <a:chExt cx="4646997" cy="708232"/>
          </a:xfrm>
        </p:grpSpPr>
        <p:pic>
          <p:nvPicPr>
            <p:cNvPr id="22" name="Picture 21" descr="A black and grey text&#10;&#10;Description automatically generated">
              <a:extLst>
                <a:ext uri="{FF2B5EF4-FFF2-40B4-BE49-F238E27FC236}">
                  <a16:creationId xmlns:a16="http://schemas.microsoft.com/office/drawing/2014/main" id="{5FC7A7F7-B24A-235A-2203-BAA076FFF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014" y="501107"/>
              <a:ext cx="4646997" cy="708232"/>
            </a:xfrm>
            <a:prstGeom prst="rect">
              <a:avLst/>
            </a:prstGeom>
          </p:spPr>
        </p:pic>
        <p:pic>
          <p:nvPicPr>
            <p:cNvPr id="23" name="Picture 22" descr="A black and grey text&#10;&#10;Description automatically generated">
              <a:extLst>
                <a:ext uri="{FF2B5EF4-FFF2-40B4-BE49-F238E27FC236}">
                  <a16:creationId xmlns:a16="http://schemas.microsoft.com/office/drawing/2014/main" id="{9FC9E129-D978-0A6B-4376-7AEFB4D2BD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3224"/>
            <a:stretch/>
          </p:blipFill>
          <p:spPr>
            <a:xfrm>
              <a:off x="7069015" y="501107"/>
              <a:ext cx="779586" cy="70823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D0537A0-9902-FD2D-7B45-CAFA8DB62E89}"/>
              </a:ext>
            </a:extLst>
          </p:cNvPr>
          <p:cNvSpPr txBox="1"/>
          <p:nvPr/>
        </p:nvSpPr>
        <p:spPr>
          <a:xfrm>
            <a:off x="3047505" y="3602504"/>
            <a:ext cx="609501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Error Detection &amp; Correction in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Memory Subsystems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Xin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Xin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Assistant Professor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Electrical and Computer Engineering </a:t>
            </a:r>
          </a:p>
        </p:txBody>
      </p:sp>
    </p:spTree>
    <p:extLst>
      <p:ext uri="{BB962C8B-B14F-4D97-AF65-F5344CB8AC3E}">
        <p14:creationId xmlns:p14="http://schemas.microsoft.com/office/powerpoint/2010/main" val="148117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641608-3899-348B-10E3-9EDDB7AE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Innovations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F7EB10D-F8FA-E88F-F3FB-40F54A3D35C0}"/>
              </a:ext>
            </a:extLst>
          </p:cNvPr>
          <p:cNvGrpSpPr/>
          <p:nvPr/>
        </p:nvGrpSpPr>
        <p:grpSpPr>
          <a:xfrm>
            <a:off x="1388873" y="1805278"/>
            <a:ext cx="1381212" cy="2077535"/>
            <a:chOff x="1260388" y="2587206"/>
            <a:chExt cx="1381212" cy="2077535"/>
          </a:xfrm>
        </p:grpSpPr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8ED68A1C-E335-7FA0-F035-24B1B59A01E4}"/>
                </a:ext>
              </a:extLst>
            </p:cNvPr>
            <p:cNvSpPr/>
            <p:nvPr/>
          </p:nvSpPr>
          <p:spPr>
            <a:xfrm rot="10800000">
              <a:off x="1260389" y="4390421"/>
              <a:ext cx="1381211" cy="274320"/>
            </a:xfrm>
            <a:prstGeom prst="trapezoid">
              <a:avLst>
                <a:gd name="adj" fmla="val 41204"/>
              </a:avLst>
            </a:prstGeom>
            <a:solidFill>
              <a:srgbClr val="5A6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04D6FF-B243-B8F2-3D1C-070BED1582D1}"/>
                </a:ext>
              </a:extLst>
            </p:cNvPr>
            <p:cNvSpPr/>
            <p:nvPr/>
          </p:nvSpPr>
          <p:spPr>
            <a:xfrm>
              <a:off x="1260388" y="4217567"/>
              <a:ext cx="1381211" cy="91440"/>
            </a:xfrm>
            <a:prstGeom prst="rect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8631D7-7613-B20C-8A48-9F92CEB98DF7}"/>
                </a:ext>
              </a:extLst>
            </p:cNvPr>
            <p:cNvSpPr/>
            <p:nvPr/>
          </p:nvSpPr>
          <p:spPr>
            <a:xfrm>
              <a:off x="1260388" y="2587206"/>
              <a:ext cx="603285" cy="603285"/>
            </a:xfrm>
            <a:prstGeom prst="rect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393ED5-39B4-4DB3-78ED-999F746509BE}"/>
                </a:ext>
              </a:extLst>
            </p:cNvPr>
            <p:cNvSpPr/>
            <p:nvPr/>
          </p:nvSpPr>
          <p:spPr>
            <a:xfrm>
              <a:off x="2038315" y="2587206"/>
              <a:ext cx="603285" cy="603285"/>
            </a:xfrm>
            <a:prstGeom prst="rect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00E6A4-9C4B-2DA7-88BE-74ED19CF2486}"/>
                </a:ext>
              </a:extLst>
            </p:cNvPr>
            <p:cNvSpPr/>
            <p:nvPr/>
          </p:nvSpPr>
          <p:spPr>
            <a:xfrm>
              <a:off x="1260388" y="3228889"/>
              <a:ext cx="603285" cy="603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DAD1CE-B1BA-C304-31CB-C15774B70843}"/>
                </a:ext>
              </a:extLst>
            </p:cNvPr>
            <p:cNvSpPr/>
            <p:nvPr/>
          </p:nvSpPr>
          <p:spPr>
            <a:xfrm>
              <a:off x="2038315" y="3228889"/>
              <a:ext cx="603285" cy="603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803FAC2-C60C-93DF-4938-362CC33F5A1A}"/>
                </a:ext>
              </a:extLst>
            </p:cNvPr>
            <p:cNvSpPr/>
            <p:nvPr/>
          </p:nvSpPr>
          <p:spPr>
            <a:xfrm>
              <a:off x="1260388" y="3439604"/>
              <a:ext cx="603285" cy="603285"/>
            </a:xfrm>
            <a:prstGeom prst="rect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B7B525-5189-00E3-0227-7CB07D6E4088}"/>
                </a:ext>
              </a:extLst>
            </p:cNvPr>
            <p:cNvSpPr/>
            <p:nvPr/>
          </p:nvSpPr>
          <p:spPr>
            <a:xfrm>
              <a:off x="2038315" y="3439604"/>
              <a:ext cx="603285" cy="603285"/>
            </a:xfrm>
            <a:prstGeom prst="rect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62F53B8-6B52-F5BD-B4F0-D79A3E3C1E5B}"/>
                </a:ext>
              </a:extLst>
            </p:cNvPr>
            <p:cNvSpPr/>
            <p:nvPr/>
          </p:nvSpPr>
          <p:spPr>
            <a:xfrm>
              <a:off x="1260388" y="4081287"/>
              <a:ext cx="603285" cy="603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4AD6D0F-902A-6A56-6E07-E555F41AD04B}"/>
                </a:ext>
              </a:extLst>
            </p:cNvPr>
            <p:cNvSpPr/>
            <p:nvPr/>
          </p:nvSpPr>
          <p:spPr>
            <a:xfrm>
              <a:off x="2038315" y="4081287"/>
              <a:ext cx="603285" cy="603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71BBC90-F15A-F98E-E507-064407A5198D}"/>
              </a:ext>
            </a:extLst>
          </p:cNvPr>
          <p:cNvGrpSpPr/>
          <p:nvPr/>
        </p:nvGrpSpPr>
        <p:grpSpPr>
          <a:xfrm>
            <a:off x="3695007" y="1803327"/>
            <a:ext cx="1416683" cy="2121985"/>
            <a:chOff x="2875916" y="2492514"/>
            <a:chExt cx="1416683" cy="2121985"/>
          </a:xfrm>
        </p:grpSpPr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A6356D6D-25EB-72A8-2B86-A6733B6A9AED}"/>
                </a:ext>
              </a:extLst>
            </p:cNvPr>
            <p:cNvSpPr/>
            <p:nvPr/>
          </p:nvSpPr>
          <p:spPr>
            <a:xfrm rot="10800000">
              <a:off x="2875916" y="4340179"/>
              <a:ext cx="1416683" cy="274320"/>
            </a:xfrm>
            <a:prstGeom prst="trapezoid">
              <a:avLst>
                <a:gd name="adj" fmla="val 41204"/>
              </a:avLst>
            </a:prstGeom>
            <a:solidFill>
              <a:srgbClr val="5A6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2F0E14B-8E44-8909-A4BD-CF8AA77FAF1E}"/>
                </a:ext>
              </a:extLst>
            </p:cNvPr>
            <p:cNvSpPr/>
            <p:nvPr/>
          </p:nvSpPr>
          <p:spPr>
            <a:xfrm>
              <a:off x="2875916" y="4167325"/>
              <a:ext cx="1416683" cy="91440"/>
            </a:xfrm>
            <a:prstGeom prst="rect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67BC6B1-E4B1-E1F4-ACD2-42C13D749298}"/>
                </a:ext>
              </a:extLst>
            </p:cNvPr>
            <p:cNvGrpSpPr/>
            <p:nvPr/>
          </p:nvGrpSpPr>
          <p:grpSpPr>
            <a:xfrm>
              <a:off x="2888616" y="2492514"/>
              <a:ext cx="617727" cy="695186"/>
              <a:chOff x="2888616" y="2492514"/>
              <a:chExt cx="1381212" cy="1554408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7DF95A1-F865-5C66-EF40-FED59296D1D6}"/>
                  </a:ext>
                </a:extLst>
              </p:cNvPr>
              <p:cNvSpPr/>
              <p:nvPr/>
            </p:nvSpPr>
            <p:spPr>
              <a:xfrm>
                <a:off x="2888616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8F65281-24B3-148E-4E8D-5AD4F29899D0}"/>
                  </a:ext>
                </a:extLst>
              </p:cNvPr>
              <p:cNvSpPr/>
              <p:nvPr/>
            </p:nvSpPr>
            <p:spPr>
              <a:xfrm>
                <a:off x="3666543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C12033C-675D-5316-B6E0-EBF4E5D8357C}"/>
                  </a:ext>
                </a:extLst>
              </p:cNvPr>
              <p:cNvSpPr/>
              <p:nvPr/>
            </p:nvSpPr>
            <p:spPr>
              <a:xfrm>
                <a:off x="2888616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92CFDAB-F2BC-8857-CBBF-34A30594A265}"/>
                  </a:ext>
                </a:extLst>
              </p:cNvPr>
              <p:cNvSpPr/>
              <p:nvPr/>
            </p:nvSpPr>
            <p:spPr>
              <a:xfrm>
                <a:off x="3666543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1B707A9-042A-59B8-7C9D-3844A388AD4D}"/>
                  </a:ext>
                </a:extLst>
              </p:cNvPr>
              <p:cNvSpPr/>
              <p:nvPr/>
            </p:nvSpPr>
            <p:spPr>
              <a:xfrm>
                <a:off x="2888616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21F7AF2-64CD-2AD2-AC32-FDEF99CFED61}"/>
                  </a:ext>
                </a:extLst>
              </p:cNvPr>
              <p:cNvSpPr/>
              <p:nvPr/>
            </p:nvSpPr>
            <p:spPr>
              <a:xfrm>
                <a:off x="3666543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E1142B-C224-2A29-45F4-DA1E107F8022}"/>
                  </a:ext>
                </a:extLst>
              </p:cNvPr>
              <p:cNvSpPr/>
              <p:nvPr/>
            </p:nvSpPr>
            <p:spPr>
              <a:xfrm>
                <a:off x="2888616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6CE2064-E733-649F-5509-E6C53979EBF2}"/>
                  </a:ext>
                </a:extLst>
              </p:cNvPr>
              <p:cNvSpPr/>
              <p:nvPr/>
            </p:nvSpPr>
            <p:spPr>
              <a:xfrm>
                <a:off x="3666543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A3663A7-19AE-BD55-ABB4-152B7EA9B9C5}"/>
                </a:ext>
              </a:extLst>
            </p:cNvPr>
            <p:cNvGrpSpPr/>
            <p:nvPr/>
          </p:nvGrpSpPr>
          <p:grpSpPr>
            <a:xfrm>
              <a:off x="2888616" y="3330068"/>
              <a:ext cx="617727" cy="695186"/>
              <a:chOff x="2888616" y="2492514"/>
              <a:chExt cx="1381212" cy="1554408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BC87798-C7FA-AD15-6E18-DC6E54A4E504}"/>
                  </a:ext>
                </a:extLst>
              </p:cNvPr>
              <p:cNvSpPr/>
              <p:nvPr/>
            </p:nvSpPr>
            <p:spPr>
              <a:xfrm>
                <a:off x="2888616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24492F7-5F4D-2B96-AC42-BF1DEAC4B568}"/>
                  </a:ext>
                </a:extLst>
              </p:cNvPr>
              <p:cNvSpPr/>
              <p:nvPr/>
            </p:nvSpPr>
            <p:spPr>
              <a:xfrm>
                <a:off x="3666543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14E02B0-467F-075A-1206-13DAD9E4B287}"/>
                  </a:ext>
                </a:extLst>
              </p:cNvPr>
              <p:cNvSpPr/>
              <p:nvPr/>
            </p:nvSpPr>
            <p:spPr>
              <a:xfrm>
                <a:off x="2888616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66F821C-AA6B-8D14-1258-18A5D5CA9EFC}"/>
                  </a:ext>
                </a:extLst>
              </p:cNvPr>
              <p:cNvSpPr/>
              <p:nvPr/>
            </p:nvSpPr>
            <p:spPr>
              <a:xfrm>
                <a:off x="3666543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69340C3-2948-FFEA-C64D-3F22D0691607}"/>
                  </a:ext>
                </a:extLst>
              </p:cNvPr>
              <p:cNvSpPr/>
              <p:nvPr/>
            </p:nvSpPr>
            <p:spPr>
              <a:xfrm>
                <a:off x="2888616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1B6D6E0-25BC-4A69-4BCB-7A053D859F78}"/>
                  </a:ext>
                </a:extLst>
              </p:cNvPr>
              <p:cNvSpPr/>
              <p:nvPr/>
            </p:nvSpPr>
            <p:spPr>
              <a:xfrm>
                <a:off x="3666543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B825D7C-8197-9E77-13F0-868E8F8F7B8B}"/>
                  </a:ext>
                </a:extLst>
              </p:cNvPr>
              <p:cNvSpPr/>
              <p:nvPr/>
            </p:nvSpPr>
            <p:spPr>
              <a:xfrm>
                <a:off x="2888616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6AB9BE8-B510-C496-288B-131D5CC8F179}"/>
                  </a:ext>
                </a:extLst>
              </p:cNvPr>
              <p:cNvSpPr/>
              <p:nvPr/>
            </p:nvSpPr>
            <p:spPr>
              <a:xfrm>
                <a:off x="3666543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B40BEC4-6480-1501-7403-537AB11B9DBF}"/>
                </a:ext>
              </a:extLst>
            </p:cNvPr>
            <p:cNvGrpSpPr/>
            <p:nvPr/>
          </p:nvGrpSpPr>
          <p:grpSpPr>
            <a:xfrm>
              <a:off x="3666543" y="3330068"/>
              <a:ext cx="617727" cy="695186"/>
              <a:chOff x="2888616" y="2492514"/>
              <a:chExt cx="1381212" cy="1554408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D58B66C-EBC4-C0A3-B1D1-390540986FD2}"/>
                  </a:ext>
                </a:extLst>
              </p:cNvPr>
              <p:cNvSpPr/>
              <p:nvPr/>
            </p:nvSpPr>
            <p:spPr>
              <a:xfrm>
                <a:off x="2888616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FBDC3D3-814B-A2B5-15B9-EA6FF65A71F4}"/>
                  </a:ext>
                </a:extLst>
              </p:cNvPr>
              <p:cNvSpPr/>
              <p:nvPr/>
            </p:nvSpPr>
            <p:spPr>
              <a:xfrm>
                <a:off x="3666543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0F0447B-D33F-D9EA-B0A5-BEE3D2D958A8}"/>
                  </a:ext>
                </a:extLst>
              </p:cNvPr>
              <p:cNvSpPr/>
              <p:nvPr/>
            </p:nvSpPr>
            <p:spPr>
              <a:xfrm>
                <a:off x="2888616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47597F8-33A4-30DD-5907-BBFE4591EDEE}"/>
                  </a:ext>
                </a:extLst>
              </p:cNvPr>
              <p:cNvSpPr/>
              <p:nvPr/>
            </p:nvSpPr>
            <p:spPr>
              <a:xfrm>
                <a:off x="3666543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EF57197-F432-BB3F-3064-8D6F7155A1AA}"/>
                  </a:ext>
                </a:extLst>
              </p:cNvPr>
              <p:cNvSpPr/>
              <p:nvPr/>
            </p:nvSpPr>
            <p:spPr>
              <a:xfrm>
                <a:off x="2888616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35673E72-8920-8F6A-B05E-D5612EF76FDF}"/>
                  </a:ext>
                </a:extLst>
              </p:cNvPr>
              <p:cNvSpPr/>
              <p:nvPr/>
            </p:nvSpPr>
            <p:spPr>
              <a:xfrm>
                <a:off x="3666543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E0E7C14-9AD2-D4F8-C4AE-D7F3250B33B8}"/>
                  </a:ext>
                </a:extLst>
              </p:cNvPr>
              <p:cNvSpPr/>
              <p:nvPr/>
            </p:nvSpPr>
            <p:spPr>
              <a:xfrm>
                <a:off x="2888616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9B32806-D991-ED26-0CD2-1284F42E2C7E}"/>
                  </a:ext>
                </a:extLst>
              </p:cNvPr>
              <p:cNvSpPr/>
              <p:nvPr/>
            </p:nvSpPr>
            <p:spPr>
              <a:xfrm>
                <a:off x="3666543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A846E0F-7646-40C8-BA07-83B7ED8AC2A6}"/>
                </a:ext>
              </a:extLst>
            </p:cNvPr>
            <p:cNvGrpSpPr/>
            <p:nvPr/>
          </p:nvGrpSpPr>
          <p:grpSpPr>
            <a:xfrm>
              <a:off x="3666543" y="2492514"/>
              <a:ext cx="617727" cy="695186"/>
              <a:chOff x="2888616" y="2492514"/>
              <a:chExt cx="1381212" cy="1554408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192E339-9D0E-C31D-955A-A2C81A46211E}"/>
                  </a:ext>
                </a:extLst>
              </p:cNvPr>
              <p:cNvSpPr/>
              <p:nvPr/>
            </p:nvSpPr>
            <p:spPr>
              <a:xfrm>
                <a:off x="2888616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0833944-36BF-0BBD-ACAB-143C3AA36DF5}"/>
                  </a:ext>
                </a:extLst>
              </p:cNvPr>
              <p:cNvSpPr/>
              <p:nvPr/>
            </p:nvSpPr>
            <p:spPr>
              <a:xfrm>
                <a:off x="3666543" y="2492514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CB0D017-1F35-9F4D-540B-3BBCBD6A9C9C}"/>
                  </a:ext>
                </a:extLst>
              </p:cNvPr>
              <p:cNvSpPr/>
              <p:nvPr/>
            </p:nvSpPr>
            <p:spPr>
              <a:xfrm>
                <a:off x="2888616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B5DC0AF-0326-0161-BC0C-09E502DE4A36}"/>
                  </a:ext>
                </a:extLst>
              </p:cNvPr>
              <p:cNvSpPr/>
              <p:nvPr/>
            </p:nvSpPr>
            <p:spPr>
              <a:xfrm>
                <a:off x="3666543" y="3134197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0CE5D628-8430-8E33-4E2F-85C39D99E90D}"/>
                  </a:ext>
                </a:extLst>
              </p:cNvPr>
              <p:cNvSpPr/>
              <p:nvPr/>
            </p:nvSpPr>
            <p:spPr>
              <a:xfrm>
                <a:off x="2888616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53620E7-8C47-9739-1E27-D6B0542BFA7C}"/>
                  </a:ext>
                </a:extLst>
              </p:cNvPr>
              <p:cNvSpPr/>
              <p:nvPr/>
            </p:nvSpPr>
            <p:spPr>
              <a:xfrm>
                <a:off x="3666543" y="3344912"/>
                <a:ext cx="603285" cy="603285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F415C21-ADF9-247D-48F6-464095A7EADB}"/>
                  </a:ext>
                </a:extLst>
              </p:cNvPr>
              <p:cNvSpPr/>
              <p:nvPr/>
            </p:nvSpPr>
            <p:spPr>
              <a:xfrm>
                <a:off x="2888616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4B47A1C-92F2-BB7F-30C2-8496661D9EF8}"/>
                  </a:ext>
                </a:extLst>
              </p:cNvPr>
              <p:cNvSpPr/>
              <p:nvPr/>
            </p:nvSpPr>
            <p:spPr>
              <a:xfrm>
                <a:off x="3666543" y="3986595"/>
                <a:ext cx="603285" cy="6032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99" name="Group 1198">
            <a:extLst>
              <a:ext uri="{FF2B5EF4-FFF2-40B4-BE49-F238E27FC236}">
                <a16:creationId xmlns:a16="http://schemas.microsoft.com/office/drawing/2014/main" id="{5CCB876B-6372-89BD-F38E-621F7C99FA87}"/>
              </a:ext>
            </a:extLst>
          </p:cNvPr>
          <p:cNvGrpSpPr/>
          <p:nvPr/>
        </p:nvGrpSpPr>
        <p:grpSpPr>
          <a:xfrm>
            <a:off x="9355504" y="1668028"/>
            <a:ext cx="1890006" cy="2147778"/>
            <a:chOff x="9355504" y="1983339"/>
            <a:chExt cx="1890006" cy="2147778"/>
          </a:xfrm>
        </p:grpSpPr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AD0B352E-E88E-7C90-D1CE-D8CEB3BB706B}"/>
                </a:ext>
              </a:extLst>
            </p:cNvPr>
            <p:cNvSpPr/>
            <p:nvPr/>
          </p:nvSpPr>
          <p:spPr>
            <a:xfrm>
              <a:off x="10062997" y="2518053"/>
              <a:ext cx="287179" cy="369960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58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74931CBC-1543-3362-3C89-EA9AB7498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8239" y="2462496"/>
              <a:ext cx="316676" cy="443346"/>
            </a:xfrm>
            <a:prstGeom prst="rect">
              <a:avLst/>
            </a:prstGeom>
          </p:spPr>
        </p:pic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DBB1AC98-57F4-6538-C2C2-1F86687A3A73}"/>
                </a:ext>
              </a:extLst>
            </p:cNvPr>
            <p:cNvSpPr/>
            <p:nvPr/>
          </p:nvSpPr>
          <p:spPr>
            <a:xfrm>
              <a:off x="10063117" y="3467378"/>
              <a:ext cx="287179" cy="333457"/>
            </a:xfrm>
            <a:prstGeom prst="rect">
              <a:avLst/>
            </a:prstGeom>
            <a:solidFill>
              <a:sysClr val="window" lastClr="FFFFFF">
                <a:lumMod val="65000"/>
              </a:sysClr>
            </a:solidFill>
            <a:ln w="158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pic>
          <p:nvPicPr>
            <p:cNvPr id="1056" name="Picture 1055">
              <a:extLst>
                <a:ext uri="{FF2B5EF4-FFF2-40B4-BE49-F238E27FC236}">
                  <a16:creationId xmlns:a16="http://schemas.microsoft.com/office/drawing/2014/main" id="{0FDCC1B2-7478-3B04-3DA3-F0087C070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8239" y="3379096"/>
              <a:ext cx="316676" cy="443346"/>
            </a:xfrm>
            <a:prstGeom prst="rect">
              <a:avLst/>
            </a:prstGeom>
          </p:spPr>
        </p:pic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8F4AF3D7-46AD-8F31-B235-DF741012EC0D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470" y="2655603"/>
              <a:ext cx="3200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  <a:headEnd type="none"/>
            </a:ln>
            <a:effectLst/>
          </p:spPr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A1F420F2-8EBE-B2AD-82DB-5D8EADF72A7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0647" y="2655603"/>
              <a:ext cx="13716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  <a:headEnd type="none"/>
            </a:ln>
            <a:effectLst/>
          </p:spPr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4BAF56E4-7848-A47F-CF83-F734C86216BC}"/>
                </a:ext>
              </a:extLst>
            </p:cNvPr>
            <p:cNvCxnSpPr>
              <a:cxnSpLocks/>
            </p:cNvCxnSpPr>
            <p:nvPr/>
          </p:nvCxnSpPr>
          <p:spPr>
            <a:xfrm>
              <a:off x="11244391" y="2118638"/>
              <a:ext cx="0" cy="2012479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  <a:headEnd type="none"/>
            </a:ln>
            <a:effectLst/>
          </p:spPr>
        </p:cxnSp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96073665-D7ED-9163-D73E-589929EF6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62568" y="2244547"/>
              <a:ext cx="581654" cy="439622"/>
            </a:xfrm>
            <a:prstGeom prst="rect">
              <a:avLst/>
            </a:prstGeom>
          </p:spPr>
        </p:pic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DD3AFF10-077F-D042-F9F4-48B56D1825E7}"/>
                </a:ext>
              </a:extLst>
            </p:cNvPr>
            <p:cNvCxnSpPr>
              <a:cxnSpLocks/>
            </p:cNvCxnSpPr>
            <p:nvPr/>
          </p:nvCxnSpPr>
          <p:spPr>
            <a:xfrm>
              <a:off x="9693805" y="2244547"/>
              <a:ext cx="1280160" cy="0"/>
            </a:xfrm>
            <a:prstGeom prst="line">
              <a:avLst/>
            </a:prstGeom>
            <a:noFill/>
            <a:ln w="76200" cap="rnd" cmpd="sng" algn="ctr">
              <a:solidFill>
                <a:srgbClr val="FF0000"/>
              </a:solidFill>
              <a:prstDash val="solid"/>
              <a:headEnd type="none"/>
            </a:ln>
            <a:effectLst/>
          </p:spPr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9300FC7F-E42D-8B37-9498-F930DECBF50B}"/>
                </a:ext>
              </a:extLst>
            </p:cNvPr>
            <p:cNvCxnSpPr>
              <a:cxnSpLocks/>
            </p:cNvCxnSpPr>
            <p:nvPr/>
          </p:nvCxnSpPr>
          <p:spPr>
            <a:xfrm>
              <a:off x="9927002" y="2655603"/>
              <a:ext cx="137160" cy="0"/>
            </a:xfrm>
            <a:prstGeom prst="line">
              <a:avLst/>
            </a:prstGeom>
            <a:noFill/>
            <a:ln w="28575" cap="rnd" cmpd="sng" algn="ctr">
              <a:solidFill>
                <a:srgbClr val="0D0000"/>
              </a:solidFill>
              <a:prstDash val="solid"/>
              <a:headEnd type="none"/>
            </a:ln>
            <a:effectLst/>
          </p:spPr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80EA2EE6-D530-E58C-EDC9-76491F53620A}"/>
                </a:ext>
              </a:extLst>
            </p:cNvPr>
            <p:cNvCxnSpPr>
              <a:cxnSpLocks/>
            </p:cNvCxnSpPr>
            <p:nvPr/>
          </p:nvCxnSpPr>
          <p:spPr>
            <a:xfrm>
              <a:off x="9912347" y="2655603"/>
              <a:ext cx="0" cy="232410"/>
            </a:xfrm>
            <a:prstGeom prst="line">
              <a:avLst/>
            </a:prstGeom>
            <a:noFill/>
            <a:ln w="28575" cap="rnd" cmpd="sng" algn="ctr">
              <a:solidFill>
                <a:srgbClr val="0D0000"/>
              </a:solidFill>
              <a:prstDash val="solid"/>
              <a:headEnd type="none"/>
            </a:ln>
            <a:effectLst/>
          </p:spPr>
        </p:cxnSp>
        <p:sp>
          <p:nvSpPr>
            <p:cNvPr id="1066" name="Isosceles Triangle 1065">
              <a:extLst>
                <a:ext uri="{FF2B5EF4-FFF2-40B4-BE49-F238E27FC236}">
                  <a16:creationId xmlns:a16="http://schemas.microsoft.com/office/drawing/2014/main" id="{5B74190A-5E9D-DEA1-6637-012BE61E7E50}"/>
                </a:ext>
              </a:extLst>
            </p:cNvPr>
            <p:cNvSpPr/>
            <p:nvPr/>
          </p:nvSpPr>
          <p:spPr>
            <a:xfrm rot="10800000">
              <a:off x="9848070" y="2873453"/>
              <a:ext cx="127185" cy="109642"/>
            </a:xfrm>
            <a:prstGeom prst="triangle">
              <a:avLst/>
            </a:prstGeom>
            <a:solidFill>
              <a:srgbClr val="000000"/>
            </a:solidFill>
            <a:ln w="158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E555DC86-7A67-14EE-1ACE-337A6F3996FF}"/>
                </a:ext>
              </a:extLst>
            </p:cNvPr>
            <p:cNvSpPr/>
            <p:nvPr/>
          </p:nvSpPr>
          <p:spPr>
            <a:xfrm>
              <a:off x="9355504" y="198333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Times New Roman" panose="02020603050405020304" pitchFamily="18" charset="0"/>
                </a:rPr>
                <a:t>1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endParaRPr>
            </a:p>
          </p:txBody>
        </p: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E215ED8D-F786-95D0-516E-4796E9CAB4A4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470" y="3572203"/>
              <a:ext cx="32004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  <a:headEnd type="none"/>
            </a:ln>
            <a:effectLst/>
          </p:spPr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183E3A46-C175-DF47-E74F-A7351D9FDBFF}"/>
                </a:ext>
              </a:extLst>
            </p:cNvPr>
            <p:cNvCxnSpPr>
              <a:cxnSpLocks/>
            </p:cNvCxnSpPr>
            <p:nvPr/>
          </p:nvCxnSpPr>
          <p:spPr>
            <a:xfrm>
              <a:off x="10340647" y="3572203"/>
              <a:ext cx="137160" cy="0"/>
            </a:xfrm>
            <a:prstGeom prst="line">
              <a:avLst/>
            </a:prstGeom>
            <a:noFill/>
            <a:ln w="28575" cap="rnd" cmpd="sng" algn="ctr">
              <a:solidFill>
                <a:srgbClr val="000000"/>
              </a:solidFill>
              <a:prstDash val="solid"/>
              <a:headEnd type="none"/>
            </a:ln>
            <a:effectLst/>
          </p:spPr>
        </p:cxnSp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6700E3E0-37B0-5BD2-4F94-3C7DD5708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62568" y="3161147"/>
              <a:ext cx="581654" cy="439622"/>
            </a:xfrm>
            <a:prstGeom prst="rect">
              <a:avLst/>
            </a:prstGeom>
          </p:spPr>
        </p:pic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32973056-0778-E0A5-482C-D727D949EB75}"/>
                </a:ext>
              </a:extLst>
            </p:cNvPr>
            <p:cNvCxnSpPr>
              <a:cxnSpLocks/>
            </p:cNvCxnSpPr>
            <p:nvPr/>
          </p:nvCxnSpPr>
          <p:spPr>
            <a:xfrm>
              <a:off x="9693805" y="3161147"/>
              <a:ext cx="1280160" cy="0"/>
            </a:xfrm>
            <a:prstGeom prst="line">
              <a:avLst/>
            </a:prstGeom>
            <a:noFill/>
            <a:ln w="76200" cap="rnd" cmpd="sng" algn="ctr">
              <a:solidFill>
                <a:srgbClr val="FF0000"/>
              </a:solidFill>
              <a:prstDash val="solid"/>
              <a:headEnd type="none"/>
            </a:ln>
            <a:effectLst/>
          </p:spPr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7DDC34D1-7670-377A-3B8D-098C483AB2F6}"/>
                </a:ext>
              </a:extLst>
            </p:cNvPr>
            <p:cNvCxnSpPr>
              <a:cxnSpLocks/>
            </p:cNvCxnSpPr>
            <p:nvPr/>
          </p:nvCxnSpPr>
          <p:spPr>
            <a:xfrm>
              <a:off x="9927002" y="3572203"/>
              <a:ext cx="137160" cy="0"/>
            </a:xfrm>
            <a:prstGeom prst="line">
              <a:avLst/>
            </a:prstGeom>
            <a:noFill/>
            <a:ln w="28575" cap="rnd" cmpd="sng" algn="ctr">
              <a:solidFill>
                <a:srgbClr val="0D0000"/>
              </a:solidFill>
              <a:prstDash val="solid"/>
              <a:headEnd type="none"/>
            </a:ln>
            <a:effectLst/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C951B832-674D-D708-C68A-430E470B6415}"/>
                </a:ext>
              </a:extLst>
            </p:cNvPr>
            <p:cNvCxnSpPr>
              <a:cxnSpLocks/>
            </p:cNvCxnSpPr>
            <p:nvPr/>
          </p:nvCxnSpPr>
          <p:spPr>
            <a:xfrm>
              <a:off x="9912347" y="3572203"/>
              <a:ext cx="0" cy="232410"/>
            </a:xfrm>
            <a:prstGeom prst="line">
              <a:avLst/>
            </a:prstGeom>
            <a:noFill/>
            <a:ln w="28575" cap="rnd" cmpd="sng" algn="ctr">
              <a:solidFill>
                <a:srgbClr val="0D0000"/>
              </a:solidFill>
              <a:prstDash val="solid"/>
              <a:headEnd type="none"/>
            </a:ln>
            <a:effectLst/>
          </p:spPr>
        </p:cxnSp>
        <p:sp>
          <p:nvSpPr>
            <p:cNvPr id="1079" name="Isosceles Triangle 1078">
              <a:extLst>
                <a:ext uri="{FF2B5EF4-FFF2-40B4-BE49-F238E27FC236}">
                  <a16:creationId xmlns:a16="http://schemas.microsoft.com/office/drawing/2014/main" id="{CBED4E75-5131-696E-2753-7AF0E58218D8}"/>
                </a:ext>
              </a:extLst>
            </p:cNvPr>
            <p:cNvSpPr/>
            <p:nvPr/>
          </p:nvSpPr>
          <p:spPr>
            <a:xfrm rot="10800000">
              <a:off x="9848070" y="3790053"/>
              <a:ext cx="127185" cy="109642"/>
            </a:xfrm>
            <a:prstGeom prst="triangle">
              <a:avLst/>
            </a:prstGeom>
            <a:solidFill>
              <a:srgbClr val="000000"/>
            </a:solidFill>
            <a:ln w="158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2440FD9D-AC7D-01B9-4727-9FE2DFD597DF}"/>
                </a:ext>
              </a:extLst>
            </p:cNvPr>
            <p:cNvSpPr/>
            <p:nvPr/>
          </p:nvSpPr>
          <p:spPr>
            <a:xfrm>
              <a:off x="9355504" y="2899939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Times New Roman" panose="02020603050405020304" pitchFamily="18" charset="0"/>
                </a:rPr>
                <a:t>1</a:t>
              </a: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B9C7523F-082E-028B-23FD-D6074095B9C0}"/>
              </a:ext>
            </a:extLst>
          </p:cNvPr>
          <p:cNvGrpSpPr/>
          <p:nvPr/>
        </p:nvGrpSpPr>
        <p:grpSpPr>
          <a:xfrm>
            <a:off x="7122927" y="1927994"/>
            <a:ext cx="1773562" cy="1741674"/>
            <a:chOff x="7122927" y="2243305"/>
            <a:chExt cx="1773562" cy="1741674"/>
          </a:xfrm>
        </p:grpSpPr>
        <p:sp>
          <p:nvSpPr>
            <p:cNvPr id="1180" name="Rectangle 1179">
              <a:extLst>
                <a:ext uri="{FF2B5EF4-FFF2-40B4-BE49-F238E27FC236}">
                  <a16:creationId xmlns:a16="http://schemas.microsoft.com/office/drawing/2014/main" id="{87225DBD-5A5F-4B71-085C-22F3E46393C4}"/>
                </a:ext>
              </a:extLst>
            </p:cNvPr>
            <p:cNvSpPr/>
            <p:nvPr/>
          </p:nvSpPr>
          <p:spPr>
            <a:xfrm>
              <a:off x="7433449" y="3817586"/>
              <a:ext cx="1463040" cy="167393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1" name="Rectangle 1180">
              <a:extLst>
                <a:ext uri="{FF2B5EF4-FFF2-40B4-BE49-F238E27FC236}">
                  <a16:creationId xmlns:a16="http://schemas.microsoft.com/office/drawing/2014/main" id="{86BEFCC8-D692-A3A9-5B03-32CEFB3F3150}"/>
                </a:ext>
              </a:extLst>
            </p:cNvPr>
            <p:cNvSpPr/>
            <p:nvPr/>
          </p:nvSpPr>
          <p:spPr>
            <a:xfrm>
              <a:off x="7122927" y="2243305"/>
              <a:ext cx="189811" cy="14630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9" name="Rectangle 1178">
              <a:extLst>
                <a:ext uri="{FF2B5EF4-FFF2-40B4-BE49-F238E27FC236}">
                  <a16:creationId xmlns:a16="http://schemas.microsoft.com/office/drawing/2014/main" id="{A182363A-B738-D6C8-8F12-3929BCCB4A60}"/>
                </a:ext>
              </a:extLst>
            </p:cNvPr>
            <p:cNvSpPr/>
            <p:nvPr/>
          </p:nvSpPr>
          <p:spPr>
            <a:xfrm>
              <a:off x="7428980" y="2244814"/>
              <a:ext cx="1463040" cy="14630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A1AA4D02-449D-6546-3CF0-18D0ECAA2BEE}"/>
                </a:ext>
              </a:extLst>
            </p:cNvPr>
            <p:cNvCxnSpPr>
              <a:cxnSpLocks/>
            </p:cNvCxnSpPr>
            <p:nvPr/>
          </p:nvCxnSpPr>
          <p:spPr>
            <a:xfrm>
              <a:off x="7512991" y="2425101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85" name="Straight Connector 1184">
              <a:extLst>
                <a:ext uri="{FF2B5EF4-FFF2-40B4-BE49-F238E27FC236}">
                  <a16:creationId xmlns:a16="http://schemas.microsoft.com/office/drawing/2014/main" id="{A22F8C24-0BDA-62C3-88B4-E60AF458EFED}"/>
                </a:ext>
              </a:extLst>
            </p:cNvPr>
            <p:cNvCxnSpPr>
              <a:cxnSpLocks/>
            </p:cNvCxnSpPr>
            <p:nvPr/>
          </p:nvCxnSpPr>
          <p:spPr>
            <a:xfrm>
              <a:off x="7512991" y="3081810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87" name="Straight Connector 1186">
              <a:extLst>
                <a:ext uri="{FF2B5EF4-FFF2-40B4-BE49-F238E27FC236}">
                  <a16:creationId xmlns:a16="http://schemas.microsoft.com/office/drawing/2014/main" id="{C2FFEC82-25A0-9E4F-8813-12F38193BD86}"/>
                </a:ext>
              </a:extLst>
            </p:cNvPr>
            <p:cNvCxnSpPr>
              <a:cxnSpLocks/>
            </p:cNvCxnSpPr>
            <p:nvPr/>
          </p:nvCxnSpPr>
          <p:spPr>
            <a:xfrm>
              <a:off x="7512991" y="3300713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88" name="Straight Connector 1187">
              <a:extLst>
                <a:ext uri="{FF2B5EF4-FFF2-40B4-BE49-F238E27FC236}">
                  <a16:creationId xmlns:a16="http://schemas.microsoft.com/office/drawing/2014/main" id="{55E12ABB-2896-95BF-869A-57F94E2FC6EC}"/>
                </a:ext>
              </a:extLst>
            </p:cNvPr>
            <p:cNvCxnSpPr>
              <a:cxnSpLocks/>
            </p:cNvCxnSpPr>
            <p:nvPr/>
          </p:nvCxnSpPr>
          <p:spPr>
            <a:xfrm>
              <a:off x="7512991" y="3519618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91" name="Straight Connector 1190">
              <a:extLst>
                <a:ext uri="{FF2B5EF4-FFF2-40B4-BE49-F238E27FC236}">
                  <a16:creationId xmlns:a16="http://schemas.microsoft.com/office/drawing/2014/main" id="{A1BA82FD-C327-A1DA-D8F0-42908B3DA3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60249" y="2989965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92" name="Straight Connector 1191">
              <a:extLst>
                <a:ext uri="{FF2B5EF4-FFF2-40B4-BE49-F238E27FC236}">
                  <a16:creationId xmlns:a16="http://schemas.microsoft.com/office/drawing/2014/main" id="{F3EB426B-C0D6-3C77-E141-D4F66B4C073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841346" y="2989965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93" name="Straight Connector 1192">
              <a:extLst>
                <a:ext uri="{FF2B5EF4-FFF2-40B4-BE49-F238E27FC236}">
                  <a16:creationId xmlns:a16="http://schemas.microsoft.com/office/drawing/2014/main" id="{C5BD35FC-3979-BBC4-1D93-FF51303230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22443" y="2989965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94" name="Straight Connector 1193">
              <a:extLst>
                <a:ext uri="{FF2B5EF4-FFF2-40B4-BE49-F238E27FC236}">
                  <a16:creationId xmlns:a16="http://schemas.microsoft.com/office/drawing/2014/main" id="{8CC26DC5-2BF3-E3DD-27B9-9648694CE8D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03540" y="2989965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95" name="Straight Connector 1194">
              <a:extLst>
                <a:ext uri="{FF2B5EF4-FFF2-40B4-BE49-F238E27FC236}">
                  <a16:creationId xmlns:a16="http://schemas.microsoft.com/office/drawing/2014/main" id="{F689BB59-C6A6-9AD8-33BA-E5ABE3AF516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84637" y="2989965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96" name="Straight Connector 1195">
              <a:extLst>
                <a:ext uri="{FF2B5EF4-FFF2-40B4-BE49-F238E27FC236}">
                  <a16:creationId xmlns:a16="http://schemas.microsoft.com/office/drawing/2014/main" id="{5F8A01A2-DFD1-848D-D555-F48A487EA62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65732" y="2989965"/>
              <a:ext cx="1280160" cy="0"/>
            </a:xfrm>
            <a:prstGeom prst="line">
              <a:avLst/>
            </a:prstGeom>
            <a:noFill/>
            <a:ln w="28575" cap="rnd" cmpd="sng" algn="ctr">
              <a:solidFill>
                <a:srgbClr val="1D4999"/>
              </a:solidFill>
              <a:prstDash val="solid"/>
              <a:headEnd type="none"/>
            </a:ln>
            <a:effectLst/>
          </p:spPr>
        </p:cxnSp>
        <p:cxnSp>
          <p:nvCxnSpPr>
            <p:cNvPr id="1183" name="Straight Connector 1182">
              <a:extLst>
                <a:ext uri="{FF2B5EF4-FFF2-40B4-BE49-F238E27FC236}">
                  <a16:creationId xmlns:a16="http://schemas.microsoft.com/office/drawing/2014/main" id="{DD64EF2C-CF35-D48A-A84B-006C0AB25C97}"/>
                </a:ext>
              </a:extLst>
            </p:cNvPr>
            <p:cNvCxnSpPr>
              <a:cxnSpLocks/>
            </p:cNvCxnSpPr>
            <p:nvPr/>
          </p:nvCxnSpPr>
          <p:spPr>
            <a:xfrm>
              <a:off x="7512991" y="2644004"/>
              <a:ext cx="1280160" cy="0"/>
            </a:xfrm>
            <a:prstGeom prst="line">
              <a:avLst/>
            </a:prstGeom>
            <a:noFill/>
            <a:ln w="76200" cap="rnd" cmpd="sng" algn="ctr">
              <a:solidFill>
                <a:srgbClr val="FF0000"/>
              </a:solidFill>
              <a:prstDash val="solid"/>
              <a:headEnd type="none"/>
            </a:ln>
            <a:effectLst/>
          </p:spPr>
        </p:cxnSp>
        <p:cxnSp>
          <p:nvCxnSpPr>
            <p:cNvPr id="1184" name="Straight Connector 1183">
              <a:extLst>
                <a:ext uri="{FF2B5EF4-FFF2-40B4-BE49-F238E27FC236}">
                  <a16:creationId xmlns:a16="http://schemas.microsoft.com/office/drawing/2014/main" id="{B5E7447B-E36D-AA2F-87BF-47CCB0B1FAB5}"/>
                </a:ext>
              </a:extLst>
            </p:cNvPr>
            <p:cNvCxnSpPr>
              <a:cxnSpLocks/>
            </p:cNvCxnSpPr>
            <p:nvPr/>
          </p:nvCxnSpPr>
          <p:spPr>
            <a:xfrm>
              <a:off x="7512991" y="2862907"/>
              <a:ext cx="1280160" cy="0"/>
            </a:xfrm>
            <a:prstGeom prst="line">
              <a:avLst/>
            </a:prstGeom>
            <a:noFill/>
            <a:ln w="76200" cap="rnd" cmpd="sng" algn="ctr">
              <a:solidFill>
                <a:srgbClr val="FF0000"/>
              </a:solidFill>
              <a:prstDash val="solid"/>
              <a:headEnd type="none"/>
            </a:ln>
            <a:effectLst/>
          </p:spPr>
        </p:cxnSp>
      </p:grpSp>
      <p:grpSp>
        <p:nvGrpSpPr>
          <p:cNvPr id="1232" name="Group 1231">
            <a:extLst>
              <a:ext uri="{FF2B5EF4-FFF2-40B4-BE49-F238E27FC236}">
                <a16:creationId xmlns:a16="http://schemas.microsoft.com/office/drawing/2014/main" id="{BD5D7B2D-4C9B-E0CE-EF86-FA51DB4579B5}"/>
              </a:ext>
            </a:extLst>
          </p:cNvPr>
          <p:cNvGrpSpPr/>
          <p:nvPr/>
        </p:nvGrpSpPr>
        <p:grpSpPr>
          <a:xfrm>
            <a:off x="1224116" y="5260748"/>
            <a:ext cx="4247379" cy="2294030"/>
            <a:chOff x="1538077" y="5276031"/>
            <a:chExt cx="4321175" cy="2448194"/>
          </a:xfrm>
        </p:grpSpPr>
        <p:sp>
          <p:nvSpPr>
            <p:cNvPr id="1231" name="Rectangle 1230">
              <a:extLst>
                <a:ext uri="{FF2B5EF4-FFF2-40B4-BE49-F238E27FC236}">
                  <a16:creationId xmlns:a16="http://schemas.microsoft.com/office/drawing/2014/main" id="{93324411-EE4B-2138-9360-FB7CBE885100}"/>
                </a:ext>
              </a:extLst>
            </p:cNvPr>
            <p:cNvSpPr/>
            <p:nvPr/>
          </p:nvSpPr>
          <p:spPr>
            <a:xfrm>
              <a:off x="3619499" y="5276031"/>
              <a:ext cx="228601" cy="2106170"/>
            </a:xfrm>
            <a:prstGeom prst="rect">
              <a:avLst/>
            </a:prstGeom>
            <a:solidFill>
              <a:schemeClr val="tx1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000" b="1" kern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grpSp>
          <p:nvGrpSpPr>
            <p:cNvPr id="1211" name="Group 1210">
              <a:extLst>
                <a:ext uri="{FF2B5EF4-FFF2-40B4-BE49-F238E27FC236}">
                  <a16:creationId xmlns:a16="http://schemas.microsoft.com/office/drawing/2014/main" id="{CB404128-AAB2-0969-539D-82CFEE053795}"/>
                </a:ext>
              </a:extLst>
            </p:cNvPr>
            <p:cNvGrpSpPr/>
            <p:nvPr/>
          </p:nvGrpSpPr>
          <p:grpSpPr>
            <a:xfrm>
              <a:off x="1538077" y="5280346"/>
              <a:ext cx="1035880" cy="2115323"/>
              <a:chOff x="1246163" y="4995428"/>
              <a:chExt cx="1239862" cy="2531865"/>
            </a:xfrm>
          </p:grpSpPr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E75BA902-0631-54EB-6CAA-778C7B52D686}"/>
                  </a:ext>
                </a:extLst>
              </p:cNvPr>
              <p:cNvSpPr/>
              <p:nvPr/>
            </p:nvSpPr>
            <p:spPr>
              <a:xfrm>
                <a:off x="1246163" y="4995428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0FA43C9A-B4C0-902E-8E02-DD425A535572}"/>
                  </a:ext>
                </a:extLst>
              </p:cNvPr>
              <p:cNvSpPr/>
              <p:nvPr/>
            </p:nvSpPr>
            <p:spPr>
              <a:xfrm>
                <a:off x="1246163" y="5711661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B0EACCF4-EE42-08F3-DBFC-8356A6B4F125}"/>
                  </a:ext>
                </a:extLst>
              </p:cNvPr>
              <p:cNvSpPr/>
              <p:nvPr/>
            </p:nvSpPr>
            <p:spPr>
              <a:xfrm>
                <a:off x="1246163" y="5904254"/>
                <a:ext cx="1239862" cy="726072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PIM</a:t>
                </a:r>
              </a:p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UNIT</a:t>
                </a:r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BBD2435E-2FE5-1BA1-980A-38CCE57C06D9}"/>
                  </a:ext>
                </a:extLst>
              </p:cNvPr>
              <p:cNvSpPr/>
              <p:nvPr/>
            </p:nvSpPr>
            <p:spPr>
              <a:xfrm>
                <a:off x="1246163" y="6801221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76B79BC9-862C-EA4A-381B-3A8ED99F6081}"/>
                  </a:ext>
                </a:extLst>
              </p:cNvPr>
              <p:cNvSpPr/>
              <p:nvPr/>
            </p:nvSpPr>
            <p:spPr>
              <a:xfrm>
                <a:off x="1246163" y="6619240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212" name="Group 1211">
              <a:extLst>
                <a:ext uri="{FF2B5EF4-FFF2-40B4-BE49-F238E27FC236}">
                  <a16:creationId xmlns:a16="http://schemas.microsoft.com/office/drawing/2014/main" id="{C8770E4E-4D4E-46AD-B6DA-EA539DF56796}"/>
                </a:ext>
              </a:extLst>
            </p:cNvPr>
            <p:cNvGrpSpPr/>
            <p:nvPr/>
          </p:nvGrpSpPr>
          <p:grpSpPr>
            <a:xfrm>
              <a:off x="2573957" y="5280346"/>
              <a:ext cx="1035880" cy="2115323"/>
              <a:chOff x="1246163" y="4995428"/>
              <a:chExt cx="1239862" cy="2531865"/>
            </a:xfrm>
          </p:grpSpPr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C6FFAA78-5DD3-D80A-25A3-D4958F3AB074}"/>
                  </a:ext>
                </a:extLst>
              </p:cNvPr>
              <p:cNvSpPr/>
              <p:nvPr/>
            </p:nvSpPr>
            <p:spPr>
              <a:xfrm>
                <a:off x="1246163" y="4995428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5C9A093A-BAC9-5751-8D83-751BC5781EA7}"/>
                  </a:ext>
                </a:extLst>
              </p:cNvPr>
              <p:cNvSpPr/>
              <p:nvPr/>
            </p:nvSpPr>
            <p:spPr>
              <a:xfrm>
                <a:off x="1246163" y="5711661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61DAB2CE-90A0-6256-09C0-43B387BB9B02}"/>
                  </a:ext>
                </a:extLst>
              </p:cNvPr>
              <p:cNvSpPr/>
              <p:nvPr/>
            </p:nvSpPr>
            <p:spPr>
              <a:xfrm>
                <a:off x="1246163" y="5904254"/>
                <a:ext cx="1239862" cy="726072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PIM</a:t>
                </a:r>
              </a:p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UNIT</a:t>
                </a:r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A3BBE475-2924-403A-B50E-A87CBE3AD112}"/>
                  </a:ext>
                </a:extLst>
              </p:cNvPr>
              <p:cNvSpPr/>
              <p:nvPr/>
            </p:nvSpPr>
            <p:spPr>
              <a:xfrm>
                <a:off x="1246163" y="6801221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AEF1FC71-2E9D-0B03-0FBC-19C443531983}"/>
                  </a:ext>
                </a:extLst>
              </p:cNvPr>
              <p:cNvSpPr/>
              <p:nvPr/>
            </p:nvSpPr>
            <p:spPr>
              <a:xfrm>
                <a:off x="1246163" y="6619240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218" name="Group 1217">
              <a:extLst>
                <a:ext uri="{FF2B5EF4-FFF2-40B4-BE49-F238E27FC236}">
                  <a16:creationId xmlns:a16="http://schemas.microsoft.com/office/drawing/2014/main" id="{F8E0A083-9E32-D8F4-9C50-600A8F4F9C3E}"/>
                </a:ext>
              </a:extLst>
            </p:cNvPr>
            <p:cNvGrpSpPr/>
            <p:nvPr/>
          </p:nvGrpSpPr>
          <p:grpSpPr>
            <a:xfrm>
              <a:off x="3785531" y="5280346"/>
              <a:ext cx="1035880" cy="2115323"/>
              <a:chOff x="1246163" y="4995428"/>
              <a:chExt cx="1239862" cy="2531865"/>
            </a:xfrm>
          </p:grpSpPr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049A5144-552A-2260-42A4-E72A060F4C92}"/>
                  </a:ext>
                </a:extLst>
              </p:cNvPr>
              <p:cNvSpPr/>
              <p:nvPr/>
            </p:nvSpPr>
            <p:spPr>
              <a:xfrm>
                <a:off x="1246163" y="4995428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EAF3F6F6-D3E6-BC35-22FC-5C676D75C130}"/>
                  </a:ext>
                </a:extLst>
              </p:cNvPr>
              <p:cNvSpPr/>
              <p:nvPr/>
            </p:nvSpPr>
            <p:spPr>
              <a:xfrm>
                <a:off x="1246163" y="5711661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76B460CD-A91D-D638-198A-46FC20265C31}"/>
                  </a:ext>
                </a:extLst>
              </p:cNvPr>
              <p:cNvSpPr/>
              <p:nvPr/>
            </p:nvSpPr>
            <p:spPr>
              <a:xfrm>
                <a:off x="1246163" y="5904254"/>
                <a:ext cx="1239862" cy="726072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PIM</a:t>
                </a:r>
              </a:p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UNIT</a:t>
                </a:r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50DB2078-6398-5607-3D16-9C54BA4EFCCC}"/>
                  </a:ext>
                </a:extLst>
              </p:cNvPr>
              <p:cNvSpPr/>
              <p:nvPr/>
            </p:nvSpPr>
            <p:spPr>
              <a:xfrm>
                <a:off x="1246163" y="6801221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437994B4-1870-C043-154D-0A7DEE321480}"/>
                  </a:ext>
                </a:extLst>
              </p:cNvPr>
              <p:cNvSpPr/>
              <p:nvPr/>
            </p:nvSpPr>
            <p:spPr>
              <a:xfrm>
                <a:off x="1246163" y="6619240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224" name="Group 1223">
              <a:extLst>
                <a:ext uri="{FF2B5EF4-FFF2-40B4-BE49-F238E27FC236}">
                  <a16:creationId xmlns:a16="http://schemas.microsoft.com/office/drawing/2014/main" id="{62F15740-9D9B-57C1-3331-5E7B1F08E734}"/>
                </a:ext>
              </a:extLst>
            </p:cNvPr>
            <p:cNvGrpSpPr/>
            <p:nvPr/>
          </p:nvGrpSpPr>
          <p:grpSpPr>
            <a:xfrm>
              <a:off x="4821411" y="5280346"/>
              <a:ext cx="1035880" cy="2115323"/>
              <a:chOff x="1246163" y="4995428"/>
              <a:chExt cx="1239862" cy="2531865"/>
            </a:xfrm>
          </p:grpSpPr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AFF79014-00A7-E93F-592D-67EA3CB04B67}"/>
                  </a:ext>
                </a:extLst>
              </p:cNvPr>
              <p:cNvSpPr/>
              <p:nvPr/>
            </p:nvSpPr>
            <p:spPr>
              <a:xfrm>
                <a:off x="1246163" y="4995428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E45ABA53-1306-2DE1-2CA6-3CE75854A337}"/>
                  </a:ext>
                </a:extLst>
              </p:cNvPr>
              <p:cNvSpPr/>
              <p:nvPr/>
            </p:nvSpPr>
            <p:spPr>
              <a:xfrm>
                <a:off x="1246163" y="5711661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C483B562-00E8-6337-D799-C3AEA97EA1A7}"/>
                  </a:ext>
                </a:extLst>
              </p:cNvPr>
              <p:cNvSpPr/>
              <p:nvPr/>
            </p:nvSpPr>
            <p:spPr>
              <a:xfrm>
                <a:off x="1246163" y="5904254"/>
                <a:ext cx="1239862" cy="726072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PIM</a:t>
                </a:r>
              </a:p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UNIT</a:t>
                </a:r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59B83321-D542-7A5E-1DC5-6CEAB5934428}"/>
                  </a:ext>
                </a:extLst>
              </p:cNvPr>
              <p:cNvSpPr/>
              <p:nvPr/>
            </p:nvSpPr>
            <p:spPr>
              <a:xfrm>
                <a:off x="1246163" y="6801221"/>
                <a:ext cx="1239862" cy="72607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r>
                  <a:rPr lang="en-US" sz="2000" b="1" kern="0">
                    <a:solidFill>
                      <a:schemeClr val="bg1"/>
                    </a:solidFill>
                    <a:latin typeface="Calibri" panose="020F0502020204030204"/>
                  </a:rPr>
                  <a:t>BANK</a:t>
                </a:r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9E0DA154-F19A-429A-A390-2A5B74C61EE6}"/>
                  </a:ext>
                </a:extLst>
              </p:cNvPr>
              <p:cNvSpPr/>
              <p:nvPr/>
            </p:nvSpPr>
            <p:spPr>
              <a:xfrm>
                <a:off x="1246163" y="6619240"/>
                <a:ext cx="1239862" cy="193840"/>
              </a:xfrm>
              <a:prstGeom prst="rect">
                <a:avLst/>
              </a:prstGeom>
              <a:solidFill>
                <a:srgbClr val="F3B56C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000" b="1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30" name="Rectangle 1229">
              <a:extLst>
                <a:ext uri="{FF2B5EF4-FFF2-40B4-BE49-F238E27FC236}">
                  <a16:creationId xmlns:a16="http://schemas.microsoft.com/office/drawing/2014/main" id="{6BEBF955-312D-0C6F-D14F-2EEF583B1A34}"/>
                </a:ext>
              </a:extLst>
            </p:cNvPr>
            <p:cNvSpPr/>
            <p:nvPr/>
          </p:nvSpPr>
          <p:spPr>
            <a:xfrm>
              <a:off x="1538077" y="7382201"/>
              <a:ext cx="4321175" cy="34202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2000" b="1" kern="0">
                  <a:solidFill>
                    <a:schemeClr val="bg1"/>
                  </a:solidFill>
                  <a:latin typeface="Calibri" panose="020F0502020204030204"/>
                </a:rPr>
                <a:t>Periphery &amp; TSV</a:t>
              </a:r>
            </a:p>
          </p:txBody>
        </p:sp>
      </p:grpSp>
      <p:grpSp>
        <p:nvGrpSpPr>
          <p:cNvPr id="1242" name="Group 1241">
            <a:extLst>
              <a:ext uri="{FF2B5EF4-FFF2-40B4-BE49-F238E27FC236}">
                <a16:creationId xmlns:a16="http://schemas.microsoft.com/office/drawing/2014/main" id="{E3C59BF8-013E-0550-8EB1-5ACEABEF94B4}"/>
              </a:ext>
            </a:extLst>
          </p:cNvPr>
          <p:cNvGrpSpPr/>
          <p:nvPr/>
        </p:nvGrpSpPr>
        <p:grpSpPr>
          <a:xfrm>
            <a:off x="7824718" y="4995520"/>
            <a:ext cx="2967126" cy="2877558"/>
            <a:chOff x="7871972" y="5158153"/>
            <a:chExt cx="2996975" cy="3028273"/>
          </a:xfrm>
        </p:grpSpPr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AC2978A3-D14F-7D6E-E790-5318C3AA8DB8}"/>
                </a:ext>
              </a:extLst>
            </p:cNvPr>
            <p:cNvGrpSpPr/>
            <p:nvPr/>
          </p:nvGrpSpPr>
          <p:grpSpPr>
            <a:xfrm>
              <a:off x="7924800" y="5158153"/>
              <a:ext cx="2828595" cy="3028273"/>
              <a:chOff x="7618692" y="4846150"/>
              <a:chExt cx="3133128" cy="3354304"/>
            </a:xfrm>
          </p:grpSpPr>
          <p:pic>
            <p:nvPicPr>
              <p:cNvPr id="1026" name="Picture 2" descr="Startup Transforms Compute-In-Memory - EE Times">
                <a:extLst>
                  <a:ext uri="{FF2B5EF4-FFF2-40B4-BE49-F238E27FC236}">
                    <a16:creationId xmlns:a16="http://schemas.microsoft.com/office/drawing/2014/main" id="{E778534E-CC9C-1D47-C65D-0416F6503E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900" b="8963"/>
              <a:stretch/>
            </p:blipFill>
            <p:spPr bwMode="auto">
              <a:xfrm>
                <a:off x="7618692" y="4846150"/>
                <a:ext cx="3133128" cy="33543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AD00675D-2049-9A9B-3491-5E833052B97C}"/>
                  </a:ext>
                </a:extLst>
              </p:cNvPr>
              <p:cNvGrpSpPr/>
              <p:nvPr/>
            </p:nvGrpSpPr>
            <p:grpSpPr>
              <a:xfrm>
                <a:off x="7672032" y="5737985"/>
                <a:ext cx="638531" cy="307986"/>
                <a:chOff x="8207889" y="2042983"/>
                <a:chExt cx="500342" cy="241304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F3586253-2212-9E0E-7053-7E3965226BDC}"/>
                    </a:ext>
                  </a:extLst>
                </p:cNvPr>
                <p:cNvSpPr/>
                <p:nvPr/>
              </p:nvSpPr>
              <p:spPr>
                <a:xfrm>
                  <a:off x="8308181" y="2138421"/>
                  <a:ext cx="270242" cy="125023"/>
                </a:xfrm>
                <a:prstGeom prst="rect">
                  <a:avLst/>
                </a:prstGeom>
                <a:solidFill>
                  <a:srgbClr val="6A7EB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82DCCF3-2DA9-6705-C7F7-0114AACA0E83}"/>
                    </a:ext>
                  </a:extLst>
                </p:cNvPr>
                <p:cNvSpPr txBox="1"/>
                <p:nvPr/>
              </p:nvSpPr>
              <p:spPr>
                <a:xfrm>
                  <a:off x="8207889" y="2042983"/>
                  <a:ext cx="500342" cy="2413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>
                      <a:solidFill>
                        <a:schemeClr val="bg1"/>
                      </a:solidFill>
                    </a:rPr>
                    <a:t>DAC</a:t>
                  </a:r>
                </a:p>
              </p:txBody>
            </p:sp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02130B88-0FC0-1032-536C-5DE0A295AA12}"/>
                  </a:ext>
                </a:extLst>
              </p:cNvPr>
              <p:cNvGrpSpPr/>
              <p:nvPr/>
            </p:nvGrpSpPr>
            <p:grpSpPr>
              <a:xfrm>
                <a:off x="7672032" y="6427544"/>
                <a:ext cx="638531" cy="307986"/>
                <a:chOff x="8207889" y="2042983"/>
                <a:chExt cx="500342" cy="241304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C031AFB1-B9FC-FD29-1789-A78FF492300B}"/>
                    </a:ext>
                  </a:extLst>
                </p:cNvPr>
                <p:cNvSpPr/>
                <p:nvPr/>
              </p:nvSpPr>
              <p:spPr>
                <a:xfrm>
                  <a:off x="8308181" y="2138421"/>
                  <a:ext cx="270242" cy="125023"/>
                </a:xfrm>
                <a:prstGeom prst="rect">
                  <a:avLst/>
                </a:prstGeom>
                <a:solidFill>
                  <a:srgbClr val="6A7EB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/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D5D6F5F8-5309-23CE-5F98-3089CE8B7BD4}"/>
                    </a:ext>
                  </a:extLst>
                </p:cNvPr>
                <p:cNvSpPr txBox="1"/>
                <p:nvPr/>
              </p:nvSpPr>
              <p:spPr>
                <a:xfrm>
                  <a:off x="8207889" y="2042983"/>
                  <a:ext cx="500342" cy="2413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>
                      <a:solidFill>
                        <a:schemeClr val="bg1"/>
                      </a:solidFill>
                    </a:rPr>
                    <a:t>DAC</a:t>
                  </a: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3A31422-DEC1-25A8-F386-99A2CB4BD8A7}"/>
                  </a:ext>
                </a:extLst>
              </p:cNvPr>
              <p:cNvGrpSpPr/>
              <p:nvPr/>
            </p:nvGrpSpPr>
            <p:grpSpPr>
              <a:xfrm>
                <a:off x="7672032" y="5048425"/>
                <a:ext cx="638531" cy="307986"/>
                <a:chOff x="8207889" y="2042983"/>
                <a:chExt cx="500342" cy="241304"/>
              </a:xfrm>
            </p:grpSpPr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D56DCD05-BC4C-57CC-99E5-66CE504ECC71}"/>
                    </a:ext>
                  </a:extLst>
                </p:cNvPr>
                <p:cNvSpPr/>
                <p:nvPr/>
              </p:nvSpPr>
              <p:spPr>
                <a:xfrm>
                  <a:off x="8308181" y="2138421"/>
                  <a:ext cx="270242" cy="125023"/>
                </a:xfrm>
                <a:prstGeom prst="rect">
                  <a:avLst/>
                </a:prstGeom>
                <a:solidFill>
                  <a:srgbClr val="6A7EB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F1ADFF7A-E92D-D692-429D-4EAFB647C11F}"/>
                    </a:ext>
                  </a:extLst>
                </p:cNvPr>
                <p:cNvSpPr txBox="1"/>
                <p:nvPr/>
              </p:nvSpPr>
              <p:spPr>
                <a:xfrm>
                  <a:off x="8207889" y="2042983"/>
                  <a:ext cx="500342" cy="2413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>
                      <a:solidFill>
                        <a:schemeClr val="bg1"/>
                      </a:solidFill>
                    </a:rPr>
                    <a:t>DAC</a:t>
                  </a:r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531DA647-4F02-BD19-2294-4F9D223693E1}"/>
                  </a:ext>
                </a:extLst>
              </p:cNvPr>
              <p:cNvGrpSpPr/>
              <p:nvPr/>
            </p:nvGrpSpPr>
            <p:grpSpPr>
              <a:xfrm rot="16200000">
                <a:off x="9384368" y="7632478"/>
                <a:ext cx="638611" cy="307950"/>
                <a:chOff x="8207889" y="2076220"/>
                <a:chExt cx="500342" cy="241304"/>
              </a:xfrm>
            </p:grpSpPr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152D4B1F-D35F-3203-90E1-9E8048B6AD9D}"/>
                    </a:ext>
                  </a:extLst>
                </p:cNvPr>
                <p:cNvSpPr/>
                <p:nvPr/>
              </p:nvSpPr>
              <p:spPr>
                <a:xfrm>
                  <a:off x="8308181" y="2138421"/>
                  <a:ext cx="270242" cy="125023"/>
                </a:xfrm>
                <a:prstGeom prst="rect">
                  <a:avLst/>
                </a:prstGeom>
                <a:solidFill>
                  <a:srgbClr val="6A7EB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/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D4EEC7B1-73F2-30F5-60C3-2D4C869B8985}"/>
                    </a:ext>
                  </a:extLst>
                </p:cNvPr>
                <p:cNvSpPr txBox="1"/>
                <p:nvPr/>
              </p:nvSpPr>
              <p:spPr>
                <a:xfrm>
                  <a:off x="8207889" y="2076220"/>
                  <a:ext cx="500342" cy="2413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>
                      <a:solidFill>
                        <a:schemeClr val="bg1"/>
                      </a:solidFill>
                    </a:rPr>
                    <a:t>ADC</a:t>
                  </a: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E7D5779F-A7BA-5302-1998-BD828A759253}"/>
                  </a:ext>
                </a:extLst>
              </p:cNvPr>
              <p:cNvGrpSpPr/>
              <p:nvPr/>
            </p:nvGrpSpPr>
            <p:grpSpPr>
              <a:xfrm rot="16200000">
                <a:off x="10042450" y="7632478"/>
                <a:ext cx="638611" cy="307950"/>
                <a:chOff x="8207889" y="2076220"/>
                <a:chExt cx="500342" cy="241304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3E4D4014-3B4C-83AB-60AF-DF5C84642BCF}"/>
                    </a:ext>
                  </a:extLst>
                </p:cNvPr>
                <p:cNvSpPr/>
                <p:nvPr/>
              </p:nvSpPr>
              <p:spPr>
                <a:xfrm>
                  <a:off x="8308181" y="2138421"/>
                  <a:ext cx="270242" cy="125023"/>
                </a:xfrm>
                <a:prstGeom prst="rect">
                  <a:avLst/>
                </a:prstGeom>
                <a:solidFill>
                  <a:srgbClr val="6A7EB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/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2F2D63DB-7D42-11CC-5681-176E0759EABF}"/>
                    </a:ext>
                  </a:extLst>
                </p:cNvPr>
                <p:cNvSpPr txBox="1"/>
                <p:nvPr/>
              </p:nvSpPr>
              <p:spPr>
                <a:xfrm>
                  <a:off x="8207889" y="2076220"/>
                  <a:ext cx="500342" cy="2413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>
                      <a:solidFill>
                        <a:schemeClr val="bg1"/>
                      </a:solidFill>
                    </a:rPr>
                    <a:t>ADC</a:t>
                  </a:r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6C4B46CE-04C3-FD3C-D94D-534C1C225CBC}"/>
                  </a:ext>
                </a:extLst>
              </p:cNvPr>
              <p:cNvGrpSpPr/>
              <p:nvPr/>
            </p:nvGrpSpPr>
            <p:grpSpPr>
              <a:xfrm rot="16200000">
                <a:off x="8726284" y="7632478"/>
                <a:ext cx="638611" cy="307950"/>
                <a:chOff x="8207889" y="2076220"/>
                <a:chExt cx="500342" cy="241304"/>
              </a:xfrm>
            </p:grpSpPr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A6462A87-6C2A-2A69-E245-D4C68052D760}"/>
                    </a:ext>
                  </a:extLst>
                </p:cNvPr>
                <p:cNvSpPr/>
                <p:nvPr/>
              </p:nvSpPr>
              <p:spPr>
                <a:xfrm>
                  <a:off x="8308181" y="2138421"/>
                  <a:ext cx="270242" cy="125023"/>
                </a:xfrm>
                <a:prstGeom prst="rect">
                  <a:avLst/>
                </a:prstGeom>
                <a:solidFill>
                  <a:srgbClr val="6A7EB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b="1"/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677F512-D9DE-6A2F-D768-0AA08305455E}"/>
                    </a:ext>
                  </a:extLst>
                </p:cNvPr>
                <p:cNvSpPr txBox="1"/>
                <p:nvPr/>
              </p:nvSpPr>
              <p:spPr>
                <a:xfrm>
                  <a:off x="8207889" y="2076220"/>
                  <a:ext cx="500342" cy="2413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>
                      <a:solidFill>
                        <a:schemeClr val="bg1"/>
                      </a:solidFill>
                    </a:rPr>
                    <a:t>ADC</a:t>
                  </a:r>
                </a:p>
              </p:txBody>
            </p:sp>
          </p:grpSp>
        </p:grpSp>
        <p:sp>
          <p:nvSpPr>
            <p:cNvPr id="1235" name="TextBox 1234">
              <a:extLst>
                <a:ext uri="{FF2B5EF4-FFF2-40B4-BE49-F238E27FC236}">
                  <a16:creationId xmlns:a16="http://schemas.microsoft.com/office/drawing/2014/main" id="{4B5C9D3E-6B92-7452-E343-9301D452E263}"/>
                </a:ext>
              </a:extLst>
            </p:cNvPr>
            <p:cNvSpPr txBox="1"/>
            <p:nvPr/>
          </p:nvSpPr>
          <p:spPr>
            <a:xfrm>
              <a:off x="7871972" y="7499820"/>
              <a:ext cx="11735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kern="0">
                  <a:latin typeface="Calibri" panose="020F0502020204030204"/>
                </a:rPr>
                <a:t>Periphery</a:t>
              </a:r>
              <a:endParaRPr lang="en-US"/>
            </a:p>
          </p:txBody>
        </p:sp>
        <p:sp>
          <p:nvSpPr>
            <p:cNvPr id="1236" name="TextBox 1235">
              <a:extLst>
                <a:ext uri="{FF2B5EF4-FFF2-40B4-BE49-F238E27FC236}">
                  <a16:creationId xmlns:a16="http://schemas.microsoft.com/office/drawing/2014/main" id="{71268F07-0C48-FE01-CFAC-AA1943B320ED}"/>
                </a:ext>
              </a:extLst>
            </p:cNvPr>
            <p:cNvSpPr txBox="1"/>
            <p:nvPr/>
          </p:nvSpPr>
          <p:spPr>
            <a:xfrm>
              <a:off x="10059493" y="5189752"/>
              <a:ext cx="8094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kern="0">
                  <a:latin typeface="Calibri" panose="020F0502020204030204"/>
                </a:rPr>
                <a:t>Array</a:t>
              </a:r>
              <a:endParaRPr lang="en-US"/>
            </a:p>
          </p:txBody>
        </p:sp>
      </p:grpSp>
      <p:sp>
        <p:nvSpPr>
          <p:cNvPr id="1237" name="Rectangle: Rounded Corners 1236">
            <a:extLst>
              <a:ext uri="{FF2B5EF4-FFF2-40B4-BE49-F238E27FC236}">
                <a16:creationId xmlns:a16="http://schemas.microsoft.com/office/drawing/2014/main" id="{5E078D52-D23A-660D-6F42-0492383DEA03}"/>
              </a:ext>
            </a:extLst>
          </p:cNvPr>
          <p:cNvSpPr/>
          <p:nvPr/>
        </p:nvSpPr>
        <p:spPr>
          <a:xfrm>
            <a:off x="8610600" y="2229316"/>
            <a:ext cx="170166" cy="426757"/>
          </a:xfrm>
          <a:prstGeom prst="round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9" name="Straight Arrow Connector 1238">
            <a:extLst>
              <a:ext uri="{FF2B5EF4-FFF2-40B4-BE49-F238E27FC236}">
                <a16:creationId xmlns:a16="http://schemas.microsoft.com/office/drawing/2014/main" id="{ED1E3A47-5AB6-74C0-F0C1-BFDB9899F17E}"/>
              </a:ext>
            </a:extLst>
          </p:cNvPr>
          <p:cNvCxnSpPr>
            <a:cxnSpLocks/>
          </p:cNvCxnSpPr>
          <p:nvPr/>
        </p:nvCxnSpPr>
        <p:spPr>
          <a:xfrm>
            <a:off x="8780766" y="2449225"/>
            <a:ext cx="587072" cy="0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1" name="Arrow: Right 1240">
            <a:extLst>
              <a:ext uri="{FF2B5EF4-FFF2-40B4-BE49-F238E27FC236}">
                <a16:creationId xmlns:a16="http://schemas.microsoft.com/office/drawing/2014/main" id="{A7F26667-96B7-EC37-1DAC-0C3C0FF9C641}"/>
              </a:ext>
            </a:extLst>
          </p:cNvPr>
          <p:cNvSpPr/>
          <p:nvPr/>
        </p:nvSpPr>
        <p:spPr>
          <a:xfrm>
            <a:off x="2989123" y="2523243"/>
            <a:ext cx="526894" cy="326110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62BBC409-C99F-3C7D-8E0F-176F7B19BD3F}"/>
              </a:ext>
            </a:extLst>
          </p:cNvPr>
          <p:cNvSpPr txBox="1"/>
          <p:nvPr/>
        </p:nvSpPr>
        <p:spPr>
          <a:xfrm>
            <a:off x="2213609" y="4098158"/>
            <a:ext cx="2666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Small Array</a:t>
            </a:r>
            <a:r>
              <a:rPr lang="en-US" sz="2800" b="1" baseline="30000" dirty="0"/>
              <a:t> [1]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FCFE9818-B653-4497-51A9-FD1772B3765F}"/>
              </a:ext>
            </a:extLst>
          </p:cNvPr>
          <p:cNvSpPr txBox="1"/>
          <p:nvPr/>
        </p:nvSpPr>
        <p:spPr>
          <a:xfrm>
            <a:off x="8294202" y="4098158"/>
            <a:ext cx="2075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Large Cell</a:t>
            </a:r>
            <a:r>
              <a:rPr lang="en-US" sz="2800" b="1" baseline="30000" dirty="0"/>
              <a:t> [2]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0182F555-48EA-2262-7F1B-B17F59D20734}"/>
              </a:ext>
            </a:extLst>
          </p:cNvPr>
          <p:cNvSpPr txBox="1"/>
          <p:nvPr/>
        </p:nvSpPr>
        <p:spPr>
          <a:xfrm>
            <a:off x="2166800" y="7866295"/>
            <a:ext cx="3068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latin typeface="Calibri" panose="020F0502020204030204"/>
              </a:rPr>
              <a:t>PIM near Banks</a:t>
            </a:r>
            <a:r>
              <a:rPr lang="en-US" sz="2800" b="1" baseline="30000" dirty="0">
                <a:latin typeface="Calibri" panose="020F0502020204030204"/>
              </a:rPr>
              <a:t>[3]</a:t>
            </a:r>
            <a:endParaRPr kumimoji="0" lang="en-US" sz="2800" b="1" i="0" u="none" strike="noStrike" kern="1200" cap="none" spc="0" normalizeH="0" baseline="3000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E0C1B9B3-76BB-FC00-5498-0D0743223B0D}"/>
              </a:ext>
            </a:extLst>
          </p:cNvPr>
          <p:cNvSpPr txBox="1"/>
          <p:nvPr/>
        </p:nvSpPr>
        <p:spPr>
          <a:xfrm>
            <a:off x="8092441" y="7866295"/>
            <a:ext cx="3002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PIM using NVM</a:t>
            </a:r>
            <a:r>
              <a:rPr lang="en-US" sz="2800" b="1" baseline="30000" dirty="0"/>
              <a:t> [4]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127EF-8D87-52F9-A992-FEB6D78BDBE4}"/>
              </a:ext>
            </a:extLst>
          </p:cNvPr>
          <p:cNvSpPr txBox="1"/>
          <p:nvPr/>
        </p:nvSpPr>
        <p:spPr>
          <a:xfrm>
            <a:off x="1" y="8431007"/>
            <a:ext cx="6571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[1] S. Lu, et al., MICRO (2015)		[2] J. Choi, et al</a:t>
            </a:r>
            <a:r>
              <a:rPr lang="en-US" dirty="0"/>
              <a:t>., ISCA (2015) </a:t>
            </a:r>
          </a:p>
          <a:p>
            <a:r>
              <a:rPr lang="en-US" sz="1800" dirty="0"/>
              <a:t>[3] S. Lee, et al., ISCA (2021)</a:t>
            </a:r>
            <a:r>
              <a:rPr lang="en-US" dirty="0"/>
              <a:t>		[4] S. Li, et al., ISCA (2016)</a:t>
            </a:r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824AF4-4999-BFF7-1189-766DBE957121}"/>
              </a:ext>
            </a:extLst>
          </p:cNvPr>
          <p:cNvSpPr/>
          <p:nvPr/>
        </p:nvSpPr>
        <p:spPr>
          <a:xfrm>
            <a:off x="1878390" y="4126578"/>
            <a:ext cx="8348250" cy="10901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High Cost (Cost-per-Bit)</a:t>
            </a:r>
            <a:endParaRPr lang="en-US" sz="3600" b="1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B8D7A02-9915-38A8-B1AA-36046B9077F2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62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BA4E72-D3BF-851D-71D7-678FD60982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958"/>
          <a:stretch/>
        </p:blipFill>
        <p:spPr>
          <a:xfrm>
            <a:off x="415329" y="2701329"/>
            <a:ext cx="2960095" cy="1768396"/>
          </a:xfrm>
          <a:prstGeom prst="rect">
            <a:avLst/>
          </a:prstGeom>
        </p:spPr>
      </p:pic>
      <p:graphicFrame>
        <p:nvGraphicFramePr>
          <p:cNvPr id="75" name="Chart 74">
            <a:extLst>
              <a:ext uri="{FF2B5EF4-FFF2-40B4-BE49-F238E27FC236}">
                <a16:creationId xmlns:a16="http://schemas.microsoft.com/office/drawing/2014/main" id="{6B7C5CA9-8837-0833-92EF-093DB708D5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9634697"/>
              </p:ext>
            </p:extLst>
          </p:nvPr>
        </p:nvGraphicFramePr>
        <p:xfrm>
          <a:off x="2601750" y="5750451"/>
          <a:ext cx="4514976" cy="2875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E641608-3899-348B-10E3-9EDDB7AE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 - Cost</a:t>
            </a:r>
          </a:p>
        </p:txBody>
      </p:sp>
      <p:sp>
        <p:nvSpPr>
          <p:cNvPr id="40" name="Partial Circle 39">
            <a:extLst>
              <a:ext uri="{FF2B5EF4-FFF2-40B4-BE49-F238E27FC236}">
                <a16:creationId xmlns:a16="http://schemas.microsoft.com/office/drawing/2014/main" id="{04844161-DE6B-DCB3-16A1-6FD10E350263}"/>
              </a:ext>
            </a:extLst>
          </p:cNvPr>
          <p:cNvSpPr/>
          <p:nvPr/>
        </p:nvSpPr>
        <p:spPr>
          <a:xfrm>
            <a:off x="3819278" y="2898058"/>
            <a:ext cx="1562100" cy="1562100"/>
          </a:xfrm>
          <a:prstGeom prst="pie">
            <a:avLst>
              <a:gd name="adj1" fmla="val 19680056"/>
              <a:gd name="adj2" fmla="val 16200000"/>
            </a:avLst>
          </a:prstGeom>
          <a:solidFill>
            <a:srgbClr val="004F9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Partial Circle 40">
            <a:extLst>
              <a:ext uri="{FF2B5EF4-FFF2-40B4-BE49-F238E27FC236}">
                <a16:creationId xmlns:a16="http://schemas.microsoft.com/office/drawing/2014/main" id="{F4320141-D7E1-9251-1A7D-DCD8D3C95B02}"/>
              </a:ext>
            </a:extLst>
          </p:cNvPr>
          <p:cNvSpPr/>
          <p:nvPr/>
        </p:nvSpPr>
        <p:spPr>
          <a:xfrm rot="2783575">
            <a:off x="3972212" y="2697144"/>
            <a:ext cx="1502843" cy="1502843"/>
          </a:xfrm>
          <a:prstGeom prst="pie">
            <a:avLst>
              <a:gd name="adj1" fmla="val 13406147"/>
              <a:gd name="adj2" fmla="val 16928991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5BAA50-8CA8-7649-14DE-F22BD7AA02CB}"/>
              </a:ext>
            </a:extLst>
          </p:cNvPr>
          <p:cNvSpPr txBox="1"/>
          <p:nvPr/>
        </p:nvSpPr>
        <p:spPr>
          <a:xfrm>
            <a:off x="3955486" y="3575628"/>
            <a:ext cx="1289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Storage Cells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153E4DF-1168-D05E-E41C-1F1CF2362DF7}"/>
              </a:ext>
            </a:extLst>
          </p:cNvPr>
          <p:cNvGrpSpPr/>
          <p:nvPr/>
        </p:nvGrpSpPr>
        <p:grpSpPr>
          <a:xfrm>
            <a:off x="8916532" y="3283794"/>
            <a:ext cx="3004901" cy="1080458"/>
            <a:chOff x="7992331" y="3515389"/>
            <a:chExt cx="2642738" cy="950237"/>
          </a:xfrm>
        </p:grpSpPr>
        <p:pic>
          <p:nvPicPr>
            <p:cNvPr id="47" name="Content Placeholder 8" descr="Logo&#10;&#10;Description automatically generated">
              <a:extLst>
                <a:ext uri="{FF2B5EF4-FFF2-40B4-BE49-F238E27FC236}">
                  <a16:creationId xmlns:a16="http://schemas.microsoft.com/office/drawing/2014/main" id="{60B6A0C5-1593-5907-8CF6-17E2270E1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alphaModFix amt="68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038148">
              <a:off x="7992331" y="3515389"/>
              <a:ext cx="2630561" cy="545739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50" name="Content Placeholder 8" descr="Logo&#10;&#10;Description automatically generated">
              <a:extLst>
                <a:ext uri="{FF2B5EF4-FFF2-40B4-BE49-F238E27FC236}">
                  <a16:creationId xmlns:a16="http://schemas.microsoft.com/office/drawing/2014/main" id="{B3B5374A-7A60-769D-761D-99CB92802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4508" y="3919887"/>
              <a:ext cx="2630561" cy="545739"/>
            </a:xfrm>
            <a:prstGeom prst="rect">
              <a:avLst/>
            </a:prstGeom>
            <a:effectLst>
              <a:glow rad="50800">
                <a:schemeClr val="accent1">
                  <a:lumMod val="50000"/>
                </a:schemeClr>
              </a:glow>
            </a:effectLst>
          </p:spPr>
        </p:pic>
      </p:grpSp>
      <p:sp>
        <p:nvSpPr>
          <p:cNvPr id="44" name="Rounded Rectangle 59">
            <a:extLst>
              <a:ext uri="{FF2B5EF4-FFF2-40B4-BE49-F238E27FC236}">
                <a16:creationId xmlns:a16="http://schemas.microsoft.com/office/drawing/2014/main" id="{A7E53845-A105-1A77-CFE3-F6733B69AF28}"/>
              </a:ext>
            </a:extLst>
          </p:cNvPr>
          <p:cNvSpPr/>
          <p:nvPr/>
        </p:nvSpPr>
        <p:spPr>
          <a:xfrm>
            <a:off x="1377732" y="7898009"/>
            <a:ext cx="1167296" cy="736811"/>
          </a:xfrm>
          <a:prstGeom prst="roundRect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Density</a:t>
            </a:r>
          </a:p>
        </p:txBody>
      </p:sp>
      <p:sp>
        <p:nvSpPr>
          <p:cNvPr id="49" name="TextBox 30">
            <a:extLst>
              <a:ext uri="{FF2B5EF4-FFF2-40B4-BE49-F238E27FC236}">
                <a16:creationId xmlns:a16="http://schemas.microsoft.com/office/drawing/2014/main" id="{8FA7FB43-EC78-EBCD-0979-39D930B922DA}"/>
              </a:ext>
            </a:extLst>
          </p:cNvPr>
          <p:cNvSpPr txBox="1"/>
          <p:nvPr/>
        </p:nvSpPr>
        <p:spPr>
          <a:xfrm>
            <a:off x="1095340" y="8634820"/>
            <a:ext cx="164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Data: IBM’2010</a:t>
            </a:r>
            <a:endParaRPr kumimoji="0" lang="en-US" b="0" i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F62B07-C6E1-7FC8-A6D1-90B251554DF1}"/>
              </a:ext>
            </a:extLst>
          </p:cNvPr>
          <p:cNvGrpSpPr/>
          <p:nvPr/>
        </p:nvGrpSpPr>
        <p:grpSpPr>
          <a:xfrm>
            <a:off x="2674726" y="6198701"/>
            <a:ext cx="4641362" cy="1246047"/>
            <a:chOff x="2674726" y="6198701"/>
            <a:chExt cx="4641362" cy="124604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33AAC81-BF10-C46C-7954-C221AA33D2BF}"/>
                </a:ext>
              </a:extLst>
            </p:cNvPr>
            <p:cNvGrpSpPr/>
            <p:nvPr/>
          </p:nvGrpSpPr>
          <p:grpSpPr>
            <a:xfrm rot="897353">
              <a:off x="5691781" y="6198701"/>
              <a:ext cx="1624307" cy="420719"/>
              <a:chOff x="2415117" y="2576770"/>
              <a:chExt cx="2047477" cy="530326"/>
            </a:xfrm>
          </p:grpSpPr>
          <p:sp>
            <p:nvSpPr>
              <p:cNvPr id="60" name="Right Arrow 56">
                <a:extLst>
                  <a:ext uri="{FF2B5EF4-FFF2-40B4-BE49-F238E27FC236}">
                    <a16:creationId xmlns:a16="http://schemas.microsoft.com/office/drawing/2014/main" id="{49F3DECF-4C53-3D12-EB31-BAC34801FAA1}"/>
                  </a:ext>
                </a:extLst>
              </p:cNvPr>
              <p:cNvSpPr/>
              <p:nvPr/>
            </p:nvSpPr>
            <p:spPr>
              <a:xfrm rot="19906952">
                <a:off x="2415117" y="2576770"/>
                <a:ext cx="1797346" cy="452587"/>
              </a:xfrm>
              <a:prstGeom prst="rightArrow">
                <a:avLst/>
              </a:prstGeom>
              <a:solidFill>
                <a:schemeClr val="accent1">
                  <a:lumMod val="75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TextBox 58">
                <a:extLst>
                  <a:ext uri="{FF2B5EF4-FFF2-40B4-BE49-F238E27FC236}">
                    <a16:creationId xmlns:a16="http://schemas.microsoft.com/office/drawing/2014/main" id="{32E85A03-D600-DEA5-6ADF-ADC681CF261D}"/>
                  </a:ext>
                </a:extLst>
              </p:cNvPr>
              <p:cNvSpPr txBox="1"/>
              <p:nvPr/>
            </p:nvSpPr>
            <p:spPr>
              <a:xfrm rot="20696994">
                <a:off x="3409677" y="2645431"/>
                <a:ext cx="10529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2X/4Yr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95C3FED-2EE4-29AC-0BC0-AD26806A2637}"/>
                </a:ext>
              </a:extLst>
            </p:cNvPr>
            <p:cNvGrpSpPr/>
            <p:nvPr/>
          </p:nvGrpSpPr>
          <p:grpSpPr>
            <a:xfrm rot="153706">
              <a:off x="4149401" y="6441192"/>
              <a:ext cx="2651671" cy="598130"/>
              <a:chOff x="2681560" y="2019003"/>
              <a:chExt cx="3342494" cy="753956"/>
            </a:xfrm>
          </p:grpSpPr>
          <p:sp>
            <p:nvSpPr>
              <p:cNvPr id="55" name="Right Arrow 56">
                <a:extLst>
                  <a:ext uri="{FF2B5EF4-FFF2-40B4-BE49-F238E27FC236}">
                    <a16:creationId xmlns:a16="http://schemas.microsoft.com/office/drawing/2014/main" id="{4309AC66-B504-A3C1-B9E6-4A3734DD3574}"/>
                  </a:ext>
                </a:extLst>
              </p:cNvPr>
              <p:cNvSpPr/>
              <p:nvPr/>
            </p:nvSpPr>
            <p:spPr>
              <a:xfrm rot="19906952">
                <a:off x="2681560" y="2019003"/>
                <a:ext cx="3342494" cy="448985"/>
              </a:xfrm>
              <a:prstGeom prst="rightArrow">
                <a:avLst/>
              </a:prstGeom>
              <a:solidFill>
                <a:srgbClr val="0070C0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TextBox 58">
                <a:extLst>
                  <a:ext uri="{FF2B5EF4-FFF2-40B4-BE49-F238E27FC236}">
                    <a16:creationId xmlns:a16="http://schemas.microsoft.com/office/drawing/2014/main" id="{DFEF5BEB-28A2-BFE8-3AC8-D0ED7622E3C2}"/>
                  </a:ext>
                </a:extLst>
              </p:cNvPr>
              <p:cNvSpPr txBox="1"/>
              <p:nvPr/>
            </p:nvSpPr>
            <p:spPr>
              <a:xfrm rot="20445771">
                <a:off x="3857806" y="2311293"/>
                <a:ext cx="1053173" cy="461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EAA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2X/3Yr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21ED53F-7380-5120-F123-9A7B1B36D62F}"/>
                </a:ext>
              </a:extLst>
            </p:cNvPr>
            <p:cNvGrpSpPr/>
            <p:nvPr/>
          </p:nvGrpSpPr>
          <p:grpSpPr>
            <a:xfrm rot="208985">
              <a:off x="2674726" y="6996232"/>
              <a:ext cx="2838866" cy="448516"/>
              <a:chOff x="717866" y="2613257"/>
              <a:chExt cx="3578455" cy="565365"/>
            </a:xfrm>
          </p:grpSpPr>
          <p:sp>
            <p:nvSpPr>
              <p:cNvPr id="53" name="Right Arrow 12">
                <a:extLst>
                  <a:ext uri="{FF2B5EF4-FFF2-40B4-BE49-F238E27FC236}">
                    <a16:creationId xmlns:a16="http://schemas.microsoft.com/office/drawing/2014/main" id="{EE5FFA31-B5DD-3EA0-C2EA-7656A7B04F70}"/>
                  </a:ext>
                </a:extLst>
              </p:cNvPr>
              <p:cNvSpPr/>
              <p:nvPr/>
            </p:nvSpPr>
            <p:spPr>
              <a:xfrm rot="19272351">
                <a:off x="717866" y="2838722"/>
                <a:ext cx="3578455" cy="339900"/>
              </a:xfrm>
              <a:prstGeom prst="rightArrow">
                <a:avLst>
                  <a:gd name="adj1" fmla="val 50000"/>
                  <a:gd name="adj2" fmla="val 72354"/>
                </a:avLst>
              </a:prstGeom>
              <a:solidFill>
                <a:srgbClr val="36AFCE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TextBox 57">
                <a:extLst>
                  <a:ext uri="{FF2B5EF4-FFF2-40B4-BE49-F238E27FC236}">
                    <a16:creationId xmlns:a16="http://schemas.microsoft.com/office/drawing/2014/main" id="{D086168A-7A5A-349F-E5DC-32D478DAEEDD}"/>
                  </a:ext>
                </a:extLst>
              </p:cNvPr>
              <p:cNvSpPr txBox="1"/>
              <p:nvPr/>
            </p:nvSpPr>
            <p:spPr>
              <a:xfrm rot="18913151">
                <a:off x="1504229" y="2613257"/>
                <a:ext cx="10531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6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4X/3Yr</a:t>
                </a: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E4FFE2B-F2BE-4C81-ECA2-401087E12FDF}"/>
              </a:ext>
            </a:extLst>
          </p:cNvPr>
          <p:cNvGrpSpPr/>
          <p:nvPr/>
        </p:nvGrpSpPr>
        <p:grpSpPr>
          <a:xfrm>
            <a:off x="6782916" y="2745788"/>
            <a:ext cx="1745270" cy="1745270"/>
            <a:chOff x="7456944" y="2390462"/>
            <a:chExt cx="1280169" cy="1280169"/>
          </a:xfrm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877A010B-577C-F7EA-6E19-ABE9A430CDBF}"/>
                </a:ext>
              </a:extLst>
            </p:cNvPr>
            <p:cNvSpPr/>
            <p:nvPr/>
          </p:nvSpPr>
          <p:spPr>
            <a:xfrm>
              <a:off x="7456944" y="2794726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B8EB04A3-06CA-9DC1-B571-EEB3A8FA07AD}"/>
                </a:ext>
              </a:extLst>
            </p:cNvPr>
            <p:cNvSpPr/>
            <p:nvPr/>
          </p:nvSpPr>
          <p:spPr>
            <a:xfrm>
              <a:off x="7456944" y="2659971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663329D-B16E-7961-06E4-2B0BD1CEB16D}"/>
                </a:ext>
              </a:extLst>
            </p:cNvPr>
            <p:cNvSpPr/>
            <p:nvPr/>
          </p:nvSpPr>
          <p:spPr>
            <a:xfrm>
              <a:off x="7456944" y="2929481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5505FA15-C6F6-A959-7A57-D56E071E54B9}"/>
                </a:ext>
              </a:extLst>
            </p:cNvPr>
            <p:cNvSpPr/>
            <p:nvPr/>
          </p:nvSpPr>
          <p:spPr>
            <a:xfrm>
              <a:off x="7456944" y="3333745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59566CE-E7A3-3E2E-135D-CFD11D245CBA}"/>
                </a:ext>
              </a:extLst>
            </p:cNvPr>
            <p:cNvSpPr/>
            <p:nvPr/>
          </p:nvSpPr>
          <p:spPr>
            <a:xfrm>
              <a:off x="7456944" y="3198990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7AE77877-8333-7DFE-6297-F6E559804AED}"/>
                </a:ext>
              </a:extLst>
            </p:cNvPr>
            <p:cNvSpPr/>
            <p:nvPr/>
          </p:nvSpPr>
          <p:spPr>
            <a:xfrm>
              <a:off x="7456944" y="3064235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8AE7B3F9-C5CE-D2AE-38B5-07A40B220097}"/>
                </a:ext>
              </a:extLst>
            </p:cNvPr>
            <p:cNvSpPr/>
            <p:nvPr/>
          </p:nvSpPr>
          <p:spPr>
            <a:xfrm>
              <a:off x="8619203" y="3198990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5F498248-D1C2-F90D-302F-63446B2A0265}"/>
                </a:ext>
              </a:extLst>
            </p:cNvPr>
            <p:cNvSpPr/>
            <p:nvPr/>
          </p:nvSpPr>
          <p:spPr>
            <a:xfrm>
              <a:off x="8619203" y="3333745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E3F2F75-8B56-2801-D693-4732657E9D62}"/>
                </a:ext>
              </a:extLst>
            </p:cNvPr>
            <p:cNvSpPr/>
            <p:nvPr/>
          </p:nvSpPr>
          <p:spPr>
            <a:xfrm>
              <a:off x="8619203" y="3064235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D492D152-E6FD-5E98-1A58-C63CB4DB1544}"/>
                </a:ext>
              </a:extLst>
            </p:cNvPr>
            <p:cNvSpPr/>
            <p:nvPr/>
          </p:nvSpPr>
          <p:spPr>
            <a:xfrm>
              <a:off x="8619203" y="2659971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6B4357F-2382-E751-1681-995D18B3E74B}"/>
                </a:ext>
              </a:extLst>
            </p:cNvPr>
            <p:cNvSpPr/>
            <p:nvPr/>
          </p:nvSpPr>
          <p:spPr>
            <a:xfrm>
              <a:off x="8619203" y="2929481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8DD3C84D-5203-FDDB-0A9A-D1F3CEF533DA}"/>
                </a:ext>
              </a:extLst>
            </p:cNvPr>
            <p:cNvSpPr/>
            <p:nvPr/>
          </p:nvSpPr>
          <p:spPr>
            <a:xfrm>
              <a:off x="8619203" y="2794726"/>
              <a:ext cx="117910" cy="67377"/>
            </a:xfrm>
            <a:custGeom>
              <a:avLst/>
              <a:gdLst>
                <a:gd name="connsiteX0" fmla="*/ 0 w 117910"/>
                <a:gd name="connsiteY0" fmla="*/ 0 h 67377"/>
                <a:gd name="connsiteX1" fmla="*/ 117910 w 117910"/>
                <a:gd name="connsiteY1" fmla="*/ 0 h 67377"/>
                <a:gd name="connsiteX2" fmla="*/ 117910 w 117910"/>
                <a:gd name="connsiteY2" fmla="*/ 67377 h 67377"/>
                <a:gd name="connsiteX3" fmla="*/ 0 w 117910"/>
                <a:gd name="connsiteY3" fmla="*/ 67377 h 6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910" h="67377">
                  <a:moveTo>
                    <a:pt x="0" y="0"/>
                  </a:moveTo>
                  <a:lnTo>
                    <a:pt x="117910" y="0"/>
                  </a:lnTo>
                  <a:lnTo>
                    <a:pt x="117910" y="67377"/>
                  </a:lnTo>
                  <a:lnTo>
                    <a:pt x="0" y="6737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57546C89-D712-1FB2-FE81-6FFC72837DE6}"/>
                </a:ext>
              </a:extLst>
            </p:cNvPr>
            <p:cNvSpPr/>
            <p:nvPr/>
          </p:nvSpPr>
          <p:spPr>
            <a:xfrm>
              <a:off x="8130717" y="2390462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E59F1F4D-3EE6-B3F2-F02E-88D932F8270C}"/>
                </a:ext>
              </a:extLst>
            </p:cNvPr>
            <p:cNvSpPr/>
            <p:nvPr/>
          </p:nvSpPr>
          <p:spPr>
            <a:xfrm>
              <a:off x="8400227" y="2390462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89D102F0-4DBA-E71B-C3F4-663ECA797B00}"/>
                </a:ext>
              </a:extLst>
            </p:cNvPr>
            <p:cNvSpPr/>
            <p:nvPr/>
          </p:nvSpPr>
          <p:spPr>
            <a:xfrm>
              <a:off x="8265472" y="2390462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520D64B1-7501-B61C-9261-1F67CAF6D1DB}"/>
                </a:ext>
              </a:extLst>
            </p:cNvPr>
            <p:cNvSpPr/>
            <p:nvPr/>
          </p:nvSpPr>
          <p:spPr>
            <a:xfrm>
              <a:off x="7995963" y="2390462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EDA1A998-360D-ADC3-A015-2A2DCCDAE239}"/>
                </a:ext>
              </a:extLst>
            </p:cNvPr>
            <p:cNvSpPr/>
            <p:nvPr/>
          </p:nvSpPr>
          <p:spPr>
            <a:xfrm>
              <a:off x="7726453" y="2390462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18BCF9C6-CF0B-427C-CFEF-D19AA678FE8C}"/>
                </a:ext>
              </a:extLst>
            </p:cNvPr>
            <p:cNvSpPr/>
            <p:nvPr/>
          </p:nvSpPr>
          <p:spPr>
            <a:xfrm>
              <a:off x="7861208" y="2390462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6B8E5412-675D-89B9-0E89-2C01E9B2EF0F}"/>
                </a:ext>
              </a:extLst>
            </p:cNvPr>
            <p:cNvSpPr/>
            <p:nvPr/>
          </p:nvSpPr>
          <p:spPr>
            <a:xfrm>
              <a:off x="7861208" y="3552721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5CDE5153-7DD2-300A-2CB2-133369A420E6}"/>
                </a:ext>
              </a:extLst>
            </p:cNvPr>
            <p:cNvSpPr/>
            <p:nvPr/>
          </p:nvSpPr>
          <p:spPr>
            <a:xfrm>
              <a:off x="7726453" y="3552721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9423C9F7-EC27-D147-2594-C92838BB342E}"/>
                </a:ext>
              </a:extLst>
            </p:cNvPr>
            <p:cNvSpPr/>
            <p:nvPr/>
          </p:nvSpPr>
          <p:spPr>
            <a:xfrm>
              <a:off x="7995963" y="3552721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DFAF2C5-BA3A-BCA2-1CDF-802A7F306551}"/>
                </a:ext>
              </a:extLst>
            </p:cNvPr>
            <p:cNvSpPr/>
            <p:nvPr/>
          </p:nvSpPr>
          <p:spPr>
            <a:xfrm>
              <a:off x="8130717" y="3552721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122E9CCC-D02D-B001-D0F9-2AA86BBA1E05}"/>
                </a:ext>
              </a:extLst>
            </p:cNvPr>
            <p:cNvSpPr/>
            <p:nvPr/>
          </p:nvSpPr>
          <p:spPr>
            <a:xfrm>
              <a:off x="8265472" y="3552721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42237706-50D1-1252-7DFA-90A2867F3AF1}"/>
                </a:ext>
              </a:extLst>
            </p:cNvPr>
            <p:cNvSpPr/>
            <p:nvPr/>
          </p:nvSpPr>
          <p:spPr>
            <a:xfrm>
              <a:off x="8400227" y="3552721"/>
              <a:ext cx="67377" cy="117910"/>
            </a:xfrm>
            <a:custGeom>
              <a:avLst/>
              <a:gdLst>
                <a:gd name="connsiteX0" fmla="*/ 0 w 67377"/>
                <a:gd name="connsiteY0" fmla="*/ 0 h 117910"/>
                <a:gd name="connsiteX1" fmla="*/ 67377 w 67377"/>
                <a:gd name="connsiteY1" fmla="*/ 0 h 117910"/>
                <a:gd name="connsiteX2" fmla="*/ 67377 w 67377"/>
                <a:gd name="connsiteY2" fmla="*/ 117910 h 117910"/>
                <a:gd name="connsiteX3" fmla="*/ 0 w 67377"/>
                <a:gd name="connsiteY3" fmla="*/ 117910 h 117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77" h="117910">
                  <a:moveTo>
                    <a:pt x="0" y="0"/>
                  </a:moveTo>
                  <a:lnTo>
                    <a:pt x="67377" y="0"/>
                  </a:lnTo>
                  <a:lnTo>
                    <a:pt x="67377" y="117910"/>
                  </a:lnTo>
                  <a:lnTo>
                    <a:pt x="0" y="11791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DA274289-C931-47D5-5C94-8DFC68DF158D}"/>
                </a:ext>
              </a:extLst>
            </p:cNvPr>
            <p:cNvSpPr/>
            <p:nvPr/>
          </p:nvSpPr>
          <p:spPr>
            <a:xfrm>
              <a:off x="7878052" y="2811570"/>
              <a:ext cx="437952" cy="437952"/>
            </a:xfrm>
            <a:custGeom>
              <a:avLst/>
              <a:gdLst>
                <a:gd name="connsiteX0" fmla="*/ 0 w 437952"/>
                <a:gd name="connsiteY0" fmla="*/ 0 h 437952"/>
                <a:gd name="connsiteX1" fmla="*/ 437953 w 437952"/>
                <a:gd name="connsiteY1" fmla="*/ 0 h 437952"/>
                <a:gd name="connsiteX2" fmla="*/ 437953 w 437952"/>
                <a:gd name="connsiteY2" fmla="*/ 437953 h 437952"/>
                <a:gd name="connsiteX3" fmla="*/ 0 w 437952"/>
                <a:gd name="connsiteY3" fmla="*/ 437953 h 43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952" h="437952">
                  <a:moveTo>
                    <a:pt x="0" y="0"/>
                  </a:moveTo>
                  <a:lnTo>
                    <a:pt x="437953" y="0"/>
                  </a:lnTo>
                  <a:lnTo>
                    <a:pt x="437953" y="437953"/>
                  </a:lnTo>
                  <a:lnTo>
                    <a:pt x="0" y="437953"/>
                  </a:lnTo>
                  <a:close/>
                </a:path>
              </a:pathLst>
            </a:custGeom>
            <a:solidFill>
              <a:srgbClr val="004F9E"/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246B0627-A91D-BB70-B5AF-6FC1A4792059}"/>
                </a:ext>
              </a:extLst>
            </p:cNvPr>
            <p:cNvSpPr/>
            <p:nvPr/>
          </p:nvSpPr>
          <p:spPr>
            <a:xfrm>
              <a:off x="7642232" y="2575750"/>
              <a:ext cx="909593" cy="909593"/>
            </a:xfrm>
            <a:custGeom>
              <a:avLst/>
              <a:gdLst>
                <a:gd name="connsiteX0" fmla="*/ 842217 w 909593"/>
                <a:gd name="connsiteY0" fmla="*/ 0 h 909593"/>
                <a:gd name="connsiteX1" fmla="*/ 67377 w 909593"/>
                <a:gd name="connsiteY1" fmla="*/ 0 h 909593"/>
                <a:gd name="connsiteX2" fmla="*/ 0 w 909593"/>
                <a:gd name="connsiteY2" fmla="*/ 67377 h 909593"/>
                <a:gd name="connsiteX3" fmla="*/ 0 w 909593"/>
                <a:gd name="connsiteY3" fmla="*/ 842217 h 909593"/>
                <a:gd name="connsiteX4" fmla="*/ 67377 w 909593"/>
                <a:gd name="connsiteY4" fmla="*/ 909594 h 909593"/>
                <a:gd name="connsiteX5" fmla="*/ 842217 w 909593"/>
                <a:gd name="connsiteY5" fmla="*/ 909594 h 909593"/>
                <a:gd name="connsiteX6" fmla="*/ 909594 w 909593"/>
                <a:gd name="connsiteY6" fmla="*/ 842217 h 909593"/>
                <a:gd name="connsiteX7" fmla="*/ 909594 w 909593"/>
                <a:gd name="connsiteY7" fmla="*/ 67377 h 909593"/>
                <a:gd name="connsiteX8" fmla="*/ 842217 w 909593"/>
                <a:gd name="connsiteY8" fmla="*/ 0 h 909593"/>
                <a:gd name="connsiteX9" fmla="*/ 741151 w 909593"/>
                <a:gd name="connsiteY9" fmla="*/ 741151 h 909593"/>
                <a:gd name="connsiteX10" fmla="*/ 168443 w 909593"/>
                <a:gd name="connsiteY10" fmla="*/ 741151 h 909593"/>
                <a:gd name="connsiteX11" fmla="*/ 168443 w 909593"/>
                <a:gd name="connsiteY11" fmla="*/ 168443 h 909593"/>
                <a:gd name="connsiteX12" fmla="*/ 741151 w 909593"/>
                <a:gd name="connsiteY12" fmla="*/ 168443 h 909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9593" h="909593">
                  <a:moveTo>
                    <a:pt x="842217" y="0"/>
                  </a:moveTo>
                  <a:lnTo>
                    <a:pt x="67377" y="0"/>
                  </a:lnTo>
                  <a:cubicBezTo>
                    <a:pt x="30167" y="0"/>
                    <a:pt x="0" y="30167"/>
                    <a:pt x="0" y="67377"/>
                  </a:cubicBezTo>
                  <a:lnTo>
                    <a:pt x="0" y="842217"/>
                  </a:lnTo>
                  <a:cubicBezTo>
                    <a:pt x="0" y="879427"/>
                    <a:pt x="30167" y="909594"/>
                    <a:pt x="67377" y="909594"/>
                  </a:cubicBezTo>
                  <a:lnTo>
                    <a:pt x="842217" y="909594"/>
                  </a:lnTo>
                  <a:cubicBezTo>
                    <a:pt x="879427" y="909594"/>
                    <a:pt x="909594" y="879427"/>
                    <a:pt x="909594" y="842217"/>
                  </a:cubicBezTo>
                  <a:lnTo>
                    <a:pt x="909594" y="67377"/>
                  </a:lnTo>
                  <a:cubicBezTo>
                    <a:pt x="909594" y="30167"/>
                    <a:pt x="879427" y="0"/>
                    <a:pt x="842217" y="0"/>
                  </a:cubicBezTo>
                  <a:close/>
                  <a:moveTo>
                    <a:pt x="741151" y="741151"/>
                  </a:moveTo>
                  <a:lnTo>
                    <a:pt x="168443" y="741151"/>
                  </a:lnTo>
                  <a:lnTo>
                    <a:pt x="168443" y="168443"/>
                  </a:lnTo>
                  <a:lnTo>
                    <a:pt x="741151" y="168443"/>
                  </a:lnTo>
                  <a:close/>
                </a:path>
              </a:pathLst>
            </a:custGeom>
            <a:solidFill>
              <a:srgbClr val="004F9E"/>
            </a:solidFill>
            <a:ln w="1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311E39A-7E32-9099-ECDA-9BDC04F658FD}"/>
                </a:ext>
              </a:extLst>
            </p:cNvPr>
            <p:cNvSpPr/>
            <p:nvPr/>
          </p:nvSpPr>
          <p:spPr>
            <a:xfrm>
              <a:off x="7780352" y="2715188"/>
              <a:ext cx="627867" cy="627867"/>
            </a:xfrm>
            <a:prstGeom prst="rect">
              <a:avLst/>
            </a:prstGeom>
            <a:solidFill>
              <a:srgbClr val="004F9E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8BE3568-7138-C6CB-F735-80FAC97B8683}"/>
                </a:ext>
              </a:extLst>
            </p:cNvPr>
            <p:cNvSpPr txBox="1"/>
            <p:nvPr/>
          </p:nvSpPr>
          <p:spPr>
            <a:xfrm>
              <a:off x="7855618" y="2871174"/>
              <a:ext cx="798628" cy="338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kern="0" dirty="0">
                  <a:solidFill>
                    <a:schemeClr val="bg1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CPU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7" name="Content Placeholder 57">
            <a:extLst>
              <a:ext uri="{FF2B5EF4-FFF2-40B4-BE49-F238E27FC236}">
                <a16:creationId xmlns:a16="http://schemas.microsoft.com/office/drawing/2014/main" id="{F3E743C1-6FA0-BB8A-B13B-D7AC8BD00823}"/>
              </a:ext>
            </a:extLst>
          </p:cNvPr>
          <p:cNvSpPr txBox="1">
            <a:spLocks/>
          </p:cNvSpPr>
          <p:nvPr/>
        </p:nvSpPr>
        <p:spPr>
          <a:xfrm>
            <a:off x="1095340" y="4687440"/>
            <a:ext cx="3193471" cy="58943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/>
              <a:t>High Design Cost</a:t>
            </a:r>
            <a:endParaRPr lang="en-US" sz="24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349607-2F51-CC2A-CCD5-A5C9D4D8F3C6}"/>
              </a:ext>
            </a:extLst>
          </p:cNvPr>
          <p:cNvSpPr txBox="1"/>
          <p:nvPr/>
        </p:nvSpPr>
        <p:spPr>
          <a:xfrm>
            <a:off x="6589824" y="4687440"/>
            <a:ext cx="47538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Incompatible Technologies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C50D52E-6BB4-FA83-052D-91ED2887D939}"/>
              </a:ext>
            </a:extLst>
          </p:cNvPr>
          <p:cNvSpPr txBox="1"/>
          <p:nvPr/>
        </p:nvSpPr>
        <p:spPr>
          <a:xfrm>
            <a:off x="7833077" y="6438206"/>
            <a:ext cx="3510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Scaling Challenges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F25CA5-A471-6CBE-7EB6-AEE2044198F9}"/>
              </a:ext>
            </a:extLst>
          </p:cNvPr>
          <p:cNvGrpSpPr/>
          <p:nvPr/>
        </p:nvGrpSpPr>
        <p:grpSpPr>
          <a:xfrm>
            <a:off x="6460093" y="1990613"/>
            <a:ext cx="5731908" cy="461665"/>
            <a:chOff x="6460093" y="1990613"/>
            <a:chExt cx="5731908" cy="461665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7B93EBD-007F-24FC-809C-89E41A92E526}"/>
                </a:ext>
              </a:extLst>
            </p:cNvPr>
            <p:cNvSpPr txBox="1"/>
            <p:nvPr/>
          </p:nvSpPr>
          <p:spPr>
            <a:xfrm>
              <a:off x="9656581" y="1990613"/>
              <a:ext cx="25354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/>
                <a:t>Capacity-oriented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A7E476-74DA-20C4-5103-350C9D2406E6}"/>
                </a:ext>
              </a:extLst>
            </p:cNvPr>
            <p:cNvSpPr txBox="1"/>
            <p:nvPr/>
          </p:nvSpPr>
          <p:spPr>
            <a:xfrm>
              <a:off x="6460093" y="1990613"/>
              <a:ext cx="31440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Performance-oriented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C9F3DC-D847-21E1-61FF-671DB47935FF}"/>
              </a:ext>
            </a:extLst>
          </p:cNvPr>
          <p:cNvGrpSpPr/>
          <p:nvPr/>
        </p:nvGrpSpPr>
        <p:grpSpPr>
          <a:xfrm>
            <a:off x="454014" y="1861706"/>
            <a:ext cx="5398533" cy="830997"/>
            <a:chOff x="454014" y="1861706"/>
            <a:chExt cx="5398533" cy="83099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CD6C6F1-40FD-22D0-9DF2-28C5CAB6F43F}"/>
                </a:ext>
              </a:extLst>
            </p:cNvPr>
            <p:cNvSpPr txBox="1"/>
            <p:nvPr/>
          </p:nvSpPr>
          <p:spPr>
            <a:xfrm>
              <a:off x="4294357" y="1861706"/>
              <a:ext cx="155819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Logic </a:t>
              </a: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(20~30% )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13072C4-A63C-8975-4047-ADB12CF325F7}"/>
                </a:ext>
              </a:extLst>
            </p:cNvPr>
            <p:cNvSpPr txBox="1"/>
            <p:nvPr/>
          </p:nvSpPr>
          <p:spPr>
            <a:xfrm>
              <a:off x="454014" y="1990613"/>
              <a:ext cx="27998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52385"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Deeply Optimized</a:t>
              </a: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5BBB87DC-1A68-426E-CB70-522514A3871C}"/>
              </a:ext>
            </a:extLst>
          </p:cNvPr>
          <p:cNvSpPr txBox="1"/>
          <p:nvPr/>
        </p:nvSpPr>
        <p:spPr>
          <a:xfrm>
            <a:off x="7342864" y="7462350"/>
            <a:ext cx="4000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/>
              <a:t>Longer time between generations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787AF3E-BC82-3C6F-0861-FB77FDD171F5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3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2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6476743-3768-F272-973E-76497F32D08E}"/>
              </a:ext>
            </a:extLst>
          </p:cNvPr>
          <p:cNvGrpSpPr/>
          <p:nvPr/>
        </p:nvGrpSpPr>
        <p:grpSpPr>
          <a:xfrm>
            <a:off x="7071493" y="6035999"/>
            <a:ext cx="3808403" cy="1370720"/>
            <a:chOff x="9359500" y="4640915"/>
            <a:chExt cx="3808403" cy="1370720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1788E6F-F443-029F-461D-D3ACFBD29ABE}"/>
                </a:ext>
              </a:extLst>
            </p:cNvPr>
            <p:cNvGrpSpPr/>
            <p:nvPr/>
          </p:nvGrpSpPr>
          <p:grpSpPr>
            <a:xfrm>
              <a:off x="9433057" y="4640915"/>
              <a:ext cx="3657600" cy="1370720"/>
              <a:chOff x="11042338" y="3908181"/>
              <a:chExt cx="3657600" cy="1370720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36D96783-C141-3C22-21DB-8F74F9B91E16}"/>
                  </a:ext>
                </a:extLst>
              </p:cNvPr>
              <p:cNvSpPr/>
              <p:nvPr/>
            </p:nvSpPr>
            <p:spPr>
              <a:xfrm>
                <a:off x="11044222" y="3908181"/>
                <a:ext cx="3652613" cy="1370720"/>
              </a:xfrm>
              <a:prstGeom prst="roundRect">
                <a:avLst>
                  <a:gd name="adj" fmla="val 0"/>
                </a:avLst>
              </a:prstGeom>
              <a:solidFill>
                <a:srgbClr val="839BC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AC4818AB-F63F-BC08-5F4E-48D1BDFD2C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927" r="2234"/>
              <a:stretch/>
            </p:blipFill>
            <p:spPr>
              <a:xfrm>
                <a:off x="11042338" y="4379552"/>
                <a:ext cx="3657600" cy="432854"/>
              </a:xfrm>
              <a:prstGeom prst="rect">
                <a:avLst/>
              </a:prstGeom>
            </p:spPr>
          </p:pic>
        </p:grp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0AE5726-F69A-F0F5-BD40-1D64A1FB2ADD}"/>
                </a:ext>
              </a:extLst>
            </p:cNvPr>
            <p:cNvSpPr/>
            <p:nvPr/>
          </p:nvSpPr>
          <p:spPr>
            <a:xfrm>
              <a:off x="9359500" y="5125986"/>
              <a:ext cx="148073" cy="164914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614EE2F-A58D-48C4-CBCC-FF9AE2C97169}"/>
                </a:ext>
              </a:extLst>
            </p:cNvPr>
            <p:cNvSpPr/>
            <p:nvPr/>
          </p:nvSpPr>
          <p:spPr>
            <a:xfrm>
              <a:off x="9359500" y="5369178"/>
              <a:ext cx="148073" cy="164914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DFC5165-A539-9264-C589-6997720D3B70}"/>
                </a:ext>
              </a:extLst>
            </p:cNvPr>
            <p:cNvSpPr/>
            <p:nvPr/>
          </p:nvSpPr>
          <p:spPr>
            <a:xfrm>
              <a:off x="13019830" y="5125986"/>
              <a:ext cx="148073" cy="164914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5D64484-B392-D358-E927-B0F68DBEC400}"/>
                </a:ext>
              </a:extLst>
            </p:cNvPr>
            <p:cNvSpPr/>
            <p:nvPr/>
          </p:nvSpPr>
          <p:spPr>
            <a:xfrm>
              <a:off x="13019830" y="5369178"/>
              <a:ext cx="148073" cy="164914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E641608-3899-348B-10E3-9EDDB7AE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Mitigating the Cost</a:t>
            </a: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7957EAC2-64B7-3759-D8FD-4B47AFCB6EB1}"/>
              </a:ext>
            </a:extLst>
          </p:cNvPr>
          <p:cNvSpPr/>
          <p:nvPr/>
        </p:nvSpPr>
        <p:spPr>
          <a:xfrm>
            <a:off x="3673637" y="3451013"/>
            <a:ext cx="4846969" cy="479310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8A65607-5548-0651-9D07-FE739ECE9175}"/>
              </a:ext>
            </a:extLst>
          </p:cNvPr>
          <p:cNvSpPr txBox="1">
            <a:spLocks/>
          </p:cNvSpPr>
          <p:nvPr/>
        </p:nvSpPr>
        <p:spPr>
          <a:xfrm>
            <a:off x="4923410" y="3979813"/>
            <a:ext cx="1233676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/>
              <a:t>DDR</a:t>
            </a:r>
            <a:endParaRPr lang="en-US" sz="2400" b="1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64D0A6-9131-BFCB-2355-CC0390A1BBF3}"/>
              </a:ext>
            </a:extLst>
          </p:cNvPr>
          <p:cNvSpPr txBox="1">
            <a:spLocks/>
          </p:cNvSpPr>
          <p:nvPr/>
        </p:nvSpPr>
        <p:spPr>
          <a:xfrm>
            <a:off x="5219320" y="4271947"/>
            <a:ext cx="1233676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/>
              <a:t>LPDDR</a:t>
            </a:r>
            <a:endParaRPr lang="en-US" sz="2400" b="1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896D03F-2D2F-C5DF-79BD-3B8ED65038B3}"/>
              </a:ext>
            </a:extLst>
          </p:cNvPr>
          <p:cNvSpPr txBox="1">
            <a:spLocks/>
          </p:cNvSpPr>
          <p:nvPr/>
        </p:nvSpPr>
        <p:spPr>
          <a:xfrm>
            <a:off x="5534279" y="4593541"/>
            <a:ext cx="1233676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GDDR</a:t>
            </a:r>
            <a:endParaRPr lang="en-US" sz="2400" b="1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460BEDC-BE11-6502-7BC8-1E69D98F9159}"/>
              </a:ext>
            </a:extLst>
          </p:cNvPr>
          <p:cNvSpPr txBox="1">
            <a:spLocks/>
          </p:cNvSpPr>
          <p:nvPr/>
        </p:nvSpPr>
        <p:spPr>
          <a:xfrm>
            <a:off x="6863205" y="3979813"/>
            <a:ext cx="1233676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/>
              <a:t>HBM</a:t>
            </a:r>
            <a:endParaRPr lang="en-US" sz="2400" b="1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848E2C7-A43D-67E8-916D-6F45DCB69F22}"/>
              </a:ext>
            </a:extLst>
          </p:cNvPr>
          <p:cNvSpPr txBox="1">
            <a:spLocks/>
          </p:cNvSpPr>
          <p:nvPr/>
        </p:nvSpPr>
        <p:spPr>
          <a:xfrm>
            <a:off x="3230905" y="3979813"/>
            <a:ext cx="1233676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/>
              <a:t>NVM</a:t>
            </a:r>
            <a:endParaRPr lang="en-US" sz="2400" b="1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95D91B4-E0A6-4BDB-50FE-96DF16C92B0C}"/>
              </a:ext>
            </a:extLst>
          </p:cNvPr>
          <p:cNvGrpSpPr/>
          <p:nvPr/>
        </p:nvGrpSpPr>
        <p:grpSpPr>
          <a:xfrm>
            <a:off x="7207849" y="1830637"/>
            <a:ext cx="1249125" cy="1549717"/>
            <a:chOff x="8002137" y="2142127"/>
            <a:chExt cx="1249125" cy="1549717"/>
          </a:xfrm>
        </p:grpSpPr>
        <p:sp>
          <p:nvSpPr>
            <p:cNvPr id="44" name="TextBox 101">
              <a:extLst>
                <a:ext uri="{FF2B5EF4-FFF2-40B4-BE49-F238E27FC236}">
                  <a16:creationId xmlns:a16="http://schemas.microsoft.com/office/drawing/2014/main" id="{84DF8B36-FC13-723C-3335-325333DDA3DB}"/>
                </a:ext>
              </a:extLst>
            </p:cNvPr>
            <p:cNvSpPr txBox="1"/>
            <p:nvPr/>
          </p:nvSpPr>
          <p:spPr>
            <a:xfrm>
              <a:off x="8002137" y="3230179"/>
              <a:ext cx="12491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>
                  <a:solidFill>
                    <a:schemeClr val="accent4">
                      <a:lumMod val="50000"/>
                    </a:schemeClr>
                  </a:solidFill>
                </a:rPr>
                <a:t>Perf/BW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802414C-8DB3-0FEE-48DA-398F3FF8ABD3}"/>
                </a:ext>
              </a:extLst>
            </p:cNvPr>
            <p:cNvGrpSpPr/>
            <p:nvPr/>
          </p:nvGrpSpPr>
          <p:grpSpPr>
            <a:xfrm>
              <a:off x="8039307" y="2142127"/>
              <a:ext cx="1166899" cy="1164077"/>
              <a:chOff x="1549529" y="3496196"/>
              <a:chExt cx="1166899" cy="1164077"/>
            </a:xfrm>
          </p:grpSpPr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E3C39C3C-6422-7241-8329-836C6A5691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77478" y="3496196"/>
                <a:ext cx="1129968" cy="1131255"/>
              </a:xfrm>
              <a:prstGeom prst="rect">
                <a:avLst/>
              </a:prstGeom>
            </p:spPr>
          </p:pic>
          <p:sp>
            <p:nvSpPr>
              <p:cNvPr id="65" name="TextBox 102">
                <a:extLst>
                  <a:ext uri="{FF2B5EF4-FFF2-40B4-BE49-F238E27FC236}">
                    <a16:creationId xmlns:a16="http://schemas.microsoft.com/office/drawing/2014/main" id="{368E5089-62C0-D585-0B0C-7B91F74C05FD}"/>
                  </a:ext>
                </a:extLst>
              </p:cNvPr>
              <p:cNvSpPr txBox="1"/>
              <p:nvPr/>
            </p:nvSpPr>
            <p:spPr>
              <a:xfrm>
                <a:off x="1549529" y="4293826"/>
                <a:ext cx="400110" cy="366447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400" b="1">
                    <a:solidFill>
                      <a:schemeClr val="bg1"/>
                    </a:solidFill>
                  </a:rPr>
                  <a:t>4</a:t>
                </a:r>
                <a:r>
                  <a:rPr lang="en-US" sz="1400" b="1">
                    <a:solidFill>
                      <a:schemeClr val="bg1"/>
                    </a:solidFill>
                  </a:rPr>
                  <a:t>00</a:t>
                </a:r>
              </a:p>
            </p:txBody>
          </p:sp>
          <p:sp>
            <p:nvSpPr>
              <p:cNvPr id="66" name="TextBox 103">
                <a:extLst>
                  <a:ext uri="{FF2B5EF4-FFF2-40B4-BE49-F238E27FC236}">
                    <a16:creationId xmlns:a16="http://schemas.microsoft.com/office/drawing/2014/main" id="{F3637B53-0BAA-592B-8E3E-D4C4AE215339}"/>
                  </a:ext>
                </a:extLst>
              </p:cNvPr>
              <p:cNvSpPr txBox="1"/>
              <p:nvPr/>
            </p:nvSpPr>
            <p:spPr>
              <a:xfrm>
                <a:off x="1930528" y="4293826"/>
                <a:ext cx="400110" cy="366447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400" b="1">
                    <a:solidFill>
                      <a:schemeClr val="bg1"/>
                    </a:solidFill>
                  </a:rPr>
                  <a:t>8</a:t>
                </a:r>
                <a:r>
                  <a:rPr lang="en-US" sz="1400" b="1">
                    <a:solidFill>
                      <a:schemeClr val="bg1"/>
                    </a:solidFill>
                  </a:rPr>
                  <a:t>00</a:t>
                </a:r>
              </a:p>
            </p:txBody>
          </p:sp>
          <p:sp>
            <p:nvSpPr>
              <p:cNvPr id="67" name="TextBox 104">
                <a:extLst>
                  <a:ext uri="{FF2B5EF4-FFF2-40B4-BE49-F238E27FC236}">
                    <a16:creationId xmlns:a16="http://schemas.microsoft.com/office/drawing/2014/main" id="{CFB26D7D-0C7C-FE27-81CC-3F69EB5B2233}"/>
                  </a:ext>
                </a:extLst>
              </p:cNvPr>
              <p:cNvSpPr txBox="1"/>
              <p:nvPr/>
            </p:nvSpPr>
            <p:spPr>
              <a:xfrm>
                <a:off x="2316318" y="4045361"/>
                <a:ext cx="400110" cy="614912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400" b="1">
                    <a:solidFill>
                      <a:schemeClr val="bg1"/>
                    </a:solidFill>
                  </a:rPr>
                  <a:t>16</a:t>
                </a:r>
                <a:r>
                  <a:rPr lang="en-US" sz="1400" b="1">
                    <a:solidFill>
                      <a:schemeClr val="bg1"/>
                    </a:solidFill>
                  </a:rPr>
                  <a:t>00</a:t>
                </a:r>
                <a:r>
                  <a:rPr lang="en-US" altLang="zh-CN" sz="1400" b="1">
                    <a:solidFill>
                      <a:schemeClr val="bg1"/>
                    </a:solidFill>
                  </a:rPr>
                  <a:t>M</a:t>
                </a:r>
                <a:endParaRPr lang="en-US" sz="1400" b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19D271E-F666-4F9B-8A70-C7AD793A31B5}"/>
              </a:ext>
            </a:extLst>
          </p:cNvPr>
          <p:cNvGrpSpPr/>
          <p:nvPr/>
        </p:nvGrpSpPr>
        <p:grpSpPr>
          <a:xfrm flipH="1">
            <a:off x="3373812" y="1752538"/>
            <a:ext cx="1676806" cy="1627816"/>
            <a:chOff x="5464209" y="2111716"/>
            <a:chExt cx="1676806" cy="1627816"/>
          </a:xfrm>
        </p:grpSpPr>
        <p:sp>
          <p:nvSpPr>
            <p:cNvPr id="48" name="TextBox 42">
              <a:extLst>
                <a:ext uri="{FF2B5EF4-FFF2-40B4-BE49-F238E27FC236}">
                  <a16:creationId xmlns:a16="http://schemas.microsoft.com/office/drawing/2014/main" id="{8FBB1C24-EB15-8370-3D52-6F60AA510599}"/>
                </a:ext>
              </a:extLst>
            </p:cNvPr>
            <p:cNvSpPr txBox="1"/>
            <p:nvPr/>
          </p:nvSpPr>
          <p:spPr>
            <a:xfrm>
              <a:off x="5464209" y="3277867"/>
              <a:ext cx="1676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>
                  <a:solidFill>
                    <a:schemeClr val="accent4">
                      <a:lumMod val="50000"/>
                    </a:schemeClr>
                  </a:solidFill>
                </a:rPr>
                <a:t>Cost-per-bit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73771A-325B-A949-8F8A-192F9525BEFD}"/>
                </a:ext>
              </a:extLst>
            </p:cNvPr>
            <p:cNvGrpSpPr/>
            <p:nvPr/>
          </p:nvGrpSpPr>
          <p:grpSpPr>
            <a:xfrm>
              <a:off x="5615574" y="2111716"/>
              <a:ext cx="1280326" cy="1280326"/>
              <a:chOff x="4657012" y="3303478"/>
              <a:chExt cx="1280326" cy="1280326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8A00BCA5-1721-3E5F-C6EE-904CF286AF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57012" y="3303478"/>
                <a:ext cx="1280326" cy="1280326"/>
              </a:xfrm>
              <a:prstGeom prst="rect">
                <a:avLst/>
              </a:prstGeom>
            </p:spPr>
          </p:pic>
          <p:sp>
            <p:nvSpPr>
              <p:cNvPr id="57" name="TextBox 108">
                <a:extLst>
                  <a:ext uri="{FF2B5EF4-FFF2-40B4-BE49-F238E27FC236}">
                    <a16:creationId xmlns:a16="http://schemas.microsoft.com/office/drawing/2014/main" id="{0ADCEF05-68F2-981D-58E6-ADC22297EB17}"/>
                  </a:ext>
                </a:extLst>
              </p:cNvPr>
              <p:cNvSpPr txBox="1"/>
              <p:nvPr/>
            </p:nvSpPr>
            <p:spPr>
              <a:xfrm>
                <a:off x="4684707" y="3966266"/>
                <a:ext cx="400110" cy="549189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>
                    <a:solidFill>
                      <a:schemeClr val="bg1"/>
                    </a:solidFill>
                  </a:rPr>
                  <a:t>$1000</a:t>
                </a:r>
              </a:p>
            </p:txBody>
          </p:sp>
          <p:sp>
            <p:nvSpPr>
              <p:cNvPr id="58" name="TextBox 109">
                <a:extLst>
                  <a:ext uri="{FF2B5EF4-FFF2-40B4-BE49-F238E27FC236}">
                    <a16:creationId xmlns:a16="http://schemas.microsoft.com/office/drawing/2014/main" id="{E03A2CB4-90C2-6CFC-8190-03E67DD59BD1}"/>
                  </a:ext>
                </a:extLst>
              </p:cNvPr>
              <p:cNvSpPr txBox="1"/>
              <p:nvPr/>
            </p:nvSpPr>
            <p:spPr>
              <a:xfrm>
                <a:off x="5092600" y="4051054"/>
                <a:ext cx="400110" cy="457818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>
                    <a:solidFill>
                      <a:schemeClr val="bg1"/>
                    </a:solidFill>
                  </a:rPr>
                  <a:t>$100</a:t>
                </a:r>
              </a:p>
            </p:txBody>
          </p:sp>
          <p:sp>
            <p:nvSpPr>
              <p:cNvPr id="59" name="TextBox 110">
                <a:extLst>
                  <a:ext uri="{FF2B5EF4-FFF2-40B4-BE49-F238E27FC236}">
                    <a16:creationId xmlns:a16="http://schemas.microsoft.com/office/drawing/2014/main" id="{2C5B5CA9-1054-BE11-3C9E-59B26CBA252F}"/>
                  </a:ext>
                </a:extLst>
              </p:cNvPr>
              <p:cNvSpPr txBox="1"/>
              <p:nvPr/>
            </p:nvSpPr>
            <p:spPr>
              <a:xfrm>
                <a:off x="5513940" y="4130940"/>
                <a:ext cx="400110" cy="366447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>
                    <a:solidFill>
                      <a:schemeClr val="bg1"/>
                    </a:solidFill>
                  </a:rPr>
                  <a:t>$10</a:t>
                </a:r>
              </a:p>
            </p:txBody>
          </p:sp>
        </p:grp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654D73BA-E28F-F571-BFEF-8783443425D2}"/>
              </a:ext>
            </a:extLst>
          </p:cNvPr>
          <p:cNvSpPr txBox="1">
            <a:spLocks/>
          </p:cNvSpPr>
          <p:nvPr/>
        </p:nvSpPr>
        <p:spPr>
          <a:xfrm>
            <a:off x="8033819" y="3979813"/>
            <a:ext cx="1676736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2400" b="1" err="1"/>
              <a:t>eDRAM</a:t>
            </a:r>
            <a:r>
              <a:rPr lang="en-US" altLang="zh-CN" sz="2400" b="1"/>
              <a:t> </a:t>
            </a:r>
            <a:endParaRPr lang="en-US" sz="2400" b="1"/>
          </a:p>
        </p:txBody>
      </p:sp>
      <p:sp>
        <p:nvSpPr>
          <p:cNvPr id="60" name="TextBox 11">
            <a:extLst>
              <a:ext uri="{FF2B5EF4-FFF2-40B4-BE49-F238E27FC236}">
                <a16:creationId xmlns:a16="http://schemas.microsoft.com/office/drawing/2014/main" id="{078CF9C9-B2AE-7D60-7391-C6CAFE28B61B}"/>
              </a:ext>
            </a:extLst>
          </p:cNvPr>
          <p:cNvSpPr txBox="1"/>
          <p:nvPr/>
        </p:nvSpPr>
        <p:spPr>
          <a:xfrm>
            <a:off x="2157468" y="7864193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Hybrid Memory</a:t>
            </a:r>
          </a:p>
        </p:txBody>
      </p:sp>
      <p:sp>
        <p:nvSpPr>
          <p:cNvPr id="61" name="TextBox 12">
            <a:extLst>
              <a:ext uri="{FF2B5EF4-FFF2-40B4-BE49-F238E27FC236}">
                <a16:creationId xmlns:a16="http://schemas.microsoft.com/office/drawing/2014/main" id="{BB70240F-8D3E-6AFC-71F7-3983ECE9D8A9}"/>
              </a:ext>
            </a:extLst>
          </p:cNvPr>
          <p:cNvSpPr txBox="1"/>
          <p:nvPr/>
        </p:nvSpPr>
        <p:spPr>
          <a:xfrm>
            <a:off x="6761564" y="7852942"/>
            <a:ext cx="3814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Near Data Processing</a:t>
            </a: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A0CD3FC4-C68D-8054-DC6C-99EF0A8BBD43}"/>
              </a:ext>
            </a:extLst>
          </p:cNvPr>
          <p:cNvGrpSpPr/>
          <p:nvPr/>
        </p:nvGrpSpPr>
        <p:grpSpPr>
          <a:xfrm>
            <a:off x="1409018" y="5861256"/>
            <a:ext cx="1755779" cy="1961669"/>
            <a:chOff x="157335" y="3699398"/>
            <a:chExt cx="1755779" cy="1961669"/>
          </a:xfrm>
        </p:grpSpPr>
        <p:sp>
          <p:nvSpPr>
            <p:cNvPr id="306" name="Rectangle: Rounded Corners 305">
              <a:extLst>
                <a:ext uri="{FF2B5EF4-FFF2-40B4-BE49-F238E27FC236}">
                  <a16:creationId xmlns:a16="http://schemas.microsoft.com/office/drawing/2014/main" id="{277A3BDB-BE5B-2AF2-6189-BD62D28370E1}"/>
                </a:ext>
              </a:extLst>
            </p:cNvPr>
            <p:cNvSpPr/>
            <p:nvPr/>
          </p:nvSpPr>
          <p:spPr>
            <a:xfrm>
              <a:off x="157335" y="4609970"/>
              <a:ext cx="1755779" cy="1051097"/>
            </a:xfrm>
            <a:prstGeom prst="roundRect">
              <a:avLst/>
            </a:prstGeom>
            <a:solidFill>
              <a:srgbClr val="5A6F8C"/>
            </a:solidFill>
            <a:ln w="6350">
              <a:solidFill>
                <a:schemeClr val="tx1"/>
              </a:solidFill>
            </a:ln>
            <a:effectLst/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/>
                <a:t>HBM</a:t>
              </a:r>
              <a:endParaRPr lang="en-US"/>
            </a:p>
          </p:txBody>
        </p:sp>
        <p:sp>
          <p:nvSpPr>
            <p:cNvPr id="307" name="Rectangle: Rounded Corners 306">
              <a:extLst>
                <a:ext uri="{FF2B5EF4-FFF2-40B4-BE49-F238E27FC236}">
                  <a16:creationId xmlns:a16="http://schemas.microsoft.com/office/drawing/2014/main" id="{5594D34A-0E56-548E-485E-31920FE16E83}"/>
                </a:ext>
              </a:extLst>
            </p:cNvPr>
            <p:cNvSpPr/>
            <p:nvPr/>
          </p:nvSpPr>
          <p:spPr>
            <a:xfrm>
              <a:off x="157335" y="4382327"/>
              <a:ext cx="1755779" cy="1051097"/>
            </a:xfrm>
            <a:prstGeom prst="roundRect">
              <a:avLst/>
            </a:prstGeom>
            <a:solidFill>
              <a:srgbClr val="1D4999"/>
            </a:solidFill>
            <a:ln w="6350">
              <a:solidFill>
                <a:schemeClr val="tx1"/>
              </a:solidFill>
            </a:ln>
            <a:effectLst/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/>
                <a:t>HBM</a:t>
              </a:r>
              <a:endParaRPr lang="en-US"/>
            </a:p>
          </p:txBody>
        </p:sp>
        <p:sp>
          <p:nvSpPr>
            <p:cNvPr id="308" name="Rectangle: Rounded Corners 307">
              <a:extLst>
                <a:ext uri="{FF2B5EF4-FFF2-40B4-BE49-F238E27FC236}">
                  <a16:creationId xmlns:a16="http://schemas.microsoft.com/office/drawing/2014/main" id="{324DAD2A-CB37-D9ED-11A6-CDA977D2CCEB}"/>
                </a:ext>
              </a:extLst>
            </p:cNvPr>
            <p:cNvSpPr/>
            <p:nvPr/>
          </p:nvSpPr>
          <p:spPr>
            <a:xfrm>
              <a:off x="157335" y="4154684"/>
              <a:ext cx="1755779" cy="1051097"/>
            </a:xfrm>
            <a:prstGeom prst="roundRect">
              <a:avLst/>
            </a:prstGeom>
            <a:solidFill>
              <a:srgbClr val="1D4999"/>
            </a:solidFill>
            <a:ln w="6350">
              <a:solidFill>
                <a:schemeClr val="tx1"/>
              </a:solidFill>
            </a:ln>
            <a:effectLst/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/>
                <a:t>HBM</a:t>
              </a:r>
              <a:endParaRPr lang="en-US"/>
            </a:p>
          </p:txBody>
        </p:sp>
        <p:sp>
          <p:nvSpPr>
            <p:cNvPr id="309" name="Rectangle: Rounded Corners 308">
              <a:extLst>
                <a:ext uri="{FF2B5EF4-FFF2-40B4-BE49-F238E27FC236}">
                  <a16:creationId xmlns:a16="http://schemas.microsoft.com/office/drawing/2014/main" id="{D731DB30-ABAC-6D29-B1A9-9A7A1DD1F2CB}"/>
                </a:ext>
              </a:extLst>
            </p:cNvPr>
            <p:cNvSpPr/>
            <p:nvPr/>
          </p:nvSpPr>
          <p:spPr>
            <a:xfrm>
              <a:off x="157335" y="3927041"/>
              <a:ext cx="1755779" cy="1051097"/>
            </a:xfrm>
            <a:prstGeom prst="roundRect">
              <a:avLst/>
            </a:prstGeom>
            <a:solidFill>
              <a:srgbClr val="1D4999"/>
            </a:solidFill>
            <a:ln w="6350">
              <a:solidFill>
                <a:schemeClr val="tx1"/>
              </a:solidFill>
            </a:ln>
            <a:effectLst/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/>
                <a:t>HBM</a:t>
              </a:r>
              <a:endParaRPr lang="en-US"/>
            </a:p>
          </p:txBody>
        </p:sp>
        <p:sp>
          <p:nvSpPr>
            <p:cNvPr id="310" name="Rectangle: Rounded Corners 309">
              <a:extLst>
                <a:ext uri="{FF2B5EF4-FFF2-40B4-BE49-F238E27FC236}">
                  <a16:creationId xmlns:a16="http://schemas.microsoft.com/office/drawing/2014/main" id="{720D15B3-2495-69DE-1702-BDD203ACE040}"/>
                </a:ext>
              </a:extLst>
            </p:cNvPr>
            <p:cNvSpPr/>
            <p:nvPr/>
          </p:nvSpPr>
          <p:spPr>
            <a:xfrm>
              <a:off x="157335" y="3699398"/>
              <a:ext cx="1755779" cy="1051097"/>
            </a:xfrm>
            <a:prstGeom prst="roundRect">
              <a:avLst/>
            </a:prstGeom>
            <a:solidFill>
              <a:srgbClr val="1D4999"/>
            </a:solidFill>
            <a:ln w="6350">
              <a:solidFill>
                <a:schemeClr val="tx1"/>
              </a:solidFill>
            </a:ln>
            <a:effectLst/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HBM</a:t>
              </a:r>
              <a:endParaRPr lang="en-US" b="1"/>
            </a:p>
          </p:txBody>
        </p:sp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6F33936-80C8-F1FD-5885-DDC7BFF58171}"/>
              </a:ext>
            </a:extLst>
          </p:cNvPr>
          <p:cNvGrpSpPr/>
          <p:nvPr/>
        </p:nvGrpSpPr>
        <p:grpSpPr>
          <a:xfrm>
            <a:off x="4064643" y="5880258"/>
            <a:ext cx="1124873" cy="1857806"/>
            <a:chOff x="6474004" y="2855872"/>
            <a:chExt cx="1188720" cy="1963253"/>
          </a:xfrm>
        </p:grpSpPr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1CB25103-0DED-650F-E7AE-CE2E00549CB6}"/>
                </a:ext>
              </a:extLst>
            </p:cNvPr>
            <p:cNvGrpSpPr/>
            <p:nvPr/>
          </p:nvGrpSpPr>
          <p:grpSpPr>
            <a:xfrm>
              <a:off x="6632857" y="4606987"/>
              <a:ext cx="871015" cy="212138"/>
              <a:chOff x="5095875" y="3794125"/>
              <a:chExt cx="871015" cy="256588"/>
            </a:xfrm>
          </p:grpSpPr>
          <p:sp>
            <p:nvSpPr>
              <p:cNvPr id="321" name="Rectangle: Rounded Corners 320">
                <a:extLst>
                  <a:ext uri="{FF2B5EF4-FFF2-40B4-BE49-F238E27FC236}">
                    <a16:creationId xmlns:a16="http://schemas.microsoft.com/office/drawing/2014/main" id="{765B5083-CE44-0917-2D22-716AA2F7DE2D}"/>
                  </a:ext>
                </a:extLst>
              </p:cNvPr>
              <p:cNvSpPr/>
              <p:nvPr/>
            </p:nvSpPr>
            <p:spPr>
              <a:xfrm>
                <a:off x="5095875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22" name="Rectangle: Rounded Corners 321">
                <a:extLst>
                  <a:ext uri="{FF2B5EF4-FFF2-40B4-BE49-F238E27FC236}">
                    <a16:creationId xmlns:a16="http://schemas.microsoft.com/office/drawing/2014/main" id="{F66135DD-8992-229A-7705-05E898498370}"/>
                  </a:ext>
                </a:extLst>
              </p:cNvPr>
              <p:cNvSpPr/>
              <p:nvPr/>
            </p:nvSpPr>
            <p:spPr>
              <a:xfrm>
                <a:off x="5350230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23" name="Rectangle: Rounded Corners 322">
                <a:extLst>
                  <a:ext uri="{FF2B5EF4-FFF2-40B4-BE49-F238E27FC236}">
                    <a16:creationId xmlns:a16="http://schemas.microsoft.com/office/drawing/2014/main" id="{360CBE21-398C-0DA0-89DB-4408CD8701EF}"/>
                  </a:ext>
                </a:extLst>
              </p:cNvPr>
              <p:cNvSpPr/>
              <p:nvPr/>
            </p:nvSpPr>
            <p:spPr>
              <a:xfrm>
                <a:off x="5604585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24" name="Rectangle: Rounded Corners 323">
                <a:extLst>
                  <a:ext uri="{FF2B5EF4-FFF2-40B4-BE49-F238E27FC236}">
                    <a16:creationId xmlns:a16="http://schemas.microsoft.com/office/drawing/2014/main" id="{B27D1945-BF9B-E44D-EBC2-F57AD3327770}"/>
                  </a:ext>
                </a:extLst>
              </p:cNvPr>
              <p:cNvSpPr/>
              <p:nvPr/>
            </p:nvSpPr>
            <p:spPr>
              <a:xfrm>
                <a:off x="5858940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D0F3F2C2-6710-5AC8-AFFC-AF161DDEE982}"/>
                </a:ext>
              </a:extLst>
            </p:cNvPr>
            <p:cNvGrpSpPr/>
            <p:nvPr/>
          </p:nvGrpSpPr>
          <p:grpSpPr>
            <a:xfrm>
              <a:off x="6474004" y="3155029"/>
              <a:ext cx="1188720" cy="1371600"/>
              <a:chOff x="4963267" y="2386617"/>
              <a:chExt cx="1188720" cy="1371600"/>
            </a:xfrm>
          </p:grpSpPr>
          <p:sp>
            <p:nvSpPr>
              <p:cNvPr id="319" name="Rectangle: Rounded Corners 318">
                <a:extLst>
                  <a:ext uri="{FF2B5EF4-FFF2-40B4-BE49-F238E27FC236}">
                    <a16:creationId xmlns:a16="http://schemas.microsoft.com/office/drawing/2014/main" id="{04289BD1-7A42-1A17-889B-873E39A2CAF5}"/>
                  </a:ext>
                </a:extLst>
              </p:cNvPr>
              <p:cNvSpPr/>
              <p:nvPr/>
            </p:nvSpPr>
            <p:spPr>
              <a:xfrm>
                <a:off x="4963267" y="2386617"/>
                <a:ext cx="1188720" cy="1371600"/>
              </a:xfrm>
              <a:prstGeom prst="roundRect">
                <a:avLst>
                  <a:gd name="adj" fmla="val 9055"/>
                </a:avLst>
              </a:prstGeom>
              <a:solidFill>
                <a:srgbClr val="004F9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defRPr/>
                </a:pPr>
                <a:r>
                  <a:rPr lang="en-US" sz="2800" b="1">
                    <a:solidFill>
                      <a:prstClr val="white"/>
                    </a:solidFill>
                    <a:latin typeface="Calibri" panose="020F0502020204030204"/>
                  </a:rPr>
                  <a:t>DRAM</a:t>
                </a:r>
              </a:p>
              <a:p>
                <a:pPr algn="ctr">
                  <a:defRPr/>
                </a:pPr>
                <a:r>
                  <a:rPr lang="en-US" sz="2800" b="1">
                    <a:solidFill>
                      <a:prstClr val="white"/>
                    </a:solidFill>
                    <a:latin typeface="Calibri" panose="020F0502020204030204"/>
                  </a:rPr>
                  <a:t>chip</a:t>
                </a:r>
              </a:p>
            </p:txBody>
          </p:sp>
          <p:sp>
            <p:nvSpPr>
              <p:cNvPr id="320" name="Oval 319">
                <a:extLst>
                  <a:ext uri="{FF2B5EF4-FFF2-40B4-BE49-F238E27FC236}">
                    <a16:creationId xmlns:a16="http://schemas.microsoft.com/office/drawing/2014/main" id="{1FFFB2A0-0B6A-E37A-F609-60459AF5511F}"/>
                  </a:ext>
                </a:extLst>
              </p:cNvPr>
              <p:cNvSpPr/>
              <p:nvPr/>
            </p:nvSpPr>
            <p:spPr>
              <a:xfrm>
                <a:off x="5052270" y="2476500"/>
                <a:ext cx="123825" cy="1238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6B27A56E-B2CD-77AB-A2CB-DFA85DCE712E}"/>
                </a:ext>
              </a:extLst>
            </p:cNvPr>
            <p:cNvGrpSpPr/>
            <p:nvPr/>
          </p:nvGrpSpPr>
          <p:grpSpPr>
            <a:xfrm>
              <a:off x="6632856" y="2855872"/>
              <a:ext cx="871015" cy="212138"/>
              <a:chOff x="5095875" y="3794125"/>
              <a:chExt cx="871015" cy="256588"/>
            </a:xfrm>
          </p:grpSpPr>
          <p:sp>
            <p:nvSpPr>
              <p:cNvPr id="315" name="Rectangle: Rounded Corners 314">
                <a:extLst>
                  <a:ext uri="{FF2B5EF4-FFF2-40B4-BE49-F238E27FC236}">
                    <a16:creationId xmlns:a16="http://schemas.microsoft.com/office/drawing/2014/main" id="{24A93F13-DAB5-30C7-B89F-7BFA469417B6}"/>
                  </a:ext>
                </a:extLst>
              </p:cNvPr>
              <p:cNvSpPr/>
              <p:nvPr/>
            </p:nvSpPr>
            <p:spPr>
              <a:xfrm>
                <a:off x="5095875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16" name="Rectangle: Rounded Corners 315">
                <a:extLst>
                  <a:ext uri="{FF2B5EF4-FFF2-40B4-BE49-F238E27FC236}">
                    <a16:creationId xmlns:a16="http://schemas.microsoft.com/office/drawing/2014/main" id="{6A2674E9-EE2B-164D-2733-95D991B6AC86}"/>
                  </a:ext>
                </a:extLst>
              </p:cNvPr>
              <p:cNvSpPr/>
              <p:nvPr/>
            </p:nvSpPr>
            <p:spPr>
              <a:xfrm>
                <a:off x="5350230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17" name="Rectangle: Rounded Corners 316">
                <a:extLst>
                  <a:ext uri="{FF2B5EF4-FFF2-40B4-BE49-F238E27FC236}">
                    <a16:creationId xmlns:a16="http://schemas.microsoft.com/office/drawing/2014/main" id="{B187CE65-ABA7-E254-A8DA-AE78E59E0F24}"/>
                  </a:ext>
                </a:extLst>
              </p:cNvPr>
              <p:cNvSpPr/>
              <p:nvPr/>
            </p:nvSpPr>
            <p:spPr>
              <a:xfrm>
                <a:off x="5604585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318" name="Rectangle: Rounded Corners 317">
                <a:extLst>
                  <a:ext uri="{FF2B5EF4-FFF2-40B4-BE49-F238E27FC236}">
                    <a16:creationId xmlns:a16="http://schemas.microsoft.com/office/drawing/2014/main" id="{1047CDFA-D379-43CB-6989-792B04A2E410}"/>
                  </a:ext>
                </a:extLst>
              </p:cNvPr>
              <p:cNvSpPr/>
              <p:nvPr/>
            </p:nvSpPr>
            <p:spPr>
              <a:xfrm>
                <a:off x="5858940" y="3794125"/>
                <a:ext cx="107950" cy="256588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2400"/>
              </a:p>
            </p:txBody>
          </p:sp>
        </p:grpSp>
      </p:grpSp>
      <p:sp>
        <p:nvSpPr>
          <p:cNvPr id="325" name="Subtitle 2">
            <a:extLst>
              <a:ext uri="{FF2B5EF4-FFF2-40B4-BE49-F238E27FC236}">
                <a16:creationId xmlns:a16="http://schemas.microsoft.com/office/drawing/2014/main" id="{1612B9D3-07FB-EB61-8342-320145956FD5}"/>
              </a:ext>
            </a:extLst>
          </p:cNvPr>
          <p:cNvSpPr txBox="1">
            <a:spLocks/>
          </p:cNvSpPr>
          <p:nvPr/>
        </p:nvSpPr>
        <p:spPr>
          <a:xfrm>
            <a:off x="3406285" y="6462393"/>
            <a:ext cx="411649" cy="462400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b="1"/>
              <a:t>+</a:t>
            </a:r>
            <a:endParaRPr lang="en-US" sz="3600" b="1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FEBC81-C2C1-CCA7-C4E4-9D4CF6685748}"/>
              </a:ext>
            </a:extLst>
          </p:cNvPr>
          <p:cNvSpPr/>
          <p:nvPr/>
        </p:nvSpPr>
        <p:spPr>
          <a:xfrm>
            <a:off x="8944407" y="7287131"/>
            <a:ext cx="59866" cy="226695"/>
          </a:xfrm>
          <a:prstGeom prst="roundRect">
            <a:avLst>
              <a:gd name="adj" fmla="val 50000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3B6CEE-B737-E662-24E7-DB15F3B9793F}"/>
              </a:ext>
            </a:extLst>
          </p:cNvPr>
          <p:cNvSpPr/>
          <p:nvPr/>
        </p:nvSpPr>
        <p:spPr>
          <a:xfrm>
            <a:off x="733418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CEB066-97CC-D82F-98B5-A917A8EF1A48}"/>
              </a:ext>
            </a:extLst>
          </p:cNvPr>
          <p:cNvSpPr/>
          <p:nvPr/>
        </p:nvSpPr>
        <p:spPr>
          <a:xfrm>
            <a:off x="738306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A9E290-E8E9-8808-45C8-C44554731842}"/>
              </a:ext>
            </a:extLst>
          </p:cNvPr>
          <p:cNvSpPr/>
          <p:nvPr/>
        </p:nvSpPr>
        <p:spPr>
          <a:xfrm>
            <a:off x="757858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645CE-D5B2-144B-E3D4-3384915BA19E}"/>
              </a:ext>
            </a:extLst>
          </p:cNvPr>
          <p:cNvSpPr/>
          <p:nvPr/>
        </p:nvSpPr>
        <p:spPr>
          <a:xfrm>
            <a:off x="777409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45E245-D553-9AD0-2541-9DEF3764F143}"/>
              </a:ext>
            </a:extLst>
          </p:cNvPr>
          <p:cNvSpPr/>
          <p:nvPr/>
        </p:nvSpPr>
        <p:spPr>
          <a:xfrm>
            <a:off x="796961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AE31EA-96C0-D3D8-26EC-14FD2F03EA07}"/>
              </a:ext>
            </a:extLst>
          </p:cNvPr>
          <p:cNvSpPr/>
          <p:nvPr/>
        </p:nvSpPr>
        <p:spPr>
          <a:xfrm>
            <a:off x="8067367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E920EB-96D2-EF78-7335-B45CB6680AC1}"/>
              </a:ext>
            </a:extLst>
          </p:cNvPr>
          <p:cNvSpPr/>
          <p:nvPr/>
        </p:nvSpPr>
        <p:spPr>
          <a:xfrm>
            <a:off x="816512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0A8FC1-C900-2EBD-49F4-3119AF0B3D9B}"/>
              </a:ext>
            </a:extLst>
          </p:cNvPr>
          <p:cNvSpPr/>
          <p:nvPr/>
        </p:nvSpPr>
        <p:spPr>
          <a:xfrm>
            <a:off x="836064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9DA18C-ADA6-FE3C-B157-468404878139}"/>
              </a:ext>
            </a:extLst>
          </p:cNvPr>
          <p:cNvSpPr/>
          <p:nvPr/>
        </p:nvSpPr>
        <p:spPr>
          <a:xfrm>
            <a:off x="8262882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117484-20A8-7B5D-C6E8-B9062E8E9977}"/>
              </a:ext>
            </a:extLst>
          </p:cNvPr>
          <p:cNvSpPr/>
          <p:nvPr/>
        </p:nvSpPr>
        <p:spPr>
          <a:xfrm>
            <a:off x="8458397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01B910-ACAC-5E76-834E-2D9FF6CF303D}"/>
              </a:ext>
            </a:extLst>
          </p:cNvPr>
          <p:cNvSpPr/>
          <p:nvPr/>
        </p:nvSpPr>
        <p:spPr>
          <a:xfrm>
            <a:off x="855615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F212F3-7878-1CF1-C0FF-428EBF8A8560}"/>
              </a:ext>
            </a:extLst>
          </p:cNvPr>
          <p:cNvSpPr/>
          <p:nvPr/>
        </p:nvSpPr>
        <p:spPr>
          <a:xfrm>
            <a:off x="8653912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E86D5A-E80F-F2D9-479E-592153250324}"/>
              </a:ext>
            </a:extLst>
          </p:cNvPr>
          <p:cNvSpPr/>
          <p:nvPr/>
        </p:nvSpPr>
        <p:spPr>
          <a:xfrm>
            <a:off x="875167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480B71-B8AF-2D89-3987-E9AA2713397B}"/>
              </a:ext>
            </a:extLst>
          </p:cNvPr>
          <p:cNvSpPr/>
          <p:nvPr/>
        </p:nvSpPr>
        <p:spPr>
          <a:xfrm>
            <a:off x="8849427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421D84-028B-562F-9A9B-E84E18BAF28D}"/>
              </a:ext>
            </a:extLst>
          </p:cNvPr>
          <p:cNvSpPr/>
          <p:nvPr/>
        </p:nvSpPr>
        <p:spPr>
          <a:xfrm>
            <a:off x="7480823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D54DAC-7734-8632-83B5-D61287742BFD}"/>
              </a:ext>
            </a:extLst>
          </p:cNvPr>
          <p:cNvSpPr/>
          <p:nvPr/>
        </p:nvSpPr>
        <p:spPr>
          <a:xfrm>
            <a:off x="7676338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1C195D-044E-07D7-858B-1F27B275FAD7}"/>
              </a:ext>
            </a:extLst>
          </p:cNvPr>
          <p:cNvSpPr/>
          <p:nvPr/>
        </p:nvSpPr>
        <p:spPr>
          <a:xfrm>
            <a:off x="7871852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C51C2D-F0A0-40C1-176C-0F731E5A80AF}"/>
              </a:ext>
            </a:extLst>
          </p:cNvPr>
          <p:cNvSpPr/>
          <p:nvPr/>
        </p:nvSpPr>
        <p:spPr>
          <a:xfrm>
            <a:off x="7431944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AAD76A-8A8B-71E6-AF7C-493DA5F97477}"/>
              </a:ext>
            </a:extLst>
          </p:cNvPr>
          <p:cNvSpPr/>
          <p:nvPr/>
        </p:nvSpPr>
        <p:spPr>
          <a:xfrm>
            <a:off x="752970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6032D-C3C8-795B-D31F-910990D9B529}"/>
              </a:ext>
            </a:extLst>
          </p:cNvPr>
          <p:cNvSpPr/>
          <p:nvPr/>
        </p:nvSpPr>
        <p:spPr>
          <a:xfrm>
            <a:off x="772521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EDC124-0D4F-80C9-210A-EE1D5905FE2C}"/>
              </a:ext>
            </a:extLst>
          </p:cNvPr>
          <p:cNvSpPr/>
          <p:nvPr/>
        </p:nvSpPr>
        <p:spPr>
          <a:xfrm>
            <a:off x="792073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6170D5-87A7-7565-565E-3E3DB7BB9A1F}"/>
              </a:ext>
            </a:extLst>
          </p:cNvPr>
          <p:cNvSpPr/>
          <p:nvPr/>
        </p:nvSpPr>
        <p:spPr>
          <a:xfrm>
            <a:off x="811624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001056-DEA4-E07E-AC42-1AF2142E98C8}"/>
              </a:ext>
            </a:extLst>
          </p:cNvPr>
          <p:cNvSpPr/>
          <p:nvPr/>
        </p:nvSpPr>
        <p:spPr>
          <a:xfrm>
            <a:off x="8214004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26024-8EAE-C51D-5A0A-FD06D2FD26B9}"/>
              </a:ext>
            </a:extLst>
          </p:cNvPr>
          <p:cNvSpPr/>
          <p:nvPr/>
        </p:nvSpPr>
        <p:spPr>
          <a:xfrm>
            <a:off x="831176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59DCA2-671F-3F69-28EC-00EE8C8C0319}"/>
              </a:ext>
            </a:extLst>
          </p:cNvPr>
          <p:cNvSpPr/>
          <p:nvPr/>
        </p:nvSpPr>
        <p:spPr>
          <a:xfrm>
            <a:off x="850727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03E0A0-1B02-2702-AEDB-EA7FBAB58887}"/>
              </a:ext>
            </a:extLst>
          </p:cNvPr>
          <p:cNvSpPr/>
          <p:nvPr/>
        </p:nvSpPr>
        <p:spPr>
          <a:xfrm>
            <a:off x="8409519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6EA1A2-89B2-0EDF-29C1-95C535B626CB}"/>
              </a:ext>
            </a:extLst>
          </p:cNvPr>
          <p:cNvSpPr/>
          <p:nvPr/>
        </p:nvSpPr>
        <p:spPr>
          <a:xfrm>
            <a:off x="8605033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27899B-9CC2-E2EC-4869-7D9C7A2CC382}"/>
              </a:ext>
            </a:extLst>
          </p:cNvPr>
          <p:cNvSpPr/>
          <p:nvPr/>
        </p:nvSpPr>
        <p:spPr>
          <a:xfrm>
            <a:off x="870279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68406C-A478-949A-0C36-DEC2DA2858F0}"/>
              </a:ext>
            </a:extLst>
          </p:cNvPr>
          <p:cNvSpPr/>
          <p:nvPr/>
        </p:nvSpPr>
        <p:spPr>
          <a:xfrm>
            <a:off x="8800548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823EDC-2403-9260-DCFC-E04CC7F9D90B}"/>
              </a:ext>
            </a:extLst>
          </p:cNvPr>
          <p:cNvSpPr/>
          <p:nvPr/>
        </p:nvSpPr>
        <p:spPr>
          <a:xfrm>
            <a:off x="889830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AEC1BC-5364-47F2-7410-9EC0CEB51F83}"/>
              </a:ext>
            </a:extLst>
          </p:cNvPr>
          <p:cNvSpPr/>
          <p:nvPr/>
        </p:nvSpPr>
        <p:spPr>
          <a:xfrm>
            <a:off x="7627459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6C767FA-9CE4-97FB-A434-99BECD9B970F}"/>
              </a:ext>
            </a:extLst>
          </p:cNvPr>
          <p:cNvSpPr/>
          <p:nvPr/>
        </p:nvSpPr>
        <p:spPr>
          <a:xfrm>
            <a:off x="7822974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9F2D946-68FF-9C39-2670-05D031876D48}"/>
              </a:ext>
            </a:extLst>
          </p:cNvPr>
          <p:cNvSpPr/>
          <p:nvPr/>
        </p:nvSpPr>
        <p:spPr>
          <a:xfrm>
            <a:off x="8018489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BD03B2-6D11-8039-9A26-099732A288AB}"/>
              </a:ext>
            </a:extLst>
          </p:cNvPr>
          <p:cNvSpPr/>
          <p:nvPr/>
        </p:nvSpPr>
        <p:spPr>
          <a:xfrm>
            <a:off x="9026253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8F258F-830D-119C-D835-5D29EAC759C6}"/>
              </a:ext>
            </a:extLst>
          </p:cNvPr>
          <p:cNvSpPr/>
          <p:nvPr/>
        </p:nvSpPr>
        <p:spPr>
          <a:xfrm>
            <a:off x="907513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21AB81E-5422-B800-EEFE-E5833001FB14}"/>
              </a:ext>
            </a:extLst>
          </p:cNvPr>
          <p:cNvSpPr/>
          <p:nvPr/>
        </p:nvSpPr>
        <p:spPr>
          <a:xfrm>
            <a:off x="927064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E8B09F-C7AF-C165-62B3-1DB5B5EED591}"/>
              </a:ext>
            </a:extLst>
          </p:cNvPr>
          <p:cNvSpPr/>
          <p:nvPr/>
        </p:nvSpPr>
        <p:spPr>
          <a:xfrm>
            <a:off x="946616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92E4867-1977-35DC-1AEF-EF73D2A1AE0A}"/>
              </a:ext>
            </a:extLst>
          </p:cNvPr>
          <p:cNvSpPr/>
          <p:nvPr/>
        </p:nvSpPr>
        <p:spPr>
          <a:xfrm>
            <a:off x="966167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2C43C-92D2-F561-21B8-C1A3A230CBA4}"/>
              </a:ext>
            </a:extLst>
          </p:cNvPr>
          <p:cNvSpPr/>
          <p:nvPr/>
        </p:nvSpPr>
        <p:spPr>
          <a:xfrm>
            <a:off x="9759434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464D913-ACD0-CBC1-3B21-EF90B493D389}"/>
              </a:ext>
            </a:extLst>
          </p:cNvPr>
          <p:cNvSpPr/>
          <p:nvPr/>
        </p:nvSpPr>
        <p:spPr>
          <a:xfrm>
            <a:off x="985719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95AD2F1-3E38-1271-FFEA-1D094623C5AB}"/>
              </a:ext>
            </a:extLst>
          </p:cNvPr>
          <p:cNvSpPr/>
          <p:nvPr/>
        </p:nvSpPr>
        <p:spPr>
          <a:xfrm>
            <a:off x="1005270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B8D1956-FEDC-0B9A-19AB-9010585DC96C}"/>
              </a:ext>
            </a:extLst>
          </p:cNvPr>
          <p:cNvSpPr/>
          <p:nvPr/>
        </p:nvSpPr>
        <p:spPr>
          <a:xfrm>
            <a:off x="9954949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405BE7D-0954-87C3-99EF-C98094FCEF60}"/>
              </a:ext>
            </a:extLst>
          </p:cNvPr>
          <p:cNvSpPr/>
          <p:nvPr/>
        </p:nvSpPr>
        <p:spPr>
          <a:xfrm>
            <a:off x="10150463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6E4C74C-AEAD-0B32-DD77-7BBFDBC17480}"/>
              </a:ext>
            </a:extLst>
          </p:cNvPr>
          <p:cNvSpPr/>
          <p:nvPr/>
        </p:nvSpPr>
        <p:spPr>
          <a:xfrm>
            <a:off x="10248221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2DDCD03-2026-6AB4-7CAB-7D2B948F2F30}"/>
              </a:ext>
            </a:extLst>
          </p:cNvPr>
          <p:cNvSpPr/>
          <p:nvPr/>
        </p:nvSpPr>
        <p:spPr>
          <a:xfrm>
            <a:off x="10345978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328BDFA-A9FE-534D-34EE-33EECBD72213}"/>
              </a:ext>
            </a:extLst>
          </p:cNvPr>
          <p:cNvSpPr/>
          <p:nvPr/>
        </p:nvSpPr>
        <p:spPr>
          <a:xfrm>
            <a:off x="10443736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B49C18B-532E-11D7-CE28-7D5EE8FA306B}"/>
              </a:ext>
            </a:extLst>
          </p:cNvPr>
          <p:cNvSpPr/>
          <p:nvPr/>
        </p:nvSpPr>
        <p:spPr>
          <a:xfrm>
            <a:off x="10541493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CCCCA01-8579-3281-1503-70E01D5A32A4}"/>
              </a:ext>
            </a:extLst>
          </p:cNvPr>
          <p:cNvSpPr/>
          <p:nvPr/>
        </p:nvSpPr>
        <p:spPr>
          <a:xfrm>
            <a:off x="9172889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1C70E75-4313-8FC7-34F8-98F95C566BD9}"/>
              </a:ext>
            </a:extLst>
          </p:cNvPr>
          <p:cNvSpPr/>
          <p:nvPr/>
        </p:nvSpPr>
        <p:spPr>
          <a:xfrm>
            <a:off x="9368404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EDD979F-7FA6-0F9C-95C9-B173DB21BAF9}"/>
              </a:ext>
            </a:extLst>
          </p:cNvPr>
          <p:cNvSpPr/>
          <p:nvPr/>
        </p:nvSpPr>
        <p:spPr>
          <a:xfrm>
            <a:off x="9563919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92B5A47-30BF-3DC0-10AB-4208C456E831}"/>
              </a:ext>
            </a:extLst>
          </p:cNvPr>
          <p:cNvSpPr/>
          <p:nvPr/>
        </p:nvSpPr>
        <p:spPr>
          <a:xfrm>
            <a:off x="912401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DEEBB45-CE50-2256-F0D2-F55CC848587F}"/>
              </a:ext>
            </a:extLst>
          </p:cNvPr>
          <p:cNvSpPr/>
          <p:nvPr/>
        </p:nvSpPr>
        <p:spPr>
          <a:xfrm>
            <a:off x="9221768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8AEFF74-AB70-2B2E-A302-E68C25BE2C0D}"/>
              </a:ext>
            </a:extLst>
          </p:cNvPr>
          <p:cNvSpPr/>
          <p:nvPr/>
        </p:nvSpPr>
        <p:spPr>
          <a:xfrm>
            <a:off x="9417283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B379885-27D8-CC81-0C74-26E2651102E6}"/>
              </a:ext>
            </a:extLst>
          </p:cNvPr>
          <p:cNvSpPr/>
          <p:nvPr/>
        </p:nvSpPr>
        <p:spPr>
          <a:xfrm>
            <a:off x="9612797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F0C6B16-E64A-782F-78D6-5EABC6177AB0}"/>
              </a:ext>
            </a:extLst>
          </p:cNvPr>
          <p:cNvSpPr/>
          <p:nvPr/>
        </p:nvSpPr>
        <p:spPr>
          <a:xfrm>
            <a:off x="9808312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2243DE2-F7DC-AAC3-065B-C0B703D7CE91}"/>
              </a:ext>
            </a:extLst>
          </p:cNvPr>
          <p:cNvSpPr/>
          <p:nvPr/>
        </p:nvSpPr>
        <p:spPr>
          <a:xfrm>
            <a:off x="990607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5059DFA-173B-0D53-3557-F7EA344C7478}"/>
              </a:ext>
            </a:extLst>
          </p:cNvPr>
          <p:cNvSpPr/>
          <p:nvPr/>
        </p:nvSpPr>
        <p:spPr>
          <a:xfrm>
            <a:off x="10003827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2AFB577-74C6-F02B-E6C8-D62C81FDA816}"/>
              </a:ext>
            </a:extLst>
          </p:cNvPr>
          <p:cNvSpPr/>
          <p:nvPr/>
        </p:nvSpPr>
        <p:spPr>
          <a:xfrm>
            <a:off x="10199342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A4C044C-DF26-5251-1FE3-40215BB9568B}"/>
              </a:ext>
            </a:extLst>
          </p:cNvPr>
          <p:cNvSpPr/>
          <p:nvPr/>
        </p:nvSpPr>
        <p:spPr>
          <a:xfrm>
            <a:off x="1010158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2E4C622-77DB-1C56-1884-698B1730ADDE}"/>
              </a:ext>
            </a:extLst>
          </p:cNvPr>
          <p:cNvSpPr/>
          <p:nvPr/>
        </p:nvSpPr>
        <p:spPr>
          <a:xfrm>
            <a:off x="1029710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5E95306-3E76-ED1F-4700-92DA4AC8BFE9}"/>
              </a:ext>
            </a:extLst>
          </p:cNvPr>
          <p:cNvSpPr/>
          <p:nvPr/>
        </p:nvSpPr>
        <p:spPr>
          <a:xfrm>
            <a:off x="10394857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A9446A0-A40B-7C50-31AB-AD15D86B0C40}"/>
              </a:ext>
            </a:extLst>
          </p:cNvPr>
          <p:cNvSpPr/>
          <p:nvPr/>
        </p:nvSpPr>
        <p:spPr>
          <a:xfrm>
            <a:off x="1049261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70F4BD8-2ED3-9D53-4969-FF12BEEEF105}"/>
              </a:ext>
            </a:extLst>
          </p:cNvPr>
          <p:cNvSpPr/>
          <p:nvPr/>
        </p:nvSpPr>
        <p:spPr>
          <a:xfrm>
            <a:off x="10590368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C24AC16-191F-E6CB-CBEA-B1CE588682BE}"/>
              </a:ext>
            </a:extLst>
          </p:cNvPr>
          <p:cNvSpPr/>
          <p:nvPr/>
        </p:nvSpPr>
        <p:spPr>
          <a:xfrm>
            <a:off x="931952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3F53D32-386C-BF84-9F32-4E647E17CE2D}"/>
              </a:ext>
            </a:extLst>
          </p:cNvPr>
          <p:cNvSpPr/>
          <p:nvPr/>
        </p:nvSpPr>
        <p:spPr>
          <a:xfrm>
            <a:off x="9515040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2534A99-60E3-3743-A4DD-31E7EB1B6837}"/>
              </a:ext>
            </a:extLst>
          </p:cNvPr>
          <p:cNvSpPr/>
          <p:nvPr/>
        </p:nvSpPr>
        <p:spPr>
          <a:xfrm>
            <a:off x="9710555" y="7308605"/>
            <a:ext cx="32841" cy="91440"/>
          </a:xfrm>
          <a:prstGeom prst="rect">
            <a:avLst/>
          </a:prstGeom>
          <a:solidFill>
            <a:srgbClr val="AFB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07B1CE8-17FC-DE3F-7151-41D93C290EB6}"/>
              </a:ext>
            </a:extLst>
          </p:cNvPr>
          <p:cNvSpPr/>
          <p:nvPr/>
        </p:nvSpPr>
        <p:spPr>
          <a:xfrm>
            <a:off x="7460713" y="6119831"/>
            <a:ext cx="2085975" cy="4957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9C3D7D4-C62C-DD83-1BC0-74035D2A94FC}"/>
              </a:ext>
            </a:extLst>
          </p:cNvPr>
          <p:cNvSpPr/>
          <p:nvPr/>
        </p:nvSpPr>
        <p:spPr>
          <a:xfrm>
            <a:off x="7562374" y="6202799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26403D6-13E3-7B62-0925-E49FD671B3F1}"/>
              </a:ext>
            </a:extLst>
          </p:cNvPr>
          <p:cNvSpPr/>
          <p:nvPr/>
        </p:nvSpPr>
        <p:spPr>
          <a:xfrm>
            <a:off x="7960809" y="6202799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5C7276-24C0-C9B9-D46C-F0952D019CC7}"/>
              </a:ext>
            </a:extLst>
          </p:cNvPr>
          <p:cNvSpPr/>
          <p:nvPr/>
        </p:nvSpPr>
        <p:spPr>
          <a:xfrm>
            <a:off x="8359244" y="6202799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21946E2-F10C-0C3F-F603-F33238CC2E41}"/>
              </a:ext>
            </a:extLst>
          </p:cNvPr>
          <p:cNvSpPr/>
          <p:nvPr/>
        </p:nvSpPr>
        <p:spPr>
          <a:xfrm>
            <a:off x="8757679" y="6202799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8A7D5E2-32A8-9B08-CCAD-BD695EDF88CB}"/>
              </a:ext>
            </a:extLst>
          </p:cNvPr>
          <p:cNvSpPr/>
          <p:nvPr/>
        </p:nvSpPr>
        <p:spPr>
          <a:xfrm>
            <a:off x="9156115" y="6202799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7976389-21C1-B8C7-F8AE-287BD432CBFB}"/>
              </a:ext>
            </a:extLst>
          </p:cNvPr>
          <p:cNvSpPr/>
          <p:nvPr/>
        </p:nvSpPr>
        <p:spPr>
          <a:xfrm>
            <a:off x="7460713" y="6693593"/>
            <a:ext cx="2085975" cy="4957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334B682-E47D-38E2-4491-F52D4190FB96}"/>
              </a:ext>
            </a:extLst>
          </p:cNvPr>
          <p:cNvSpPr/>
          <p:nvPr/>
        </p:nvSpPr>
        <p:spPr>
          <a:xfrm>
            <a:off x="7562374" y="6776561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DDE718F-D57D-0710-CA08-117426D512FC}"/>
              </a:ext>
            </a:extLst>
          </p:cNvPr>
          <p:cNvSpPr/>
          <p:nvPr/>
        </p:nvSpPr>
        <p:spPr>
          <a:xfrm>
            <a:off x="7960809" y="6776561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56722FF-2B2A-E530-84A0-249D74230C41}"/>
              </a:ext>
            </a:extLst>
          </p:cNvPr>
          <p:cNvSpPr/>
          <p:nvPr/>
        </p:nvSpPr>
        <p:spPr>
          <a:xfrm>
            <a:off x="8359244" y="6776561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CA4E431-114D-CFA1-2FD2-C6A895E76AB9}"/>
              </a:ext>
            </a:extLst>
          </p:cNvPr>
          <p:cNvSpPr/>
          <p:nvPr/>
        </p:nvSpPr>
        <p:spPr>
          <a:xfrm>
            <a:off x="8757679" y="6776561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CB0B25D-F50A-8C99-EACC-D74AEAF0E2CB}"/>
              </a:ext>
            </a:extLst>
          </p:cNvPr>
          <p:cNvSpPr/>
          <p:nvPr/>
        </p:nvSpPr>
        <p:spPr>
          <a:xfrm>
            <a:off x="9156115" y="6776561"/>
            <a:ext cx="275134" cy="342901"/>
          </a:xfrm>
          <a:prstGeom prst="rect">
            <a:avLst/>
          </a:prstGeom>
          <a:solidFill>
            <a:srgbClr val="1D499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E11EB30-334A-5039-B774-DBB9D5778E18}"/>
              </a:ext>
            </a:extLst>
          </p:cNvPr>
          <p:cNvGrpSpPr/>
          <p:nvPr/>
        </p:nvGrpSpPr>
        <p:grpSpPr>
          <a:xfrm>
            <a:off x="9735656" y="6622613"/>
            <a:ext cx="304182" cy="141959"/>
            <a:chOff x="9334499" y="7025800"/>
            <a:chExt cx="560444" cy="259050"/>
          </a:xfrm>
        </p:grpSpPr>
        <p:sp>
          <p:nvSpPr>
            <p:cNvPr id="224" name="Trapezoid 223">
              <a:extLst>
                <a:ext uri="{FF2B5EF4-FFF2-40B4-BE49-F238E27FC236}">
                  <a16:creationId xmlns:a16="http://schemas.microsoft.com/office/drawing/2014/main" id="{327A8838-7A28-7AE4-4A7A-93EDFB227497}"/>
                </a:ext>
              </a:extLst>
            </p:cNvPr>
            <p:cNvSpPr/>
            <p:nvPr/>
          </p:nvSpPr>
          <p:spPr>
            <a:xfrm rot="10800000">
              <a:off x="9334499" y="7031982"/>
              <a:ext cx="560444" cy="252868"/>
            </a:xfrm>
            <a:prstGeom prst="trapezoid">
              <a:avLst>
                <a:gd name="adj" fmla="val 49680"/>
              </a:avLst>
            </a:prstGeom>
            <a:solidFill>
              <a:srgbClr val="384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37458F56-224D-AD67-CC5F-C67F891FFADB}"/>
                </a:ext>
              </a:extLst>
            </p:cNvPr>
            <p:cNvSpPr/>
            <p:nvPr/>
          </p:nvSpPr>
          <p:spPr>
            <a:xfrm flipV="1">
              <a:off x="9577481" y="7025800"/>
              <a:ext cx="76051" cy="65561"/>
            </a:xfrm>
            <a:prstGeom prst="triangle">
              <a:avLst/>
            </a:prstGeom>
            <a:solidFill>
              <a:srgbClr val="839B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81BD1E7-074D-A3BC-705F-48E04206345B}"/>
              </a:ext>
            </a:extLst>
          </p:cNvPr>
          <p:cNvGrpSpPr/>
          <p:nvPr/>
        </p:nvGrpSpPr>
        <p:grpSpPr>
          <a:xfrm>
            <a:off x="9729979" y="6904294"/>
            <a:ext cx="304182" cy="141959"/>
            <a:chOff x="9334499" y="7025800"/>
            <a:chExt cx="560444" cy="259050"/>
          </a:xfrm>
        </p:grpSpPr>
        <p:sp>
          <p:nvSpPr>
            <p:cNvPr id="222" name="Trapezoid 221">
              <a:extLst>
                <a:ext uri="{FF2B5EF4-FFF2-40B4-BE49-F238E27FC236}">
                  <a16:creationId xmlns:a16="http://schemas.microsoft.com/office/drawing/2014/main" id="{5E4A3DA4-3EE4-80F4-A64D-4F41194820C1}"/>
                </a:ext>
              </a:extLst>
            </p:cNvPr>
            <p:cNvSpPr/>
            <p:nvPr/>
          </p:nvSpPr>
          <p:spPr>
            <a:xfrm rot="10800000">
              <a:off x="9334499" y="7031982"/>
              <a:ext cx="560444" cy="252868"/>
            </a:xfrm>
            <a:prstGeom prst="trapezoid">
              <a:avLst>
                <a:gd name="adj" fmla="val 49680"/>
              </a:avLst>
            </a:prstGeom>
            <a:solidFill>
              <a:srgbClr val="384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Isosceles Triangle 222">
              <a:extLst>
                <a:ext uri="{FF2B5EF4-FFF2-40B4-BE49-F238E27FC236}">
                  <a16:creationId xmlns:a16="http://schemas.microsoft.com/office/drawing/2014/main" id="{61C3F65C-BE09-9202-DD02-19DE184A84AB}"/>
                </a:ext>
              </a:extLst>
            </p:cNvPr>
            <p:cNvSpPr/>
            <p:nvPr/>
          </p:nvSpPr>
          <p:spPr>
            <a:xfrm flipV="1">
              <a:off x="9577481" y="7025800"/>
              <a:ext cx="76051" cy="65561"/>
            </a:xfrm>
            <a:prstGeom prst="triangle">
              <a:avLst/>
            </a:prstGeom>
            <a:solidFill>
              <a:srgbClr val="839B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4F336C6-BF9F-9E91-5624-5857D8657A58}"/>
              </a:ext>
            </a:extLst>
          </p:cNvPr>
          <p:cNvGrpSpPr/>
          <p:nvPr/>
        </p:nvGrpSpPr>
        <p:grpSpPr>
          <a:xfrm>
            <a:off x="10101768" y="6622613"/>
            <a:ext cx="304182" cy="141959"/>
            <a:chOff x="9334499" y="7025800"/>
            <a:chExt cx="560444" cy="259050"/>
          </a:xfrm>
        </p:grpSpPr>
        <p:sp>
          <p:nvSpPr>
            <p:cNvPr id="220" name="Trapezoid 219">
              <a:extLst>
                <a:ext uri="{FF2B5EF4-FFF2-40B4-BE49-F238E27FC236}">
                  <a16:creationId xmlns:a16="http://schemas.microsoft.com/office/drawing/2014/main" id="{8A86E198-478F-C2E3-CA5A-2B88CD0ED92B}"/>
                </a:ext>
              </a:extLst>
            </p:cNvPr>
            <p:cNvSpPr/>
            <p:nvPr/>
          </p:nvSpPr>
          <p:spPr>
            <a:xfrm rot="10800000">
              <a:off x="9334499" y="7031982"/>
              <a:ext cx="560444" cy="252868"/>
            </a:xfrm>
            <a:prstGeom prst="trapezoid">
              <a:avLst>
                <a:gd name="adj" fmla="val 49680"/>
              </a:avLst>
            </a:prstGeom>
            <a:solidFill>
              <a:srgbClr val="384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Isosceles Triangle 220">
              <a:extLst>
                <a:ext uri="{FF2B5EF4-FFF2-40B4-BE49-F238E27FC236}">
                  <a16:creationId xmlns:a16="http://schemas.microsoft.com/office/drawing/2014/main" id="{421C880D-A1FE-7715-4DC2-C3172AF912B6}"/>
                </a:ext>
              </a:extLst>
            </p:cNvPr>
            <p:cNvSpPr/>
            <p:nvPr/>
          </p:nvSpPr>
          <p:spPr>
            <a:xfrm flipV="1">
              <a:off x="9577481" y="7025800"/>
              <a:ext cx="76051" cy="65561"/>
            </a:xfrm>
            <a:prstGeom prst="triangle">
              <a:avLst/>
            </a:prstGeom>
            <a:solidFill>
              <a:srgbClr val="839B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43B6487-A23F-A95F-63AC-35AED534E465}"/>
              </a:ext>
            </a:extLst>
          </p:cNvPr>
          <p:cNvSpPr/>
          <p:nvPr/>
        </p:nvSpPr>
        <p:spPr>
          <a:xfrm>
            <a:off x="9646250" y="6119832"/>
            <a:ext cx="811616" cy="1069542"/>
          </a:xfrm>
          <a:prstGeom prst="rect">
            <a:avLst/>
          </a:prstGeom>
          <a:noFill/>
          <a:ln w="28575">
            <a:solidFill>
              <a:srgbClr val="5A6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4877832-EBCA-7E6F-793B-FB5597288DE9}"/>
              </a:ext>
            </a:extLst>
          </p:cNvPr>
          <p:cNvSpPr txBox="1"/>
          <p:nvPr/>
        </p:nvSpPr>
        <p:spPr>
          <a:xfrm>
            <a:off x="9677688" y="6143416"/>
            <a:ext cx="77457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logic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95D29FC-2CAF-6310-25B3-B3F47F0F3746}"/>
              </a:ext>
            </a:extLst>
          </p:cNvPr>
          <p:cNvGrpSpPr/>
          <p:nvPr/>
        </p:nvGrpSpPr>
        <p:grpSpPr>
          <a:xfrm>
            <a:off x="10096091" y="6904294"/>
            <a:ext cx="304182" cy="141959"/>
            <a:chOff x="9334499" y="7025800"/>
            <a:chExt cx="560444" cy="259050"/>
          </a:xfrm>
        </p:grpSpPr>
        <p:sp>
          <p:nvSpPr>
            <p:cNvPr id="218" name="Trapezoid 217">
              <a:extLst>
                <a:ext uri="{FF2B5EF4-FFF2-40B4-BE49-F238E27FC236}">
                  <a16:creationId xmlns:a16="http://schemas.microsoft.com/office/drawing/2014/main" id="{B93EFF6A-7B66-9DD1-017F-7614708A9CF2}"/>
                </a:ext>
              </a:extLst>
            </p:cNvPr>
            <p:cNvSpPr/>
            <p:nvPr/>
          </p:nvSpPr>
          <p:spPr>
            <a:xfrm rot="10800000">
              <a:off x="9334499" y="7031982"/>
              <a:ext cx="560444" cy="252868"/>
            </a:xfrm>
            <a:prstGeom prst="trapezoid">
              <a:avLst>
                <a:gd name="adj" fmla="val 49680"/>
              </a:avLst>
            </a:prstGeom>
            <a:solidFill>
              <a:srgbClr val="384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Isosceles Triangle 218">
              <a:extLst>
                <a:ext uri="{FF2B5EF4-FFF2-40B4-BE49-F238E27FC236}">
                  <a16:creationId xmlns:a16="http://schemas.microsoft.com/office/drawing/2014/main" id="{5330005F-EC02-83B2-22FC-9FC7BF2A1316}"/>
                </a:ext>
              </a:extLst>
            </p:cNvPr>
            <p:cNvSpPr/>
            <p:nvPr/>
          </p:nvSpPr>
          <p:spPr>
            <a:xfrm flipV="1">
              <a:off x="9577481" y="7025800"/>
              <a:ext cx="76051" cy="65561"/>
            </a:xfrm>
            <a:prstGeom prst="triangle">
              <a:avLst/>
            </a:prstGeom>
            <a:solidFill>
              <a:srgbClr val="839B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E7DC04F4-5C19-0027-8555-A0DFABD9E2D3}"/>
              </a:ext>
            </a:extLst>
          </p:cNvPr>
          <p:cNvSpPr txBox="1"/>
          <p:nvPr/>
        </p:nvSpPr>
        <p:spPr>
          <a:xfrm>
            <a:off x="6561107" y="6113208"/>
            <a:ext cx="9073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rank0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6912C4D-9127-92DC-0425-5C82C3130588}"/>
              </a:ext>
            </a:extLst>
          </p:cNvPr>
          <p:cNvSpPr txBox="1"/>
          <p:nvPr/>
        </p:nvSpPr>
        <p:spPr>
          <a:xfrm>
            <a:off x="6561103" y="6735966"/>
            <a:ext cx="9073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rank1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51CE70-12B1-D936-6BCB-E222C5A1C5A9}"/>
              </a:ext>
            </a:extLst>
          </p:cNvPr>
          <p:cNvSpPr/>
          <p:nvPr/>
        </p:nvSpPr>
        <p:spPr>
          <a:xfrm>
            <a:off x="1878390" y="4161074"/>
            <a:ext cx="8348250" cy="10901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/>
              <a:t>A Different Perspective</a:t>
            </a:r>
            <a:endParaRPr lang="en-US" sz="3600" b="1" dirty="0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E3F357A-14EE-4432-7ED8-70069F5E04A6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4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67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38A4-96B7-4D32-9E99-E7196C7D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Low Design Cost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7D9E9B8-628D-1119-7E66-418014C21D3D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5</a:t>
            </a:fld>
            <a:endParaRPr lang="en-US" sz="1800">
              <a:solidFill>
                <a:srgbClr val="004F9E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C0CDF5D-99EB-A3D6-2148-7427E817ECD5}"/>
              </a:ext>
            </a:extLst>
          </p:cNvPr>
          <p:cNvGrpSpPr/>
          <p:nvPr/>
        </p:nvGrpSpPr>
        <p:grpSpPr>
          <a:xfrm>
            <a:off x="837174" y="6360110"/>
            <a:ext cx="9715515" cy="1880918"/>
            <a:chOff x="837174" y="1551693"/>
            <a:chExt cx="9715515" cy="1880918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DD7A9EC5-AD0F-12A5-CF16-66DC0AE69D84}"/>
                </a:ext>
              </a:extLst>
            </p:cNvPr>
            <p:cNvGrpSpPr/>
            <p:nvPr/>
          </p:nvGrpSpPr>
          <p:grpSpPr>
            <a:xfrm>
              <a:off x="7307497" y="1551693"/>
              <a:ext cx="3245192" cy="1880918"/>
              <a:chOff x="8707506" y="6517496"/>
              <a:chExt cx="3245192" cy="1880918"/>
            </a:xfrm>
          </p:grpSpPr>
          <p:sp>
            <p:nvSpPr>
              <p:cNvPr id="12" name="Hexagon 11">
                <a:extLst>
                  <a:ext uri="{FF2B5EF4-FFF2-40B4-BE49-F238E27FC236}">
                    <a16:creationId xmlns:a16="http://schemas.microsoft.com/office/drawing/2014/main" id="{1BDF7E46-772C-459C-B7AA-AD707257542E}"/>
                  </a:ext>
                </a:extLst>
              </p:cNvPr>
              <p:cNvSpPr/>
              <p:nvPr/>
            </p:nvSpPr>
            <p:spPr>
              <a:xfrm>
                <a:off x="8707506" y="7136210"/>
                <a:ext cx="1487436" cy="1252340"/>
              </a:xfrm>
              <a:prstGeom prst="hexagon">
                <a:avLst/>
              </a:prstGeom>
              <a:solidFill>
                <a:srgbClr val="004F9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CN" sz="3200" b="1">
                    <a:solidFill>
                      <a:prstClr val="white"/>
                    </a:solidFill>
                  </a:rPr>
                  <a:t>Perf.</a:t>
                </a:r>
                <a:endParaRPr lang="en-US" sz="3200" b="1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Hexagon 39">
                <a:extLst>
                  <a:ext uri="{FF2B5EF4-FFF2-40B4-BE49-F238E27FC236}">
                    <a16:creationId xmlns:a16="http://schemas.microsoft.com/office/drawing/2014/main" id="{5044FAC6-5CEE-48BB-AF06-94ACE7E077A9}"/>
                  </a:ext>
                </a:extLst>
              </p:cNvPr>
              <p:cNvSpPr/>
              <p:nvPr/>
            </p:nvSpPr>
            <p:spPr>
              <a:xfrm>
                <a:off x="10514583" y="7136210"/>
                <a:ext cx="1438115" cy="1262204"/>
              </a:xfrm>
              <a:prstGeom prst="hexagon">
                <a:avLst/>
              </a:prstGeom>
              <a:solidFill>
                <a:srgbClr val="004F9E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chemeClr val="bg1"/>
                    </a:solidFill>
                  </a:rPr>
                  <a:t>Cost</a:t>
                </a:r>
              </a:p>
            </p:txBody>
          </p:sp>
          <p:pic>
            <p:nvPicPr>
              <p:cNvPr id="109" name="Graphic 108" descr="Scales of justice outline">
                <a:extLst>
                  <a:ext uri="{FF2B5EF4-FFF2-40B4-BE49-F238E27FC236}">
                    <a16:creationId xmlns:a16="http://schemas.microsoft.com/office/drawing/2014/main" id="{7BAE4CEA-6722-3316-0CA3-FF36A9B57F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97563" y="6517496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8238FE4-1234-2582-4C7E-277EC164B0AF}"/>
                </a:ext>
              </a:extLst>
            </p:cNvPr>
            <p:cNvSpPr txBox="1"/>
            <p:nvPr/>
          </p:nvSpPr>
          <p:spPr>
            <a:xfrm>
              <a:off x="837174" y="1983607"/>
              <a:ext cx="6093372" cy="1379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90000"/>
                </a:lnSpc>
                <a:spcBef>
                  <a:spcPts val="1333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Performance vs Cost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Cost-per-bit: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Capacity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Performance: Bandwidth/Latency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A1D95E9-771E-C01B-4D68-13416C80ED29}"/>
              </a:ext>
            </a:extLst>
          </p:cNvPr>
          <p:cNvGrpSpPr/>
          <p:nvPr/>
        </p:nvGrpSpPr>
        <p:grpSpPr>
          <a:xfrm>
            <a:off x="837174" y="4636237"/>
            <a:ext cx="10119830" cy="1379865"/>
            <a:chOff x="837174" y="6959125"/>
            <a:chExt cx="10119830" cy="137986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89229AA-4527-CC36-1AD1-619C8F87D1E7}"/>
                </a:ext>
              </a:extLst>
            </p:cNvPr>
            <p:cNvGrpSpPr/>
            <p:nvPr/>
          </p:nvGrpSpPr>
          <p:grpSpPr>
            <a:xfrm>
              <a:off x="7307497" y="7040600"/>
              <a:ext cx="3649507" cy="1216916"/>
              <a:chOff x="7307497" y="5082261"/>
              <a:chExt cx="3649507" cy="1216916"/>
            </a:xfrm>
          </p:grpSpPr>
          <p:pic>
            <p:nvPicPr>
              <p:cNvPr id="26" name="Content Placeholder 8" descr="Logo&#10;&#10;Description automatically generated">
                <a:extLst>
                  <a:ext uri="{FF2B5EF4-FFF2-40B4-BE49-F238E27FC236}">
                    <a16:creationId xmlns:a16="http://schemas.microsoft.com/office/drawing/2014/main" id="{F2F484A3-2D3A-5046-0525-B96B2EA56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3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07497" y="5312154"/>
                <a:ext cx="3649507" cy="757130"/>
              </a:xfrm>
              <a:prstGeom prst="rect">
                <a:avLst/>
              </a:prstGeom>
              <a:effectLst>
                <a:glow rad="50800">
                  <a:schemeClr val="accent1">
                    <a:lumMod val="50000"/>
                  </a:schemeClr>
                </a:glow>
              </a:effectLst>
            </p:spPr>
          </p:pic>
          <p:pic>
            <p:nvPicPr>
              <p:cNvPr id="30" name="Graphic 29" descr="Magnifying glass with solid fill">
                <a:extLst>
                  <a:ext uri="{FF2B5EF4-FFF2-40B4-BE49-F238E27FC236}">
                    <a16:creationId xmlns:a16="http://schemas.microsoft.com/office/drawing/2014/main" id="{1A120CED-C918-EDB6-2F80-06CAC80EF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63851" y="5082261"/>
                <a:ext cx="1216916" cy="1216916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CA6A325-ADEC-D78B-327E-F4AF0D366239}"/>
                </a:ext>
              </a:extLst>
            </p:cNvPr>
            <p:cNvSpPr txBox="1"/>
            <p:nvPr/>
          </p:nvSpPr>
          <p:spPr>
            <a:xfrm>
              <a:off x="837174" y="6959125"/>
              <a:ext cx="6093372" cy="1379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90000"/>
                </a:lnSpc>
                <a:spcBef>
                  <a:spcPts val="1333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Potential Opportunities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Recycle under-utilized resources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Repurpose existing resources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6D3D6C-0D23-5E51-79EC-AB85C1F59EF4}"/>
              </a:ext>
            </a:extLst>
          </p:cNvPr>
          <p:cNvGrpSpPr/>
          <p:nvPr/>
        </p:nvGrpSpPr>
        <p:grpSpPr>
          <a:xfrm>
            <a:off x="837174" y="1658914"/>
            <a:ext cx="10784494" cy="2522792"/>
            <a:chOff x="837174" y="3910969"/>
            <a:chExt cx="10784494" cy="252279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6E99594-F183-3728-0548-3FF9F78961A0}"/>
                </a:ext>
              </a:extLst>
            </p:cNvPr>
            <p:cNvGrpSpPr/>
            <p:nvPr/>
          </p:nvGrpSpPr>
          <p:grpSpPr>
            <a:xfrm>
              <a:off x="6649330" y="3910969"/>
              <a:ext cx="4972338" cy="2522792"/>
              <a:chOff x="6649330" y="3910969"/>
              <a:chExt cx="4972338" cy="2522792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334BB2B7-7592-1152-C657-076D12BF5571}"/>
                  </a:ext>
                </a:extLst>
              </p:cNvPr>
              <p:cNvGrpSpPr/>
              <p:nvPr/>
            </p:nvGrpSpPr>
            <p:grpSpPr>
              <a:xfrm>
                <a:off x="6649330" y="4231180"/>
                <a:ext cx="1773562" cy="2145890"/>
                <a:chOff x="7122927" y="2243305"/>
                <a:chExt cx="1773562" cy="214589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E282E1B-BA3E-6575-F227-107F043F7007}"/>
                    </a:ext>
                  </a:extLst>
                </p:cNvPr>
                <p:cNvSpPr/>
                <p:nvPr/>
              </p:nvSpPr>
              <p:spPr>
                <a:xfrm>
                  <a:off x="7433449" y="4221802"/>
                  <a:ext cx="1463040" cy="167393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ABDB002-C510-F5C0-B0B8-14EA6D8C1B36}"/>
                    </a:ext>
                  </a:extLst>
                </p:cNvPr>
                <p:cNvSpPr/>
                <p:nvPr/>
              </p:nvSpPr>
              <p:spPr>
                <a:xfrm>
                  <a:off x="7122927" y="2243305"/>
                  <a:ext cx="189811" cy="146304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B82D030-22E3-199A-24BE-B1F1BF550480}"/>
                    </a:ext>
                  </a:extLst>
                </p:cNvPr>
                <p:cNvSpPr/>
                <p:nvPr/>
              </p:nvSpPr>
              <p:spPr>
                <a:xfrm>
                  <a:off x="7428980" y="2244814"/>
                  <a:ext cx="1463040" cy="186998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004B9F5-DE66-5205-08AB-7F6BBCFA7E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2425101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B70219C-C05A-7252-4ABE-D4E44EC6C4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081810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8C8D18F-EB31-102B-89CF-03D1D76E0E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300713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BCD69DF8-6038-75F9-3B74-039A8BB6A3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519618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4854CEB-20F5-3F9F-66F3-BAB9D4279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831649" y="3189987"/>
                  <a:ext cx="17373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15DC8B3-EB16-31E6-FC23-0E7550681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612746" y="3189987"/>
                  <a:ext cx="17373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60A0DA0-808C-83D5-A4BD-408BC78216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393843" y="3189987"/>
                  <a:ext cx="17373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0FE20427-8F5A-FC45-11DF-A59CEFED5F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174940" y="3189987"/>
                  <a:ext cx="17373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4FE76AC6-DA31-6719-4F42-F2B034BA98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956037" y="3189987"/>
                  <a:ext cx="17373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6F86BF0E-8918-5A52-4C01-2AED31A5AA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737132" y="3189987"/>
                  <a:ext cx="17373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0156604-81E1-D9E3-DBE7-3EEF15B4F7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2644004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0D1F810B-1762-8EE7-C055-61AB62CC0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2862907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C16378CD-4223-9C35-201A-E65D7A3938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738863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419154A1-3876-DADE-B3B8-D788541FD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957768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chemeClr val="accent4">
                      <a:lumMod val="75000"/>
                    </a:schemeClr>
                  </a:solidFill>
                  <a:prstDash val="solid"/>
                  <a:headEnd type="non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cxn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CFD3D7EC-9969-2A96-E0C4-2052BBC8ECBE}"/>
                    </a:ext>
                  </a:extLst>
                </p:cNvPr>
                <p:cNvSpPr/>
                <p:nvPr/>
              </p:nvSpPr>
              <p:spPr>
                <a:xfrm>
                  <a:off x="7122927" y="3650212"/>
                  <a:ext cx="189811" cy="464588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4" name="Right Brace 63">
                <a:extLst>
                  <a:ext uri="{FF2B5EF4-FFF2-40B4-BE49-F238E27FC236}">
                    <a16:creationId xmlns:a16="http://schemas.microsoft.com/office/drawing/2014/main" id="{CDC11AB7-8AD2-3F66-20BF-9D3E1BF32A60}"/>
                  </a:ext>
                </a:extLst>
              </p:cNvPr>
              <p:cNvSpPr/>
              <p:nvPr/>
            </p:nvSpPr>
            <p:spPr>
              <a:xfrm>
                <a:off x="8365975" y="5657590"/>
                <a:ext cx="298183" cy="442635"/>
              </a:xfrm>
              <a:prstGeom prst="rightBrace">
                <a:avLst>
                  <a:gd name="adj1" fmla="val 22619"/>
                  <a:gd name="adj2" fmla="val 50000"/>
                </a:avLst>
              </a:prstGeom>
              <a:ln w="3810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2875550-4813-E832-3BDB-AF1765047CD0}"/>
                  </a:ext>
                </a:extLst>
              </p:cNvPr>
              <p:cNvSpPr txBox="1"/>
              <p:nvPr/>
            </p:nvSpPr>
            <p:spPr>
              <a:xfrm>
                <a:off x="8432813" y="5536243"/>
                <a:ext cx="1140938" cy="757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385" defTabSz="1219170">
                  <a:lnSpc>
                    <a:spcPct val="90000"/>
                  </a:lnSpc>
                  <a:spcBef>
                    <a:spcPts val="667"/>
                  </a:spcBef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Spare Rows</a:t>
                </a: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F4B0E9E-62FA-2AF7-E44C-6975EB2769D8}"/>
                  </a:ext>
                </a:extLst>
              </p:cNvPr>
              <p:cNvGrpSpPr/>
              <p:nvPr/>
            </p:nvGrpSpPr>
            <p:grpSpPr>
              <a:xfrm>
                <a:off x="9704792" y="5249927"/>
                <a:ext cx="1820465" cy="1183834"/>
                <a:chOff x="9704790" y="2209232"/>
                <a:chExt cx="1820465" cy="1183834"/>
              </a:xfrm>
            </p:grpSpPr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5251E266-F2BD-DFD0-E0D0-9406B11DEB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04792" y="2331996"/>
                  <a:ext cx="1820463" cy="1061070"/>
                </a:xfrm>
                <a:prstGeom prst="rect">
                  <a:avLst/>
                </a:prstGeom>
              </p:spPr>
            </p:pic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B9C3123-2332-4606-52BE-3F6A3938BA70}"/>
                    </a:ext>
                  </a:extLst>
                </p:cNvPr>
                <p:cNvSpPr txBox="1"/>
                <p:nvPr/>
              </p:nvSpPr>
              <p:spPr>
                <a:xfrm>
                  <a:off x="9704792" y="2209232"/>
                  <a:ext cx="1820462" cy="424732"/>
                </a:xfrm>
                <a:prstGeom prst="rect">
                  <a:avLst/>
                </a:prstGeom>
                <a:solidFill>
                  <a:srgbClr val="EFEFEF"/>
                </a:solidFill>
              </p:spPr>
              <p:txBody>
                <a:bodyPr wrap="square">
                  <a:spAutoFit/>
                </a:bodyPr>
                <a:lstStyle/>
                <a:p>
                  <a:pPr marL="152385" algn="ctr" defTabSz="1219170">
                    <a:lnSpc>
                      <a:spcPct val="90000"/>
                    </a:lnSpc>
                    <a:spcBef>
                      <a:spcPts val="667"/>
                    </a:spcBef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Timing</a:t>
                  </a: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9B5294F-50B8-56D9-D7C5-3D551B704847}"/>
                    </a:ext>
                  </a:extLst>
                </p:cNvPr>
                <p:cNvSpPr/>
                <p:nvPr/>
              </p:nvSpPr>
              <p:spPr>
                <a:xfrm>
                  <a:off x="9704790" y="2209232"/>
                  <a:ext cx="1820463" cy="1183834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09DBC9B-FE5C-29DE-CD84-7AE42E4B115D}"/>
                  </a:ext>
                </a:extLst>
              </p:cNvPr>
              <p:cNvSpPr/>
              <p:nvPr/>
            </p:nvSpPr>
            <p:spPr>
              <a:xfrm>
                <a:off x="10836756" y="3946252"/>
                <a:ext cx="376315" cy="517356"/>
              </a:xfrm>
              <a:prstGeom prst="rect">
                <a:avLst/>
              </a:prstGeom>
              <a:solidFill>
                <a:sysClr val="window" lastClr="FFFFFF">
                  <a:lumMod val="65000"/>
                </a:sysClr>
              </a:solidFill>
              <a:ln w="1587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482D9D1B-63C9-3858-1B5B-C20181104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17260" y="3910969"/>
                <a:ext cx="414967" cy="580953"/>
              </a:xfrm>
              <a:prstGeom prst="rect">
                <a:avLst/>
              </a:prstGeom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01117FF-D284-EA2B-66A4-BC48D086CB23}"/>
                  </a:ext>
                </a:extLst>
              </p:cNvPr>
              <p:cNvSpPr txBox="1"/>
              <p:nvPr/>
            </p:nvSpPr>
            <p:spPr>
              <a:xfrm>
                <a:off x="9353617" y="4593893"/>
                <a:ext cx="1140938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385" defTabSz="1219170">
                  <a:lnSpc>
                    <a:spcPct val="90000"/>
                  </a:lnSpc>
                  <a:spcBef>
                    <a:spcPts val="667"/>
                  </a:spcBef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Weak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810BFB8-65CC-C90D-B47B-F59E48E1399B}"/>
                  </a:ext>
                </a:extLst>
              </p:cNvPr>
              <p:cNvSpPr txBox="1"/>
              <p:nvPr/>
            </p:nvSpPr>
            <p:spPr>
              <a:xfrm>
                <a:off x="10292341" y="4596631"/>
                <a:ext cx="1329327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385" defTabSz="1219170">
                  <a:lnSpc>
                    <a:spcPct val="90000"/>
                  </a:lnSpc>
                  <a:spcBef>
                    <a:spcPts val="667"/>
                  </a:spcBef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Healthy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1BC5762-03DA-5AD3-6FCA-E30F2BE21342}"/>
                  </a:ext>
                </a:extLst>
              </p:cNvPr>
              <p:cNvGrpSpPr/>
              <p:nvPr/>
            </p:nvGrpSpPr>
            <p:grpSpPr>
              <a:xfrm>
                <a:off x="9760348" y="3940068"/>
                <a:ext cx="688909" cy="697355"/>
                <a:chOff x="10028444" y="3631894"/>
                <a:chExt cx="688909" cy="697355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ECF1BF10-98ED-AC4D-1F37-1A8566AF798B}"/>
                    </a:ext>
                  </a:extLst>
                </p:cNvPr>
                <p:cNvSpPr/>
                <p:nvPr/>
              </p:nvSpPr>
              <p:spPr>
                <a:xfrm>
                  <a:off x="10043202" y="3723511"/>
                  <a:ext cx="287179" cy="333900"/>
                </a:xfrm>
                <a:prstGeom prst="rect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587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79B4C154-26A5-3972-42A8-5D7EDEF66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28444" y="3631894"/>
                  <a:ext cx="316676" cy="443346"/>
                </a:xfrm>
                <a:prstGeom prst="rect">
                  <a:avLst/>
                </a:prstGeom>
              </p:spPr>
            </p:pic>
            <p:pic>
              <p:nvPicPr>
                <p:cNvPr id="99" name="Graphic 98" descr="Lightning bolt with solid fill">
                  <a:extLst>
                    <a:ext uri="{FF2B5EF4-FFF2-40B4-BE49-F238E27FC236}">
                      <a16:creationId xmlns:a16="http://schemas.microsoft.com/office/drawing/2014/main" id="{D3B89DA2-8C12-BA0C-715A-2771F4DA48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85294" y="3797190"/>
                  <a:ext cx="532059" cy="532059"/>
                </a:xfrm>
                <a:prstGeom prst="rect">
                  <a:avLst/>
                </a:prstGeom>
              </p:spPr>
            </p:pic>
          </p:grp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0E162E-B2AC-E7A7-288E-02A63F5D6F2A}"/>
                </a:ext>
              </a:extLst>
            </p:cNvPr>
            <p:cNvSpPr txBox="1"/>
            <p:nvPr/>
          </p:nvSpPr>
          <p:spPr>
            <a:xfrm>
              <a:off x="837174" y="4318287"/>
              <a:ext cx="6093372" cy="1802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90000"/>
                </a:lnSpc>
                <a:spcBef>
                  <a:spcPts val="1333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Redundant in-mem Resources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Spare row/column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Conservative timing</a:t>
              </a:r>
            </a:p>
            <a:p>
              <a:pPr marL="609585" marR="0" lvl="1" indent="0" algn="l" defTabSz="1219170" rtl="0" eaLnBrk="1" fontAlgn="auto" latinLnBrk="0" hangingPunct="1">
                <a:lnSpc>
                  <a:spcPct val="90000"/>
                </a:lnSpc>
                <a:spcBef>
                  <a:spcPts val="667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Redundancy in future memory</a:t>
              </a:r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D5C8600B-7A28-D381-1F0E-97C5EF6CBDFC}"/>
              </a:ext>
            </a:extLst>
          </p:cNvPr>
          <p:cNvSpPr/>
          <p:nvPr/>
        </p:nvSpPr>
        <p:spPr>
          <a:xfrm rot="3394197">
            <a:off x="9968472" y="2526637"/>
            <a:ext cx="720503" cy="511605"/>
          </a:xfrm>
          <a:prstGeom prst="rightArrow">
            <a:avLst/>
          </a:prstGeom>
          <a:solidFill>
            <a:srgbClr val="004F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1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0E5D-3AEB-471F-B4CD-5C3FEABF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Background – Architecture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6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3" name="任意多边形: 形状 94">
            <a:extLst>
              <a:ext uri="{FF2B5EF4-FFF2-40B4-BE49-F238E27FC236}">
                <a16:creationId xmlns:a16="http://schemas.microsoft.com/office/drawing/2014/main" id="{4FD6D324-194C-34B6-D6E6-CD6D13A2D698}"/>
              </a:ext>
            </a:extLst>
          </p:cNvPr>
          <p:cNvSpPr/>
          <p:nvPr/>
        </p:nvSpPr>
        <p:spPr>
          <a:xfrm>
            <a:off x="758053" y="2451224"/>
            <a:ext cx="2829713" cy="685650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002B8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zh-CN" altLang="en-US" sz="3200" kern="1200"/>
          </a:p>
        </p:txBody>
      </p:sp>
      <p:sp>
        <p:nvSpPr>
          <p:cNvPr id="4" name="任意多边形: 形状 95">
            <a:extLst>
              <a:ext uri="{FF2B5EF4-FFF2-40B4-BE49-F238E27FC236}">
                <a16:creationId xmlns:a16="http://schemas.microsoft.com/office/drawing/2014/main" id="{CAB460F7-FF0F-68EE-D354-AB1C03378E5A}"/>
              </a:ext>
            </a:extLst>
          </p:cNvPr>
          <p:cNvSpPr/>
          <p:nvPr/>
        </p:nvSpPr>
        <p:spPr>
          <a:xfrm>
            <a:off x="748409" y="3204709"/>
            <a:ext cx="2955148" cy="722154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C2D2E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95502"/>
              <a:satOff val="2559"/>
              <a:lumOff val="11272"/>
              <a:alphaOff val="0"/>
            </a:schemeClr>
          </a:fillRef>
          <a:effectRef idx="0">
            <a:schemeClr val="accent5">
              <a:shade val="50000"/>
              <a:hueOff val="95502"/>
              <a:satOff val="2559"/>
              <a:lumOff val="1127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7" name="任意多边形: 形状 96">
            <a:extLst>
              <a:ext uri="{FF2B5EF4-FFF2-40B4-BE49-F238E27FC236}">
                <a16:creationId xmlns:a16="http://schemas.microsoft.com/office/drawing/2014/main" id="{C5D155D6-E2BA-3601-E2AD-453F5862F5C0}"/>
              </a:ext>
            </a:extLst>
          </p:cNvPr>
          <p:cNvSpPr/>
          <p:nvPr/>
        </p:nvSpPr>
        <p:spPr>
          <a:xfrm>
            <a:off x="737849" y="3996779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A1B3D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191005"/>
              <a:satOff val="5117"/>
              <a:lumOff val="22545"/>
              <a:alphaOff val="0"/>
            </a:schemeClr>
          </a:fillRef>
          <a:effectRef idx="0">
            <a:schemeClr val="accent5">
              <a:shade val="50000"/>
              <a:hueOff val="191005"/>
              <a:satOff val="5117"/>
              <a:lumOff val="225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8" name="任意多边形: 形状 97">
            <a:extLst>
              <a:ext uri="{FF2B5EF4-FFF2-40B4-BE49-F238E27FC236}">
                <a16:creationId xmlns:a16="http://schemas.microsoft.com/office/drawing/2014/main" id="{60B98913-B79A-5259-898A-C98F7A906599}"/>
              </a:ext>
            </a:extLst>
          </p:cNvPr>
          <p:cNvSpPr/>
          <p:nvPr/>
        </p:nvSpPr>
        <p:spPr>
          <a:xfrm>
            <a:off x="737849" y="4765168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3D69B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286507"/>
              <a:satOff val="7676"/>
              <a:lumOff val="33817"/>
              <a:alphaOff val="0"/>
            </a:schemeClr>
          </a:fillRef>
          <a:effectRef idx="0">
            <a:schemeClr val="accent5">
              <a:shade val="50000"/>
              <a:hueOff val="286507"/>
              <a:satOff val="7676"/>
              <a:lumOff val="3381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54049" tIns="144780" rIns="144781" bIns="144780" numCol="1" spcCol="1270" anchor="ctr" anchorCtr="0">
            <a:noAutofit/>
          </a:bodyPr>
          <a:lstStyle/>
          <a:p>
            <a:pPr marL="0" lvl="0" indent="0" algn="l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800" kern="1200"/>
          </a:p>
        </p:txBody>
      </p:sp>
      <p:sp>
        <p:nvSpPr>
          <p:cNvPr id="9" name="任意多边形: 形状 109">
            <a:extLst>
              <a:ext uri="{FF2B5EF4-FFF2-40B4-BE49-F238E27FC236}">
                <a16:creationId xmlns:a16="http://schemas.microsoft.com/office/drawing/2014/main" id="{31233C79-B6C1-D472-BF1B-910D154033EB}"/>
              </a:ext>
            </a:extLst>
          </p:cNvPr>
          <p:cNvSpPr/>
          <p:nvPr/>
        </p:nvSpPr>
        <p:spPr>
          <a:xfrm>
            <a:off x="3317418" y="2460813"/>
            <a:ext cx="524525" cy="713756"/>
          </a:xfrm>
          <a:custGeom>
            <a:avLst/>
            <a:gdLst>
              <a:gd name="connsiteX0" fmla="*/ 0 w 756417"/>
              <a:gd name="connsiteY0" fmla="*/ 858548 h 858548"/>
              <a:gd name="connsiteX1" fmla="*/ 378209 w 756417"/>
              <a:gd name="connsiteY1" fmla="*/ 0 h 858548"/>
              <a:gd name="connsiteX2" fmla="*/ 378209 w 756417"/>
              <a:gd name="connsiteY2" fmla="*/ 0 h 858548"/>
              <a:gd name="connsiteX3" fmla="*/ 756417 w 756417"/>
              <a:gd name="connsiteY3" fmla="*/ 858548 h 858548"/>
              <a:gd name="connsiteX4" fmla="*/ 0 w 756417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417" h="858548">
                <a:moveTo>
                  <a:pt x="0" y="858548"/>
                </a:moveTo>
                <a:lnTo>
                  <a:pt x="378209" y="0"/>
                </a:lnTo>
                <a:lnTo>
                  <a:pt x="378209" y="0"/>
                </a:lnTo>
                <a:lnTo>
                  <a:pt x="756417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210" tIns="29210" rIns="29210" bIns="29210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300" kern="1200"/>
          </a:p>
        </p:txBody>
      </p:sp>
      <p:sp>
        <p:nvSpPr>
          <p:cNvPr id="10" name="任意多边形: 形状 110">
            <a:extLst>
              <a:ext uri="{FF2B5EF4-FFF2-40B4-BE49-F238E27FC236}">
                <a16:creationId xmlns:a16="http://schemas.microsoft.com/office/drawing/2014/main" id="{19764638-C08B-6557-A74A-7FEF77174AE2}"/>
              </a:ext>
            </a:extLst>
          </p:cNvPr>
          <p:cNvSpPr/>
          <p:nvPr/>
        </p:nvSpPr>
        <p:spPr>
          <a:xfrm>
            <a:off x="2433204" y="4779289"/>
            <a:ext cx="2292952" cy="713756"/>
          </a:xfrm>
          <a:custGeom>
            <a:avLst/>
            <a:gdLst>
              <a:gd name="connsiteX0" fmla="*/ 0 w 3025670"/>
              <a:gd name="connsiteY0" fmla="*/ 858548 h 858548"/>
              <a:gd name="connsiteX1" fmla="*/ 378208 w 3025670"/>
              <a:gd name="connsiteY1" fmla="*/ 0 h 858548"/>
              <a:gd name="connsiteX2" fmla="*/ 2647462 w 3025670"/>
              <a:gd name="connsiteY2" fmla="*/ 0 h 858548"/>
              <a:gd name="connsiteX3" fmla="*/ 3025670 w 3025670"/>
              <a:gd name="connsiteY3" fmla="*/ 858548 h 858548"/>
              <a:gd name="connsiteX4" fmla="*/ 0 w 3025670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670" h="858548">
                <a:moveTo>
                  <a:pt x="0" y="858548"/>
                </a:moveTo>
                <a:lnTo>
                  <a:pt x="378208" y="0"/>
                </a:lnTo>
                <a:lnTo>
                  <a:pt x="2647462" y="0"/>
                </a:lnTo>
                <a:lnTo>
                  <a:pt x="3025670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2F528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344994"/>
              <a:satOff val="-8402"/>
              <a:lumOff val="36768"/>
              <a:alphaOff val="0"/>
            </a:schemeClr>
          </a:fillRef>
          <a:effectRef idx="0">
            <a:schemeClr val="accent1">
              <a:shade val="50000"/>
              <a:hueOff val="344994"/>
              <a:satOff val="-8402"/>
              <a:lumOff val="3676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532" tIns="66040" rIns="595532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21" name="任意多边形: 形状 114">
            <a:extLst>
              <a:ext uri="{FF2B5EF4-FFF2-40B4-BE49-F238E27FC236}">
                <a16:creationId xmlns:a16="http://schemas.microsoft.com/office/drawing/2014/main" id="{ED4AF46F-FBB8-A61D-EC4A-A8B4DC2FC4EE}"/>
              </a:ext>
            </a:extLst>
          </p:cNvPr>
          <p:cNvSpPr/>
          <p:nvPr/>
        </p:nvSpPr>
        <p:spPr>
          <a:xfrm>
            <a:off x="3021830" y="3231670"/>
            <a:ext cx="1115700" cy="715335"/>
          </a:xfrm>
          <a:custGeom>
            <a:avLst/>
            <a:gdLst>
              <a:gd name="connsiteX0" fmla="*/ 0 w 1512835"/>
              <a:gd name="connsiteY0" fmla="*/ 858548 h 858548"/>
              <a:gd name="connsiteX1" fmla="*/ 378208 w 1512835"/>
              <a:gd name="connsiteY1" fmla="*/ 0 h 858548"/>
              <a:gd name="connsiteX2" fmla="*/ 1134627 w 1512835"/>
              <a:gd name="connsiteY2" fmla="*/ 0 h 858548"/>
              <a:gd name="connsiteX3" fmla="*/ 1512835 w 1512835"/>
              <a:gd name="connsiteY3" fmla="*/ 858548 h 858548"/>
              <a:gd name="connsiteX4" fmla="*/ 0 w 1512835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2835" h="858548">
                <a:moveTo>
                  <a:pt x="0" y="858548"/>
                </a:moveTo>
                <a:lnTo>
                  <a:pt x="378208" y="0"/>
                </a:lnTo>
                <a:lnTo>
                  <a:pt x="1134627" y="0"/>
                </a:lnTo>
                <a:lnTo>
                  <a:pt x="1512835" y="858548"/>
                </a:lnTo>
                <a:lnTo>
                  <a:pt x="0" y="85854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114998"/>
              <a:satOff val="-2801"/>
              <a:lumOff val="12256"/>
              <a:alphaOff val="0"/>
            </a:schemeClr>
          </a:fillRef>
          <a:effectRef idx="0">
            <a:schemeClr val="accent1">
              <a:shade val="50000"/>
              <a:hueOff val="114998"/>
              <a:satOff val="-2801"/>
              <a:lumOff val="122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2846" tIns="38100" rIns="302846" bIns="38100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000" kern="1200"/>
          </a:p>
        </p:txBody>
      </p:sp>
      <p:sp>
        <p:nvSpPr>
          <p:cNvPr id="22" name="任意多边形: 形状 115">
            <a:extLst>
              <a:ext uri="{FF2B5EF4-FFF2-40B4-BE49-F238E27FC236}">
                <a16:creationId xmlns:a16="http://schemas.microsoft.com/office/drawing/2014/main" id="{D1E2BE6F-E967-6C43-C18E-CA9326010919}"/>
              </a:ext>
            </a:extLst>
          </p:cNvPr>
          <p:cNvSpPr/>
          <p:nvPr/>
        </p:nvSpPr>
        <p:spPr>
          <a:xfrm>
            <a:off x="2746173" y="4019517"/>
            <a:ext cx="1667015" cy="715335"/>
          </a:xfrm>
          <a:custGeom>
            <a:avLst/>
            <a:gdLst>
              <a:gd name="connsiteX0" fmla="*/ 0 w 2269253"/>
              <a:gd name="connsiteY0" fmla="*/ 858548 h 858548"/>
              <a:gd name="connsiteX1" fmla="*/ 378208 w 2269253"/>
              <a:gd name="connsiteY1" fmla="*/ 0 h 858548"/>
              <a:gd name="connsiteX2" fmla="*/ 1891045 w 2269253"/>
              <a:gd name="connsiteY2" fmla="*/ 0 h 858548"/>
              <a:gd name="connsiteX3" fmla="*/ 2269253 w 2269253"/>
              <a:gd name="connsiteY3" fmla="*/ 858548 h 858548"/>
              <a:gd name="connsiteX4" fmla="*/ 0 w 2269253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9253" h="858548">
                <a:moveTo>
                  <a:pt x="0" y="858548"/>
                </a:moveTo>
                <a:lnTo>
                  <a:pt x="378208" y="0"/>
                </a:lnTo>
                <a:lnTo>
                  <a:pt x="1891045" y="0"/>
                </a:lnTo>
                <a:lnTo>
                  <a:pt x="2269253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728CC9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229996"/>
              <a:satOff val="-5601"/>
              <a:lumOff val="24512"/>
              <a:alphaOff val="0"/>
            </a:schemeClr>
          </a:fillRef>
          <a:effectRef idx="0">
            <a:schemeClr val="accent1">
              <a:shade val="50000"/>
              <a:hueOff val="229996"/>
              <a:satOff val="-5601"/>
              <a:lumOff val="2451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3159" tIns="66040" rIns="463160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B1330456-89DC-7795-EF94-94BEA94812F5}"/>
              </a:ext>
            </a:extLst>
          </p:cNvPr>
          <p:cNvSpPr txBox="1">
            <a:spLocks/>
          </p:cNvSpPr>
          <p:nvPr/>
        </p:nvSpPr>
        <p:spPr>
          <a:xfrm>
            <a:off x="837007" y="2502141"/>
            <a:ext cx="983449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DIMM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B56452A-716D-AEFD-3FA5-203451B73C5D}"/>
              </a:ext>
            </a:extLst>
          </p:cNvPr>
          <p:cNvSpPr txBox="1">
            <a:spLocks/>
          </p:cNvSpPr>
          <p:nvPr/>
        </p:nvSpPr>
        <p:spPr>
          <a:xfrm>
            <a:off x="837007" y="3296950"/>
            <a:ext cx="983449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Rank 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A4AB90CC-1DB4-6D87-A1CF-EDBB75815157}"/>
              </a:ext>
            </a:extLst>
          </p:cNvPr>
          <p:cNvSpPr txBox="1">
            <a:spLocks/>
          </p:cNvSpPr>
          <p:nvPr/>
        </p:nvSpPr>
        <p:spPr>
          <a:xfrm>
            <a:off x="837007" y="4036509"/>
            <a:ext cx="1831855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Chip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8A589D3B-626E-3A89-A029-FAEBDB81BA50}"/>
              </a:ext>
            </a:extLst>
          </p:cNvPr>
          <p:cNvSpPr txBox="1">
            <a:spLocks/>
          </p:cNvSpPr>
          <p:nvPr/>
        </p:nvSpPr>
        <p:spPr>
          <a:xfrm>
            <a:off x="837007" y="4780351"/>
            <a:ext cx="1011338" cy="527713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Bank/BG</a:t>
            </a:r>
          </a:p>
        </p:txBody>
      </p:sp>
      <p:sp>
        <p:nvSpPr>
          <p:cNvPr id="32" name="任意多边形: 形状 95">
            <a:extLst>
              <a:ext uri="{FF2B5EF4-FFF2-40B4-BE49-F238E27FC236}">
                <a16:creationId xmlns:a16="http://schemas.microsoft.com/office/drawing/2014/main" id="{A309DE80-15BF-E73D-B114-CDFF2B87BB1E}"/>
              </a:ext>
            </a:extLst>
          </p:cNvPr>
          <p:cNvSpPr/>
          <p:nvPr/>
        </p:nvSpPr>
        <p:spPr>
          <a:xfrm>
            <a:off x="748409" y="5528654"/>
            <a:ext cx="2955148" cy="722154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80A7CE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95502"/>
              <a:satOff val="2559"/>
              <a:lumOff val="11272"/>
              <a:alphaOff val="0"/>
            </a:schemeClr>
          </a:fillRef>
          <a:effectRef idx="0">
            <a:schemeClr val="accent5">
              <a:shade val="50000"/>
              <a:hueOff val="95502"/>
              <a:satOff val="2559"/>
              <a:lumOff val="1127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33" name="任意多边形: 形状 96">
            <a:extLst>
              <a:ext uri="{FF2B5EF4-FFF2-40B4-BE49-F238E27FC236}">
                <a16:creationId xmlns:a16="http://schemas.microsoft.com/office/drawing/2014/main" id="{5592AF77-C278-72E5-2236-BFC1A50291C4}"/>
              </a:ext>
            </a:extLst>
          </p:cNvPr>
          <p:cNvSpPr/>
          <p:nvPr/>
        </p:nvSpPr>
        <p:spPr>
          <a:xfrm>
            <a:off x="737849" y="6333424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6989C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191005"/>
              <a:satOff val="5117"/>
              <a:lumOff val="22545"/>
              <a:alphaOff val="0"/>
            </a:schemeClr>
          </a:fillRef>
          <a:effectRef idx="0">
            <a:schemeClr val="accent5">
              <a:shade val="50000"/>
              <a:hueOff val="191005"/>
              <a:satOff val="5117"/>
              <a:lumOff val="225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34" name="任意多边形: 形状 97">
            <a:extLst>
              <a:ext uri="{FF2B5EF4-FFF2-40B4-BE49-F238E27FC236}">
                <a16:creationId xmlns:a16="http://schemas.microsoft.com/office/drawing/2014/main" id="{2DECB70E-06C9-1C25-47F2-C7B1FA5BACEB}"/>
              </a:ext>
            </a:extLst>
          </p:cNvPr>
          <p:cNvSpPr/>
          <p:nvPr/>
        </p:nvSpPr>
        <p:spPr>
          <a:xfrm>
            <a:off x="737849" y="7114513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4B7BC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286507"/>
              <a:satOff val="7676"/>
              <a:lumOff val="33817"/>
              <a:alphaOff val="0"/>
            </a:schemeClr>
          </a:fillRef>
          <a:effectRef idx="0">
            <a:schemeClr val="accent5">
              <a:shade val="50000"/>
              <a:hueOff val="286507"/>
              <a:satOff val="7676"/>
              <a:lumOff val="3381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54049" tIns="144780" rIns="144781" bIns="144780" numCol="1" spcCol="1270" anchor="ctr" anchorCtr="0">
            <a:noAutofit/>
          </a:bodyPr>
          <a:lstStyle/>
          <a:p>
            <a:pPr marL="0" lvl="0" indent="0" algn="l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800" kern="1200"/>
          </a:p>
        </p:txBody>
      </p:sp>
      <p:sp>
        <p:nvSpPr>
          <p:cNvPr id="93" name="Subtitle 2">
            <a:extLst>
              <a:ext uri="{FF2B5EF4-FFF2-40B4-BE49-F238E27FC236}">
                <a16:creationId xmlns:a16="http://schemas.microsoft.com/office/drawing/2014/main" id="{FBA8BA11-F9B7-63A8-3F14-432E67557724}"/>
              </a:ext>
            </a:extLst>
          </p:cNvPr>
          <p:cNvSpPr txBox="1">
            <a:spLocks/>
          </p:cNvSpPr>
          <p:nvPr/>
        </p:nvSpPr>
        <p:spPr>
          <a:xfrm>
            <a:off x="837007" y="5620895"/>
            <a:ext cx="983449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Subarray</a:t>
            </a:r>
          </a:p>
        </p:txBody>
      </p:sp>
      <p:sp>
        <p:nvSpPr>
          <p:cNvPr id="94" name="Subtitle 2">
            <a:extLst>
              <a:ext uri="{FF2B5EF4-FFF2-40B4-BE49-F238E27FC236}">
                <a16:creationId xmlns:a16="http://schemas.microsoft.com/office/drawing/2014/main" id="{673A2BEA-9B48-2CD6-9A0D-43E0181D951B}"/>
              </a:ext>
            </a:extLst>
          </p:cNvPr>
          <p:cNvSpPr txBox="1">
            <a:spLocks/>
          </p:cNvSpPr>
          <p:nvPr/>
        </p:nvSpPr>
        <p:spPr>
          <a:xfrm>
            <a:off x="837007" y="6373154"/>
            <a:ext cx="1831855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Mat</a:t>
            </a:r>
          </a:p>
        </p:txBody>
      </p:sp>
      <p:sp>
        <p:nvSpPr>
          <p:cNvPr id="95" name="Subtitle 2">
            <a:extLst>
              <a:ext uri="{FF2B5EF4-FFF2-40B4-BE49-F238E27FC236}">
                <a16:creationId xmlns:a16="http://schemas.microsoft.com/office/drawing/2014/main" id="{38C508A8-895B-BF21-1DD2-DAC0C414270C}"/>
              </a:ext>
            </a:extLst>
          </p:cNvPr>
          <p:cNvSpPr txBox="1">
            <a:spLocks/>
          </p:cNvSpPr>
          <p:nvPr/>
        </p:nvSpPr>
        <p:spPr>
          <a:xfrm>
            <a:off x="837007" y="7129696"/>
            <a:ext cx="1011338" cy="527713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Cell</a:t>
            </a:r>
          </a:p>
        </p:txBody>
      </p:sp>
      <p:sp>
        <p:nvSpPr>
          <p:cNvPr id="96" name="任意多边形: 形状 111">
            <a:extLst>
              <a:ext uri="{FF2B5EF4-FFF2-40B4-BE49-F238E27FC236}">
                <a16:creationId xmlns:a16="http://schemas.microsoft.com/office/drawing/2014/main" id="{6BC1DCED-0858-E422-C554-2E6B895A3DD1}"/>
              </a:ext>
            </a:extLst>
          </p:cNvPr>
          <p:cNvSpPr/>
          <p:nvPr/>
        </p:nvSpPr>
        <p:spPr>
          <a:xfrm>
            <a:off x="2095842" y="5560620"/>
            <a:ext cx="2967676" cy="729927"/>
          </a:xfrm>
          <a:custGeom>
            <a:avLst/>
            <a:gdLst>
              <a:gd name="connsiteX0" fmla="*/ 0 w 3782088"/>
              <a:gd name="connsiteY0" fmla="*/ 858548 h 858548"/>
              <a:gd name="connsiteX1" fmla="*/ 378208 w 3782088"/>
              <a:gd name="connsiteY1" fmla="*/ 0 h 858548"/>
              <a:gd name="connsiteX2" fmla="*/ 3403880 w 3782088"/>
              <a:gd name="connsiteY2" fmla="*/ 0 h 858548"/>
              <a:gd name="connsiteX3" fmla="*/ 3782088 w 3782088"/>
              <a:gd name="connsiteY3" fmla="*/ 858548 h 858548"/>
              <a:gd name="connsiteX4" fmla="*/ 0 w 3782088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088" h="858548">
                <a:moveTo>
                  <a:pt x="0" y="858548"/>
                </a:moveTo>
                <a:lnTo>
                  <a:pt x="378208" y="0"/>
                </a:lnTo>
                <a:lnTo>
                  <a:pt x="3403880" y="0"/>
                </a:lnTo>
                <a:lnTo>
                  <a:pt x="3782088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588BBE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344994"/>
              <a:satOff val="-8402"/>
              <a:lumOff val="36768"/>
              <a:alphaOff val="0"/>
            </a:schemeClr>
          </a:fillRef>
          <a:effectRef idx="0">
            <a:schemeClr val="accent1">
              <a:shade val="50000"/>
              <a:hueOff val="344994"/>
              <a:satOff val="-8402"/>
              <a:lumOff val="3676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7906" tIns="66040" rIns="727905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97" name="任意多边形: 形状 112">
            <a:extLst>
              <a:ext uri="{FF2B5EF4-FFF2-40B4-BE49-F238E27FC236}">
                <a16:creationId xmlns:a16="http://schemas.microsoft.com/office/drawing/2014/main" id="{0CBFBC61-A739-1F77-9C6C-A15D425F0CD7}"/>
              </a:ext>
            </a:extLst>
          </p:cNvPr>
          <p:cNvSpPr/>
          <p:nvPr/>
        </p:nvSpPr>
        <p:spPr>
          <a:xfrm>
            <a:off x="1799075" y="6355670"/>
            <a:ext cx="3561210" cy="729927"/>
          </a:xfrm>
          <a:custGeom>
            <a:avLst/>
            <a:gdLst>
              <a:gd name="connsiteX0" fmla="*/ 0 w 4538506"/>
              <a:gd name="connsiteY0" fmla="*/ 858548 h 858548"/>
              <a:gd name="connsiteX1" fmla="*/ 378208 w 4538506"/>
              <a:gd name="connsiteY1" fmla="*/ 0 h 858548"/>
              <a:gd name="connsiteX2" fmla="*/ 4160298 w 4538506"/>
              <a:gd name="connsiteY2" fmla="*/ 0 h 858548"/>
              <a:gd name="connsiteX3" fmla="*/ 4538506 w 4538506"/>
              <a:gd name="connsiteY3" fmla="*/ 858548 h 858548"/>
              <a:gd name="connsiteX4" fmla="*/ 0 w 4538506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8506" h="858548">
                <a:moveTo>
                  <a:pt x="0" y="858548"/>
                </a:moveTo>
                <a:lnTo>
                  <a:pt x="378208" y="0"/>
                </a:lnTo>
                <a:lnTo>
                  <a:pt x="4160298" y="0"/>
                </a:lnTo>
                <a:lnTo>
                  <a:pt x="4538506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436AB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229996"/>
              <a:satOff val="-5601"/>
              <a:lumOff val="24512"/>
              <a:alphaOff val="0"/>
            </a:schemeClr>
          </a:fillRef>
          <a:effectRef idx="0">
            <a:schemeClr val="accent1">
              <a:shade val="50000"/>
              <a:hueOff val="229996"/>
              <a:satOff val="-5601"/>
              <a:lumOff val="2451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79" tIns="66040" rIns="860278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98" name="任意多边形: 形状 113">
            <a:extLst>
              <a:ext uri="{FF2B5EF4-FFF2-40B4-BE49-F238E27FC236}">
                <a16:creationId xmlns:a16="http://schemas.microsoft.com/office/drawing/2014/main" id="{0F941DBC-4D42-7D2F-BD26-93BD8E3B770A}"/>
              </a:ext>
            </a:extLst>
          </p:cNvPr>
          <p:cNvSpPr/>
          <p:nvPr/>
        </p:nvSpPr>
        <p:spPr>
          <a:xfrm>
            <a:off x="1502307" y="7138018"/>
            <a:ext cx="4154746" cy="729927"/>
          </a:xfrm>
          <a:custGeom>
            <a:avLst/>
            <a:gdLst>
              <a:gd name="connsiteX0" fmla="*/ 0 w 5294923"/>
              <a:gd name="connsiteY0" fmla="*/ 858548 h 858548"/>
              <a:gd name="connsiteX1" fmla="*/ 378208 w 5294923"/>
              <a:gd name="connsiteY1" fmla="*/ 0 h 858548"/>
              <a:gd name="connsiteX2" fmla="*/ 4916715 w 5294923"/>
              <a:gd name="connsiteY2" fmla="*/ 0 h 858548"/>
              <a:gd name="connsiteX3" fmla="*/ 5294923 w 5294923"/>
              <a:gd name="connsiteY3" fmla="*/ 858548 h 858548"/>
              <a:gd name="connsiteX4" fmla="*/ 0 w 5294923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4923" h="858548">
                <a:moveTo>
                  <a:pt x="0" y="858548"/>
                </a:moveTo>
                <a:lnTo>
                  <a:pt x="378208" y="0"/>
                </a:lnTo>
                <a:lnTo>
                  <a:pt x="4916715" y="0"/>
                </a:lnTo>
                <a:lnTo>
                  <a:pt x="5294923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335FA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114998"/>
              <a:satOff val="-2801"/>
              <a:lumOff val="12256"/>
              <a:alphaOff val="0"/>
            </a:schemeClr>
          </a:fillRef>
          <a:effectRef idx="0">
            <a:schemeClr val="accent1">
              <a:shade val="50000"/>
              <a:hueOff val="114998"/>
              <a:satOff val="-2801"/>
              <a:lumOff val="122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2651" tIns="66040" rIns="992652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2C0F6256-589B-D426-D3D7-DCE58298F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261" y="1681971"/>
            <a:ext cx="6248942" cy="67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1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0E5D-3AEB-471F-B4CD-5C3FEABF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Background – Architecture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7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4" name="任意多边形: 形状 94">
            <a:extLst>
              <a:ext uri="{FF2B5EF4-FFF2-40B4-BE49-F238E27FC236}">
                <a16:creationId xmlns:a16="http://schemas.microsoft.com/office/drawing/2014/main" id="{055F3D94-4589-D52D-B6DF-989368106561}"/>
              </a:ext>
            </a:extLst>
          </p:cNvPr>
          <p:cNvSpPr/>
          <p:nvPr/>
        </p:nvSpPr>
        <p:spPr>
          <a:xfrm>
            <a:off x="758053" y="2451224"/>
            <a:ext cx="2829713" cy="685650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002B8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zh-CN" altLang="en-US" sz="3200" kern="1200"/>
          </a:p>
        </p:txBody>
      </p:sp>
      <p:sp>
        <p:nvSpPr>
          <p:cNvPr id="5" name="任意多边形: 形状 95">
            <a:extLst>
              <a:ext uri="{FF2B5EF4-FFF2-40B4-BE49-F238E27FC236}">
                <a16:creationId xmlns:a16="http://schemas.microsoft.com/office/drawing/2014/main" id="{3A09B5E3-A3B0-014C-69CA-BBAD70E5DCE3}"/>
              </a:ext>
            </a:extLst>
          </p:cNvPr>
          <p:cNvSpPr/>
          <p:nvPr/>
        </p:nvSpPr>
        <p:spPr>
          <a:xfrm>
            <a:off x="748409" y="3204709"/>
            <a:ext cx="2955148" cy="722154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C2D2E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95502"/>
              <a:satOff val="2559"/>
              <a:lumOff val="11272"/>
              <a:alphaOff val="0"/>
            </a:schemeClr>
          </a:fillRef>
          <a:effectRef idx="0">
            <a:schemeClr val="accent5">
              <a:shade val="50000"/>
              <a:hueOff val="95502"/>
              <a:satOff val="2559"/>
              <a:lumOff val="1127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7" name="任意多边形: 形状 96">
            <a:extLst>
              <a:ext uri="{FF2B5EF4-FFF2-40B4-BE49-F238E27FC236}">
                <a16:creationId xmlns:a16="http://schemas.microsoft.com/office/drawing/2014/main" id="{AFA09CE5-4A40-DACC-FDFA-A44046EBAB23}"/>
              </a:ext>
            </a:extLst>
          </p:cNvPr>
          <p:cNvSpPr/>
          <p:nvPr/>
        </p:nvSpPr>
        <p:spPr>
          <a:xfrm>
            <a:off x="737849" y="3996779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A1B3D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191005"/>
              <a:satOff val="5117"/>
              <a:lumOff val="22545"/>
              <a:alphaOff val="0"/>
            </a:schemeClr>
          </a:fillRef>
          <a:effectRef idx="0">
            <a:schemeClr val="accent5">
              <a:shade val="50000"/>
              <a:hueOff val="191005"/>
              <a:satOff val="5117"/>
              <a:lumOff val="225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8" name="任意多边形: 形状 97">
            <a:extLst>
              <a:ext uri="{FF2B5EF4-FFF2-40B4-BE49-F238E27FC236}">
                <a16:creationId xmlns:a16="http://schemas.microsoft.com/office/drawing/2014/main" id="{9CBACA7F-FC0C-77FE-3177-0DCCA7245D34}"/>
              </a:ext>
            </a:extLst>
          </p:cNvPr>
          <p:cNvSpPr/>
          <p:nvPr/>
        </p:nvSpPr>
        <p:spPr>
          <a:xfrm>
            <a:off x="737849" y="4765168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3D69B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286507"/>
              <a:satOff val="7676"/>
              <a:lumOff val="33817"/>
              <a:alphaOff val="0"/>
            </a:schemeClr>
          </a:fillRef>
          <a:effectRef idx="0">
            <a:schemeClr val="accent5">
              <a:shade val="50000"/>
              <a:hueOff val="286507"/>
              <a:satOff val="7676"/>
              <a:lumOff val="3381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54049" tIns="144780" rIns="144781" bIns="144780" numCol="1" spcCol="1270" anchor="ctr" anchorCtr="0">
            <a:noAutofit/>
          </a:bodyPr>
          <a:lstStyle/>
          <a:p>
            <a:pPr marL="0" lvl="0" indent="0" algn="l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800" kern="1200"/>
          </a:p>
        </p:txBody>
      </p:sp>
      <p:sp>
        <p:nvSpPr>
          <p:cNvPr id="9" name="任意多边形: 形状 109">
            <a:extLst>
              <a:ext uri="{FF2B5EF4-FFF2-40B4-BE49-F238E27FC236}">
                <a16:creationId xmlns:a16="http://schemas.microsoft.com/office/drawing/2014/main" id="{14FC390A-62C7-2F9D-2FC3-0EA3F8BEF52D}"/>
              </a:ext>
            </a:extLst>
          </p:cNvPr>
          <p:cNvSpPr/>
          <p:nvPr/>
        </p:nvSpPr>
        <p:spPr>
          <a:xfrm>
            <a:off x="3317418" y="2460813"/>
            <a:ext cx="524525" cy="713756"/>
          </a:xfrm>
          <a:custGeom>
            <a:avLst/>
            <a:gdLst>
              <a:gd name="connsiteX0" fmla="*/ 0 w 756417"/>
              <a:gd name="connsiteY0" fmla="*/ 858548 h 858548"/>
              <a:gd name="connsiteX1" fmla="*/ 378209 w 756417"/>
              <a:gd name="connsiteY1" fmla="*/ 0 h 858548"/>
              <a:gd name="connsiteX2" fmla="*/ 378209 w 756417"/>
              <a:gd name="connsiteY2" fmla="*/ 0 h 858548"/>
              <a:gd name="connsiteX3" fmla="*/ 756417 w 756417"/>
              <a:gd name="connsiteY3" fmla="*/ 858548 h 858548"/>
              <a:gd name="connsiteX4" fmla="*/ 0 w 756417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417" h="858548">
                <a:moveTo>
                  <a:pt x="0" y="858548"/>
                </a:moveTo>
                <a:lnTo>
                  <a:pt x="378209" y="0"/>
                </a:lnTo>
                <a:lnTo>
                  <a:pt x="378209" y="0"/>
                </a:lnTo>
                <a:lnTo>
                  <a:pt x="756417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00206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9210" tIns="29210" rIns="29210" bIns="29210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2300" kern="1200"/>
          </a:p>
        </p:txBody>
      </p:sp>
      <p:sp>
        <p:nvSpPr>
          <p:cNvPr id="10" name="任意多边形: 形状 110">
            <a:extLst>
              <a:ext uri="{FF2B5EF4-FFF2-40B4-BE49-F238E27FC236}">
                <a16:creationId xmlns:a16="http://schemas.microsoft.com/office/drawing/2014/main" id="{8AF6CD8F-3748-C62E-CB39-D0A6A6710A0B}"/>
              </a:ext>
            </a:extLst>
          </p:cNvPr>
          <p:cNvSpPr/>
          <p:nvPr/>
        </p:nvSpPr>
        <p:spPr>
          <a:xfrm>
            <a:off x="2433204" y="4779289"/>
            <a:ext cx="2292952" cy="713756"/>
          </a:xfrm>
          <a:custGeom>
            <a:avLst/>
            <a:gdLst>
              <a:gd name="connsiteX0" fmla="*/ 0 w 3025670"/>
              <a:gd name="connsiteY0" fmla="*/ 858548 h 858548"/>
              <a:gd name="connsiteX1" fmla="*/ 378208 w 3025670"/>
              <a:gd name="connsiteY1" fmla="*/ 0 h 858548"/>
              <a:gd name="connsiteX2" fmla="*/ 2647462 w 3025670"/>
              <a:gd name="connsiteY2" fmla="*/ 0 h 858548"/>
              <a:gd name="connsiteX3" fmla="*/ 3025670 w 3025670"/>
              <a:gd name="connsiteY3" fmla="*/ 858548 h 858548"/>
              <a:gd name="connsiteX4" fmla="*/ 0 w 3025670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670" h="858548">
                <a:moveTo>
                  <a:pt x="0" y="858548"/>
                </a:moveTo>
                <a:lnTo>
                  <a:pt x="378208" y="0"/>
                </a:lnTo>
                <a:lnTo>
                  <a:pt x="2647462" y="0"/>
                </a:lnTo>
                <a:lnTo>
                  <a:pt x="3025670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2F528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344994"/>
              <a:satOff val="-8402"/>
              <a:lumOff val="36768"/>
              <a:alphaOff val="0"/>
            </a:schemeClr>
          </a:fillRef>
          <a:effectRef idx="0">
            <a:schemeClr val="accent1">
              <a:shade val="50000"/>
              <a:hueOff val="344994"/>
              <a:satOff val="-8402"/>
              <a:lumOff val="3676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5532" tIns="66040" rIns="595532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11" name="任意多边形: 形状 114">
            <a:extLst>
              <a:ext uri="{FF2B5EF4-FFF2-40B4-BE49-F238E27FC236}">
                <a16:creationId xmlns:a16="http://schemas.microsoft.com/office/drawing/2014/main" id="{EFD64180-E8B8-7DC3-D80E-1F44502FAE3D}"/>
              </a:ext>
            </a:extLst>
          </p:cNvPr>
          <p:cNvSpPr/>
          <p:nvPr/>
        </p:nvSpPr>
        <p:spPr>
          <a:xfrm>
            <a:off x="3021830" y="3231670"/>
            <a:ext cx="1115700" cy="715335"/>
          </a:xfrm>
          <a:custGeom>
            <a:avLst/>
            <a:gdLst>
              <a:gd name="connsiteX0" fmla="*/ 0 w 1512835"/>
              <a:gd name="connsiteY0" fmla="*/ 858548 h 858548"/>
              <a:gd name="connsiteX1" fmla="*/ 378208 w 1512835"/>
              <a:gd name="connsiteY1" fmla="*/ 0 h 858548"/>
              <a:gd name="connsiteX2" fmla="*/ 1134627 w 1512835"/>
              <a:gd name="connsiteY2" fmla="*/ 0 h 858548"/>
              <a:gd name="connsiteX3" fmla="*/ 1512835 w 1512835"/>
              <a:gd name="connsiteY3" fmla="*/ 858548 h 858548"/>
              <a:gd name="connsiteX4" fmla="*/ 0 w 1512835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2835" h="858548">
                <a:moveTo>
                  <a:pt x="0" y="858548"/>
                </a:moveTo>
                <a:lnTo>
                  <a:pt x="378208" y="0"/>
                </a:lnTo>
                <a:lnTo>
                  <a:pt x="1134627" y="0"/>
                </a:lnTo>
                <a:lnTo>
                  <a:pt x="1512835" y="858548"/>
                </a:lnTo>
                <a:lnTo>
                  <a:pt x="0" y="85854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114998"/>
              <a:satOff val="-2801"/>
              <a:lumOff val="12256"/>
              <a:alphaOff val="0"/>
            </a:schemeClr>
          </a:fillRef>
          <a:effectRef idx="0">
            <a:schemeClr val="accent1">
              <a:shade val="50000"/>
              <a:hueOff val="114998"/>
              <a:satOff val="-2801"/>
              <a:lumOff val="122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02846" tIns="38100" rIns="302846" bIns="38100" numCol="1" spcCol="1270" anchor="ctr" anchorCtr="0">
            <a:noAutofit/>
          </a:bodyPr>
          <a:lstStyle/>
          <a:p>
            <a:pPr marL="0" lvl="0" indent="0" algn="ct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000" kern="1200"/>
          </a:p>
        </p:txBody>
      </p:sp>
      <p:sp>
        <p:nvSpPr>
          <p:cNvPr id="12" name="任意多边形: 形状 115">
            <a:extLst>
              <a:ext uri="{FF2B5EF4-FFF2-40B4-BE49-F238E27FC236}">
                <a16:creationId xmlns:a16="http://schemas.microsoft.com/office/drawing/2014/main" id="{BEB97214-873E-AC24-D472-2CA68E6A0054}"/>
              </a:ext>
            </a:extLst>
          </p:cNvPr>
          <p:cNvSpPr/>
          <p:nvPr/>
        </p:nvSpPr>
        <p:spPr>
          <a:xfrm>
            <a:off x="2746173" y="4019517"/>
            <a:ext cx="1667015" cy="715335"/>
          </a:xfrm>
          <a:custGeom>
            <a:avLst/>
            <a:gdLst>
              <a:gd name="connsiteX0" fmla="*/ 0 w 2269253"/>
              <a:gd name="connsiteY0" fmla="*/ 858548 h 858548"/>
              <a:gd name="connsiteX1" fmla="*/ 378208 w 2269253"/>
              <a:gd name="connsiteY1" fmla="*/ 0 h 858548"/>
              <a:gd name="connsiteX2" fmla="*/ 1891045 w 2269253"/>
              <a:gd name="connsiteY2" fmla="*/ 0 h 858548"/>
              <a:gd name="connsiteX3" fmla="*/ 2269253 w 2269253"/>
              <a:gd name="connsiteY3" fmla="*/ 858548 h 858548"/>
              <a:gd name="connsiteX4" fmla="*/ 0 w 2269253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9253" h="858548">
                <a:moveTo>
                  <a:pt x="0" y="858548"/>
                </a:moveTo>
                <a:lnTo>
                  <a:pt x="378208" y="0"/>
                </a:lnTo>
                <a:lnTo>
                  <a:pt x="1891045" y="0"/>
                </a:lnTo>
                <a:lnTo>
                  <a:pt x="2269253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728CC9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229996"/>
              <a:satOff val="-5601"/>
              <a:lumOff val="24512"/>
              <a:alphaOff val="0"/>
            </a:schemeClr>
          </a:fillRef>
          <a:effectRef idx="0">
            <a:schemeClr val="accent1">
              <a:shade val="50000"/>
              <a:hueOff val="229996"/>
              <a:satOff val="-5601"/>
              <a:lumOff val="2451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3159" tIns="66040" rIns="463160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039A410-6108-F32A-8812-410C80F4F7B8}"/>
              </a:ext>
            </a:extLst>
          </p:cNvPr>
          <p:cNvSpPr txBox="1">
            <a:spLocks/>
          </p:cNvSpPr>
          <p:nvPr/>
        </p:nvSpPr>
        <p:spPr>
          <a:xfrm>
            <a:off x="837007" y="2502141"/>
            <a:ext cx="983449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DIMM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7240868-25AE-9641-B295-9F0BB97A727F}"/>
              </a:ext>
            </a:extLst>
          </p:cNvPr>
          <p:cNvSpPr txBox="1">
            <a:spLocks/>
          </p:cNvSpPr>
          <p:nvPr/>
        </p:nvSpPr>
        <p:spPr>
          <a:xfrm>
            <a:off x="837007" y="3296950"/>
            <a:ext cx="983449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Rank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F89F265-BAF3-1F1E-CD4F-616475CA7A9B}"/>
              </a:ext>
            </a:extLst>
          </p:cNvPr>
          <p:cNvSpPr txBox="1">
            <a:spLocks/>
          </p:cNvSpPr>
          <p:nvPr/>
        </p:nvSpPr>
        <p:spPr>
          <a:xfrm>
            <a:off x="837007" y="4036509"/>
            <a:ext cx="1831855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Chip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0A917F5-3C42-9F7B-DE51-16EA1419F9D2}"/>
              </a:ext>
            </a:extLst>
          </p:cNvPr>
          <p:cNvSpPr txBox="1">
            <a:spLocks/>
          </p:cNvSpPr>
          <p:nvPr/>
        </p:nvSpPr>
        <p:spPr>
          <a:xfrm>
            <a:off x="837007" y="4780351"/>
            <a:ext cx="1011338" cy="527713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Bank/BG</a:t>
            </a:r>
          </a:p>
        </p:txBody>
      </p:sp>
      <p:sp>
        <p:nvSpPr>
          <p:cNvPr id="17" name="任意多边形: 形状 95">
            <a:extLst>
              <a:ext uri="{FF2B5EF4-FFF2-40B4-BE49-F238E27FC236}">
                <a16:creationId xmlns:a16="http://schemas.microsoft.com/office/drawing/2014/main" id="{10EAC56D-81F3-5BB7-B2F4-1206F9009E9A}"/>
              </a:ext>
            </a:extLst>
          </p:cNvPr>
          <p:cNvSpPr/>
          <p:nvPr/>
        </p:nvSpPr>
        <p:spPr>
          <a:xfrm>
            <a:off x="748409" y="5528654"/>
            <a:ext cx="2955148" cy="722154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80A7CE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95502"/>
              <a:satOff val="2559"/>
              <a:lumOff val="11272"/>
              <a:alphaOff val="0"/>
            </a:schemeClr>
          </a:fillRef>
          <a:effectRef idx="0">
            <a:schemeClr val="accent5">
              <a:shade val="50000"/>
              <a:hueOff val="95502"/>
              <a:satOff val="2559"/>
              <a:lumOff val="1127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18" name="任意多边形: 形状 96">
            <a:extLst>
              <a:ext uri="{FF2B5EF4-FFF2-40B4-BE49-F238E27FC236}">
                <a16:creationId xmlns:a16="http://schemas.microsoft.com/office/drawing/2014/main" id="{B5F41C8F-B2D5-BACA-9CFF-A08B2A92D2F0}"/>
              </a:ext>
            </a:extLst>
          </p:cNvPr>
          <p:cNvSpPr/>
          <p:nvPr/>
        </p:nvSpPr>
        <p:spPr>
          <a:xfrm>
            <a:off x="737849" y="6333424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6989C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191005"/>
              <a:satOff val="5117"/>
              <a:lumOff val="22545"/>
              <a:alphaOff val="0"/>
            </a:schemeClr>
          </a:fillRef>
          <a:effectRef idx="0">
            <a:schemeClr val="accent5">
              <a:shade val="50000"/>
              <a:hueOff val="191005"/>
              <a:satOff val="5117"/>
              <a:lumOff val="225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2609" tIns="53340" rIns="53341" bIns="53340" numCol="1" spcCol="1270" anchor="t" anchorCtr="0">
            <a:noAutofit/>
          </a:bodyPr>
          <a:lstStyle/>
          <a:p>
            <a:pPr marL="0" lvl="0" indent="0" algn="l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4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  <a:p>
            <a:pPr marL="57150" lvl="1" indent="-571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100" kern="1200"/>
          </a:p>
        </p:txBody>
      </p:sp>
      <p:sp>
        <p:nvSpPr>
          <p:cNvPr id="19" name="任意多边形: 形状 97">
            <a:extLst>
              <a:ext uri="{FF2B5EF4-FFF2-40B4-BE49-F238E27FC236}">
                <a16:creationId xmlns:a16="http://schemas.microsoft.com/office/drawing/2014/main" id="{9BC1B4C8-1B5F-3672-5FA8-137959833746}"/>
              </a:ext>
            </a:extLst>
          </p:cNvPr>
          <p:cNvSpPr/>
          <p:nvPr/>
        </p:nvSpPr>
        <p:spPr>
          <a:xfrm>
            <a:off x="737849" y="7114513"/>
            <a:ext cx="3092496" cy="695588"/>
          </a:xfrm>
          <a:custGeom>
            <a:avLst/>
            <a:gdLst>
              <a:gd name="connsiteX0" fmla="*/ 0 w 8128000"/>
              <a:gd name="connsiteY0" fmla="*/ 83670 h 836695"/>
              <a:gd name="connsiteX1" fmla="*/ 83670 w 8128000"/>
              <a:gd name="connsiteY1" fmla="*/ 0 h 836695"/>
              <a:gd name="connsiteX2" fmla="*/ 8044331 w 8128000"/>
              <a:gd name="connsiteY2" fmla="*/ 0 h 836695"/>
              <a:gd name="connsiteX3" fmla="*/ 8128001 w 8128000"/>
              <a:gd name="connsiteY3" fmla="*/ 83670 h 836695"/>
              <a:gd name="connsiteX4" fmla="*/ 8128000 w 8128000"/>
              <a:gd name="connsiteY4" fmla="*/ 753026 h 836695"/>
              <a:gd name="connsiteX5" fmla="*/ 8044330 w 8128000"/>
              <a:gd name="connsiteY5" fmla="*/ 836696 h 836695"/>
              <a:gd name="connsiteX6" fmla="*/ 83670 w 8128000"/>
              <a:gd name="connsiteY6" fmla="*/ 836695 h 836695"/>
              <a:gd name="connsiteX7" fmla="*/ 0 w 8128000"/>
              <a:gd name="connsiteY7" fmla="*/ 753025 h 836695"/>
              <a:gd name="connsiteX8" fmla="*/ 0 w 8128000"/>
              <a:gd name="connsiteY8" fmla="*/ 83670 h 83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836695">
                <a:moveTo>
                  <a:pt x="0" y="83670"/>
                </a:moveTo>
                <a:cubicBezTo>
                  <a:pt x="0" y="37460"/>
                  <a:pt x="37460" y="0"/>
                  <a:pt x="83670" y="0"/>
                </a:cubicBezTo>
                <a:lnTo>
                  <a:pt x="8044331" y="0"/>
                </a:lnTo>
                <a:cubicBezTo>
                  <a:pt x="8090541" y="0"/>
                  <a:pt x="8128001" y="37460"/>
                  <a:pt x="8128001" y="83670"/>
                </a:cubicBezTo>
                <a:cubicBezTo>
                  <a:pt x="8128001" y="306789"/>
                  <a:pt x="8128000" y="529907"/>
                  <a:pt x="8128000" y="753026"/>
                </a:cubicBezTo>
                <a:cubicBezTo>
                  <a:pt x="8128000" y="799236"/>
                  <a:pt x="8090540" y="836696"/>
                  <a:pt x="8044330" y="836696"/>
                </a:cubicBezTo>
                <a:lnTo>
                  <a:pt x="83670" y="836695"/>
                </a:lnTo>
                <a:cubicBezTo>
                  <a:pt x="37460" y="836695"/>
                  <a:pt x="0" y="799235"/>
                  <a:pt x="0" y="753025"/>
                </a:cubicBezTo>
                <a:lnTo>
                  <a:pt x="0" y="83670"/>
                </a:lnTo>
                <a:close/>
              </a:path>
            </a:pathLst>
          </a:custGeom>
          <a:solidFill>
            <a:srgbClr val="4B7BC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shade val="50000"/>
              <a:hueOff val="286507"/>
              <a:satOff val="7676"/>
              <a:lumOff val="33817"/>
              <a:alphaOff val="0"/>
            </a:schemeClr>
          </a:fillRef>
          <a:effectRef idx="0">
            <a:schemeClr val="accent5">
              <a:shade val="50000"/>
              <a:hueOff val="286507"/>
              <a:satOff val="7676"/>
              <a:lumOff val="3381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54049" tIns="144780" rIns="144781" bIns="144780" numCol="1" spcCol="1270" anchor="ctr" anchorCtr="0">
            <a:noAutofit/>
          </a:bodyPr>
          <a:lstStyle/>
          <a:p>
            <a:pPr marL="0" lvl="0" indent="0" algn="l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800" kern="120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78A1DDAB-6BB9-876B-71CA-18A44C1486BF}"/>
              </a:ext>
            </a:extLst>
          </p:cNvPr>
          <p:cNvSpPr txBox="1">
            <a:spLocks/>
          </p:cNvSpPr>
          <p:nvPr/>
        </p:nvSpPr>
        <p:spPr>
          <a:xfrm>
            <a:off x="837007" y="5620895"/>
            <a:ext cx="983449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Subarray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9B307CD-7AAB-58E0-F2F3-F25CF507EB36}"/>
              </a:ext>
            </a:extLst>
          </p:cNvPr>
          <p:cNvSpPr txBox="1">
            <a:spLocks/>
          </p:cNvSpPr>
          <p:nvPr/>
        </p:nvSpPr>
        <p:spPr>
          <a:xfrm>
            <a:off x="837007" y="6373154"/>
            <a:ext cx="1831855" cy="545095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Mat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E14097AE-8A68-766C-7F9B-EBBFC1CB403F}"/>
              </a:ext>
            </a:extLst>
          </p:cNvPr>
          <p:cNvSpPr txBox="1">
            <a:spLocks/>
          </p:cNvSpPr>
          <p:nvPr/>
        </p:nvSpPr>
        <p:spPr>
          <a:xfrm>
            <a:off x="837007" y="7129696"/>
            <a:ext cx="1011338" cy="527713"/>
          </a:xfrm>
          <a:prstGeom prst="rect">
            <a:avLst/>
          </a:prstGeom>
        </p:spPr>
        <p:txBody>
          <a:bodyPr vert="horz" wrap="non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chemeClr val="bg1"/>
                </a:solidFill>
              </a:rPr>
              <a:t>Cell</a:t>
            </a:r>
          </a:p>
        </p:txBody>
      </p:sp>
      <p:sp>
        <p:nvSpPr>
          <p:cNvPr id="23" name="任意多边形: 形状 111">
            <a:extLst>
              <a:ext uri="{FF2B5EF4-FFF2-40B4-BE49-F238E27FC236}">
                <a16:creationId xmlns:a16="http://schemas.microsoft.com/office/drawing/2014/main" id="{B24692D0-8E4C-F8BE-4432-B4398FEDDED6}"/>
              </a:ext>
            </a:extLst>
          </p:cNvPr>
          <p:cNvSpPr/>
          <p:nvPr/>
        </p:nvSpPr>
        <p:spPr>
          <a:xfrm>
            <a:off x="2095842" y="5560620"/>
            <a:ext cx="2967676" cy="729927"/>
          </a:xfrm>
          <a:custGeom>
            <a:avLst/>
            <a:gdLst>
              <a:gd name="connsiteX0" fmla="*/ 0 w 3782088"/>
              <a:gd name="connsiteY0" fmla="*/ 858548 h 858548"/>
              <a:gd name="connsiteX1" fmla="*/ 378208 w 3782088"/>
              <a:gd name="connsiteY1" fmla="*/ 0 h 858548"/>
              <a:gd name="connsiteX2" fmla="*/ 3403880 w 3782088"/>
              <a:gd name="connsiteY2" fmla="*/ 0 h 858548"/>
              <a:gd name="connsiteX3" fmla="*/ 3782088 w 3782088"/>
              <a:gd name="connsiteY3" fmla="*/ 858548 h 858548"/>
              <a:gd name="connsiteX4" fmla="*/ 0 w 3782088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088" h="858548">
                <a:moveTo>
                  <a:pt x="0" y="858548"/>
                </a:moveTo>
                <a:lnTo>
                  <a:pt x="378208" y="0"/>
                </a:lnTo>
                <a:lnTo>
                  <a:pt x="3403880" y="0"/>
                </a:lnTo>
                <a:lnTo>
                  <a:pt x="3782088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588BBE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344994"/>
              <a:satOff val="-8402"/>
              <a:lumOff val="36768"/>
              <a:alphaOff val="0"/>
            </a:schemeClr>
          </a:fillRef>
          <a:effectRef idx="0">
            <a:schemeClr val="accent1">
              <a:shade val="50000"/>
              <a:hueOff val="344994"/>
              <a:satOff val="-8402"/>
              <a:lumOff val="3676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27906" tIns="66040" rIns="727905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24" name="任意多边形: 形状 112">
            <a:extLst>
              <a:ext uri="{FF2B5EF4-FFF2-40B4-BE49-F238E27FC236}">
                <a16:creationId xmlns:a16="http://schemas.microsoft.com/office/drawing/2014/main" id="{8948EB27-8BE7-FB53-95B9-EAFF44758886}"/>
              </a:ext>
            </a:extLst>
          </p:cNvPr>
          <p:cNvSpPr/>
          <p:nvPr/>
        </p:nvSpPr>
        <p:spPr>
          <a:xfrm>
            <a:off x="1799075" y="6355670"/>
            <a:ext cx="3561210" cy="729927"/>
          </a:xfrm>
          <a:custGeom>
            <a:avLst/>
            <a:gdLst>
              <a:gd name="connsiteX0" fmla="*/ 0 w 4538506"/>
              <a:gd name="connsiteY0" fmla="*/ 858548 h 858548"/>
              <a:gd name="connsiteX1" fmla="*/ 378208 w 4538506"/>
              <a:gd name="connsiteY1" fmla="*/ 0 h 858548"/>
              <a:gd name="connsiteX2" fmla="*/ 4160298 w 4538506"/>
              <a:gd name="connsiteY2" fmla="*/ 0 h 858548"/>
              <a:gd name="connsiteX3" fmla="*/ 4538506 w 4538506"/>
              <a:gd name="connsiteY3" fmla="*/ 858548 h 858548"/>
              <a:gd name="connsiteX4" fmla="*/ 0 w 4538506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8506" h="858548">
                <a:moveTo>
                  <a:pt x="0" y="858548"/>
                </a:moveTo>
                <a:lnTo>
                  <a:pt x="378208" y="0"/>
                </a:lnTo>
                <a:lnTo>
                  <a:pt x="4160298" y="0"/>
                </a:lnTo>
                <a:lnTo>
                  <a:pt x="4538506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436ABB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229996"/>
              <a:satOff val="-5601"/>
              <a:lumOff val="24512"/>
              <a:alphaOff val="0"/>
            </a:schemeClr>
          </a:fillRef>
          <a:effectRef idx="0">
            <a:schemeClr val="accent1">
              <a:shade val="50000"/>
              <a:hueOff val="229996"/>
              <a:satOff val="-5601"/>
              <a:lumOff val="2451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60279" tIns="66040" rIns="860278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sp>
        <p:nvSpPr>
          <p:cNvPr id="25" name="任意多边形: 形状 113">
            <a:extLst>
              <a:ext uri="{FF2B5EF4-FFF2-40B4-BE49-F238E27FC236}">
                <a16:creationId xmlns:a16="http://schemas.microsoft.com/office/drawing/2014/main" id="{9ABA3973-42AC-3986-075E-35208AD1AE47}"/>
              </a:ext>
            </a:extLst>
          </p:cNvPr>
          <p:cNvSpPr/>
          <p:nvPr/>
        </p:nvSpPr>
        <p:spPr>
          <a:xfrm>
            <a:off x="1502307" y="7138018"/>
            <a:ext cx="4154746" cy="729927"/>
          </a:xfrm>
          <a:custGeom>
            <a:avLst/>
            <a:gdLst>
              <a:gd name="connsiteX0" fmla="*/ 0 w 5294923"/>
              <a:gd name="connsiteY0" fmla="*/ 858548 h 858548"/>
              <a:gd name="connsiteX1" fmla="*/ 378208 w 5294923"/>
              <a:gd name="connsiteY1" fmla="*/ 0 h 858548"/>
              <a:gd name="connsiteX2" fmla="*/ 4916715 w 5294923"/>
              <a:gd name="connsiteY2" fmla="*/ 0 h 858548"/>
              <a:gd name="connsiteX3" fmla="*/ 5294923 w 5294923"/>
              <a:gd name="connsiteY3" fmla="*/ 858548 h 858548"/>
              <a:gd name="connsiteX4" fmla="*/ 0 w 5294923"/>
              <a:gd name="connsiteY4" fmla="*/ 858548 h 8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4923" h="858548">
                <a:moveTo>
                  <a:pt x="0" y="858548"/>
                </a:moveTo>
                <a:lnTo>
                  <a:pt x="378208" y="0"/>
                </a:lnTo>
                <a:lnTo>
                  <a:pt x="4916715" y="0"/>
                </a:lnTo>
                <a:lnTo>
                  <a:pt x="5294923" y="858548"/>
                </a:lnTo>
                <a:lnTo>
                  <a:pt x="0" y="858548"/>
                </a:lnTo>
                <a:close/>
              </a:path>
            </a:pathLst>
          </a:custGeom>
          <a:solidFill>
            <a:srgbClr val="335FA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shade val="50000"/>
              <a:hueOff val="114998"/>
              <a:satOff val="-2801"/>
              <a:lumOff val="12256"/>
              <a:alphaOff val="0"/>
            </a:schemeClr>
          </a:fillRef>
          <a:effectRef idx="0">
            <a:schemeClr val="accent1">
              <a:shade val="50000"/>
              <a:hueOff val="114998"/>
              <a:satOff val="-2801"/>
              <a:lumOff val="1225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2651" tIns="66040" rIns="992652" bIns="66040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5200" kern="120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D892D0-2F10-361E-0D4F-F724376C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353" y="1375379"/>
            <a:ext cx="5803895" cy="66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3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0E5D-3AEB-471F-B4CD-5C3FEABF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Background – Architecture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8</a:t>
            </a:fld>
            <a:endParaRPr lang="en-US" sz="1800">
              <a:solidFill>
                <a:srgbClr val="004F9E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C9CCAA-B5AB-AA49-592B-C96F9B065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422" y="2420422"/>
            <a:ext cx="9522777" cy="56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68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3C05-E9B0-D4D5-3F33-FBB40FF6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9898B-2D24-48CD-AD8D-313A4F93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ECC conclusion</a:t>
            </a:r>
          </a:p>
        </p:txBody>
      </p:sp>
      <p:sp>
        <p:nvSpPr>
          <p:cNvPr id="147" name="Content Placeholder 57">
            <a:extLst>
              <a:ext uri="{FF2B5EF4-FFF2-40B4-BE49-F238E27FC236}">
                <a16:creationId xmlns:a16="http://schemas.microsoft.com/office/drawing/2014/main" id="{39F714C7-C6D9-C040-B8A8-30746CDBC5BF}"/>
              </a:ext>
            </a:extLst>
          </p:cNvPr>
          <p:cNvSpPr txBox="1">
            <a:spLocks/>
          </p:cNvSpPr>
          <p:nvPr/>
        </p:nvSpPr>
        <p:spPr>
          <a:xfrm>
            <a:off x="622300" y="1962332"/>
            <a:ext cx="10791856" cy="5798193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Bit-level protection: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Hamming code, e.g., SEC-DED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Symbol-level protection: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Checksum-based, e.g., RS code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Arithmetic Operation protection: 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AN-code and residue code</a:t>
            </a: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RRNS-based code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003D8D3-E081-BD69-0FB5-631516BCB6FF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9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527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D557-DFE0-EE69-7681-BD5ED0DC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6C6AD7-77DF-6459-43A4-99FD80C0F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Reed Solomon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Content Placeholder 57">
                <a:extLst>
                  <a:ext uri="{FF2B5EF4-FFF2-40B4-BE49-F238E27FC236}">
                    <a16:creationId xmlns:a16="http://schemas.microsoft.com/office/drawing/2014/main" id="{93B7B74C-9064-7568-7480-0B9E799C0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300" y="1635760"/>
                <a:ext cx="7405419" cy="5798193"/>
              </a:xfrm>
              <a:prstGeom prst="rect">
                <a:avLst/>
              </a:prstGeom>
            </p:spPr>
            <p:txBody>
              <a:bodyPr vert="horz" wrap="square" lIns="121920" tIns="60960" rIns="121920" bIns="6096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3200" dirty="0"/>
                  <a:t>Linear block code over a finite field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0" i="0"/>
                      <m:t>GF</m:t>
                    </m:r>
                    <m:d>
                      <m:dPr>
                        <m:ctrlPr>
                          <a:rPr lang="ar-AE" sz="3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ar-AE" sz="3200" dirty="0"/>
                  <a:t>.</a:t>
                </a:r>
                <a:endParaRPr lang="en-US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Key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1"/>
                      <m:t>over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endParaRPr lang="ar-AE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ar-AE" sz="2000" dirty="0"/>
                  <a:t>: </a:t>
                </a:r>
                <a:r>
                  <a:rPr lang="en-US" sz="2000" dirty="0"/>
                  <a:t>codeword length (number of symbols)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: message length (number of symbols)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/>
                  <a:t>: the finite field </a:t>
                </a:r>
              </a:p>
              <a:p>
                <a:pPr lvl="1"/>
                <a:r>
                  <a:rPr lang="en-US" sz="2000" b="1" dirty="0"/>
                  <a:t>Rate: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ar-AE" sz="2000" dirty="0"/>
              </a:p>
              <a:p>
                <a:pPr lvl="1"/>
                <a:r>
                  <a:rPr lang="en-US" sz="2000" b="1" dirty="0"/>
                  <a:t>Minimum distance: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b="1" dirty="0"/>
                  <a:t>Limitation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&lt;2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1"/>
                <a:r>
                  <a:rPr lang="en-US" sz="2000" b="1" dirty="0"/>
                  <a:t>Capability:</a:t>
                </a:r>
                <a:endParaRPr lang="en-US" sz="2000" dirty="0"/>
              </a:p>
              <a:p>
                <a:pPr lvl="2"/>
                <a:r>
                  <a:rPr lang="en-US" sz="1600" dirty="0"/>
                  <a:t>Detection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600" dirty="0"/>
              </a:p>
              <a:p>
                <a:pPr lvl="2"/>
                <a:r>
                  <a:rPr lang="en-US" sz="1600" dirty="0"/>
                  <a:t>Erasure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600" dirty="0"/>
              </a:p>
              <a:p>
                <a:pPr lvl="2"/>
                <a:r>
                  <a:rPr lang="en-US" sz="1600" dirty="0"/>
                  <a:t>Correction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47" name="Content Placeholder 57">
                <a:extLst>
                  <a:ext uri="{FF2B5EF4-FFF2-40B4-BE49-F238E27FC236}">
                    <a16:creationId xmlns:a16="http://schemas.microsoft.com/office/drawing/2014/main" id="{93B7B74C-9064-7568-7480-0B9E799C0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1635760"/>
                <a:ext cx="7405419" cy="5798193"/>
              </a:xfrm>
              <a:prstGeom prst="rect">
                <a:avLst/>
              </a:prstGeom>
              <a:blipFill>
                <a:blip r:embed="rId3"/>
                <a:stretch>
                  <a:fillRect l="-1646" t="-2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9047C71-E1F2-99B8-FED5-6F9725D243D0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10</a:t>
            </a:fld>
            <a:endParaRPr lang="en-US" sz="1800">
              <a:solidFill>
                <a:srgbClr val="004F9E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44D5144-FA2B-8AB5-BA2A-4298EDC298F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52"/>
          <a:stretch>
            <a:fillRect/>
          </a:stretch>
        </p:blipFill>
        <p:spPr>
          <a:xfrm>
            <a:off x="6577550" y="5522189"/>
            <a:ext cx="4466672" cy="2617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57">
                <a:extLst>
                  <a:ext uri="{FF2B5EF4-FFF2-40B4-BE49-F238E27FC236}">
                    <a16:creationId xmlns:a16="http://schemas.microsoft.com/office/drawing/2014/main" id="{92DC933A-84EA-F38A-9A22-084D4AEF0B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06199" y="8054505"/>
                <a:ext cx="3629095" cy="768861"/>
              </a:xfrm>
              <a:prstGeom prst="rect">
                <a:avLst/>
              </a:prstGeom>
            </p:spPr>
            <p:txBody>
              <a:bodyPr vert="horz" wrap="square" lIns="121920" tIns="60960" rIns="121920" bIns="6096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dirty="0"/>
                  <a:t>Multiplication table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32" name="Content Placeholder 57">
                <a:extLst>
                  <a:ext uri="{FF2B5EF4-FFF2-40B4-BE49-F238E27FC236}">
                    <a16:creationId xmlns:a16="http://schemas.microsoft.com/office/drawing/2014/main" id="{92DC933A-84EA-F38A-9A22-084D4AEF0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199" y="8054505"/>
                <a:ext cx="3629095" cy="768861"/>
              </a:xfrm>
              <a:prstGeom prst="rect">
                <a:avLst/>
              </a:prstGeom>
              <a:blipFill>
                <a:blip r:embed="rId5"/>
                <a:stretch>
                  <a:fillRect l="-672" t="-5556" r="-1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6B50981F-77C4-259C-EACB-76B65AB4E5B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21735" y="2223905"/>
            <a:ext cx="4013559" cy="25557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57">
                <a:extLst>
                  <a:ext uri="{FF2B5EF4-FFF2-40B4-BE49-F238E27FC236}">
                    <a16:creationId xmlns:a16="http://schemas.microsoft.com/office/drawing/2014/main" id="{5973A618-CBB3-8CA1-9D4C-E6EACEAF83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06200" y="4705511"/>
                <a:ext cx="3255022" cy="768861"/>
              </a:xfrm>
              <a:prstGeom prst="rect">
                <a:avLst/>
              </a:prstGeom>
            </p:spPr>
            <p:txBody>
              <a:bodyPr vert="horz" wrap="square" lIns="121920" tIns="60960" rIns="121920" bIns="6096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dirty="0"/>
                  <a:t>Addition table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35" name="Content Placeholder 57">
                <a:extLst>
                  <a:ext uri="{FF2B5EF4-FFF2-40B4-BE49-F238E27FC236}">
                    <a16:creationId xmlns:a16="http://schemas.microsoft.com/office/drawing/2014/main" id="{5973A618-CBB3-8CA1-9D4C-E6EACEAF8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6200" y="4705511"/>
                <a:ext cx="3255022" cy="768861"/>
              </a:xfrm>
              <a:prstGeom prst="rect">
                <a:avLst/>
              </a:prstGeom>
              <a:blipFill>
                <a:blip r:embed="rId7"/>
                <a:stretch>
                  <a:fillRect l="-749" t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34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ECC Studies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C32D8BC-EA4A-43A9-8794-9614C889AD89}"/>
              </a:ext>
            </a:extLst>
          </p:cNvPr>
          <p:cNvSpPr txBox="1">
            <a:spLocks/>
          </p:cNvSpPr>
          <p:nvPr/>
        </p:nvSpPr>
        <p:spPr>
          <a:xfrm>
            <a:off x="1980172" y="3549995"/>
            <a:ext cx="8231655" cy="2495205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latin typeface="+mj-lt"/>
              </a:rPr>
              <a:t>Bamboo ECC: Strong, Safe, and Flexible Codes for Reliable Computer Memory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 err="1">
                <a:solidFill>
                  <a:srgbClr val="7F7F7F"/>
                </a:solidFill>
                <a:latin typeface="+mj-lt"/>
              </a:rPr>
              <a:t>Jungrae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Kim Michael Sullivan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Mattan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Erez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2015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11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2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12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j-lt"/>
              </a:rPr>
              <a:t>Bamboo ECC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E895A-9A8B-1C66-A615-5F3D3D4D0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7133"/>
            <a:ext cx="12192000" cy="57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55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13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j-lt"/>
              </a:rPr>
              <a:t>Bamboo ECC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D25BE-59D0-1BC5-9C01-EA00E31E3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7201"/>
            <a:ext cx="12192000" cy="5545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C2555C-CC2E-555E-49D9-6F593C22CDE7}"/>
              </a:ext>
            </a:extLst>
          </p:cNvPr>
          <p:cNvSpPr txBox="1"/>
          <p:nvPr/>
        </p:nvSpPr>
        <p:spPr>
          <a:xfrm>
            <a:off x="3632199" y="7689435"/>
            <a:ext cx="60960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Larger Codeword!</a:t>
            </a:r>
          </a:p>
          <a:p>
            <a:r>
              <a:rPr lang="en-US" dirty="0"/>
              <a:t>The QPC encoder consumes about 25,000 NAND2 gates of area, a ×16 increase over that of AMD </a:t>
            </a:r>
            <a:r>
              <a:rPr lang="en-US" dirty="0" err="1"/>
              <a:t>chipkill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0846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ECC Studies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C32D8BC-EA4A-43A9-8794-9614C889AD89}"/>
              </a:ext>
            </a:extLst>
          </p:cNvPr>
          <p:cNvSpPr txBox="1">
            <a:spLocks/>
          </p:cNvSpPr>
          <p:nvPr/>
        </p:nvSpPr>
        <p:spPr>
          <a:xfrm>
            <a:off x="1980172" y="3549995"/>
            <a:ext cx="8231655" cy="2495205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latin typeface="+mj-lt"/>
              </a:rPr>
              <a:t>LOT-ECC: </a:t>
            </a:r>
            <a:r>
              <a:rPr lang="en-US" sz="3200" b="1" dirty="0" err="1">
                <a:latin typeface="+mj-lt"/>
              </a:rPr>
              <a:t>LOcalized</a:t>
            </a:r>
            <a:r>
              <a:rPr lang="en-US" sz="3200" b="1" dirty="0">
                <a:latin typeface="+mj-lt"/>
              </a:rPr>
              <a:t> and Tiered Reliability Mechanisms for Commodity Memory Systems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Aniruddha N.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Udipi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† Naveen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Muralimanohar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‡ Rajeev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Balsubramonian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† Al Davis† Norman P.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Jouppi</a:t>
            </a:r>
            <a:endParaRPr lang="en-US" b="1" i="1" dirty="0">
              <a:solidFill>
                <a:srgbClr val="7F7F7F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2012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rgbClr val="7F7F7F"/>
              </a:solidFill>
              <a:latin typeface="+mj-lt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14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44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15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j-lt"/>
              </a:rPr>
              <a:t>LOT-ECC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3E3CA7-157E-FFEC-9465-55D30D86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10" y="1515493"/>
            <a:ext cx="9531889" cy="6108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C2555C-CC2E-555E-49D9-6F593C22CDE7}"/>
              </a:ext>
            </a:extLst>
          </p:cNvPr>
          <p:cNvSpPr txBox="1"/>
          <p:nvPr/>
        </p:nvSpPr>
        <p:spPr>
          <a:xfrm>
            <a:off x="3776354" y="7917947"/>
            <a:ext cx="484744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Hierarchical Organization</a:t>
            </a:r>
          </a:p>
          <a:p>
            <a:pPr algn="ctr"/>
            <a:r>
              <a:rPr lang="en-US" dirty="0"/>
              <a:t>Extra Write</a:t>
            </a:r>
          </a:p>
        </p:txBody>
      </p:sp>
    </p:spTree>
    <p:extLst>
      <p:ext uri="{BB962C8B-B14F-4D97-AF65-F5344CB8AC3E}">
        <p14:creationId xmlns:p14="http://schemas.microsoft.com/office/powerpoint/2010/main" val="411928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ECC Studies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C32D8BC-EA4A-43A9-8794-9614C889AD89}"/>
              </a:ext>
            </a:extLst>
          </p:cNvPr>
          <p:cNvSpPr txBox="1">
            <a:spLocks/>
          </p:cNvSpPr>
          <p:nvPr/>
        </p:nvSpPr>
        <p:spPr>
          <a:xfrm>
            <a:off x="1980172" y="3549995"/>
            <a:ext cx="8231655" cy="2495205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latin typeface="+mj-lt"/>
              </a:rPr>
              <a:t>Virtualized and Flexible ECC for Main Memory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Doe Hyun Yoon,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Mattan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Erez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2010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rgbClr val="7F7F7F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rgbClr val="7F7F7F"/>
              </a:solidFill>
              <a:latin typeface="+mj-lt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16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201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17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j-lt"/>
              </a:rPr>
              <a:t>VECC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C6AE0F-64D0-09FF-3765-E46644EE5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161" y="1446117"/>
            <a:ext cx="6864912" cy="6192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3E263-E4AD-F9A4-418B-38AE3C75DD72}"/>
              </a:ext>
            </a:extLst>
          </p:cNvPr>
          <p:cNvSpPr txBox="1"/>
          <p:nvPr/>
        </p:nvSpPr>
        <p:spPr>
          <a:xfrm>
            <a:off x="3776354" y="7917947"/>
            <a:ext cx="484744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Separated Detection and Correction</a:t>
            </a:r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092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ECC Studies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C32D8BC-EA4A-43A9-8794-9614C889AD89}"/>
              </a:ext>
            </a:extLst>
          </p:cNvPr>
          <p:cNvSpPr txBox="1">
            <a:spLocks/>
          </p:cNvSpPr>
          <p:nvPr/>
        </p:nvSpPr>
        <p:spPr>
          <a:xfrm>
            <a:off x="1980172" y="3549995"/>
            <a:ext cx="8231655" cy="2495205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latin typeface="+mj-lt"/>
              </a:rPr>
              <a:t>DUO: Exposing On-chip Redundancy to Rank-Level ECC for High Reliability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 err="1">
                <a:solidFill>
                  <a:srgbClr val="7F7F7F"/>
                </a:solidFill>
                <a:latin typeface="+mj-lt"/>
              </a:rPr>
              <a:t>Seong-Lyong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Gong†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Jungrae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Kim‡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Sangkug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Lym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† Michael Sullivan∗ Howard David?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Mattan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Erez†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2018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rgbClr val="7F7F7F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rgbClr val="7F7F7F"/>
              </a:solidFill>
              <a:latin typeface="+mj-lt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18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611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19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j-lt"/>
              </a:rPr>
              <a:t>Duo ECC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3E263-E4AD-F9A4-418B-38AE3C75DD72}"/>
              </a:ext>
            </a:extLst>
          </p:cNvPr>
          <p:cNvSpPr txBox="1"/>
          <p:nvPr/>
        </p:nvSpPr>
        <p:spPr>
          <a:xfrm>
            <a:off x="3776354" y="7917947"/>
            <a:ext cx="484744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Redundancy</a:t>
            </a:r>
          </a:p>
          <a:p>
            <a:pPr algn="ctr"/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9D6D1-780D-2C07-F213-5BF96360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2" y="1859791"/>
            <a:ext cx="6142912" cy="3576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E4702-2F39-5B07-B25B-DC6EEC63C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339" y="3375573"/>
            <a:ext cx="6459589" cy="377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ECC Studies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C32D8BC-EA4A-43A9-8794-9614C889AD89}"/>
              </a:ext>
            </a:extLst>
          </p:cNvPr>
          <p:cNvSpPr txBox="1">
            <a:spLocks/>
          </p:cNvSpPr>
          <p:nvPr/>
        </p:nvSpPr>
        <p:spPr>
          <a:xfrm>
            <a:off x="1980172" y="3549995"/>
            <a:ext cx="8231655" cy="2495205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latin typeface="+mj-lt"/>
              </a:rPr>
              <a:t>Revisiting Residue Codes for Modern Memories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 err="1">
                <a:solidFill>
                  <a:srgbClr val="7F7F7F"/>
                </a:solidFill>
                <a:latin typeface="+mj-lt"/>
              </a:rPr>
              <a:t>Evgeny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Manzhosov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, Adam Hastings, Meghna Pancholi, Ryan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Piersma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, Mohamed Tarek Ibn Ziad, and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Simha</a:t>
            </a:r>
            <a:r>
              <a:rPr lang="en-US" b="1" i="1" dirty="0">
                <a:solidFill>
                  <a:srgbClr val="7F7F7F"/>
                </a:solidFill>
                <a:latin typeface="+mj-lt"/>
              </a:rPr>
              <a:t> </a:t>
            </a:r>
            <a:r>
              <a:rPr lang="en-US" b="1" i="1" dirty="0" err="1">
                <a:solidFill>
                  <a:srgbClr val="7F7F7F"/>
                </a:solidFill>
                <a:latin typeface="+mj-lt"/>
              </a:rPr>
              <a:t>Sethumadhavan</a:t>
            </a:r>
            <a:endParaRPr lang="en-US" b="1" i="1" dirty="0">
              <a:solidFill>
                <a:srgbClr val="7F7F7F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2022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rgbClr val="7F7F7F"/>
              </a:solidFill>
              <a:latin typeface="+mj-lt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20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279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21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j-lt"/>
              </a:rPr>
              <a:t>Duo ECC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3E263-E4AD-F9A4-418B-38AE3C75DD72}"/>
              </a:ext>
            </a:extLst>
          </p:cNvPr>
          <p:cNvSpPr txBox="1"/>
          <p:nvPr/>
        </p:nvSpPr>
        <p:spPr>
          <a:xfrm>
            <a:off x="3776354" y="7917947"/>
            <a:ext cx="484744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Redandency</a:t>
            </a:r>
            <a:endParaRPr lang="en-US" b="1" dirty="0"/>
          </a:p>
          <a:p>
            <a:pPr algn="ctr"/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9D7B6-FBE6-1BD3-63D7-821630CD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60" y="1786972"/>
            <a:ext cx="6350326" cy="2140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A76A3C-BF0E-71AC-9F65-14C2E9264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558" y="3978800"/>
            <a:ext cx="10054442" cy="345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8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870CB18-83C9-A0EC-84B8-BE906716865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22</a:t>
            </a:fld>
            <a:endParaRPr lang="en-US" sz="1800">
              <a:solidFill>
                <a:srgbClr val="004F9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78C00-093A-B6BC-2249-90C0ADCF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11" y="2746877"/>
            <a:ext cx="3297389" cy="3650245"/>
          </a:xfrm>
          <a:prstGeom prst="rect">
            <a:avLst/>
          </a:prstGeom>
        </p:spPr>
      </p:pic>
      <p:sp>
        <p:nvSpPr>
          <p:cNvPr id="102" name="Title 1">
            <a:extLst>
              <a:ext uri="{FF2B5EF4-FFF2-40B4-BE49-F238E27FC236}">
                <a16:creationId xmlns:a16="http://schemas.microsoft.com/office/drawing/2014/main" id="{017FA494-8609-F1C1-F8F4-D662A731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389827"/>
            <a:ext cx="10421922" cy="726072"/>
          </a:xfrm>
        </p:spPr>
        <p:txBody>
          <a:bodyPr>
            <a:noAutofit/>
          </a:bodyPr>
          <a:lstStyle/>
          <a:p>
            <a:r>
              <a:rPr lang="en-US" altLang="zh-CN" dirty="0"/>
              <a:t>Further Studies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4E619F-42F6-8DC7-2C93-0F671F721A28}"/>
              </a:ext>
            </a:extLst>
          </p:cNvPr>
          <p:cNvGrpSpPr/>
          <p:nvPr/>
        </p:nvGrpSpPr>
        <p:grpSpPr>
          <a:xfrm>
            <a:off x="713692" y="2705652"/>
            <a:ext cx="5673707" cy="1204592"/>
            <a:chOff x="713692" y="3746500"/>
            <a:chExt cx="5673707" cy="12045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28FEFE-E97F-2EBA-C59F-6782B412AF57}"/>
                </a:ext>
              </a:extLst>
            </p:cNvPr>
            <p:cNvSpPr/>
            <p:nvPr/>
          </p:nvSpPr>
          <p:spPr>
            <a:xfrm>
              <a:off x="713692" y="3746500"/>
              <a:ext cx="3477307" cy="1040848"/>
            </a:xfrm>
            <a:prstGeom prst="rect">
              <a:avLst/>
            </a:prstGeom>
            <a:noFill/>
            <a:ln w="57150"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B7BE659-8CBE-8CE7-174A-DDF07D86FB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999" y="3915702"/>
              <a:ext cx="2196400" cy="0"/>
            </a:xfrm>
            <a:prstGeom prst="straightConnector1">
              <a:avLst/>
            </a:prstGeom>
            <a:ln w="57150">
              <a:solidFill>
                <a:schemeClr val="accent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ontent Placeholder 57">
              <a:extLst>
                <a:ext uri="{FF2B5EF4-FFF2-40B4-BE49-F238E27FC236}">
                  <a16:creationId xmlns:a16="http://schemas.microsoft.com/office/drawing/2014/main" id="{1300C4FF-8E26-2876-0248-6E41E783E1FE}"/>
                </a:ext>
              </a:extLst>
            </p:cNvPr>
            <p:cNvSpPr txBox="1">
              <a:spLocks/>
            </p:cNvSpPr>
            <p:nvPr/>
          </p:nvSpPr>
          <p:spPr>
            <a:xfrm>
              <a:off x="4301546" y="4047941"/>
              <a:ext cx="2085853" cy="903151"/>
            </a:xfrm>
            <a:prstGeom prst="rect">
              <a:avLst/>
            </a:prstGeom>
          </p:spPr>
          <p:txBody>
            <a:bodyPr vert="horz" wrap="square" lIns="121920" tIns="60960" rIns="121920" bIns="6096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b="1" dirty="0">
                  <a:sym typeface="Wingdings" panose="05000000000000000000" pitchFamily="2" charset="2"/>
                </a:rPr>
                <a:t>ECC Resources</a:t>
              </a:r>
              <a:endParaRPr lang="en-US" sz="2000" b="1" dirty="0">
                <a:sym typeface="Wingdings" panose="05000000000000000000" pitchFamily="2" charset="2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9BFFFE3-B682-E6A5-5C52-7F608C2086E5}"/>
              </a:ext>
            </a:extLst>
          </p:cNvPr>
          <p:cNvGrpSpPr/>
          <p:nvPr/>
        </p:nvGrpSpPr>
        <p:grpSpPr>
          <a:xfrm>
            <a:off x="6455176" y="2940731"/>
            <a:ext cx="4403324" cy="1069735"/>
            <a:chOff x="6455176" y="2940731"/>
            <a:chExt cx="4403324" cy="1069735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C31F43D-9C0C-0AA8-C2D2-4AD1F2FF52AB}"/>
                </a:ext>
              </a:extLst>
            </p:cNvPr>
            <p:cNvGrpSpPr/>
            <p:nvPr/>
          </p:nvGrpSpPr>
          <p:grpSpPr>
            <a:xfrm>
              <a:off x="6455176" y="2940731"/>
              <a:ext cx="4403324" cy="1069735"/>
              <a:chOff x="7004012" y="2490788"/>
              <a:chExt cx="4014425" cy="1069735"/>
            </a:xfrm>
          </p:grpSpPr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76943B11-972A-0A4B-1688-39B803806DD3}"/>
                  </a:ext>
                </a:extLst>
              </p:cNvPr>
              <p:cNvSpPr/>
              <p:nvPr/>
            </p:nvSpPr>
            <p:spPr>
              <a:xfrm>
                <a:off x="7083534" y="2490788"/>
                <a:ext cx="3850207" cy="954136"/>
              </a:xfrm>
              <a:prstGeom prst="roundRect">
                <a:avLst>
                  <a:gd name="adj" fmla="val 0"/>
                </a:avLst>
              </a:prstGeom>
              <a:solidFill>
                <a:srgbClr val="839BC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A15E1342-E62C-C0CD-A184-2FB239381B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927" r="2234"/>
              <a:stretch/>
            </p:blipFill>
            <p:spPr>
              <a:xfrm>
                <a:off x="7081548" y="2736546"/>
                <a:ext cx="3855464" cy="439774"/>
              </a:xfrm>
              <a:prstGeom prst="rect">
                <a:avLst/>
              </a:prstGeom>
            </p:spPr>
          </p:pic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5D3693AD-3FEF-3E96-F48D-EB9CCCBDD5C6}"/>
                  </a:ext>
                </a:extLst>
              </p:cNvPr>
              <p:cNvSpPr/>
              <p:nvPr/>
            </p:nvSpPr>
            <p:spPr>
              <a:xfrm>
                <a:off x="7004012" y="275046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19D06F7B-E664-5EE1-8230-3F361AA057F2}"/>
                  </a:ext>
                </a:extLst>
              </p:cNvPr>
              <p:cNvSpPr/>
              <p:nvPr/>
            </p:nvSpPr>
            <p:spPr>
              <a:xfrm>
                <a:off x="7004012" y="299754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A53285C-EC47-287D-E641-00DC99CE923E}"/>
                  </a:ext>
                </a:extLst>
              </p:cNvPr>
              <p:cNvSpPr/>
              <p:nvPr/>
            </p:nvSpPr>
            <p:spPr>
              <a:xfrm>
                <a:off x="10862354" y="275046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8D82E9E-B3B7-4C41-8A9C-7BA8420A06EA}"/>
                  </a:ext>
                </a:extLst>
              </p:cNvPr>
              <p:cNvSpPr/>
              <p:nvPr/>
            </p:nvSpPr>
            <p:spPr>
              <a:xfrm>
                <a:off x="10862354" y="299754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660FDEA6-61E1-9067-9C03-44DC4AE142EA}"/>
                  </a:ext>
                </a:extLst>
              </p:cNvPr>
              <p:cNvGrpSpPr/>
              <p:nvPr/>
            </p:nvGrpSpPr>
            <p:grpSpPr>
              <a:xfrm>
                <a:off x="7278225" y="3330204"/>
                <a:ext cx="3471882" cy="230319"/>
                <a:chOff x="7278225" y="3330204"/>
                <a:chExt cx="3471882" cy="230319"/>
              </a:xfrm>
            </p:grpSpPr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6F9CED3A-31E0-E9D9-13C6-7C5EBC262B7A}"/>
                    </a:ext>
                  </a:extLst>
                </p:cNvPr>
                <p:cNvSpPr/>
                <p:nvPr/>
              </p:nvSpPr>
              <p:spPr>
                <a:xfrm>
                  <a:off x="8977969" y="3330204"/>
                  <a:ext cx="63194" cy="2303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FF5F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2BF055A-9BD1-A9CA-5D58-17598C3DB07C}"/>
                    </a:ext>
                  </a:extLst>
                </p:cNvPr>
                <p:cNvSpPr/>
                <p:nvPr/>
              </p:nvSpPr>
              <p:spPr>
                <a:xfrm>
                  <a:off x="727822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D9FB4E6F-7438-6A00-0B87-EEF6C2377F84}"/>
                    </a:ext>
                  </a:extLst>
                </p:cNvPr>
                <p:cNvSpPr/>
                <p:nvPr/>
              </p:nvSpPr>
              <p:spPr>
                <a:xfrm>
                  <a:off x="732982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08366995-1D66-59E1-F2B6-5D2016A75033}"/>
                    </a:ext>
                  </a:extLst>
                </p:cNvPr>
                <p:cNvSpPr/>
                <p:nvPr/>
              </p:nvSpPr>
              <p:spPr>
                <a:xfrm>
                  <a:off x="753620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7FB00545-06A6-3D0F-D5E1-5200D764F7C6}"/>
                    </a:ext>
                  </a:extLst>
                </p:cNvPr>
                <p:cNvSpPr/>
                <p:nvPr/>
              </p:nvSpPr>
              <p:spPr>
                <a:xfrm>
                  <a:off x="774259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C708F7C8-EE44-D382-3ECF-710C61DA7C1C}"/>
                    </a:ext>
                  </a:extLst>
                </p:cNvPr>
                <p:cNvSpPr/>
                <p:nvPr/>
              </p:nvSpPr>
              <p:spPr>
                <a:xfrm>
                  <a:off x="794897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0D8F81AC-756D-41CE-64C5-BB66D35419F9}"/>
                    </a:ext>
                  </a:extLst>
                </p:cNvPr>
                <p:cNvSpPr/>
                <p:nvPr/>
              </p:nvSpPr>
              <p:spPr>
                <a:xfrm>
                  <a:off x="805216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A9F4D81C-569D-D7A9-ADC6-34097B24BD61}"/>
                    </a:ext>
                  </a:extLst>
                </p:cNvPr>
                <p:cNvSpPr/>
                <p:nvPr/>
              </p:nvSpPr>
              <p:spPr>
                <a:xfrm>
                  <a:off x="815536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31AAF6A6-0CCC-E27E-9CBA-A40E61D7D7BE}"/>
                    </a:ext>
                  </a:extLst>
                </p:cNvPr>
                <p:cNvSpPr/>
                <p:nvPr/>
              </p:nvSpPr>
              <p:spPr>
                <a:xfrm>
                  <a:off x="836174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02EF1349-94C0-316B-19DA-2B6D5C5D703F}"/>
                    </a:ext>
                  </a:extLst>
                </p:cNvPr>
                <p:cNvSpPr/>
                <p:nvPr/>
              </p:nvSpPr>
              <p:spPr>
                <a:xfrm>
                  <a:off x="825855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E569D925-DE98-BD45-6D70-52A2CC7244C6}"/>
                    </a:ext>
                  </a:extLst>
                </p:cNvPr>
                <p:cNvSpPr/>
                <p:nvPr/>
              </p:nvSpPr>
              <p:spPr>
                <a:xfrm>
                  <a:off x="846493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305A8401-475D-4089-7951-BC3C4223127D}"/>
                    </a:ext>
                  </a:extLst>
                </p:cNvPr>
                <p:cNvSpPr/>
                <p:nvPr/>
              </p:nvSpPr>
              <p:spPr>
                <a:xfrm>
                  <a:off x="856813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51C33C5-79E8-1F07-CA42-39717A4FB72E}"/>
                    </a:ext>
                  </a:extLst>
                </p:cNvPr>
                <p:cNvSpPr/>
                <p:nvPr/>
              </p:nvSpPr>
              <p:spPr>
                <a:xfrm>
                  <a:off x="867132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69A03233-4644-287A-F74A-2AD6F9A36778}"/>
                    </a:ext>
                  </a:extLst>
                </p:cNvPr>
                <p:cNvSpPr/>
                <p:nvPr/>
              </p:nvSpPr>
              <p:spPr>
                <a:xfrm>
                  <a:off x="877451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A18649EE-1A40-84BF-BC33-E06B2B3FA811}"/>
                    </a:ext>
                  </a:extLst>
                </p:cNvPr>
                <p:cNvSpPr/>
                <p:nvPr/>
              </p:nvSpPr>
              <p:spPr>
                <a:xfrm>
                  <a:off x="887770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C5FB7BB7-B3DC-8589-EA9E-0A5C15B40145}"/>
                    </a:ext>
                  </a:extLst>
                </p:cNvPr>
                <p:cNvSpPr/>
                <p:nvPr/>
              </p:nvSpPr>
              <p:spPr>
                <a:xfrm>
                  <a:off x="743301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A4155124-2AC8-FB25-281E-88C4AE13E34B}"/>
                    </a:ext>
                  </a:extLst>
                </p:cNvPr>
                <p:cNvSpPr/>
                <p:nvPr/>
              </p:nvSpPr>
              <p:spPr>
                <a:xfrm>
                  <a:off x="763940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C6D47F6F-5D31-A6BE-CA35-66E427895BA3}"/>
                    </a:ext>
                  </a:extLst>
                </p:cNvPr>
                <p:cNvSpPr/>
                <p:nvPr/>
              </p:nvSpPr>
              <p:spPr>
                <a:xfrm>
                  <a:off x="784578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5B05C407-DE85-6FA2-4A3B-363CFF1913EC}"/>
                    </a:ext>
                  </a:extLst>
                </p:cNvPr>
                <p:cNvSpPr/>
                <p:nvPr/>
              </p:nvSpPr>
              <p:spPr>
                <a:xfrm>
                  <a:off x="738141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FCB3E2A9-6A3D-865A-33D0-58E8D9AE581A}"/>
                    </a:ext>
                  </a:extLst>
                </p:cNvPr>
                <p:cNvSpPr/>
                <p:nvPr/>
              </p:nvSpPr>
              <p:spPr>
                <a:xfrm>
                  <a:off x="748461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F4B026D4-7BE2-E709-59CA-51AFCF915487}"/>
                    </a:ext>
                  </a:extLst>
                </p:cNvPr>
                <p:cNvSpPr/>
                <p:nvPr/>
              </p:nvSpPr>
              <p:spPr>
                <a:xfrm>
                  <a:off x="769099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DC9ACFE8-98D0-8D2B-9239-E47A5390B281}"/>
                    </a:ext>
                  </a:extLst>
                </p:cNvPr>
                <p:cNvSpPr/>
                <p:nvPr/>
              </p:nvSpPr>
              <p:spPr>
                <a:xfrm>
                  <a:off x="789738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B11FDF67-9088-6AE2-5D15-DFB2E03C42AC}"/>
                    </a:ext>
                  </a:extLst>
                </p:cNvPr>
                <p:cNvSpPr/>
                <p:nvPr/>
              </p:nvSpPr>
              <p:spPr>
                <a:xfrm>
                  <a:off x="810376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38ADD2FB-857A-08F1-FE15-0F58779A28AC}"/>
                    </a:ext>
                  </a:extLst>
                </p:cNvPr>
                <p:cNvSpPr/>
                <p:nvPr/>
              </p:nvSpPr>
              <p:spPr>
                <a:xfrm>
                  <a:off x="820695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A8EF2759-EC5B-5FD0-0841-FABF75EDBF80}"/>
                    </a:ext>
                  </a:extLst>
                </p:cNvPr>
                <p:cNvSpPr/>
                <p:nvPr/>
              </p:nvSpPr>
              <p:spPr>
                <a:xfrm>
                  <a:off x="831015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0E591A26-40A5-6DA5-B1DB-23F0897355ED}"/>
                    </a:ext>
                  </a:extLst>
                </p:cNvPr>
                <p:cNvSpPr/>
                <p:nvPr/>
              </p:nvSpPr>
              <p:spPr>
                <a:xfrm>
                  <a:off x="851653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434D501F-8B20-B749-7239-6A25E6BC4FE9}"/>
                    </a:ext>
                  </a:extLst>
                </p:cNvPr>
                <p:cNvSpPr/>
                <p:nvPr/>
              </p:nvSpPr>
              <p:spPr>
                <a:xfrm>
                  <a:off x="841334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C6F1A25B-6169-D8C1-87CA-2A54B6BEB99A}"/>
                    </a:ext>
                  </a:extLst>
                </p:cNvPr>
                <p:cNvSpPr/>
                <p:nvPr/>
              </p:nvSpPr>
              <p:spPr>
                <a:xfrm>
                  <a:off x="861972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2880EAF5-1A9C-DCAC-15E0-1810A84C73D6}"/>
                    </a:ext>
                  </a:extLst>
                </p:cNvPr>
                <p:cNvSpPr/>
                <p:nvPr/>
              </p:nvSpPr>
              <p:spPr>
                <a:xfrm>
                  <a:off x="872292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4A16B54F-4E2A-9ACD-D56D-2F0CA8E84D8C}"/>
                    </a:ext>
                  </a:extLst>
                </p:cNvPr>
                <p:cNvSpPr/>
                <p:nvPr/>
              </p:nvSpPr>
              <p:spPr>
                <a:xfrm>
                  <a:off x="882611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4D56173C-AA97-03E8-812F-290E9DC1373B}"/>
                    </a:ext>
                  </a:extLst>
                </p:cNvPr>
                <p:cNvSpPr/>
                <p:nvPr/>
              </p:nvSpPr>
              <p:spPr>
                <a:xfrm>
                  <a:off x="892930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3A095158-A788-9BA0-7DBC-AB91A289A4F2}"/>
                    </a:ext>
                  </a:extLst>
                </p:cNvPr>
                <p:cNvSpPr/>
                <p:nvPr/>
              </p:nvSpPr>
              <p:spPr>
                <a:xfrm>
                  <a:off x="758780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87F65514-276A-31E8-527A-80F512A00473}"/>
                    </a:ext>
                  </a:extLst>
                </p:cNvPr>
                <p:cNvSpPr/>
                <p:nvPr/>
              </p:nvSpPr>
              <p:spPr>
                <a:xfrm>
                  <a:off x="779418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1B5B2F53-2911-7F3C-0C1E-78B4B4FF0A29}"/>
                    </a:ext>
                  </a:extLst>
                </p:cNvPr>
                <p:cNvSpPr/>
                <p:nvPr/>
              </p:nvSpPr>
              <p:spPr>
                <a:xfrm>
                  <a:off x="800057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29B1463E-78D0-AA97-ADE4-544AAB8E8B11}"/>
                    </a:ext>
                  </a:extLst>
                </p:cNvPr>
                <p:cNvSpPr/>
                <p:nvPr/>
              </p:nvSpPr>
              <p:spPr>
                <a:xfrm>
                  <a:off x="906436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B9F9D5A2-0903-B8E0-F70F-6AC261426204}"/>
                    </a:ext>
                  </a:extLst>
                </p:cNvPr>
                <p:cNvSpPr/>
                <p:nvPr/>
              </p:nvSpPr>
              <p:spPr>
                <a:xfrm>
                  <a:off x="911596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F0225F9D-876C-E990-8EF0-7028228EEF1D}"/>
                    </a:ext>
                  </a:extLst>
                </p:cNvPr>
                <p:cNvSpPr/>
                <p:nvPr/>
              </p:nvSpPr>
              <p:spPr>
                <a:xfrm>
                  <a:off x="932234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0DAB309E-2CA4-2899-67D0-E5C9965F9799}"/>
                    </a:ext>
                  </a:extLst>
                </p:cNvPr>
                <p:cNvSpPr/>
                <p:nvPr/>
              </p:nvSpPr>
              <p:spPr>
                <a:xfrm>
                  <a:off x="952873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99F6ED47-0C84-EAE6-0794-9F9694D6988F}"/>
                    </a:ext>
                  </a:extLst>
                </p:cNvPr>
                <p:cNvSpPr/>
                <p:nvPr/>
              </p:nvSpPr>
              <p:spPr>
                <a:xfrm>
                  <a:off x="973511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C6258542-A81B-3498-CA5A-35329DEBB206}"/>
                    </a:ext>
                  </a:extLst>
                </p:cNvPr>
                <p:cNvSpPr/>
                <p:nvPr/>
              </p:nvSpPr>
              <p:spPr>
                <a:xfrm>
                  <a:off x="983830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937B2A5B-B7FA-4614-56D3-F16A0EDC7A19}"/>
                    </a:ext>
                  </a:extLst>
                </p:cNvPr>
                <p:cNvSpPr/>
                <p:nvPr/>
              </p:nvSpPr>
              <p:spPr>
                <a:xfrm>
                  <a:off x="994150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69939053-71E3-672E-2D6C-BBA8488523F6}"/>
                    </a:ext>
                  </a:extLst>
                </p:cNvPr>
                <p:cNvSpPr/>
                <p:nvPr/>
              </p:nvSpPr>
              <p:spPr>
                <a:xfrm>
                  <a:off x="1014788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67B7D2FC-AA67-96EE-EBCA-1E24A7B04D40}"/>
                    </a:ext>
                  </a:extLst>
                </p:cNvPr>
                <p:cNvSpPr/>
                <p:nvPr/>
              </p:nvSpPr>
              <p:spPr>
                <a:xfrm>
                  <a:off x="1004469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9E328D68-5FE4-9F9A-2BE8-E346A398AA8D}"/>
                    </a:ext>
                  </a:extLst>
                </p:cNvPr>
                <p:cNvSpPr/>
                <p:nvPr/>
              </p:nvSpPr>
              <p:spPr>
                <a:xfrm>
                  <a:off x="1025107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8418EE8D-97F0-415D-72DE-F54F3AD326B5}"/>
                    </a:ext>
                  </a:extLst>
                </p:cNvPr>
                <p:cNvSpPr/>
                <p:nvPr/>
              </p:nvSpPr>
              <p:spPr>
                <a:xfrm>
                  <a:off x="1035427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08E05DB4-B212-1033-8140-E11D83A925F2}"/>
                    </a:ext>
                  </a:extLst>
                </p:cNvPr>
                <p:cNvSpPr/>
                <p:nvPr/>
              </p:nvSpPr>
              <p:spPr>
                <a:xfrm>
                  <a:off x="1045746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A1B0AE11-6A7C-342F-7709-C82C3BEB9563}"/>
                    </a:ext>
                  </a:extLst>
                </p:cNvPr>
                <p:cNvSpPr/>
                <p:nvPr/>
              </p:nvSpPr>
              <p:spPr>
                <a:xfrm>
                  <a:off x="1056065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62603DB9-9CD8-FB9E-F372-AB4CDD429D16}"/>
                    </a:ext>
                  </a:extLst>
                </p:cNvPr>
                <p:cNvSpPr/>
                <p:nvPr/>
              </p:nvSpPr>
              <p:spPr>
                <a:xfrm>
                  <a:off x="1066384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DFBB9087-12B7-5666-A7D3-FA6C45930C55}"/>
                    </a:ext>
                  </a:extLst>
                </p:cNvPr>
                <p:cNvSpPr/>
                <p:nvPr/>
              </p:nvSpPr>
              <p:spPr>
                <a:xfrm>
                  <a:off x="921915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50ADCAD8-1AF8-79C1-C429-1E4861CDD87E}"/>
                    </a:ext>
                  </a:extLst>
                </p:cNvPr>
                <p:cNvSpPr/>
                <p:nvPr/>
              </p:nvSpPr>
              <p:spPr>
                <a:xfrm>
                  <a:off x="942553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45F7C453-C413-E2C2-F9FF-131922A1E7E7}"/>
                    </a:ext>
                  </a:extLst>
                </p:cNvPr>
                <p:cNvSpPr/>
                <p:nvPr/>
              </p:nvSpPr>
              <p:spPr>
                <a:xfrm>
                  <a:off x="963192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892F8D4A-F1DE-68D1-F8C8-E274A9CAF95F}"/>
                    </a:ext>
                  </a:extLst>
                </p:cNvPr>
                <p:cNvSpPr/>
                <p:nvPr/>
              </p:nvSpPr>
              <p:spPr>
                <a:xfrm>
                  <a:off x="916755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0BD63DC8-FE91-80EF-026C-67EFC93A7C42}"/>
                    </a:ext>
                  </a:extLst>
                </p:cNvPr>
                <p:cNvSpPr/>
                <p:nvPr/>
              </p:nvSpPr>
              <p:spPr>
                <a:xfrm>
                  <a:off x="927075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111EB518-15B4-D827-F930-87AC38049676}"/>
                    </a:ext>
                  </a:extLst>
                </p:cNvPr>
                <p:cNvSpPr/>
                <p:nvPr/>
              </p:nvSpPr>
              <p:spPr>
                <a:xfrm>
                  <a:off x="947713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50EBDA37-4FD1-508C-444D-A19691955B78}"/>
                    </a:ext>
                  </a:extLst>
                </p:cNvPr>
                <p:cNvSpPr/>
                <p:nvPr/>
              </p:nvSpPr>
              <p:spPr>
                <a:xfrm>
                  <a:off x="968351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663BFA56-6691-51A8-6C12-CEE32B28593F}"/>
                    </a:ext>
                  </a:extLst>
                </p:cNvPr>
                <p:cNvSpPr/>
                <p:nvPr/>
              </p:nvSpPr>
              <p:spPr>
                <a:xfrm>
                  <a:off x="988990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CAB6579D-D879-43FD-4FB9-B030B1698089}"/>
                    </a:ext>
                  </a:extLst>
                </p:cNvPr>
                <p:cNvSpPr/>
                <p:nvPr/>
              </p:nvSpPr>
              <p:spPr>
                <a:xfrm>
                  <a:off x="999309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A4A634C4-585E-A14D-941A-3E2947626C7F}"/>
                    </a:ext>
                  </a:extLst>
                </p:cNvPr>
                <p:cNvSpPr/>
                <p:nvPr/>
              </p:nvSpPr>
              <p:spPr>
                <a:xfrm>
                  <a:off x="1009628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D9E2D608-EBDB-6C21-C1D2-8960C482C5B1}"/>
                    </a:ext>
                  </a:extLst>
                </p:cNvPr>
                <p:cNvSpPr/>
                <p:nvPr/>
              </p:nvSpPr>
              <p:spPr>
                <a:xfrm>
                  <a:off x="1030267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1BB40310-A11E-6533-286B-9E02A00E2BA4}"/>
                    </a:ext>
                  </a:extLst>
                </p:cNvPr>
                <p:cNvSpPr/>
                <p:nvPr/>
              </p:nvSpPr>
              <p:spPr>
                <a:xfrm>
                  <a:off x="1019948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3B69A0D3-237F-5521-EAC0-9580F49DF0E8}"/>
                    </a:ext>
                  </a:extLst>
                </p:cNvPr>
                <p:cNvSpPr/>
                <p:nvPr/>
              </p:nvSpPr>
              <p:spPr>
                <a:xfrm>
                  <a:off x="1040586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ED2321E2-689E-F3F4-FDB3-B3F035893C2D}"/>
                    </a:ext>
                  </a:extLst>
                </p:cNvPr>
                <p:cNvSpPr/>
                <p:nvPr/>
              </p:nvSpPr>
              <p:spPr>
                <a:xfrm>
                  <a:off x="1050905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57E9BA75-BED8-013B-989E-29B4F42006C8}"/>
                    </a:ext>
                  </a:extLst>
                </p:cNvPr>
                <p:cNvSpPr/>
                <p:nvPr/>
              </p:nvSpPr>
              <p:spPr>
                <a:xfrm>
                  <a:off x="1061225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95B5C599-5944-204B-7345-8D1BBA9F62DD}"/>
                    </a:ext>
                  </a:extLst>
                </p:cNvPr>
                <p:cNvSpPr/>
                <p:nvPr/>
              </p:nvSpPr>
              <p:spPr>
                <a:xfrm>
                  <a:off x="1071544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33A9A1AF-3A13-394B-715A-46A916AB79FF}"/>
                    </a:ext>
                  </a:extLst>
                </p:cNvPr>
                <p:cNvSpPr/>
                <p:nvPr/>
              </p:nvSpPr>
              <p:spPr>
                <a:xfrm>
                  <a:off x="937394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1B88410F-0D32-0A04-E991-5871B64752B0}"/>
                    </a:ext>
                  </a:extLst>
                </p:cNvPr>
                <p:cNvSpPr/>
                <p:nvPr/>
              </p:nvSpPr>
              <p:spPr>
                <a:xfrm>
                  <a:off x="958032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EA04DE09-E00A-7F34-C9CE-19ACDC044ABB}"/>
                    </a:ext>
                  </a:extLst>
                </p:cNvPr>
                <p:cNvSpPr/>
                <p:nvPr/>
              </p:nvSpPr>
              <p:spPr>
                <a:xfrm>
                  <a:off x="978671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</p:grpSp>
        </p:grp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C012ACE-8BF5-DC53-8D51-31FE64E07ACC}"/>
                </a:ext>
              </a:extLst>
            </p:cNvPr>
            <p:cNvSpPr/>
            <p:nvPr/>
          </p:nvSpPr>
          <p:spPr>
            <a:xfrm>
              <a:off x="6815898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1253508-5AD6-1EC6-F1C9-5E4B7DDAFE55}"/>
                </a:ext>
              </a:extLst>
            </p:cNvPr>
            <p:cNvSpPr/>
            <p:nvPr/>
          </p:nvSpPr>
          <p:spPr>
            <a:xfrm>
              <a:off x="7194754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A140C36-AF10-C682-311E-04732ACA9675}"/>
                </a:ext>
              </a:extLst>
            </p:cNvPr>
            <p:cNvSpPr/>
            <p:nvPr/>
          </p:nvSpPr>
          <p:spPr>
            <a:xfrm>
              <a:off x="7573610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9783594-770E-0978-1E4F-FBD96BD507B2}"/>
                </a:ext>
              </a:extLst>
            </p:cNvPr>
            <p:cNvSpPr/>
            <p:nvPr/>
          </p:nvSpPr>
          <p:spPr>
            <a:xfrm>
              <a:off x="7952466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FDCC90-EB96-40B3-6A68-B307EC0F3695}"/>
                </a:ext>
              </a:extLst>
            </p:cNvPr>
            <p:cNvSpPr/>
            <p:nvPr/>
          </p:nvSpPr>
          <p:spPr>
            <a:xfrm>
              <a:off x="8331322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7146DC9-91B6-594D-FF11-5CBD9ACF8C20}"/>
                </a:ext>
              </a:extLst>
            </p:cNvPr>
            <p:cNvSpPr/>
            <p:nvPr/>
          </p:nvSpPr>
          <p:spPr>
            <a:xfrm>
              <a:off x="8710178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DC6BCBC-6F28-9E7E-F11D-0264180AB33B}"/>
                </a:ext>
              </a:extLst>
            </p:cNvPr>
            <p:cNvSpPr/>
            <p:nvPr/>
          </p:nvSpPr>
          <p:spPr>
            <a:xfrm>
              <a:off x="9089034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5160DE0-1834-17CF-7457-F8E1D3510CB4}"/>
                </a:ext>
              </a:extLst>
            </p:cNvPr>
            <p:cNvSpPr/>
            <p:nvPr/>
          </p:nvSpPr>
          <p:spPr>
            <a:xfrm>
              <a:off x="9467890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020BCF7-746B-0850-4C39-A5CE29C04B0B}"/>
                </a:ext>
              </a:extLst>
            </p:cNvPr>
            <p:cNvSpPr/>
            <p:nvPr/>
          </p:nvSpPr>
          <p:spPr>
            <a:xfrm>
              <a:off x="10225604" y="3227308"/>
              <a:ext cx="290431" cy="348383"/>
            </a:xfrm>
            <a:prstGeom prst="rect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646E9FF-4645-7A63-E7FC-9834D8FB1178}"/>
                </a:ext>
              </a:extLst>
            </p:cNvPr>
            <p:cNvSpPr/>
            <p:nvPr/>
          </p:nvSpPr>
          <p:spPr>
            <a:xfrm>
              <a:off x="9846746" y="3227308"/>
              <a:ext cx="290431" cy="348383"/>
            </a:xfrm>
            <a:prstGeom prst="rect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6" name="Right Brace 195">
            <a:extLst>
              <a:ext uri="{FF2B5EF4-FFF2-40B4-BE49-F238E27FC236}">
                <a16:creationId xmlns:a16="http://schemas.microsoft.com/office/drawing/2014/main" id="{4D99E983-DFC4-50DA-B2A3-87FC8C5A3D7E}"/>
              </a:ext>
            </a:extLst>
          </p:cNvPr>
          <p:cNvSpPr/>
          <p:nvPr/>
        </p:nvSpPr>
        <p:spPr>
          <a:xfrm rot="16200000">
            <a:off x="8148950" y="1277078"/>
            <a:ext cx="233126" cy="2940295"/>
          </a:xfrm>
          <a:prstGeom prst="rightBrace">
            <a:avLst>
              <a:gd name="adj1" fmla="val 30903"/>
              <a:gd name="adj2" fmla="val 50000"/>
            </a:avLst>
          </a:prstGeom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ight Brace 196">
            <a:extLst>
              <a:ext uri="{FF2B5EF4-FFF2-40B4-BE49-F238E27FC236}">
                <a16:creationId xmlns:a16="http://schemas.microsoft.com/office/drawing/2014/main" id="{5F9FDA58-C32D-E95B-DF47-04619C00CD56}"/>
              </a:ext>
            </a:extLst>
          </p:cNvPr>
          <p:cNvSpPr/>
          <p:nvPr/>
        </p:nvSpPr>
        <p:spPr>
          <a:xfrm rot="16200000">
            <a:off x="10088899" y="2388509"/>
            <a:ext cx="233126" cy="717432"/>
          </a:xfrm>
          <a:prstGeom prst="rightBrace">
            <a:avLst>
              <a:gd name="adj1" fmla="val 30903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Content Placeholder 57">
            <a:extLst>
              <a:ext uri="{FF2B5EF4-FFF2-40B4-BE49-F238E27FC236}">
                <a16:creationId xmlns:a16="http://schemas.microsoft.com/office/drawing/2014/main" id="{619EF202-61A6-39CD-5773-55C288FE8610}"/>
              </a:ext>
            </a:extLst>
          </p:cNvPr>
          <p:cNvSpPr txBox="1">
            <a:spLocks/>
          </p:cNvSpPr>
          <p:nvPr/>
        </p:nvSpPr>
        <p:spPr>
          <a:xfrm>
            <a:off x="7446989" y="2116454"/>
            <a:ext cx="1942601" cy="514207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Data Chips</a:t>
            </a:r>
            <a:endParaRPr lang="en-US" sz="2000" b="1" dirty="0">
              <a:sym typeface="Wingdings" panose="05000000000000000000" pitchFamily="2" charset="2"/>
            </a:endParaRPr>
          </a:p>
        </p:txBody>
      </p:sp>
      <p:sp>
        <p:nvSpPr>
          <p:cNvPr id="199" name="Content Placeholder 57">
            <a:extLst>
              <a:ext uri="{FF2B5EF4-FFF2-40B4-BE49-F238E27FC236}">
                <a16:creationId xmlns:a16="http://schemas.microsoft.com/office/drawing/2014/main" id="{E91096F3-0D67-66F4-2CBD-C10FCB39B475}"/>
              </a:ext>
            </a:extLst>
          </p:cNvPr>
          <p:cNvSpPr txBox="1">
            <a:spLocks/>
          </p:cNvSpPr>
          <p:nvPr/>
        </p:nvSpPr>
        <p:spPr>
          <a:xfrm>
            <a:off x="9483401" y="2116454"/>
            <a:ext cx="1942601" cy="514207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ECC Chips</a:t>
            </a:r>
            <a:endParaRPr lang="en-US" sz="2000" b="1" dirty="0">
              <a:sym typeface="Wingdings" panose="05000000000000000000" pitchFamily="2" charset="2"/>
            </a:endParaRPr>
          </a:p>
        </p:txBody>
      </p:sp>
      <p:sp>
        <p:nvSpPr>
          <p:cNvPr id="202" name="Content Placeholder 57">
            <a:extLst>
              <a:ext uri="{FF2B5EF4-FFF2-40B4-BE49-F238E27FC236}">
                <a16:creationId xmlns:a16="http://schemas.microsoft.com/office/drawing/2014/main" id="{F84E564C-A1FC-C6D0-D0A0-7B9C4B2F56EB}"/>
              </a:ext>
            </a:extLst>
          </p:cNvPr>
          <p:cNvSpPr txBox="1">
            <a:spLocks/>
          </p:cNvSpPr>
          <p:nvPr/>
        </p:nvSpPr>
        <p:spPr>
          <a:xfrm>
            <a:off x="6387399" y="4688620"/>
            <a:ext cx="5343978" cy="310411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dirty="0"/>
              <a:t>Traditional ECC Process</a:t>
            </a:r>
          </a:p>
          <a:p>
            <a:pPr marL="609585" lvl="1" indent="0">
              <a:buNone/>
            </a:pPr>
            <a:r>
              <a:rPr lang="en-US" sz="2400" dirty="0"/>
              <a:t>Detection + Correction</a:t>
            </a:r>
          </a:p>
          <a:p>
            <a:pPr marL="0" indent="0">
              <a:buNone/>
            </a:pPr>
            <a:r>
              <a:rPr lang="en-US" sz="3200" dirty="0"/>
              <a:t>Decoupled ECC Process</a:t>
            </a:r>
          </a:p>
          <a:p>
            <a:pPr marL="609585" lvl="1" indent="0">
              <a:buNone/>
            </a:pPr>
            <a:r>
              <a:rPr lang="en-US" sz="2400" dirty="0"/>
              <a:t>1</a:t>
            </a:r>
            <a:r>
              <a:rPr lang="en-US" sz="2400" baseline="30000" dirty="0"/>
              <a:t>st</a:t>
            </a:r>
            <a:r>
              <a:rPr lang="en-US" sz="2400" dirty="0"/>
              <a:t> detection only</a:t>
            </a:r>
          </a:p>
          <a:p>
            <a:pPr marL="609585" lvl="1" indent="0">
              <a:buNone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errors detected, correction</a:t>
            </a:r>
          </a:p>
          <a:p>
            <a:pPr marL="609585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3200" dirty="0"/>
              <a:t>Example: Chip-Kill ECC</a:t>
            </a:r>
          </a:p>
        </p:txBody>
      </p:sp>
      <p:pic>
        <p:nvPicPr>
          <p:cNvPr id="204" name="Graphic 203" descr="Lightning bolt with solid fill">
            <a:extLst>
              <a:ext uri="{FF2B5EF4-FFF2-40B4-BE49-F238E27FC236}">
                <a16:creationId xmlns:a16="http://schemas.microsoft.com/office/drawing/2014/main" id="{86F81D8D-8F60-B0CB-9F19-7CBDDAE0A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6858" y="3327258"/>
            <a:ext cx="365760" cy="365760"/>
          </a:xfrm>
          <a:prstGeom prst="rect">
            <a:avLst/>
          </a:prstGeom>
        </p:spPr>
      </p:pic>
      <p:grpSp>
        <p:nvGrpSpPr>
          <p:cNvPr id="209" name="Group 208">
            <a:extLst>
              <a:ext uri="{FF2B5EF4-FFF2-40B4-BE49-F238E27FC236}">
                <a16:creationId xmlns:a16="http://schemas.microsoft.com/office/drawing/2014/main" id="{DECF6959-6319-64C3-AE54-020E5D269E78}"/>
              </a:ext>
            </a:extLst>
          </p:cNvPr>
          <p:cNvGrpSpPr/>
          <p:nvPr/>
        </p:nvGrpSpPr>
        <p:grpSpPr>
          <a:xfrm>
            <a:off x="8103286" y="3173856"/>
            <a:ext cx="1888128" cy="1333704"/>
            <a:chOff x="8103286" y="3173856"/>
            <a:chExt cx="1888128" cy="1333704"/>
          </a:xfrm>
        </p:grpSpPr>
        <p:sp>
          <p:nvSpPr>
            <p:cNvPr id="205" name="Arc 204">
              <a:extLst>
                <a:ext uri="{FF2B5EF4-FFF2-40B4-BE49-F238E27FC236}">
                  <a16:creationId xmlns:a16="http://schemas.microsoft.com/office/drawing/2014/main" id="{28B00F20-B3AD-BC9F-6D0A-359B0EBDDF18}"/>
                </a:ext>
              </a:extLst>
            </p:cNvPr>
            <p:cNvSpPr/>
            <p:nvPr/>
          </p:nvSpPr>
          <p:spPr>
            <a:xfrm flipV="1">
              <a:off x="8103286" y="3173856"/>
              <a:ext cx="1888128" cy="1010592"/>
            </a:xfrm>
            <a:prstGeom prst="arc">
              <a:avLst>
                <a:gd name="adj1" fmla="val 10828161"/>
                <a:gd name="adj2" fmla="val 0"/>
              </a:avLst>
            </a:prstGeom>
            <a:ln w="28575">
              <a:solidFill>
                <a:srgbClr val="FF000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E50B450-A94C-7F83-CA5A-6E367A5C3228}"/>
                </a:ext>
              </a:extLst>
            </p:cNvPr>
            <p:cNvSpPr txBox="1"/>
            <p:nvPr/>
          </p:nvSpPr>
          <p:spPr>
            <a:xfrm>
              <a:off x="8889053" y="4107450"/>
              <a:ext cx="94807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Detect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5D00E41-5516-6248-EF79-86739F757EF7}"/>
              </a:ext>
            </a:extLst>
          </p:cNvPr>
          <p:cNvGrpSpPr/>
          <p:nvPr/>
        </p:nvGrpSpPr>
        <p:grpSpPr>
          <a:xfrm>
            <a:off x="8109747" y="2863788"/>
            <a:ext cx="2261072" cy="1940256"/>
            <a:chOff x="8109747" y="2863788"/>
            <a:chExt cx="2261072" cy="1940256"/>
          </a:xfrm>
        </p:grpSpPr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56BB150F-8AC1-0B72-00DA-50FEDCD2DCC8}"/>
                </a:ext>
              </a:extLst>
            </p:cNvPr>
            <p:cNvSpPr/>
            <p:nvPr/>
          </p:nvSpPr>
          <p:spPr>
            <a:xfrm flipV="1">
              <a:off x="8109747" y="2863788"/>
              <a:ext cx="2261072" cy="1633909"/>
            </a:xfrm>
            <a:prstGeom prst="arc">
              <a:avLst>
                <a:gd name="adj1" fmla="val 10828161"/>
                <a:gd name="adj2" fmla="val 0"/>
              </a:avLst>
            </a:prstGeom>
            <a:ln w="28575">
              <a:solidFill>
                <a:srgbClr val="FF000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49C6C52-AC98-E72E-FD55-18910EDF2529}"/>
                </a:ext>
              </a:extLst>
            </p:cNvPr>
            <p:cNvSpPr txBox="1"/>
            <p:nvPr/>
          </p:nvSpPr>
          <p:spPr>
            <a:xfrm>
              <a:off x="9422748" y="4403934"/>
              <a:ext cx="94807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</a:rPr>
                <a:t>Correct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869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Overview 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C2A1EF0-0E59-4EBB-814A-8693A713A10C}"/>
              </a:ext>
            </a:extLst>
          </p:cNvPr>
          <p:cNvSpPr/>
          <p:nvPr/>
        </p:nvSpPr>
        <p:spPr>
          <a:xfrm>
            <a:off x="910682" y="4107928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/>
              <a:t>Bandwidth</a:t>
            </a:r>
            <a:endParaRPr lang="en-US" sz="2667" b="1">
              <a:latin typeface="+mj-lt"/>
            </a:endParaRP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B415CD41-3C87-4609-A0F2-7D0DC4CE18B1}"/>
              </a:ext>
            </a:extLst>
          </p:cNvPr>
          <p:cNvSpPr/>
          <p:nvPr/>
        </p:nvSpPr>
        <p:spPr>
          <a:xfrm>
            <a:off x="910682" y="5859816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/>
              <a:t>Latency</a:t>
            </a:r>
            <a:endParaRPr lang="en-US" sz="2667" b="1"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A2B65F-90D4-4A2B-9DD5-0F05CCB44D77}"/>
              </a:ext>
            </a:extLst>
          </p:cNvPr>
          <p:cNvCxnSpPr>
            <a:cxnSpLocks/>
          </p:cNvCxnSpPr>
          <p:nvPr/>
        </p:nvCxnSpPr>
        <p:spPr>
          <a:xfrm>
            <a:off x="4798106" y="5687903"/>
            <a:ext cx="1219200" cy="0"/>
          </a:xfrm>
          <a:prstGeom prst="straightConnector1">
            <a:avLst/>
          </a:prstGeom>
          <a:ln w="76200">
            <a:solidFill>
              <a:srgbClr val="004F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E13002-BB78-4C77-BD1E-A80A50B43324}"/>
              </a:ext>
            </a:extLst>
          </p:cNvPr>
          <p:cNvCxnSpPr>
            <a:cxnSpLocks/>
          </p:cNvCxnSpPr>
          <p:nvPr/>
        </p:nvCxnSpPr>
        <p:spPr>
          <a:xfrm>
            <a:off x="4798106" y="7527707"/>
            <a:ext cx="1219200" cy="0"/>
          </a:xfrm>
          <a:prstGeom prst="straightConnector1">
            <a:avLst/>
          </a:prstGeom>
          <a:ln w="76200">
            <a:solidFill>
              <a:srgbClr val="004F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ubtitle 2">
            <a:extLst>
              <a:ext uri="{FF2B5EF4-FFF2-40B4-BE49-F238E27FC236}">
                <a16:creationId xmlns:a16="http://schemas.microsoft.com/office/drawing/2014/main" id="{44414519-0B51-4EB8-961D-750C0E42CAED}"/>
              </a:ext>
            </a:extLst>
          </p:cNvPr>
          <p:cNvSpPr txBox="1">
            <a:spLocks/>
          </p:cNvSpPr>
          <p:nvPr/>
        </p:nvSpPr>
        <p:spPr>
          <a:xfrm>
            <a:off x="6133145" y="5359104"/>
            <a:ext cx="5510577" cy="639071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>
                <a:latin typeface="+mj-lt"/>
              </a:rPr>
              <a:t>Improving bandwidth efficiency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err="1">
                <a:solidFill>
                  <a:srgbClr val="7F7F7F"/>
                </a:solidFill>
                <a:latin typeface="+mj-lt"/>
              </a:rPr>
              <a:t>Strided</a:t>
            </a:r>
            <a:r>
              <a:rPr lang="en-US" b="1" i="1">
                <a:solidFill>
                  <a:srgbClr val="7F7F7F"/>
                </a:solidFill>
                <a:latin typeface="+mj-lt"/>
              </a:rPr>
              <a:t> Access Mem, MICRO’21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>
                <a:solidFill>
                  <a:srgbClr val="7F7F7F"/>
                </a:solidFill>
                <a:latin typeface="+mj-lt"/>
              </a:rPr>
              <a:t>Hiding </a:t>
            </a:r>
            <a:r>
              <a:rPr lang="en-US" b="1" i="1" err="1">
                <a:solidFill>
                  <a:srgbClr val="7F7F7F"/>
                </a:solidFill>
                <a:latin typeface="+mj-lt"/>
              </a:rPr>
              <a:t>MetaData</a:t>
            </a:r>
            <a:r>
              <a:rPr lang="en-US" b="1" i="1">
                <a:solidFill>
                  <a:srgbClr val="7F7F7F"/>
                </a:solidFill>
                <a:latin typeface="+mj-lt"/>
              </a:rPr>
              <a:t>, Ongoing</a:t>
            </a:r>
            <a:endParaRPr lang="en-US" b="1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3200" b="1">
              <a:latin typeface="+mj-lt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3C382A91-C3C3-4152-9365-5492BDEAC416}"/>
              </a:ext>
            </a:extLst>
          </p:cNvPr>
          <p:cNvSpPr txBox="1">
            <a:spLocks/>
          </p:cNvSpPr>
          <p:nvPr/>
        </p:nvSpPr>
        <p:spPr>
          <a:xfrm>
            <a:off x="6133145" y="7176680"/>
            <a:ext cx="5510577" cy="639071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>
                <a:latin typeface="+mj-lt"/>
              </a:rPr>
              <a:t>Reducing access latency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1">
                <a:solidFill>
                  <a:srgbClr val="7F7F7F"/>
                </a:solidFill>
                <a:latin typeface="Calibri Light" panose="020F0302020204030204"/>
              </a:rPr>
              <a:t>Reduced Restore, DAC’20 </a:t>
            </a:r>
          </a:p>
          <a:p>
            <a:pPr marL="0" lvl="0" indent="0" defTabSz="4572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1">
                <a:solidFill>
                  <a:srgbClr val="7F7F7F"/>
                </a:solidFill>
                <a:latin typeface="Calibri Light" panose="020F0302020204030204"/>
              </a:rPr>
              <a:t>Hybrid Mem, DAC’22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C32D8BC-EA4A-43A9-8794-9614C889AD89}"/>
              </a:ext>
            </a:extLst>
          </p:cNvPr>
          <p:cNvSpPr txBox="1">
            <a:spLocks/>
          </p:cNvSpPr>
          <p:nvPr/>
        </p:nvSpPr>
        <p:spPr>
          <a:xfrm>
            <a:off x="6133145" y="3541528"/>
            <a:ext cx="5510577" cy="639071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latin typeface="+mj-lt"/>
              </a:rPr>
              <a:t>Exploring more bandwidth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Efficient PIM, HPCA’20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rgbClr val="7F7F7F"/>
                </a:solidFill>
                <a:latin typeface="+mj-lt"/>
              </a:rPr>
              <a:t>Reduced Operation PIM, DAC’19</a:t>
            </a:r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D8FFC21C-7FAF-4391-9990-05033B5AA21E}"/>
              </a:ext>
            </a:extLst>
          </p:cNvPr>
          <p:cNvSpPr/>
          <p:nvPr/>
        </p:nvSpPr>
        <p:spPr>
          <a:xfrm>
            <a:off x="2527217" y="4968095"/>
            <a:ext cx="1756684" cy="1520207"/>
          </a:xfrm>
          <a:prstGeom prst="hexagon">
            <a:avLst/>
          </a:prstGeom>
          <a:noFill/>
          <a:ln w="76200">
            <a:solidFill>
              <a:srgbClr val="004F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667" b="1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67CC9D2E-4495-47B1-BE81-EF9C1FF1FF0E}"/>
              </a:ext>
            </a:extLst>
          </p:cNvPr>
          <p:cNvSpPr/>
          <p:nvPr/>
        </p:nvSpPr>
        <p:spPr>
          <a:xfrm>
            <a:off x="2527217" y="6763824"/>
            <a:ext cx="1756684" cy="1520207"/>
          </a:xfrm>
          <a:prstGeom prst="hexagon">
            <a:avLst/>
          </a:prstGeom>
          <a:noFill/>
          <a:ln w="76200">
            <a:solidFill>
              <a:srgbClr val="004F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667" b="1"/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C3B535C-F944-4376-B96A-943F57E14EE1}"/>
              </a:ext>
            </a:extLst>
          </p:cNvPr>
          <p:cNvSpPr/>
          <p:nvPr/>
        </p:nvSpPr>
        <p:spPr>
          <a:xfrm>
            <a:off x="2527217" y="3172367"/>
            <a:ext cx="1756684" cy="1520207"/>
          </a:xfrm>
          <a:prstGeom prst="hexagon">
            <a:avLst/>
          </a:prstGeom>
          <a:noFill/>
          <a:ln w="76200">
            <a:solidFill>
              <a:srgbClr val="004F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667" b="1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E00A1D-15BD-4880-ACDB-2C3AAA58A2B2}"/>
              </a:ext>
            </a:extLst>
          </p:cNvPr>
          <p:cNvGrpSpPr/>
          <p:nvPr/>
        </p:nvGrpSpPr>
        <p:grpSpPr>
          <a:xfrm>
            <a:off x="2988705" y="3642800"/>
            <a:ext cx="931361" cy="578367"/>
            <a:chOff x="2045568" y="1570201"/>
            <a:chExt cx="698521" cy="433774"/>
          </a:xfrm>
        </p:grpSpPr>
        <p:sp>
          <p:nvSpPr>
            <p:cNvPr id="39" name="Arrow: Pentagon 38">
              <a:extLst>
                <a:ext uri="{FF2B5EF4-FFF2-40B4-BE49-F238E27FC236}">
                  <a16:creationId xmlns:a16="http://schemas.microsoft.com/office/drawing/2014/main" id="{9933E72A-CB2F-42C1-B050-429A84A2496E}"/>
                </a:ext>
              </a:extLst>
            </p:cNvPr>
            <p:cNvSpPr/>
            <p:nvPr/>
          </p:nvSpPr>
          <p:spPr>
            <a:xfrm>
              <a:off x="2045568" y="1570201"/>
              <a:ext cx="393721" cy="128974"/>
            </a:xfrm>
            <a:prstGeom prst="homePlate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0" name="Arrow: Pentagon 39">
              <a:extLst>
                <a:ext uri="{FF2B5EF4-FFF2-40B4-BE49-F238E27FC236}">
                  <a16:creationId xmlns:a16="http://schemas.microsoft.com/office/drawing/2014/main" id="{A4D4F55C-21B7-4E27-9E44-0303E8563D4E}"/>
                </a:ext>
              </a:extLst>
            </p:cNvPr>
            <p:cNvSpPr/>
            <p:nvPr/>
          </p:nvSpPr>
          <p:spPr>
            <a:xfrm>
              <a:off x="2045568" y="1722601"/>
              <a:ext cx="546121" cy="128974"/>
            </a:xfrm>
            <a:prstGeom prst="homePlate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1" name="Arrow: Pentagon 40">
              <a:extLst>
                <a:ext uri="{FF2B5EF4-FFF2-40B4-BE49-F238E27FC236}">
                  <a16:creationId xmlns:a16="http://schemas.microsoft.com/office/drawing/2014/main" id="{E816D135-11F4-45C1-B1A9-2E109EBE926B}"/>
                </a:ext>
              </a:extLst>
            </p:cNvPr>
            <p:cNvSpPr/>
            <p:nvPr/>
          </p:nvSpPr>
          <p:spPr>
            <a:xfrm>
              <a:off x="2045568" y="1875001"/>
              <a:ext cx="698521" cy="128974"/>
            </a:xfrm>
            <a:prstGeom prst="homePlate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5EAEA3B-1625-4C81-B197-C19A66015B3F}"/>
              </a:ext>
            </a:extLst>
          </p:cNvPr>
          <p:cNvGrpSpPr/>
          <p:nvPr/>
        </p:nvGrpSpPr>
        <p:grpSpPr>
          <a:xfrm>
            <a:off x="2980284" y="5492946"/>
            <a:ext cx="931361" cy="489135"/>
            <a:chOff x="2343024" y="2501003"/>
            <a:chExt cx="698521" cy="366851"/>
          </a:xfrm>
        </p:grpSpPr>
        <p:sp>
          <p:nvSpPr>
            <p:cNvPr id="43" name="Arrow: Pentagon 42">
              <a:extLst>
                <a:ext uri="{FF2B5EF4-FFF2-40B4-BE49-F238E27FC236}">
                  <a16:creationId xmlns:a16="http://schemas.microsoft.com/office/drawing/2014/main" id="{5CA227EC-B3CC-4990-8C00-37021BC41D3B}"/>
                </a:ext>
              </a:extLst>
            </p:cNvPr>
            <p:cNvSpPr/>
            <p:nvPr/>
          </p:nvSpPr>
          <p:spPr>
            <a:xfrm>
              <a:off x="2343024" y="2738880"/>
              <a:ext cx="698521" cy="128974"/>
            </a:xfrm>
            <a:prstGeom prst="homePlate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7"/>
            </a:p>
          </p:txBody>
        </p:sp>
        <p:sp>
          <p:nvSpPr>
            <p:cNvPr id="44" name="Arrow: Pentagon 43">
              <a:extLst>
                <a:ext uri="{FF2B5EF4-FFF2-40B4-BE49-F238E27FC236}">
                  <a16:creationId xmlns:a16="http://schemas.microsoft.com/office/drawing/2014/main" id="{F154702A-DE0A-497D-BDE3-EDB4FA88F58D}"/>
                </a:ext>
              </a:extLst>
            </p:cNvPr>
            <p:cNvSpPr/>
            <p:nvPr/>
          </p:nvSpPr>
          <p:spPr>
            <a:xfrm>
              <a:off x="2343024" y="2501003"/>
              <a:ext cx="698521" cy="128974"/>
            </a:xfrm>
            <a:prstGeom prst="homePlate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7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8568AEE-0D2F-4B1C-89A2-6596EB896222}"/>
                </a:ext>
              </a:extLst>
            </p:cNvPr>
            <p:cNvSpPr/>
            <p:nvPr/>
          </p:nvSpPr>
          <p:spPr>
            <a:xfrm>
              <a:off x="2520963" y="2541121"/>
              <a:ext cx="282028" cy="282028"/>
            </a:xfrm>
            <a:prstGeom prst="ellipse">
              <a:avLst/>
            </a:prstGeom>
            <a:solidFill>
              <a:srgbClr val="004F9E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/>
                <a:t>$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06A969-483B-4F9B-B7BA-B81A6A9F3E03}"/>
              </a:ext>
            </a:extLst>
          </p:cNvPr>
          <p:cNvGrpSpPr/>
          <p:nvPr/>
        </p:nvGrpSpPr>
        <p:grpSpPr>
          <a:xfrm>
            <a:off x="2982653" y="7050138"/>
            <a:ext cx="931361" cy="753471"/>
            <a:chOff x="2213826" y="3683530"/>
            <a:chExt cx="698521" cy="565102"/>
          </a:xfrm>
        </p:grpSpPr>
        <p:pic>
          <p:nvPicPr>
            <p:cNvPr id="47" name="Graphic 46" descr="Gauge with solid fill">
              <a:extLst>
                <a:ext uri="{FF2B5EF4-FFF2-40B4-BE49-F238E27FC236}">
                  <a16:creationId xmlns:a16="http://schemas.microsoft.com/office/drawing/2014/main" id="{49D2C114-907E-4D9B-B318-7830E68A2C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59674" y="3683530"/>
              <a:ext cx="554118" cy="554118"/>
            </a:xfrm>
            <a:prstGeom prst="rect">
              <a:avLst/>
            </a:prstGeom>
          </p:spPr>
        </p:pic>
        <p:sp>
          <p:nvSpPr>
            <p:cNvPr id="48" name="Arrow: Pentagon 47">
              <a:extLst>
                <a:ext uri="{FF2B5EF4-FFF2-40B4-BE49-F238E27FC236}">
                  <a16:creationId xmlns:a16="http://schemas.microsoft.com/office/drawing/2014/main" id="{43109301-D8FF-4FF7-A0FF-2D75B8C3B1C2}"/>
                </a:ext>
              </a:extLst>
            </p:cNvPr>
            <p:cNvSpPr/>
            <p:nvPr/>
          </p:nvSpPr>
          <p:spPr>
            <a:xfrm>
              <a:off x="2213826" y="4119658"/>
              <a:ext cx="698521" cy="128974"/>
            </a:xfrm>
            <a:prstGeom prst="homePlate">
              <a:avLst/>
            </a:prstGeom>
            <a:solidFill>
              <a:srgbClr val="004F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9C60066-F06F-E9D2-64B5-A578798BF785}"/>
              </a:ext>
            </a:extLst>
          </p:cNvPr>
          <p:cNvSpPr/>
          <p:nvPr/>
        </p:nvSpPr>
        <p:spPr>
          <a:xfrm flipV="1">
            <a:off x="2762531" y="1814340"/>
            <a:ext cx="8319389" cy="585673"/>
          </a:xfrm>
          <a:prstGeom prst="parallelogram">
            <a:avLst>
              <a:gd name="adj" fmla="val 48456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194DAA-E168-4908-8CE4-E5E09C724386}"/>
              </a:ext>
            </a:extLst>
          </p:cNvPr>
          <p:cNvCxnSpPr>
            <a:cxnSpLocks/>
          </p:cNvCxnSpPr>
          <p:nvPr/>
        </p:nvCxnSpPr>
        <p:spPr>
          <a:xfrm>
            <a:off x="4798106" y="3848099"/>
            <a:ext cx="1219200" cy="0"/>
          </a:xfrm>
          <a:prstGeom prst="straightConnector1">
            <a:avLst/>
          </a:prstGeom>
          <a:ln w="76200">
            <a:solidFill>
              <a:srgbClr val="004F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exagon 14">
            <a:extLst>
              <a:ext uri="{FF2B5EF4-FFF2-40B4-BE49-F238E27FC236}">
                <a16:creationId xmlns:a16="http://schemas.microsoft.com/office/drawing/2014/main" id="{C7CAF9B4-28B1-4EE3-A384-0181259E3C4E}"/>
              </a:ext>
            </a:extLst>
          </p:cNvPr>
          <p:cNvSpPr/>
          <p:nvPr/>
        </p:nvSpPr>
        <p:spPr>
          <a:xfrm>
            <a:off x="622300" y="1815865"/>
            <a:ext cx="1720067" cy="1488520"/>
          </a:xfrm>
          <a:prstGeom prst="hexagon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/>
              <a:t>Overhead</a:t>
            </a:r>
          </a:p>
          <a:p>
            <a:pPr algn="ctr"/>
            <a:r>
              <a:rPr lang="en-US" sz="2667" b="1"/>
              <a:t>(Cost)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935207-ABAE-4BF3-BE99-36EBD0EF8D59}"/>
              </a:ext>
            </a:extLst>
          </p:cNvPr>
          <p:cNvSpPr txBox="1"/>
          <p:nvPr/>
        </p:nvSpPr>
        <p:spPr>
          <a:xfrm>
            <a:off x="3007294" y="1812235"/>
            <a:ext cx="8130073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alibri" panose="020F0502020204030204"/>
                <a:ea typeface="+mj-ea"/>
                <a:cs typeface="+mj-cs"/>
              </a:rPr>
              <a:t>Improving Memory </a:t>
            </a:r>
            <a:r>
              <a:rPr lang="en-US" altLang="zh-CN" sz="3200" b="1">
                <a:solidFill>
                  <a:schemeClr val="bg1"/>
                </a:solidFill>
                <a:latin typeface="Calibri" panose="020F0502020204030204"/>
                <a:ea typeface="+mj-ea"/>
                <a:cs typeface="+mj-cs"/>
              </a:rPr>
              <a:t>Performance </a:t>
            </a:r>
            <a:r>
              <a:rPr lang="en-US" sz="3200" b="1">
                <a:solidFill>
                  <a:schemeClr val="bg1"/>
                </a:solidFill>
                <a:latin typeface="Calibri" panose="020F0502020204030204"/>
                <a:ea typeface="+mj-ea"/>
                <a:cs typeface="+mj-cs"/>
              </a:rPr>
              <a:t>at Low Cost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23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151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4BB3197-DD5E-C4E5-2F8D-875AC1AA265C}"/>
              </a:ext>
            </a:extLst>
          </p:cNvPr>
          <p:cNvSpPr/>
          <p:nvPr/>
        </p:nvSpPr>
        <p:spPr>
          <a:xfrm>
            <a:off x="2513217" y="6763823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 dirty="0"/>
              <a:t>Reliability</a:t>
            </a:r>
            <a:endParaRPr lang="en-US" sz="2667" b="1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E090A-54C0-4EAF-8C38-61F3FCB4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Ongoing Work </a:t>
            </a:r>
            <a:r>
              <a:rPr lang="en-US" dirty="0"/>
              <a:t> 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C2A1EF0-0E59-4EBB-814A-8693A713A10C}"/>
              </a:ext>
            </a:extLst>
          </p:cNvPr>
          <p:cNvSpPr/>
          <p:nvPr/>
        </p:nvSpPr>
        <p:spPr>
          <a:xfrm>
            <a:off x="910682" y="4107928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/>
              <a:t>Bandwidth</a:t>
            </a:r>
            <a:endParaRPr lang="en-US" sz="2667" b="1">
              <a:latin typeface="+mj-lt"/>
            </a:endParaRP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B415CD41-3C87-4609-A0F2-7D0DC4CE18B1}"/>
              </a:ext>
            </a:extLst>
          </p:cNvPr>
          <p:cNvSpPr/>
          <p:nvPr/>
        </p:nvSpPr>
        <p:spPr>
          <a:xfrm>
            <a:off x="910682" y="5859816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/>
              <a:t>Latency</a:t>
            </a:r>
            <a:endParaRPr lang="en-US" sz="2667" b="1">
              <a:latin typeface="+mj-lt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C7CAF9B4-28B1-4EE3-A384-0181259E3C4E}"/>
              </a:ext>
            </a:extLst>
          </p:cNvPr>
          <p:cNvSpPr/>
          <p:nvPr/>
        </p:nvSpPr>
        <p:spPr>
          <a:xfrm>
            <a:off x="622300" y="1815865"/>
            <a:ext cx="1720067" cy="1488520"/>
          </a:xfrm>
          <a:prstGeom prst="hexagon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/>
              <a:t>Overhead</a:t>
            </a:r>
          </a:p>
          <a:p>
            <a:pPr algn="ctr"/>
            <a:r>
              <a:rPr lang="en-US" sz="2667" b="1"/>
              <a:t>(Cost)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46B7404-BBE9-C111-B3D4-366E0BBA85D3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24</a:t>
            </a:fld>
            <a:endParaRPr lang="en-US" sz="1800">
              <a:solidFill>
                <a:srgbClr val="004F9E"/>
              </a:solidFill>
            </a:endParaRP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A131D8DE-3F81-1DCA-B494-27438FBE5AF3}"/>
              </a:ext>
            </a:extLst>
          </p:cNvPr>
          <p:cNvSpPr/>
          <p:nvPr/>
        </p:nvSpPr>
        <p:spPr>
          <a:xfrm>
            <a:off x="4095772" y="5859815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 dirty="0"/>
              <a:t>Security</a:t>
            </a:r>
            <a:endParaRPr lang="en-US" sz="2667" b="1" dirty="0">
              <a:latin typeface="+mj-lt"/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56C9C91A-0290-822E-C30A-4226AECE14C4}"/>
              </a:ext>
            </a:extLst>
          </p:cNvPr>
          <p:cNvSpPr/>
          <p:nvPr/>
        </p:nvSpPr>
        <p:spPr>
          <a:xfrm>
            <a:off x="4095772" y="4107928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667" b="1" dirty="0"/>
              <a:t>Power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DB4B93A3-2411-38F5-A7AF-14A6C8082EAE}"/>
              </a:ext>
            </a:extLst>
          </p:cNvPr>
          <p:cNvSpPr/>
          <p:nvPr/>
        </p:nvSpPr>
        <p:spPr>
          <a:xfrm>
            <a:off x="2513217" y="3203920"/>
            <a:ext cx="1756684" cy="1520207"/>
          </a:xfrm>
          <a:prstGeom prst="hexagon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667" b="1" dirty="0"/>
              <a:t>Persistency</a:t>
            </a:r>
            <a:endParaRPr lang="en-US" sz="2667" b="1" dirty="0">
              <a:latin typeface="+mj-lt"/>
            </a:endParaRPr>
          </a:p>
        </p:txBody>
      </p:sp>
      <p:sp>
        <p:nvSpPr>
          <p:cNvPr id="16" name="Content Placeholder 57">
            <a:extLst>
              <a:ext uri="{FF2B5EF4-FFF2-40B4-BE49-F238E27FC236}">
                <a16:creationId xmlns:a16="http://schemas.microsoft.com/office/drawing/2014/main" id="{E343CFEA-3040-311D-6E0D-6F78D92E626A}"/>
              </a:ext>
            </a:extLst>
          </p:cNvPr>
          <p:cNvSpPr txBox="1">
            <a:spLocks/>
          </p:cNvSpPr>
          <p:nvPr/>
        </p:nvSpPr>
        <p:spPr>
          <a:xfrm>
            <a:off x="6275522" y="4724127"/>
            <a:ext cx="5005796" cy="3157736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Memory-centric Innovations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Processing in Memory (PIM)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Near Data Processing (NDP)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Memory-based Accelerators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</p:txBody>
      </p:sp>
      <p:sp>
        <p:nvSpPr>
          <p:cNvPr id="17" name="Content Placeholder 57">
            <a:extLst>
              <a:ext uri="{FF2B5EF4-FFF2-40B4-BE49-F238E27FC236}">
                <a16:creationId xmlns:a16="http://schemas.microsoft.com/office/drawing/2014/main" id="{8CC76641-EECF-FB82-560E-15D9BCD0DECD}"/>
              </a:ext>
            </a:extLst>
          </p:cNvPr>
          <p:cNvSpPr txBox="1">
            <a:spLocks/>
          </p:cNvSpPr>
          <p:nvPr/>
        </p:nvSpPr>
        <p:spPr>
          <a:xfrm>
            <a:off x="6275522" y="2560125"/>
            <a:ext cx="5005796" cy="3157736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Hybrid Memory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DRAM + NVM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HBM + DRAM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9077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16424F-B609-0488-497D-43EBDAB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Ongoing</a:t>
            </a:r>
            <a:r>
              <a:rPr lang="en-US" dirty="0"/>
              <a:t> Work - Mem Reliability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459152-7993-7D76-B367-086E7CECBD9C}"/>
              </a:ext>
            </a:extLst>
          </p:cNvPr>
          <p:cNvGrpSpPr/>
          <p:nvPr/>
        </p:nvGrpSpPr>
        <p:grpSpPr>
          <a:xfrm>
            <a:off x="6455176" y="2940731"/>
            <a:ext cx="4403324" cy="1069735"/>
            <a:chOff x="6455176" y="2940731"/>
            <a:chExt cx="4403324" cy="1069735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B6C7AFC3-B8A8-3FDF-C758-17E8EDFC24AA}"/>
                </a:ext>
              </a:extLst>
            </p:cNvPr>
            <p:cNvGrpSpPr/>
            <p:nvPr/>
          </p:nvGrpSpPr>
          <p:grpSpPr>
            <a:xfrm>
              <a:off x="6455176" y="2940731"/>
              <a:ext cx="4403324" cy="1069735"/>
              <a:chOff x="7004012" y="2490788"/>
              <a:chExt cx="4014425" cy="1069735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48DA6A0-EC2F-97C3-A978-5A1F46DB2C02}"/>
                  </a:ext>
                </a:extLst>
              </p:cNvPr>
              <p:cNvSpPr/>
              <p:nvPr/>
            </p:nvSpPr>
            <p:spPr>
              <a:xfrm>
                <a:off x="7083534" y="2490788"/>
                <a:ext cx="3850207" cy="954136"/>
              </a:xfrm>
              <a:prstGeom prst="roundRect">
                <a:avLst>
                  <a:gd name="adj" fmla="val 0"/>
                </a:avLst>
              </a:prstGeom>
              <a:solidFill>
                <a:srgbClr val="839BC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431AFDB-F506-87AE-87F4-D01FFCBF3F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927" r="2234"/>
              <a:stretch/>
            </p:blipFill>
            <p:spPr>
              <a:xfrm>
                <a:off x="7081548" y="2736546"/>
                <a:ext cx="3855464" cy="439774"/>
              </a:xfrm>
              <a:prstGeom prst="rect">
                <a:avLst/>
              </a:prstGeom>
            </p:spPr>
          </p:pic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B0C8066-8F49-A2A0-118F-5BA9BEF261BE}"/>
                  </a:ext>
                </a:extLst>
              </p:cNvPr>
              <p:cNvSpPr/>
              <p:nvPr/>
            </p:nvSpPr>
            <p:spPr>
              <a:xfrm>
                <a:off x="7004012" y="275046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3959A54-C8D7-1D78-AD75-60C2B0D389C7}"/>
                  </a:ext>
                </a:extLst>
              </p:cNvPr>
              <p:cNvSpPr/>
              <p:nvPr/>
            </p:nvSpPr>
            <p:spPr>
              <a:xfrm>
                <a:off x="7004012" y="299754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E6A8D01-885E-F9BD-A3ED-404D212A5F47}"/>
                  </a:ext>
                </a:extLst>
              </p:cNvPr>
              <p:cNvSpPr/>
              <p:nvPr/>
            </p:nvSpPr>
            <p:spPr>
              <a:xfrm>
                <a:off x="10862354" y="275046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620254C-6F80-E5E5-87D4-E91B1059EC36}"/>
                  </a:ext>
                </a:extLst>
              </p:cNvPr>
              <p:cNvSpPr/>
              <p:nvPr/>
            </p:nvSpPr>
            <p:spPr>
              <a:xfrm>
                <a:off x="10862354" y="2997545"/>
                <a:ext cx="156083" cy="167551"/>
              </a:xfrm>
              <a:prstGeom prst="ellips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ED863C5-C56D-CEC5-9A65-F036A45D1FA3}"/>
                  </a:ext>
                </a:extLst>
              </p:cNvPr>
              <p:cNvGrpSpPr/>
              <p:nvPr/>
            </p:nvGrpSpPr>
            <p:grpSpPr>
              <a:xfrm>
                <a:off x="7278225" y="3330204"/>
                <a:ext cx="3471882" cy="230319"/>
                <a:chOff x="7278225" y="3330204"/>
                <a:chExt cx="3471882" cy="230319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2D5364F-7614-F01A-ACDC-EF323FC6BC38}"/>
                    </a:ext>
                  </a:extLst>
                </p:cNvPr>
                <p:cNvSpPr/>
                <p:nvPr/>
              </p:nvSpPr>
              <p:spPr>
                <a:xfrm>
                  <a:off x="8977969" y="3330204"/>
                  <a:ext cx="63194" cy="23031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FF5F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D339D01-5334-7231-6025-2CD32BABAA1B}"/>
                    </a:ext>
                  </a:extLst>
                </p:cNvPr>
                <p:cNvSpPr/>
                <p:nvPr/>
              </p:nvSpPr>
              <p:spPr>
                <a:xfrm>
                  <a:off x="727822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401E922-22B2-655A-AC21-AAD30624D3F1}"/>
                    </a:ext>
                  </a:extLst>
                </p:cNvPr>
                <p:cNvSpPr/>
                <p:nvPr/>
              </p:nvSpPr>
              <p:spPr>
                <a:xfrm>
                  <a:off x="732982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9A6A398-12B6-8274-CF68-410C808162FF}"/>
                    </a:ext>
                  </a:extLst>
                </p:cNvPr>
                <p:cNvSpPr/>
                <p:nvPr/>
              </p:nvSpPr>
              <p:spPr>
                <a:xfrm>
                  <a:off x="753620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95D0843-3DFE-40A8-B0DD-73140D2343C2}"/>
                    </a:ext>
                  </a:extLst>
                </p:cNvPr>
                <p:cNvSpPr/>
                <p:nvPr/>
              </p:nvSpPr>
              <p:spPr>
                <a:xfrm>
                  <a:off x="774259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DE4D36B-339C-9088-F56D-DEB7603D90B4}"/>
                    </a:ext>
                  </a:extLst>
                </p:cNvPr>
                <p:cNvSpPr/>
                <p:nvPr/>
              </p:nvSpPr>
              <p:spPr>
                <a:xfrm>
                  <a:off x="794897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D3BC682-2064-49C3-C62A-2A6C9ED3FDAC}"/>
                    </a:ext>
                  </a:extLst>
                </p:cNvPr>
                <p:cNvSpPr/>
                <p:nvPr/>
              </p:nvSpPr>
              <p:spPr>
                <a:xfrm>
                  <a:off x="805216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404BC9C-A2A9-BD04-A91B-AE04764FFE37}"/>
                    </a:ext>
                  </a:extLst>
                </p:cNvPr>
                <p:cNvSpPr/>
                <p:nvPr/>
              </p:nvSpPr>
              <p:spPr>
                <a:xfrm>
                  <a:off x="815536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E167D42-F642-F8DF-3FFA-8B2FD19A86B6}"/>
                    </a:ext>
                  </a:extLst>
                </p:cNvPr>
                <p:cNvSpPr/>
                <p:nvPr/>
              </p:nvSpPr>
              <p:spPr>
                <a:xfrm>
                  <a:off x="836174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4403AF3-E299-7762-166E-CAEFA0F61743}"/>
                    </a:ext>
                  </a:extLst>
                </p:cNvPr>
                <p:cNvSpPr/>
                <p:nvPr/>
              </p:nvSpPr>
              <p:spPr>
                <a:xfrm>
                  <a:off x="825855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CA90DD-04BB-A06A-F416-87ACDE4910AD}"/>
                    </a:ext>
                  </a:extLst>
                </p:cNvPr>
                <p:cNvSpPr/>
                <p:nvPr/>
              </p:nvSpPr>
              <p:spPr>
                <a:xfrm>
                  <a:off x="846493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451B960-8096-EFB6-0FC3-B2720F550038}"/>
                    </a:ext>
                  </a:extLst>
                </p:cNvPr>
                <p:cNvSpPr/>
                <p:nvPr/>
              </p:nvSpPr>
              <p:spPr>
                <a:xfrm>
                  <a:off x="856813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E4B104B-3981-CA0E-69F6-D56EDEB98424}"/>
                    </a:ext>
                  </a:extLst>
                </p:cNvPr>
                <p:cNvSpPr/>
                <p:nvPr/>
              </p:nvSpPr>
              <p:spPr>
                <a:xfrm>
                  <a:off x="867132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6EC4F62-EF65-12C7-C164-6C303F740F9A}"/>
                    </a:ext>
                  </a:extLst>
                </p:cNvPr>
                <p:cNvSpPr/>
                <p:nvPr/>
              </p:nvSpPr>
              <p:spPr>
                <a:xfrm>
                  <a:off x="877451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89E7ECD-C768-C974-7FD7-04166DC6700F}"/>
                    </a:ext>
                  </a:extLst>
                </p:cNvPr>
                <p:cNvSpPr/>
                <p:nvPr/>
              </p:nvSpPr>
              <p:spPr>
                <a:xfrm>
                  <a:off x="887770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384080AA-C2C4-7860-AF9E-E6F08A1EE733}"/>
                    </a:ext>
                  </a:extLst>
                </p:cNvPr>
                <p:cNvSpPr/>
                <p:nvPr/>
              </p:nvSpPr>
              <p:spPr>
                <a:xfrm>
                  <a:off x="743301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626ACC2B-6973-59C1-0B56-A0692EC4A0FA}"/>
                    </a:ext>
                  </a:extLst>
                </p:cNvPr>
                <p:cNvSpPr/>
                <p:nvPr/>
              </p:nvSpPr>
              <p:spPr>
                <a:xfrm>
                  <a:off x="763940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C7ACF96-ABD0-A7AF-EE64-F4B92258F844}"/>
                    </a:ext>
                  </a:extLst>
                </p:cNvPr>
                <p:cNvSpPr/>
                <p:nvPr/>
              </p:nvSpPr>
              <p:spPr>
                <a:xfrm>
                  <a:off x="784578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AD4CCE6-388D-B39D-88FC-CE0100676A89}"/>
                    </a:ext>
                  </a:extLst>
                </p:cNvPr>
                <p:cNvSpPr/>
                <p:nvPr/>
              </p:nvSpPr>
              <p:spPr>
                <a:xfrm>
                  <a:off x="738141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F44A4CA-FC70-FD9F-8815-EAC4D7AFC9E9}"/>
                    </a:ext>
                  </a:extLst>
                </p:cNvPr>
                <p:cNvSpPr/>
                <p:nvPr/>
              </p:nvSpPr>
              <p:spPr>
                <a:xfrm>
                  <a:off x="748461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BC0EA1F9-E0E4-1860-15BE-B6472EDE7ADB}"/>
                    </a:ext>
                  </a:extLst>
                </p:cNvPr>
                <p:cNvSpPr/>
                <p:nvPr/>
              </p:nvSpPr>
              <p:spPr>
                <a:xfrm>
                  <a:off x="769099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20E6A54-27C5-8D9D-3317-D0FE7CABB63C}"/>
                    </a:ext>
                  </a:extLst>
                </p:cNvPr>
                <p:cNvSpPr/>
                <p:nvPr/>
              </p:nvSpPr>
              <p:spPr>
                <a:xfrm>
                  <a:off x="789738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C371B51-B31D-5B9E-8100-2AECBEDC277C}"/>
                    </a:ext>
                  </a:extLst>
                </p:cNvPr>
                <p:cNvSpPr/>
                <p:nvPr/>
              </p:nvSpPr>
              <p:spPr>
                <a:xfrm>
                  <a:off x="810376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FF31FDB5-762E-9BA8-0B1B-10C868F42CA3}"/>
                    </a:ext>
                  </a:extLst>
                </p:cNvPr>
                <p:cNvSpPr/>
                <p:nvPr/>
              </p:nvSpPr>
              <p:spPr>
                <a:xfrm>
                  <a:off x="820695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17DEA177-A160-856C-98F9-FDB8BDC7B7A5}"/>
                    </a:ext>
                  </a:extLst>
                </p:cNvPr>
                <p:cNvSpPr/>
                <p:nvPr/>
              </p:nvSpPr>
              <p:spPr>
                <a:xfrm>
                  <a:off x="831015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D523A32C-A8B8-B23F-3499-17B10907C558}"/>
                    </a:ext>
                  </a:extLst>
                </p:cNvPr>
                <p:cNvSpPr/>
                <p:nvPr/>
              </p:nvSpPr>
              <p:spPr>
                <a:xfrm>
                  <a:off x="851653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B32A539F-F620-BEE7-C656-0A65C572C606}"/>
                    </a:ext>
                  </a:extLst>
                </p:cNvPr>
                <p:cNvSpPr/>
                <p:nvPr/>
              </p:nvSpPr>
              <p:spPr>
                <a:xfrm>
                  <a:off x="841334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D23BD9DE-8A9E-9380-EBDF-912BCDAAFCB0}"/>
                    </a:ext>
                  </a:extLst>
                </p:cNvPr>
                <p:cNvSpPr/>
                <p:nvPr/>
              </p:nvSpPr>
              <p:spPr>
                <a:xfrm>
                  <a:off x="861972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384E708A-C22D-97F0-078B-0C7D54EC667D}"/>
                    </a:ext>
                  </a:extLst>
                </p:cNvPr>
                <p:cNvSpPr/>
                <p:nvPr/>
              </p:nvSpPr>
              <p:spPr>
                <a:xfrm>
                  <a:off x="872292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C4F3B6FF-C7D1-D17A-D1CB-7F551C36E23B}"/>
                    </a:ext>
                  </a:extLst>
                </p:cNvPr>
                <p:cNvSpPr/>
                <p:nvPr/>
              </p:nvSpPr>
              <p:spPr>
                <a:xfrm>
                  <a:off x="882611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3A74DB3-7864-D276-AF1B-753E039FE828}"/>
                    </a:ext>
                  </a:extLst>
                </p:cNvPr>
                <p:cNvSpPr/>
                <p:nvPr/>
              </p:nvSpPr>
              <p:spPr>
                <a:xfrm>
                  <a:off x="892930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8BBDBCE-324E-A203-FDCA-918292599AB8}"/>
                    </a:ext>
                  </a:extLst>
                </p:cNvPr>
                <p:cNvSpPr/>
                <p:nvPr/>
              </p:nvSpPr>
              <p:spPr>
                <a:xfrm>
                  <a:off x="758780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29A6720-027C-D02D-C64C-FF40012C4CF2}"/>
                    </a:ext>
                  </a:extLst>
                </p:cNvPr>
                <p:cNvSpPr/>
                <p:nvPr/>
              </p:nvSpPr>
              <p:spPr>
                <a:xfrm>
                  <a:off x="779418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90DD21BD-D56A-61BD-40B3-ABD738EFFE77}"/>
                    </a:ext>
                  </a:extLst>
                </p:cNvPr>
                <p:cNvSpPr/>
                <p:nvPr/>
              </p:nvSpPr>
              <p:spPr>
                <a:xfrm>
                  <a:off x="800057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25ACC50-0E33-4A7E-732D-D45C1EEB03D0}"/>
                    </a:ext>
                  </a:extLst>
                </p:cNvPr>
                <p:cNvSpPr/>
                <p:nvPr/>
              </p:nvSpPr>
              <p:spPr>
                <a:xfrm>
                  <a:off x="906436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F9A6CF0-E8ED-3802-90DD-DAFB9E27BCF8}"/>
                    </a:ext>
                  </a:extLst>
                </p:cNvPr>
                <p:cNvSpPr/>
                <p:nvPr/>
              </p:nvSpPr>
              <p:spPr>
                <a:xfrm>
                  <a:off x="911596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543D0F6-01FA-8233-33A7-368E13C9FFCC}"/>
                    </a:ext>
                  </a:extLst>
                </p:cNvPr>
                <p:cNvSpPr/>
                <p:nvPr/>
              </p:nvSpPr>
              <p:spPr>
                <a:xfrm>
                  <a:off x="932234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E45FFE3-B543-4D51-E3FF-8308560FE01D}"/>
                    </a:ext>
                  </a:extLst>
                </p:cNvPr>
                <p:cNvSpPr/>
                <p:nvPr/>
              </p:nvSpPr>
              <p:spPr>
                <a:xfrm>
                  <a:off x="952873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4B107082-8C6A-145F-C143-FEF0002B2F17}"/>
                    </a:ext>
                  </a:extLst>
                </p:cNvPr>
                <p:cNvSpPr/>
                <p:nvPr/>
              </p:nvSpPr>
              <p:spPr>
                <a:xfrm>
                  <a:off x="973511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876BDF5F-D8CC-2284-8D58-E7F09A6D6EEC}"/>
                    </a:ext>
                  </a:extLst>
                </p:cNvPr>
                <p:cNvSpPr/>
                <p:nvPr/>
              </p:nvSpPr>
              <p:spPr>
                <a:xfrm>
                  <a:off x="983830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B0DCC44E-F252-6E16-477E-0BF547B0C06C}"/>
                    </a:ext>
                  </a:extLst>
                </p:cNvPr>
                <p:cNvSpPr/>
                <p:nvPr/>
              </p:nvSpPr>
              <p:spPr>
                <a:xfrm>
                  <a:off x="994150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A847C2D-78C3-DB27-3B28-525972670ED2}"/>
                    </a:ext>
                  </a:extLst>
                </p:cNvPr>
                <p:cNvSpPr/>
                <p:nvPr/>
              </p:nvSpPr>
              <p:spPr>
                <a:xfrm>
                  <a:off x="1014788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F45430E-A556-6D5E-AD63-F8E39A769A24}"/>
                    </a:ext>
                  </a:extLst>
                </p:cNvPr>
                <p:cNvSpPr/>
                <p:nvPr/>
              </p:nvSpPr>
              <p:spPr>
                <a:xfrm>
                  <a:off x="1004469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42AABAC-B565-FC3F-DD7A-94629B29C90B}"/>
                    </a:ext>
                  </a:extLst>
                </p:cNvPr>
                <p:cNvSpPr/>
                <p:nvPr/>
              </p:nvSpPr>
              <p:spPr>
                <a:xfrm>
                  <a:off x="1025107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E3BDAE8-C955-CE69-1702-EBB5FC0B32BB}"/>
                    </a:ext>
                  </a:extLst>
                </p:cNvPr>
                <p:cNvSpPr/>
                <p:nvPr/>
              </p:nvSpPr>
              <p:spPr>
                <a:xfrm>
                  <a:off x="10354271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D72CD316-0B38-53E2-E557-232CBA45B6DC}"/>
                    </a:ext>
                  </a:extLst>
                </p:cNvPr>
                <p:cNvSpPr/>
                <p:nvPr/>
              </p:nvSpPr>
              <p:spPr>
                <a:xfrm>
                  <a:off x="10457463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3D5E029-A278-3305-8B71-2085DE434C4C}"/>
                    </a:ext>
                  </a:extLst>
                </p:cNvPr>
                <p:cNvSpPr/>
                <p:nvPr/>
              </p:nvSpPr>
              <p:spPr>
                <a:xfrm>
                  <a:off x="10560656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3F2695CB-4F42-FA95-5127-06D756BFB686}"/>
                    </a:ext>
                  </a:extLst>
                </p:cNvPr>
                <p:cNvSpPr/>
                <p:nvPr/>
              </p:nvSpPr>
              <p:spPr>
                <a:xfrm>
                  <a:off x="10663848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1C9C165-51D0-3603-9FE5-CEC81CF7F061}"/>
                    </a:ext>
                  </a:extLst>
                </p:cNvPr>
                <p:cNvSpPr/>
                <p:nvPr/>
              </p:nvSpPr>
              <p:spPr>
                <a:xfrm>
                  <a:off x="921915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D7768EC-A80A-63F2-956C-9759C524223A}"/>
                    </a:ext>
                  </a:extLst>
                </p:cNvPr>
                <p:cNvSpPr/>
                <p:nvPr/>
              </p:nvSpPr>
              <p:spPr>
                <a:xfrm>
                  <a:off x="942553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A0C04AB-3E1C-8910-55C2-9A6807B09C58}"/>
                    </a:ext>
                  </a:extLst>
                </p:cNvPr>
                <p:cNvSpPr/>
                <p:nvPr/>
              </p:nvSpPr>
              <p:spPr>
                <a:xfrm>
                  <a:off x="963192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6F343CE-A5E7-1AF1-A763-6746CFA7E99E}"/>
                    </a:ext>
                  </a:extLst>
                </p:cNvPr>
                <p:cNvSpPr/>
                <p:nvPr/>
              </p:nvSpPr>
              <p:spPr>
                <a:xfrm>
                  <a:off x="916755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31B0D6F-BEE7-AABF-E8E6-5D84F868B810}"/>
                    </a:ext>
                  </a:extLst>
                </p:cNvPr>
                <p:cNvSpPr/>
                <p:nvPr/>
              </p:nvSpPr>
              <p:spPr>
                <a:xfrm>
                  <a:off x="927075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49160C7D-7078-730E-4FE8-5A7F99B2681C}"/>
                    </a:ext>
                  </a:extLst>
                </p:cNvPr>
                <p:cNvSpPr/>
                <p:nvPr/>
              </p:nvSpPr>
              <p:spPr>
                <a:xfrm>
                  <a:off x="9477135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1947CBE5-FBB1-0618-45FB-6EDE3DB8DC2F}"/>
                    </a:ext>
                  </a:extLst>
                </p:cNvPr>
                <p:cNvSpPr/>
                <p:nvPr/>
              </p:nvSpPr>
              <p:spPr>
                <a:xfrm>
                  <a:off x="968351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45A2A723-C7A3-DD2F-D59C-EBCFF8DF0914}"/>
                    </a:ext>
                  </a:extLst>
                </p:cNvPr>
                <p:cNvSpPr/>
                <p:nvPr/>
              </p:nvSpPr>
              <p:spPr>
                <a:xfrm>
                  <a:off x="988990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CB9097E-F76D-120E-B107-1549E5C85C64}"/>
                    </a:ext>
                  </a:extLst>
                </p:cNvPr>
                <p:cNvSpPr/>
                <p:nvPr/>
              </p:nvSpPr>
              <p:spPr>
                <a:xfrm>
                  <a:off x="999309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9E814FAC-79FB-3567-3A7F-CB434D86BB01}"/>
                    </a:ext>
                  </a:extLst>
                </p:cNvPr>
                <p:cNvSpPr/>
                <p:nvPr/>
              </p:nvSpPr>
              <p:spPr>
                <a:xfrm>
                  <a:off x="1009628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63B5AB1-5AD7-8478-9CEF-18B99E8F4F9B}"/>
                    </a:ext>
                  </a:extLst>
                </p:cNvPr>
                <p:cNvSpPr/>
                <p:nvPr/>
              </p:nvSpPr>
              <p:spPr>
                <a:xfrm>
                  <a:off x="10302674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448AA03F-4A61-C9FC-C51F-E3FD43B17AAD}"/>
                    </a:ext>
                  </a:extLst>
                </p:cNvPr>
                <p:cNvSpPr/>
                <p:nvPr/>
              </p:nvSpPr>
              <p:spPr>
                <a:xfrm>
                  <a:off x="1019948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52E5B418-E354-5391-DA6F-37AFFD0B1F15}"/>
                    </a:ext>
                  </a:extLst>
                </p:cNvPr>
                <p:cNvSpPr/>
                <p:nvPr/>
              </p:nvSpPr>
              <p:spPr>
                <a:xfrm>
                  <a:off x="1040586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3C6EB393-0F4D-D246-14C3-ADFE293BFA85}"/>
                    </a:ext>
                  </a:extLst>
                </p:cNvPr>
                <p:cNvSpPr/>
                <p:nvPr/>
              </p:nvSpPr>
              <p:spPr>
                <a:xfrm>
                  <a:off x="10509059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F3F87A6-E3CA-66EA-023C-8021BC2E0CC1}"/>
                    </a:ext>
                  </a:extLst>
                </p:cNvPr>
                <p:cNvSpPr/>
                <p:nvPr/>
              </p:nvSpPr>
              <p:spPr>
                <a:xfrm>
                  <a:off x="1061225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1004B57-E676-E3DC-22CE-C52B37A67762}"/>
                    </a:ext>
                  </a:extLst>
                </p:cNvPr>
                <p:cNvSpPr/>
                <p:nvPr/>
              </p:nvSpPr>
              <p:spPr>
                <a:xfrm>
                  <a:off x="10715440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CFEDE684-3E95-4926-200C-166DE44C1C96}"/>
                    </a:ext>
                  </a:extLst>
                </p:cNvPr>
                <p:cNvSpPr/>
                <p:nvPr/>
              </p:nvSpPr>
              <p:spPr>
                <a:xfrm>
                  <a:off x="937394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66755F68-9338-5891-8C12-B3F0AF6B0A9C}"/>
                    </a:ext>
                  </a:extLst>
                </p:cNvPr>
                <p:cNvSpPr/>
                <p:nvPr/>
              </p:nvSpPr>
              <p:spPr>
                <a:xfrm>
                  <a:off x="9580327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571ADB8-C153-727E-BDDD-26F6D1E12485}"/>
                    </a:ext>
                  </a:extLst>
                </p:cNvPr>
                <p:cNvSpPr/>
                <p:nvPr/>
              </p:nvSpPr>
              <p:spPr>
                <a:xfrm>
                  <a:off x="9786712" y="3352021"/>
                  <a:ext cx="34667" cy="92902"/>
                </a:xfrm>
                <a:prstGeom prst="rect">
                  <a:avLst/>
                </a:prstGeom>
                <a:solidFill>
                  <a:srgbClr val="AFBFD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highlight>
                      <a:srgbClr val="FFFF00"/>
                    </a:highlight>
                  </a:endParaRPr>
                </a:p>
              </p:txBody>
            </p:sp>
          </p:grp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1A7E60A-10EB-BCBC-E009-99A1D313BE8C}"/>
                </a:ext>
              </a:extLst>
            </p:cNvPr>
            <p:cNvSpPr/>
            <p:nvPr/>
          </p:nvSpPr>
          <p:spPr>
            <a:xfrm>
              <a:off x="6815898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A3339CE-7FB0-FC47-9B09-7042EC2FDFB5}"/>
                </a:ext>
              </a:extLst>
            </p:cNvPr>
            <p:cNvSpPr/>
            <p:nvPr/>
          </p:nvSpPr>
          <p:spPr>
            <a:xfrm>
              <a:off x="7194754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32C1A32-62FF-6645-AA55-63EA328E20C8}"/>
                </a:ext>
              </a:extLst>
            </p:cNvPr>
            <p:cNvSpPr/>
            <p:nvPr/>
          </p:nvSpPr>
          <p:spPr>
            <a:xfrm>
              <a:off x="7573610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0019297-01CF-2516-7D61-E91F5F2CF132}"/>
                </a:ext>
              </a:extLst>
            </p:cNvPr>
            <p:cNvSpPr/>
            <p:nvPr/>
          </p:nvSpPr>
          <p:spPr>
            <a:xfrm>
              <a:off x="7952466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C1696BF-52C1-1E90-A6F0-FE28033F0DD5}"/>
                </a:ext>
              </a:extLst>
            </p:cNvPr>
            <p:cNvSpPr/>
            <p:nvPr/>
          </p:nvSpPr>
          <p:spPr>
            <a:xfrm>
              <a:off x="8331322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1A06016-E724-D307-B916-99D71B1F304F}"/>
                </a:ext>
              </a:extLst>
            </p:cNvPr>
            <p:cNvSpPr/>
            <p:nvPr/>
          </p:nvSpPr>
          <p:spPr>
            <a:xfrm>
              <a:off x="8710178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9BE99E4-E914-A8BC-3791-E9107EE1C682}"/>
                </a:ext>
              </a:extLst>
            </p:cNvPr>
            <p:cNvSpPr/>
            <p:nvPr/>
          </p:nvSpPr>
          <p:spPr>
            <a:xfrm>
              <a:off x="9089034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AEF2599-8B9F-11D4-73A6-187B0C2EB146}"/>
                </a:ext>
              </a:extLst>
            </p:cNvPr>
            <p:cNvSpPr/>
            <p:nvPr/>
          </p:nvSpPr>
          <p:spPr>
            <a:xfrm>
              <a:off x="9467890" y="3227308"/>
              <a:ext cx="290431" cy="348383"/>
            </a:xfrm>
            <a:prstGeom prst="rect">
              <a:avLst/>
            </a:prstGeom>
            <a:solidFill>
              <a:srgbClr val="1D499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C0D4724-AFBA-BA3C-8F16-DFC59334A170}"/>
                </a:ext>
              </a:extLst>
            </p:cNvPr>
            <p:cNvSpPr/>
            <p:nvPr/>
          </p:nvSpPr>
          <p:spPr>
            <a:xfrm>
              <a:off x="10225604" y="3227308"/>
              <a:ext cx="290431" cy="348383"/>
            </a:xfrm>
            <a:prstGeom prst="rect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A1CC979-DDE2-C483-8C0C-63C8C5249725}"/>
                </a:ext>
              </a:extLst>
            </p:cNvPr>
            <p:cNvSpPr/>
            <p:nvPr/>
          </p:nvSpPr>
          <p:spPr>
            <a:xfrm>
              <a:off x="9846746" y="3227308"/>
              <a:ext cx="290431" cy="348383"/>
            </a:xfrm>
            <a:prstGeom prst="rect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Right Brace 106">
            <a:extLst>
              <a:ext uri="{FF2B5EF4-FFF2-40B4-BE49-F238E27FC236}">
                <a16:creationId xmlns:a16="http://schemas.microsoft.com/office/drawing/2014/main" id="{FDA66B4F-D729-0294-2AE7-8E950CF8859B}"/>
              </a:ext>
            </a:extLst>
          </p:cNvPr>
          <p:cNvSpPr/>
          <p:nvPr/>
        </p:nvSpPr>
        <p:spPr>
          <a:xfrm rot="16200000">
            <a:off x="8148950" y="1277078"/>
            <a:ext cx="233126" cy="2940295"/>
          </a:xfrm>
          <a:prstGeom prst="rightBrace">
            <a:avLst>
              <a:gd name="adj1" fmla="val 30903"/>
              <a:gd name="adj2" fmla="val 50000"/>
            </a:avLst>
          </a:prstGeom>
          <a:ln>
            <a:solidFill>
              <a:srgbClr val="004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ight Brace 107">
            <a:extLst>
              <a:ext uri="{FF2B5EF4-FFF2-40B4-BE49-F238E27FC236}">
                <a16:creationId xmlns:a16="http://schemas.microsoft.com/office/drawing/2014/main" id="{91BBA1FA-B165-6C0D-5101-76C3259953AE}"/>
              </a:ext>
            </a:extLst>
          </p:cNvPr>
          <p:cNvSpPr/>
          <p:nvPr/>
        </p:nvSpPr>
        <p:spPr>
          <a:xfrm rot="16200000">
            <a:off x="10088899" y="2388509"/>
            <a:ext cx="233126" cy="717432"/>
          </a:xfrm>
          <a:prstGeom prst="rightBrace">
            <a:avLst>
              <a:gd name="adj1" fmla="val 30903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Content Placeholder 57">
            <a:extLst>
              <a:ext uri="{FF2B5EF4-FFF2-40B4-BE49-F238E27FC236}">
                <a16:creationId xmlns:a16="http://schemas.microsoft.com/office/drawing/2014/main" id="{FEFB39BB-B6C8-75C6-D2CB-57FDF9FC4F37}"/>
              </a:ext>
            </a:extLst>
          </p:cNvPr>
          <p:cNvSpPr txBox="1">
            <a:spLocks/>
          </p:cNvSpPr>
          <p:nvPr/>
        </p:nvSpPr>
        <p:spPr>
          <a:xfrm>
            <a:off x="7446989" y="2116454"/>
            <a:ext cx="1942601" cy="514207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Data Chips</a:t>
            </a:r>
            <a:endParaRPr lang="en-US" sz="2000" b="1" dirty="0">
              <a:sym typeface="Wingdings" panose="05000000000000000000" pitchFamily="2" charset="2"/>
            </a:endParaRPr>
          </a:p>
        </p:txBody>
      </p:sp>
      <p:sp>
        <p:nvSpPr>
          <p:cNvPr id="110" name="Content Placeholder 57">
            <a:extLst>
              <a:ext uri="{FF2B5EF4-FFF2-40B4-BE49-F238E27FC236}">
                <a16:creationId xmlns:a16="http://schemas.microsoft.com/office/drawing/2014/main" id="{50E83F8B-3113-B6D9-4B47-0CE1D8AEEE37}"/>
              </a:ext>
            </a:extLst>
          </p:cNvPr>
          <p:cNvSpPr txBox="1">
            <a:spLocks/>
          </p:cNvSpPr>
          <p:nvPr/>
        </p:nvSpPr>
        <p:spPr>
          <a:xfrm>
            <a:off x="9483401" y="2116454"/>
            <a:ext cx="1942601" cy="514207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ECC Chips</a:t>
            </a:r>
            <a:endParaRPr lang="en-US" sz="2000" b="1" dirty="0">
              <a:sym typeface="Wingdings" panose="05000000000000000000" pitchFamily="2" charset="2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73F89FD-0089-A918-ACDC-8FC0D01F9CE9}"/>
              </a:ext>
            </a:extLst>
          </p:cNvPr>
          <p:cNvGrpSpPr/>
          <p:nvPr/>
        </p:nvGrpSpPr>
        <p:grpSpPr>
          <a:xfrm>
            <a:off x="6500560" y="5249134"/>
            <a:ext cx="2709995" cy="2221863"/>
            <a:chOff x="6969035" y="6518757"/>
            <a:chExt cx="2117409" cy="1747032"/>
          </a:xfrm>
        </p:grpSpPr>
        <p:sp>
          <p:nvSpPr>
            <p:cNvPr id="112" name="Rectangle 96">
              <a:extLst>
                <a:ext uri="{FF2B5EF4-FFF2-40B4-BE49-F238E27FC236}">
                  <a16:creationId xmlns:a16="http://schemas.microsoft.com/office/drawing/2014/main" id="{AF418F50-1D1F-D452-F44F-C00460960AF2}"/>
                </a:ext>
              </a:extLst>
            </p:cNvPr>
            <p:cNvSpPr/>
            <p:nvPr/>
          </p:nvSpPr>
          <p:spPr>
            <a:xfrm>
              <a:off x="6969035" y="6518757"/>
              <a:ext cx="2117409" cy="1747032"/>
            </a:xfrm>
            <a:prstGeom prst="roundRect">
              <a:avLst>
                <a:gd name="adj" fmla="val 11523"/>
              </a:avLst>
            </a:prstGeom>
            <a:solidFill>
              <a:srgbClr val="E3E7ED"/>
            </a:solidFill>
            <a:ln w="28575">
              <a:solidFill>
                <a:srgbClr val="1D49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3BA2D090-AA79-9394-1485-4E35CBA0DF60}"/>
                </a:ext>
              </a:extLst>
            </p:cNvPr>
            <p:cNvGrpSpPr/>
            <p:nvPr/>
          </p:nvGrpSpPr>
          <p:grpSpPr>
            <a:xfrm>
              <a:off x="7767049" y="6874274"/>
              <a:ext cx="1100445" cy="164210"/>
              <a:chOff x="7022779" y="7107937"/>
              <a:chExt cx="1548547" cy="231076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CAFFFC6-CA94-6E87-7FD0-F2406B8D8316}"/>
                  </a:ext>
                </a:extLst>
              </p:cNvPr>
              <p:cNvSpPr/>
              <p:nvPr/>
            </p:nvSpPr>
            <p:spPr>
              <a:xfrm>
                <a:off x="7022779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BE6F7980-88E5-0962-78FA-B9393858ED17}"/>
                  </a:ext>
                </a:extLst>
              </p:cNvPr>
              <p:cNvSpPr/>
              <p:nvPr/>
            </p:nvSpPr>
            <p:spPr>
              <a:xfrm>
                <a:off x="7352147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9000BAD-A17A-1468-D973-358FED9C1715}"/>
                  </a:ext>
                </a:extLst>
              </p:cNvPr>
              <p:cNvSpPr/>
              <p:nvPr/>
            </p:nvSpPr>
            <p:spPr>
              <a:xfrm>
                <a:off x="7681515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1FEE9AE0-75B0-6A29-B87D-D49747590BB9}"/>
                  </a:ext>
                </a:extLst>
              </p:cNvPr>
              <p:cNvSpPr/>
              <p:nvPr/>
            </p:nvSpPr>
            <p:spPr>
              <a:xfrm>
                <a:off x="8010883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61CEB479-7FC5-5B2F-D20F-F27DF43F7D88}"/>
                  </a:ext>
                </a:extLst>
              </p:cNvPr>
              <p:cNvSpPr/>
              <p:nvPr/>
            </p:nvSpPr>
            <p:spPr>
              <a:xfrm>
                <a:off x="8340250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825F459B-4428-B9D6-1CFE-726377E527BD}"/>
                </a:ext>
              </a:extLst>
            </p:cNvPr>
            <p:cNvGrpSpPr/>
            <p:nvPr/>
          </p:nvGrpSpPr>
          <p:grpSpPr>
            <a:xfrm>
              <a:off x="7767049" y="7097498"/>
              <a:ext cx="1100445" cy="164210"/>
              <a:chOff x="7022779" y="7107937"/>
              <a:chExt cx="1548547" cy="231076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82A4CF0-C3D5-2D68-2331-59F6043B3F1D}"/>
                  </a:ext>
                </a:extLst>
              </p:cNvPr>
              <p:cNvSpPr/>
              <p:nvPr/>
            </p:nvSpPr>
            <p:spPr>
              <a:xfrm>
                <a:off x="7022779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A80BFFA-65AF-3D37-E64B-E8A692F4D099}"/>
                  </a:ext>
                </a:extLst>
              </p:cNvPr>
              <p:cNvSpPr/>
              <p:nvPr/>
            </p:nvSpPr>
            <p:spPr>
              <a:xfrm>
                <a:off x="7352147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B0F2717F-C539-F5D6-D49B-075F7EEFD26E}"/>
                  </a:ext>
                </a:extLst>
              </p:cNvPr>
              <p:cNvSpPr/>
              <p:nvPr/>
            </p:nvSpPr>
            <p:spPr>
              <a:xfrm>
                <a:off x="7681515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409483D9-A82B-C9E1-EF5E-8C73B4946A4B}"/>
                  </a:ext>
                </a:extLst>
              </p:cNvPr>
              <p:cNvSpPr/>
              <p:nvPr/>
            </p:nvSpPr>
            <p:spPr>
              <a:xfrm>
                <a:off x="8010883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DB63CB8-59F1-C124-D44D-71C3A12EF1B3}"/>
                  </a:ext>
                </a:extLst>
              </p:cNvPr>
              <p:cNvSpPr/>
              <p:nvPr/>
            </p:nvSpPr>
            <p:spPr>
              <a:xfrm>
                <a:off x="8340250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1D198AD-561A-C90A-E5FC-520F59742CB1}"/>
                </a:ext>
              </a:extLst>
            </p:cNvPr>
            <p:cNvGrpSpPr/>
            <p:nvPr/>
          </p:nvGrpSpPr>
          <p:grpSpPr>
            <a:xfrm>
              <a:off x="7767049" y="7317684"/>
              <a:ext cx="1100445" cy="164210"/>
              <a:chOff x="7022779" y="7107937"/>
              <a:chExt cx="1548547" cy="231076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E4BA4518-CF4B-D3B7-13E5-2C90103781D3}"/>
                  </a:ext>
                </a:extLst>
              </p:cNvPr>
              <p:cNvSpPr/>
              <p:nvPr/>
            </p:nvSpPr>
            <p:spPr>
              <a:xfrm>
                <a:off x="7022779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85AC190-52C9-F28C-BD0B-3B7F42A6B2B5}"/>
                  </a:ext>
                </a:extLst>
              </p:cNvPr>
              <p:cNvSpPr/>
              <p:nvPr/>
            </p:nvSpPr>
            <p:spPr>
              <a:xfrm>
                <a:off x="7352147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ED399E73-6656-C861-A185-FB39FA393E82}"/>
                  </a:ext>
                </a:extLst>
              </p:cNvPr>
              <p:cNvSpPr/>
              <p:nvPr/>
            </p:nvSpPr>
            <p:spPr>
              <a:xfrm>
                <a:off x="7681515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0A620764-7B27-D6C8-A3E8-494C32690D52}"/>
                  </a:ext>
                </a:extLst>
              </p:cNvPr>
              <p:cNvSpPr/>
              <p:nvPr/>
            </p:nvSpPr>
            <p:spPr>
              <a:xfrm>
                <a:off x="8010883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AD446A73-A874-EC64-42CB-69544C6F2627}"/>
                  </a:ext>
                </a:extLst>
              </p:cNvPr>
              <p:cNvSpPr/>
              <p:nvPr/>
            </p:nvSpPr>
            <p:spPr>
              <a:xfrm>
                <a:off x="8340250" y="7107937"/>
                <a:ext cx="231076" cy="231076"/>
              </a:xfrm>
              <a:prstGeom prst="rect">
                <a:avLst/>
              </a:prstGeom>
              <a:solidFill>
                <a:srgbClr val="004F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E39B4E5-E0DA-1E08-EEDD-315357F4D9A4}"/>
                </a:ext>
              </a:extLst>
            </p:cNvPr>
            <p:cNvGrpSpPr/>
            <p:nvPr/>
          </p:nvGrpSpPr>
          <p:grpSpPr>
            <a:xfrm>
              <a:off x="7783726" y="7872233"/>
              <a:ext cx="304182" cy="141959"/>
              <a:chOff x="9334499" y="7025800"/>
              <a:chExt cx="560444" cy="259050"/>
            </a:xfrm>
          </p:grpSpPr>
          <p:sp>
            <p:nvSpPr>
              <p:cNvPr id="130" name="Trapezoid 129">
                <a:extLst>
                  <a:ext uri="{FF2B5EF4-FFF2-40B4-BE49-F238E27FC236}">
                    <a16:creationId xmlns:a16="http://schemas.microsoft.com/office/drawing/2014/main" id="{3E7A267A-E82C-F975-9D98-741A5FFA507C}"/>
                  </a:ext>
                </a:extLst>
              </p:cNvPr>
              <p:cNvSpPr/>
              <p:nvPr/>
            </p:nvSpPr>
            <p:spPr>
              <a:xfrm rot="10800000">
                <a:off x="9334499" y="7031982"/>
                <a:ext cx="560444" cy="252868"/>
              </a:xfrm>
              <a:prstGeom prst="trapezoid">
                <a:avLst>
                  <a:gd name="adj" fmla="val 49680"/>
                </a:avLst>
              </a:prstGeom>
              <a:solidFill>
                <a:srgbClr val="5A6F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Isosceles Triangle 130">
                <a:extLst>
                  <a:ext uri="{FF2B5EF4-FFF2-40B4-BE49-F238E27FC236}">
                    <a16:creationId xmlns:a16="http://schemas.microsoft.com/office/drawing/2014/main" id="{F37AB7F8-0440-DF36-38D8-07430616F76D}"/>
                  </a:ext>
                </a:extLst>
              </p:cNvPr>
              <p:cNvSpPr/>
              <p:nvPr/>
            </p:nvSpPr>
            <p:spPr>
              <a:xfrm flipV="1">
                <a:off x="9577481" y="7025800"/>
                <a:ext cx="76051" cy="65561"/>
              </a:xfrm>
              <a:prstGeom prst="triangl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9A7CEAA9-9260-BE72-35A8-AA1D7F18FCB7}"/>
                </a:ext>
              </a:extLst>
            </p:cNvPr>
            <p:cNvGrpSpPr/>
            <p:nvPr/>
          </p:nvGrpSpPr>
          <p:grpSpPr>
            <a:xfrm>
              <a:off x="8546694" y="7872233"/>
              <a:ext cx="304182" cy="141959"/>
              <a:chOff x="9334499" y="7025800"/>
              <a:chExt cx="560444" cy="259050"/>
            </a:xfrm>
          </p:grpSpPr>
          <p:sp>
            <p:nvSpPr>
              <p:cNvPr id="128" name="Trapezoid 127">
                <a:extLst>
                  <a:ext uri="{FF2B5EF4-FFF2-40B4-BE49-F238E27FC236}">
                    <a16:creationId xmlns:a16="http://schemas.microsoft.com/office/drawing/2014/main" id="{5408FF29-596B-BF21-B724-FB274F4259C9}"/>
                  </a:ext>
                </a:extLst>
              </p:cNvPr>
              <p:cNvSpPr/>
              <p:nvPr/>
            </p:nvSpPr>
            <p:spPr>
              <a:xfrm rot="10800000">
                <a:off x="9334499" y="7031982"/>
                <a:ext cx="560444" cy="252868"/>
              </a:xfrm>
              <a:prstGeom prst="trapezoid">
                <a:avLst>
                  <a:gd name="adj" fmla="val 49680"/>
                </a:avLst>
              </a:prstGeom>
              <a:solidFill>
                <a:srgbClr val="5A6F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52E7B15F-DFFF-01BE-929C-BCDDAEEA17CA}"/>
                  </a:ext>
                </a:extLst>
              </p:cNvPr>
              <p:cNvSpPr/>
              <p:nvPr/>
            </p:nvSpPr>
            <p:spPr>
              <a:xfrm flipV="1">
                <a:off x="9577481" y="7025800"/>
                <a:ext cx="76051" cy="65561"/>
              </a:xfrm>
              <a:prstGeom prst="triangl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D19A249-7F94-FCB9-61DF-A8E9084CF521}"/>
                </a:ext>
              </a:extLst>
            </p:cNvPr>
            <p:cNvGrpSpPr/>
            <p:nvPr/>
          </p:nvGrpSpPr>
          <p:grpSpPr>
            <a:xfrm>
              <a:off x="8165210" y="7872233"/>
              <a:ext cx="304182" cy="141959"/>
              <a:chOff x="9334499" y="7025800"/>
              <a:chExt cx="560444" cy="259050"/>
            </a:xfrm>
          </p:grpSpPr>
          <p:sp>
            <p:nvSpPr>
              <p:cNvPr id="126" name="Trapezoid 125">
                <a:extLst>
                  <a:ext uri="{FF2B5EF4-FFF2-40B4-BE49-F238E27FC236}">
                    <a16:creationId xmlns:a16="http://schemas.microsoft.com/office/drawing/2014/main" id="{F0BF1321-13BB-A6C2-0F9D-A308E3FA5B2C}"/>
                  </a:ext>
                </a:extLst>
              </p:cNvPr>
              <p:cNvSpPr/>
              <p:nvPr/>
            </p:nvSpPr>
            <p:spPr>
              <a:xfrm rot="10800000">
                <a:off x="9334499" y="7031982"/>
                <a:ext cx="560444" cy="252868"/>
              </a:xfrm>
              <a:prstGeom prst="trapezoid">
                <a:avLst>
                  <a:gd name="adj" fmla="val 49680"/>
                </a:avLst>
              </a:prstGeom>
              <a:solidFill>
                <a:srgbClr val="5A6F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Isosceles Triangle 126">
                <a:extLst>
                  <a:ext uri="{FF2B5EF4-FFF2-40B4-BE49-F238E27FC236}">
                    <a16:creationId xmlns:a16="http://schemas.microsoft.com/office/drawing/2014/main" id="{B3DD5B10-4AB7-B2A6-AD13-55C7415C99F3}"/>
                  </a:ext>
                </a:extLst>
              </p:cNvPr>
              <p:cNvSpPr/>
              <p:nvPr/>
            </p:nvSpPr>
            <p:spPr>
              <a:xfrm flipV="1">
                <a:off x="9577481" y="7025800"/>
                <a:ext cx="76051" cy="65561"/>
              </a:xfrm>
              <a:prstGeom prst="triangle">
                <a:avLst/>
              </a:prstGeom>
              <a:solidFill>
                <a:srgbClr val="EFF5F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52B17E8-2A85-DCBA-1A13-B30AC6D05282}"/>
                </a:ext>
              </a:extLst>
            </p:cNvPr>
            <p:cNvSpPr/>
            <p:nvPr/>
          </p:nvSpPr>
          <p:spPr>
            <a:xfrm>
              <a:off x="7705905" y="6640993"/>
              <a:ext cx="1221196" cy="912504"/>
            </a:xfrm>
            <a:prstGeom prst="rect">
              <a:avLst/>
            </a:prstGeom>
            <a:noFill/>
            <a:ln w="28575">
              <a:solidFill>
                <a:srgbClr val="004F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44F8C7C-11D6-5AEA-B5F7-8975A7769C71}"/>
                </a:ext>
              </a:extLst>
            </p:cNvPr>
            <p:cNvSpPr/>
            <p:nvPr/>
          </p:nvSpPr>
          <p:spPr>
            <a:xfrm>
              <a:off x="7705905" y="7628679"/>
              <a:ext cx="1221196" cy="502188"/>
            </a:xfrm>
            <a:prstGeom prst="rect">
              <a:avLst/>
            </a:prstGeom>
            <a:noFill/>
            <a:ln w="28575">
              <a:solidFill>
                <a:srgbClr val="5A6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878A272-DF6E-80A4-776A-4A445B21C7B2}"/>
                </a:ext>
              </a:extLst>
            </p:cNvPr>
            <p:cNvSpPr txBox="1"/>
            <p:nvPr/>
          </p:nvSpPr>
          <p:spPr>
            <a:xfrm>
              <a:off x="8012039" y="6583575"/>
              <a:ext cx="704638" cy="314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rPr>
                <a:t>array</a:t>
              </a:r>
              <a:endParaRPr kumimoji="0" lang="en-US" altLang="zh-CN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C0381EE-B6C3-D461-B18D-9628EA54238E}"/>
                </a:ext>
              </a:extLst>
            </p:cNvPr>
            <p:cNvSpPr txBox="1"/>
            <p:nvPr/>
          </p:nvSpPr>
          <p:spPr>
            <a:xfrm>
              <a:off x="8012039" y="7580207"/>
              <a:ext cx="621393" cy="314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logic</a:t>
              </a:r>
              <a:endParaRPr kumimoji="0" lang="en-US" altLang="zh-CN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2AC84F5-2A6A-59EA-DB4D-2267C93439AA}"/>
                </a:ext>
              </a:extLst>
            </p:cNvPr>
            <p:cNvSpPr/>
            <p:nvPr/>
          </p:nvSpPr>
          <p:spPr>
            <a:xfrm>
              <a:off x="7398117" y="6640991"/>
              <a:ext cx="237929" cy="1489875"/>
            </a:xfrm>
            <a:prstGeom prst="rect">
              <a:avLst/>
            </a:prstGeom>
            <a:noFill/>
            <a:ln w="28575">
              <a:solidFill>
                <a:srgbClr val="CB74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2056B69-BFDB-18A1-7902-AC8938376F99}"/>
                </a:ext>
              </a:extLst>
            </p:cNvPr>
            <p:cNvSpPr txBox="1"/>
            <p:nvPr/>
          </p:nvSpPr>
          <p:spPr>
            <a:xfrm rot="16200000">
              <a:off x="7048531" y="7139042"/>
              <a:ext cx="912505" cy="3126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rPr>
                <a:t>control</a:t>
              </a:r>
              <a:endParaRPr kumimoji="0" lang="en-US" altLang="zh-CN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F18D0A0-D4A8-A5AE-F8F5-A8FDFDB84A65}"/>
                </a:ext>
              </a:extLst>
            </p:cNvPr>
            <p:cNvSpPr txBox="1"/>
            <p:nvPr/>
          </p:nvSpPr>
          <p:spPr>
            <a:xfrm rot="16200000">
              <a:off x="6700273" y="7152359"/>
              <a:ext cx="898238" cy="3607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rPr>
                <a:t>DRAM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47" name="Content Placeholder 57">
            <a:extLst>
              <a:ext uri="{FF2B5EF4-FFF2-40B4-BE49-F238E27FC236}">
                <a16:creationId xmlns:a16="http://schemas.microsoft.com/office/drawing/2014/main" id="{1399E91F-D6C7-429E-BAE7-9077859395A9}"/>
              </a:ext>
            </a:extLst>
          </p:cNvPr>
          <p:cNvSpPr txBox="1">
            <a:spLocks/>
          </p:cNvSpPr>
          <p:nvPr/>
        </p:nvSpPr>
        <p:spPr>
          <a:xfrm>
            <a:off x="992668" y="2380343"/>
            <a:ext cx="4505581" cy="5632346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Storage Reliability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Incompatible ECC schemes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Computation Reliability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Homomorphic ECC schemes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Protection Capability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DRAM: fine-grained codeword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NVM: stronger ECC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F523D7C-A9CA-5EB7-645D-DDF19A286ABC}"/>
              </a:ext>
            </a:extLst>
          </p:cNvPr>
          <p:cNvSpPr/>
          <p:nvPr/>
        </p:nvSpPr>
        <p:spPr>
          <a:xfrm>
            <a:off x="7112760" y="3117718"/>
            <a:ext cx="459826" cy="567561"/>
          </a:xfrm>
          <a:prstGeom prst="rect">
            <a:avLst/>
          </a:prstGeom>
          <a:noFill/>
          <a:ln w="38100"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424114B-DBCA-6A21-D002-64AD015D63BC}"/>
              </a:ext>
            </a:extLst>
          </p:cNvPr>
          <p:cNvCxnSpPr>
            <a:cxnSpLocks/>
          </p:cNvCxnSpPr>
          <p:nvPr/>
        </p:nvCxnSpPr>
        <p:spPr>
          <a:xfrm>
            <a:off x="7312070" y="3741420"/>
            <a:ext cx="0" cy="1295247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93100D5-DCAA-1801-5841-86E614B6468A}"/>
              </a:ext>
            </a:extLst>
          </p:cNvPr>
          <p:cNvGrpSpPr/>
          <p:nvPr/>
        </p:nvGrpSpPr>
        <p:grpSpPr>
          <a:xfrm>
            <a:off x="8624753" y="3386130"/>
            <a:ext cx="2039924" cy="1893731"/>
            <a:chOff x="9002120" y="3386130"/>
            <a:chExt cx="2039924" cy="1893731"/>
          </a:xfrm>
        </p:grpSpPr>
        <p:sp>
          <p:nvSpPr>
            <p:cNvPr id="152" name="Arc 151">
              <a:extLst>
                <a:ext uri="{FF2B5EF4-FFF2-40B4-BE49-F238E27FC236}">
                  <a16:creationId xmlns:a16="http://schemas.microsoft.com/office/drawing/2014/main" id="{3464CF1A-F71C-966A-C429-503C69B186D0}"/>
                </a:ext>
              </a:extLst>
            </p:cNvPr>
            <p:cNvSpPr/>
            <p:nvPr/>
          </p:nvSpPr>
          <p:spPr>
            <a:xfrm rot="1619103">
              <a:off x="9002120" y="3386130"/>
              <a:ext cx="1476170" cy="1893731"/>
            </a:xfrm>
            <a:prstGeom prst="arc">
              <a:avLst>
                <a:gd name="adj1" fmla="val 17096437"/>
                <a:gd name="adj2" fmla="val 4090522"/>
              </a:avLst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5769A4EC-C029-4731-D2C4-1C91AE027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2548" y="4389043"/>
              <a:ext cx="709496" cy="709496"/>
            </a:xfrm>
            <a:prstGeom prst="rect">
              <a:avLst/>
            </a:prstGeom>
          </p:spPr>
        </p:pic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82AF1BA-67BA-991E-EA5F-2D8E515C203C}"/>
              </a:ext>
            </a:extLst>
          </p:cNvPr>
          <p:cNvGrpSpPr/>
          <p:nvPr/>
        </p:nvGrpSpPr>
        <p:grpSpPr>
          <a:xfrm>
            <a:off x="7529491" y="6728845"/>
            <a:ext cx="1487403" cy="1151009"/>
            <a:chOff x="7906858" y="6728845"/>
            <a:chExt cx="1487403" cy="1151009"/>
          </a:xfrm>
        </p:grpSpPr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54405553-C92A-9EFE-D1D3-0BDDA5BC6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3351" y="7170358"/>
              <a:ext cx="709496" cy="709496"/>
            </a:xfrm>
            <a:prstGeom prst="rect">
              <a:avLst/>
            </a:prstGeom>
          </p:spPr>
        </p:pic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37F0436-647B-1393-133F-3D6AE3311268}"/>
                </a:ext>
              </a:extLst>
            </p:cNvPr>
            <p:cNvSpPr/>
            <p:nvPr/>
          </p:nvSpPr>
          <p:spPr>
            <a:xfrm>
              <a:off x="7906858" y="6728845"/>
              <a:ext cx="1487403" cy="632205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F655349-8F52-899C-65D5-8AAFC62F7961}"/>
              </a:ext>
            </a:extLst>
          </p:cNvPr>
          <p:cNvGrpSpPr/>
          <p:nvPr/>
        </p:nvGrpSpPr>
        <p:grpSpPr>
          <a:xfrm>
            <a:off x="8905561" y="6178020"/>
            <a:ext cx="2709995" cy="2280196"/>
            <a:chOff x="9282928" y="6178020"/>
            <a:chExt cx="2709995" cy="2280196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978322B-2837-0FD8-CCF5-9AACA140FE7F}"/>
                </a:ext>
              </a:extLst>
            </p:cNvPr>
            <p:cNvGrpSpPr/>
            <p:nvPr/>
          </p:nvGrpSpPr>
          <p:grpSpPr>
            <a:xfrm>
              <a:off x="9282928" y="6294816"/>
              <a:ext cx="2709995" cy="2163400"/>
              <a:chOff x="9282928" y="6294816"/>
              <a:chExt cx="2709995" cy="2163400"/>
            </a:xfrm>
          </p:grpSpPr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9FA89682-DC18-D992-3D60-398AEC79669A}"/>
                  </a:ext>
                </a:extLst>
              </p:cNvPr>
              <p:cNvGrpSpPr/>
              <p:nvPr/>
            </p:nvGrpSpPr>
            <p:grpSpPr>
              <a:xfrm>
                <a:off x="9282928" y="6862966"/>
                <a:ext cx="2709995" cy="1595250"/>
                <a:chOff x="8462056" y="6569901"/>
                <a:chExt cx="2709995" cy="1595250"/>
              </a:xfrm>
            </p:grpSpPr>
            <p:sp>
              <p:nvSpPr>
                <p:cNvPr id="161" name="Rectangle 96">
                  <a:extLst>
                    <a:ext uri="{FF2B5EF4-FFF2-40B4-BE49-F238E27FC236}">
                      <a16:creationId xmlns:a16="http://schemas.microsoft.com/office/drawing/2014/main" id="{B73552CC-D9EF-E41D-F2D0-293A6FBB3A8E}"/>
                    </a:ext>
                  </a:extLst>
                </p:cNvPr>
                <p:cNvSpPr/>
                <p:nvPr/>
              </p:nvSpPr>
              <p:spPr>
                <a:xfrm>
                  <a:off x="8462056" y="6569901"/>
                  <a:ext cx="2709995" cy="1595250"/>
                </a:xfrm>
                <a:prstGeom prst="roundRect">
                  <a:avLst>
                    <a:gd name="adj" fmla="val 10237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8575">
                  <a:solidFill>
                    <a:srgbClr val="1D499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07362364-CA6A-6D49-3AD5-622E75767001}"/>
                    </a:ext>
                  </a:extLst>
                </p:cNvPr>
                <p:cNvSpPr/>
                <p:nvPr/>
              </p:nvSpPr>
              <p:spPr>
                <a:xfrm>
                  <a:off x="9405149" y="6725358"/>
                  <a:ext cx="1562964" cy="1285151"/>
                </a:xfrm>
                <a:prstGeom prst="rect">
                  <a:avLst/>
                </a:prstGeom>
                <a:noFill/>
                <a:ln w="28575">
                  <a:solidFill>
                    <a:srgbClr val="004F9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EC6BBF4C-50F3-1624-55BD-EF2411B32EB9}"/>
                    </a:ext>
                  </a:extLst>
                </p:cNvPr>
                <p:cNvSpPr txBox="1"/>
                <p:nvPr/>
              </p:nvSpPr>
              <p:spPr>
                <a:xfrm>
                  <a:off x="9796959" y="6652335"/>
                  <a:ext cx="90184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000" b="1">
                      <a:solidFill>
                        <a:prstClr val="black"/>
                      </a:solidFill>
                      <a:latin typeface="Calibri" panose="020F0502020204030204"/>
                      <a:ea typeface="等线" panose="02010600030101010101" pitchFamily="2" charset="-122"/>
                    </a:rPr>
                    <a:t>array</a:t>
                  </a:r>
                  <a:endParaRPr kumimoji="0" lang="en-US" altLang="zh-CN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78B17419-5348-5659-A3AA-53A4D00DD2FE}"/>
                    </a:ext>
                  </a:extLst>
                </p:cNvPr>
                <p:cNvSpPr/>
                <p:nvPr/>
              </p:nvSpPr>
              <p:spPr>
                <a:xfrm>
                  <a:off x="9011222" y="6725356"/>
                  <a:ext cx="304517" cy="1292327"/>
                </a:xfrm>
                <a:prstGeom prst="rect">
                  <a:avLst/>
                </a:prstGeom>
                <a:noFill/>
                <a:ln w="28575">
                  <a:solidFill>
                    <a:srgbClr val="CB743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932A340B-4EB8-0282-59EA-07C31D6DAB19}"/>
                    </a:ext>
                  </a:extLst>
                </p:cNvPr>
                <p:cNvSpPr txBox="1"/>
                <p:nvPr/>
              </p:nvSpPr>
              <p:spPr>
                <a:xfrm rot="16200000">
                  <a:off x="8567484" y="7067952"/>
                  <a:ext cx="116051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000" b="1" dirty="0">
                      <a:solidFill>
                        <a:prstClr val="black"/>
                      </a:solidFill>
                      <a:latin typeface="Calibri" panose="020F0502020204030204"/>
                      <a:ea typeface="等线" panose="02010600030101010101" pitchFamily="2" charset="-122"/>
                    </a:rPr>
                    <a:t>control</a:t>
                  </a:r>
                  <a:endPara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96C970F3-39A0-5F71-8854-B420A9E14B3C}"/>
                    </a:ext>
                  </a:extLst>
                </p:cNvPr>
                <p:cNvSpPr txBox="1"/>
                <p:nvPr/>
              </p:nvSpPr>
              <p:spPr>
                <a:xfrm rot="16200000">
                  <a:off x="8237916" y="7191555"/>
                  <a:ext cx="90994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zh-CN" sz="2400" b="1" dirty="0">
                      <a:solidFill>
                        <a:prstClr val="black"/>
                      </a:solidFill>
                      <a:latin typeface="Calibri" panose="020F0502020204030204"/>
                      <a:ea typeface="等线" panose="02010600030101010101" pitchFamily="2" charset="-122"/>
                    </a:rPr>
                    <a:t>NVM</a:t>
                  </a:r>
                  <a:endPara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B62612D-3ED5-DCFA-147E-CC44439FA7DB}"/>
                    </a:ext>
                  </a:extLst>
                </p:cNvPr>
                <p:cNvGrpSpPr/>
                <p:nvPr/>
              </p:nvGrpSpPr>
              <p:grpSpPr>
                <a:xfrm>
                  <a:off x="9480230" y="7103234"/>
                  <a:ext cx="1425650" cy="138351"/>
                  <a:chOff x="9789208" y="7640263"/>
                  <a:chExt cx="1425650" cy="138351"/>
                </a:xfrm>
                <a:solidFill>
                  <a:schemeClr val="accent2">
                    <a:lumMod val="50000"/>
                  </a:schemeClr>
                </a:solidFill>
              </p:grpSpPr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3EE68698-A470-AC89-6FDE-44562AA6F25E}"/>
                      </a:ext>
                    </a:extLst>
                  </p:cNvPr>
                  <p:cNvSpPr/>
                  <p:nvPr/>
                </p:nvSpPr>
                <p:spPr>
                  <a:xfrm>
                    <a:off x="978920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6" name="Rectangle 195">
                    <a:extLst>
                      <a:ext uri="{FF2B5EF4-FFF2-40B4-BE49-F238E27FC236}">
                        <a16:creationId xmlns:a16="http://schemas.microsoft.com/office/drawing/2014/main" id="{5E70FB0C-208D-A8FC-0BE9-97EADDF07D98}"/>
                      </a:ext>
                    </a:extLst>
                  </p:cNvPr>
                  <p:cNvSpPr/>
                  <p:nvPr/>
                </p:nvSpPr>
                <p:spPr>
                  <a:xfrm>
                    <a:off x="997298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A75E468F-3DBA-EA75-1EA5-4A785F3E65E0}"/>
                      </a:ext>
                    </a:extLst>
                  </p:cNvPr>
                  <p:cNvSpPr/>
                  <p:nvPr/>
                </p:nvSpPr>
                <p:spPr>
                  <a:xfrm>
                    <a:off x="10156756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Rectangle 197">
                    <a:extLst>
                      <a:ext uri="{FF2B5EF4-FFF2-40B4-BE49-F238E27FC236}">
                        <a16:creationId xmlns:a16="http://schemas.microsoft.com/office/drawing/2014/main" id="{7D07575A-A1F8-F5F1-5D33-C611D0DB2111}"/>
                      </a:ext>
                    </a:extLst>
                  </p:cNvPr>
                  <p:cNvSpPr/>
                  <p:nvPr/>
                </p:nvSpPr>
                <p:spPr>
                  <a:xfrm>
                    <a:off x="10340530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BD203313-1D81-7B4C-EE5F-F0A2653FA454}"/>
                      </a:ext>
                    </a:extLst>
                  </p:cNvPr>
                  <p:cNvSpPr/>
                  <p:nvPr/>
                </p:nvSpPr>
                <p:spPr>
                  <a:xfrm>
                    <a:off x="10524304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2BF3882E-B700-A043-C78B-7E62D59CB286}"/>
                      </a:ext>
                    </a:extLst>
                  </p:cNvPr>
                  <p:cNvSpPr/>
                  <p:nvPr/>
                </p:nvSpPr>
                <p:spPr>
                  <a:xfrm>
                    <a:off x="1070807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E74A8D1A-3606-D9C9-76B0-F6CAA3DE7D8A}"/>
                      </a:ext>
                    </a:extLst>
                  </p:cNvPr>
                  <p:cNvSpPr/>
                  <p:nvPr/>
                </p:nvSpPr>
                <p:spPr>
                  <a:xfrm>
                    <a:off x="1089185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Rectangle 201">
                    <a:extLst>
                      <a:ext uri="{FF2B5EF4-FFF2-40B4-BE49-F238E27FC236}">
                        <a16:creationId xmlns:a16="http://schemas.microsoft.com/office/drawing/2014/main" id="{0519D350-DDA8-6629-DEFC-B7201113E71C}"/>
                      </a:ext>
                    </a:extLst>
                  </p:cNvPr>
                  <p:cNvSpPr/>
                  <p:nvPr/>
                </p:nvSpPr>
                <p:spPr>
                  <a:xfrm>
                    <a:off x="11075629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9555DB2E-A09B-A833-4CDE-B30B6DDF0D7E}"/>
                    </a:ext>
                  </a:extLst>
                </p:cNvPr>
                <p:cNvGrpSpPr/>
                <p:nvPr/>
              </p:nvGrpSpPr>
              <p:grpSpPr>
                <a:xfrm>
                  <a:off x="9480230" y="7328519"/>
                  <a:ext cx="1425650" cy="138351"/>
                  <a:chOff x="9789208" y="7640263"/>
                  <a:chExt cx="1425650" cy="138351"/>
                </a:xfrm>
                <a:solidFill>
                  <a:schemeClr val="accent2">
                    <a:lumMod val="50000"/>
                  </a:schemeClr>
                </a:solidFill>
              </p:grpSpPr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D8ED30ED-F825-4366-012C-E4DE6B78C9B8}"/>
                      </a:ext>
                    </a:extLst>
                  </p:cNvPr>
                  <p:cNvSpPr/>
                  <p:nvPr/>
                </p:nvSpPr>
                <p:spPr>
                  <a:xfrm>
                    <a:off x="978920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8" name="Rectangle 187">
                    <a:extLst>
                      <a:ext uri="{FF2B5EF4-FFF2-40B4-BE49-F238E27FC236}">
                        <a16:creationId xmlns:a16="http://schemas.microsoft.com/office/drawing/2014/main" id="{528B5B5D-6283-3684-D3AA-8FC87BB6FCE4}"/>
                      </a:ext>
                    </a:extLst>
                  </p:cNvPr>
                  <p:cNvSpPr/>
                  <p:nvPr/>
                </p:nvSpPr>
                <p:spPr>
                  <a:xfrm>
                    <a:off x="997298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6D0E79CD-2F34-0E58-968A-6EB7DA111987}"/>
                      </a:ext>
                    </a:extLst>
                  </p:cNvPr>
                  <p:cNvSpPr/>
                  <p:nvPr/>
                </p:nvSpPr>
                <p:spPr>
                  <a:xfrm>
                    <a:off x="10156756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33320534-DD87-879B-573A-4E71BF13B857}"/>
                      </a:ext>
                    </a:extLst>
                  </p:cNvPr>
                  <p:cNvSpPr/>
                  <p:nvPr/>
                </p:nvSpPr>
                <p:spPr>
                  <a:xfrm>
                    <a:off x="10340530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E720F4DD-C0FF-0C2B-B40F-2FDC3F8EC76D}"/>
                      </a:ext>
                    </a:extLst>
                  </p:cNvPr>
                  <p:cNvSpPr/>
                  <p:nvPr/>
                </p:nvSpPr>
                <p:spPr>
                  <a:xfrm>
                    <a:off x="10524304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1105E707-C3BD-8518-7DCE-9A27FDAF14BC}"/>
                      </a:ext>
                    </a:extLst>
                  </p:cNvPr>
                  <p:cNvSpPr/>
                  <p:nvPr/>
                </p:nvSpPr>
                <p:spPr>
                  <a:xfrm>
                    <a:off x="1070807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4A51C173-9296-423B-36BC-FBBBBF2160F3}"/>
                      </a:ext>
                    </a:extLst>
                  </p:cNvPr>
                  <p:cNvSpPr/>
                  <p:nvPr/>
                </p:nvSpPr>
                <p:spPr>
                  <a:xfrm>
                    <a:off x="1089185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B5B2AA05-9374-28C8-C25E-212F4D1E4D41}"/>
                      </a:ext>
                    </a:extLst>
                  </p:cNvPr>
                  <p:cNvSpPr/>
                  <p:nvPr/>
                </p:nvSpPr>
                <p:spPr>
                  <a:xfrm>
                    <a:off x="11075629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9" name="Group 168">
                  <a:extLst>
                    <a:ext uri="{FF2B5EF4-FFF2-40B4-BE49-F238E27FC236}">
                      <a16:creationId xmlns:a16="http://schemas.microsoft.com/office/drawing/2014/main" id="{A243C253-A659-4787-9EB4-B469C25A2889}"/>
                    </a:ext>
                  </a:extLst>
                </p:cNvPr>
                <p:cNvGrpSpPr/>
                <p:nvPr/>
              </p:nvGrpSpPr>
              <p:grpSpPr>
                <a:xfrm>
                  <a:off x="9480230" y="7553804"/>
                  <a:ext cx="1425650" cy="138351"/>
                  <a:chOff x="9789208" y="7640263"/>
                  <a:chExt cx="1425650" cy="138351"/>
                </a:xfrm>
                <a:solidFill>
                  <a:schemeClr val="accent2">
                    <a:lumMod val="50000"/>
                  </a:schemeClr>
                </a:solidFill>
              </p:grpSpPr>
              <p:sp>
                <p:nvSpPr>
                  <p:cNvPr id="179" name="Rectangle 178">
                    <a:extLst>
                      <a:ext uri="{FF2B5EF4-FFF2-40B4-BE49-F238E27FC236}">
                        <a16:creationId xmlns:a16="http://schemas.microsoft.com/office/drawing/2014/main" id="{B742C34D-F15F-9B5D-42ED-3023C6B9097C}"/>
                      </a:ext>
                    </a:extLst>
                  </p:cNvPr>
                  <p:cNvSpPr/>
                  <p:nvPr/>
                </p:nvSpPr>
                <p:spPr>
                  <a:xfrm>
                    <a:off x="978920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" name="Rectangle 179">
                    <a:extLst>
                      <a:ext uri="{FF2B5EF4-FFF2-40B4-BE49-F238E27FC236}">
                        <a16:creationId xmlns:a16="http://schemas.microsoft.com/office/drawing/2014/main" id="{25289697-1ABF-016A-D373-61906BEEF9A0}"/>
                      </a:ext>
                    </a:extLst>
                  </p:cNvPr>
                  <p:cNvSpPr/>
                  <p:nvPr/>
                </p:nvSpPr>
                <p:spPr>
                  <a:xfrm>
                    <a:off x="997298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2F1C4C44-F0EB-1935-75F1-9BCBF9D04EB6}"/>
                      </a:ext>
                    </a:extLst>
                  </p:cNvPr>
                  <p:cNvSpPr/>
                  <p:nvPr/>
                </p:nvSpPr>
                <p:spPr>
                  <a:xfrm>
                    <a:off x="10156756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AF510246-1E13-E72B-68A4-165F99956586}"/>
                      </a:ext>
                    </a:extLst>
                  </p:cNvPr>
                  <p:cNvSpPr/>
                  <p:nvPr/>
                </p:nvSpPr>
                <p:spPr>
                  <a:xfrm>
                    <a:off x="10340530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38CA8E43-6B04-4643-0269-334BD036A515}"/>
                      </a:ext>
                    </a:extLst>
                  </p:cNvPr>
                  <p:cNvSpPr/>
                  <p:nvPr/>
                </p:nvSpPr>
                <p:spPr>
                  <a:xfrm>
                    <a:off x="10524304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B020C20F-84E8-D188-E97B-A64422A6F5CE}"/>
                      </a:ext>
                    </a:extLst>
                  </p:cNvPr>
                  <p:cNvSpPr/>
                  <p:nvPr/>
                </p:nvSpPr>
                <p:spPr>
                  <a:xfrm>
                    <a:off x="1070807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C03B5764-567D-EF91-F2F5-B7A84116B599}"/>
                      </a:ext>
                    </a:extLst>
                  </p:cNvPr>
                  <p:cNvSpPr/>
                  <p:nvPr/>
                </p:nvSpPr>
                <p:spPr>
                  <a:xfrm>
                    <a:off x="1089185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7E6A6C5B-AFAB-1EC1-BF14-98D15EC00478}"/>
                      </a:ext>
                    </a:extLst>
                  </p:cNvPr>
                  <p:cNvSpPr/>
                  <p:nvPr/>
                </p:nvSpPr>
                <p:spPr>
                  <a:xfrm>
                    <a:off x="11075629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FAC71627-2C74-8376-3FEB-8DF5FF4C6B9B}"/>
                    </a:ext>
                  </a:extLst>
                </p:cNvPr>
                <p:cNvGrpSpPr/>
                <p:nvPr/>
              </p:nvGrpSpPr>
              <p:grpSpPr>
                <a:xfrm>
                  <a:off x="9480230" y="7779090"/>
                  <a:ext cx="1425650" cy="138351"/>
                  <a:chOff x="9789208" y="7640263"/>
                  <a:chExt cx="1425650" cy="138351"/>
                </a:xfrm>
                <a:solidFill>
                  <a:schemeClr val="accent2">
                    <a:lumMod val="50000"/>
                  </a:schemeClr>
                </a:solidFill>
              </p:grpSpPr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E54AFC90-E08A-45A2-A071-3E220B9A132F}"/>
                      </a:ext>
                    </a:extLst>
                  </p:cNvPr>
                  <p:cNvSpPr/>
                  <p:nvPr/>
                </p:nvSpPr>
                <p:spPr>
                  <a:xfrm>
                    <a:off x="978920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D32394DC-758C-8834-D305-9398058FB0C7}"/>
                      </a:ext>
                    </a:extLst>
                  </p:cNvPr>
                  <p:cNvSpPr/>
                  <p:nvPr/>
                </p:nvSpPr>
                <p:spPr>
                  <a:xfrm>
                    <a:off x="997298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B3F59399-19AE-EC1F-7687-72D9A4C240E1}"/>
                      </a:ext>
                    </a:extLst>
                  </p:cNvPr>
                  <p:cNvSpPr/>
                  <p:nvPr/>
                </p:nvSpPr>
                <p:spPr>
                  <a:xfrm>
                    <a:off x="10156756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BF15639B-19D4-E2D9-4791-B14CF2530581}"/>
                      </a:ext>
                    </a:extLst>
                  </p:cNvPr>
                  <p:cNvSpPr/>
                  <p:nvPr/>
                </p:nvSpPr>
                <p:spPr>
                  <a:xfrm>
                    <a:off x="10340530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3A31AF76-F206-D278-C13D-D1626F601E70}"/>
                      </a:ext>
                    </a:extLst>
                  </p:cNvPr>
                  <p:cNvSpPr/>
                  <p:nvPr/>
                </p:nvSpPr>
                <p:spPr>
                  <a:xfrm>
                    <a:off x="10524304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C49BEA17-D368-F898-A2C9-D89F6D591D39}"/>
                      </a:ext>
                    </a:extLst>
                  </p:cNvPr>
                  <p:cNvSpPr/>
                  <p:nvPr/>
                </p:nvSpPr>
                <p:spPr>
                  <a:xfrm>
                    <a:off x="10708078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F74F4077-FEF5-785C-3B8E-374ED8E31619}"/>
                      </a:ext>
                    </a:extLst>
                  </p:cNvPr>
                  <p:cNvSpPr/>
                  <p:nvPr/>
                </p:nvSpPr>
                <p:spPr>
                  <a:xfrm>
                    <a:off x="10891852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B7BE4208-7072-0698-86C4-DD01B5494E57}"/>
                      </a:ext>
                    </a:extLst>
                  </p:cNvPr>
                  <p:cNvSpPr/>
                  <p:nvPr/>
                </p:nvSpPr>
                <p:spPr>
                  <a:xfrm>
                    <a:off x="11075629" y="7640263"/>
                    <a:ext cx="139229" cy="13835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pic>
            <p:nvPicPr>
              <p:cNvPr id="203" name="Graphic 202" descr="Add with solid fill">
                <a:extLst>
                  <a:ext uri="{FF2B5EF4-FFF2-40B4-BE49-F238E27FC236}">
                    <a16:creationId xmlns:a16="http://schemas.microsoft.com/office/drawing/2014/main" id="{C4A1F455-7A15-7E79-1CC5-8100B5D2C2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75873" y="6294816"/>
                <a:ext cx="465351" cy="465351"/>
              </a:xfrm>
              <a:prstGeom prst="rect">
                <a:avLst/>
              </a:prstGeom>
            </p:spPr>
          </p:pic>
        </p:grpSp>
        <p:pic>
          <p:nvPicPr>
            <p:cNvPr id="205" name="Picture 204">
              <a:extLst>
                <a:ext uri="{FF2B5EF4-FFF2-40B4-BE49-F238E27FC236}">
                  <a16:creationId xmlns:a16="http://schemas.microsoft.com/office/drawing/2014/main" id="{AC95748D-054C-2D02-1386-F9D3B8942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3194" y="6178020"/>
              <a:ext cx="709496" cy="709496"/>
            </a:xfrm>
            <a:prstGeom prst="rect">
              <a:avLst/>
            </a:prstGeom>
          </p:spPr>
        </p:pic>
      </p:grp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9C5AD7C-50B7-5328-0DDB-ADB82E64EF46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25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16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16424F-B609-0488-497D-43EBDAB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Ongoing</a:t>
            </a:r>
            <a:r>
              <a:rPr lang="en-US" dirty="0"/>
              <a:t> Work - Mem in Space  </a:t>
            </a:r>
          </a:p>
        </p:txBody>
      </p:sp>
      <p:sp>
        <p:nvSpPr>
          <p:cNvPr id="147" name="Content Placeholder 57">
            <a:extLst>
              <a:ext uri="{FF2B5EF4-FFF2-40B4-BE49-F238E27FC236}">
                <a16:creationId xmlns:a16="http://schemas.microsoft.com/office/drawing/2014/main" id="{1399E91F-D6C7-429E-BAE7-9077859395A9}"/>
              </a:ext>
            </a:extLst>
          </p:cNvPr>
          <p:cNvSpPr txBox="1">
            <a:spLocks/>
          </p:cNvSpPr>
          <p:nvPr/>
        </p:nvSpPr>
        <p:spPr>
          <a:xfrm>
            <a:off x="992668" y="2037443"/>
            <a:ext cx="8412589" cy="7000736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Aerospace System - Radiation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Conventional Radiation-Hardened Memory (High reliability)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Commercial Memory (Low cost)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1. Data Organization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Distributed in wider space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2. More Storage Errors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Efficiently Characterize Weak Cells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Augmented Detect + Regular Correct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3. More Logic Errors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Peripheral Circuits are Important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Address Protection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9C5AD7C-50B7-5328-0DDB-ADB82E64EF46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26</a:t>
            </a:fld>
            <a:endParaRPr lang="en-US" sz="1800">
              <a:solidFill>
                <a:srgbClr val="004F9E"/>
              </a:solidFill>
            </a:endParaRPr>
          </a:p>
        </p:txBody>
      </p: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DE953C3A-91E0-524B-8172-01FDEDAA71D5}"/>
              </a:ext>
            </a:extLst>
          </p:cNvPr>
          <p:cNvGrpSpPr/>
          <p:nvPr/>
        </p:nvGrpSpPr>
        <p:grpSpPr>
          <a:xfrm>
            <a:off x="6960820" y="3370732"/>
            <a:ext cx="4485667" cy="4938118"/>
            <a:chOff x="-5172282" y="1381701"/>
            <a:chExt cx="4485667" cy="4938118"/>
          </a:xfrm>
        </p:grpSpPr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85075084-0C6B-EA55-FE15-80C0EA83C5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856398" y="5602968"/>
              <a:ext cx="0" cy="71685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90D43673-F9E0-C3EB-CE04-5B21A8CC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717812" y="5580743"/>
              <a:ext cx="1" cy="68193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03C46547-908B-5C42-0787-7A985A46AF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579227" y="5587093"/>
              <a:ext cx="0" cy="63748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9CDB547F-950B-12A5-6B29-CAA8BFC60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440642" y="5568043"/>
              <a:ext cx="0" cy="602267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377633AE-3341-6C0F-4A51-8060901DC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12487" y="5596618"/>
              <a:ext cx="0" cy="72320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FB48705D-2801-D414-7F1F-C86273179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273901" y="5591856"/>
              <a:ext cx="1" cy="67082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8D31D7DD-5CE9-F156-BCBD-F11090C157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135316" y="5582331"/>
              <a:ext cx="1" cy="64224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0A5A9673-77DB-EBC6-DB1C-0C7739820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96731" y="5572806"/>
              <a:ext cx="0" cy="59750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5CCA4F60-081A-EEEB-B544-84E367902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08428" y="5580743"/>
              <a:ext cx="0" cy="73907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6D53DB2-9897-7CAE-268E-C4BE82480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569842" y="5587093"/>
              <a:ext cx="1" cy="67558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37B59FEC-D4BC-2601-937E-15017721C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31257" y="5571218"/>
              <a:ext cx="1" cy="65335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3FCA6D04-308E-B85C-6512-DCC60E81A1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92672" y="5577568"/>
              <a:ext cx="0" cy="59274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CB744266-CBCC-7D55-1756-F2886B977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560458" y="5599793"/>
              <a:ext cx="0" cy="72002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87775269-DBC3-1246-08BA-C204D50AD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21872" y="5571218"/>
              <a:ext cx="1" cy="691463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07F77C83-816B-1C8B-69A8-56E1E7C9B4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283287" y="5590268"/>
              <a:ext cx="1" cy="63430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316BA493-BF87-FF67-DC90-B834C4424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144702" y="5591856"/>
              <a:ext cx="0" cy="57845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BF3B6FDA-A30A-E7D6-A3E9-CA9F932462AD}"/>
                </a:ext>
              </a:extLst>
            </p:cNvPr>
            <p:cNvSpPr/>
            <p:nvPr/>
          </p:nvSpPr>
          <p:spPr>
            <a:xfrm>
              <a:off x="-4871241" y="3860929"/>
              <a:ext cx="3916974" cy="311149"/>
            </a:xfrm>
            <a:prstGeom prst="rect">
              <a:avLst/>
            </a:prstGeom>
            <a:solidFill>
              <a:srgbClr val="DEEBF7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21C45652-26EB-65A1-C474-70B537981479}"/>
                </a:ext>
              </a:extLst>
            </p:cNvPr>
            <p:cNvGrpSpPr/>
            <p:nvPr/>
          </p:nvGrpSpPr>
          <p:grpSpPr>
            <a:xfrm>
              <a:off x="-5007899" y="3421171"/>
              <a:ext cx="521956" cy="1358619"/>
              <a:chOff x="10368719" y="3568128"/>
              <a:chExt cx="521956" cy="1358619"/>
            </a:xfrm>
          </p:grpSpPr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C5A18367-76DE-977F-6533-3B76E172D63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0621558" y="4438767"/>
                <a:ext cx="206067" cy="2060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43EB13DF-58A9-E674-1197-AD1C7FC2DF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19119" y="3568128"/>
                <a:ext cx="0" cy="1358619"/>
              </a:xfrm>
              <a:prstGeom prst="line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96F63AA3-AE2A-E062-685F-8E4FFD6617EC}"/>
                  </a:ext>
                </a:extLst>
              </p:cNvPr>
              <p:cNvSpPr txBox="1"/>
              <p:nvPr/>
            </p:nvSpPr>
            <p:spPr>
              <a:xfrm>
                <a:off x="10368719" y="4443536"/>
                <a:ext cx="5219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  <a:endParaRPr lang="en-US" sz="800" b="1"/>
              </a:p>
            </p:txBody>
          </p:sp>
        </p:grp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B7F8D8B4-33D9-8768-5B8D-06CA2D13459B}"/>
                </a:ext>
              </a:extLst>
            </p:cNvPr>
            <p:cNvSpPr/>
            <p:nvPr/>
          </p:nvSpPr>
          <p:spPr>
            <a:xfrm>
              <a:off x="-5172282" y="2101235"/>
              <a:ext cx="4485667" cy="1341120"/>
            </a:xfrm>
            <a:prstGeom prst="rect">
              <a:avLst/>
            </a:prstGeom>
            <a:solidFill>
              <a:srgbClr val="5B9BD5">
                <a:lumMod val="20000"/>
                <a:lumOff val="80000"/>
              </a:srgbClr>
            </a:solidFill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75017328-A9ED-370C-B9CA-D2A52A4A24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112625" y="2534970"/>
              <a:ext cx="4348425" cy="0"/>
            </a:xfrm>
            <a:prstGeom prst="line">
              <a:avLst/>
            </a:prstGeom>
            <a:noFill/>
            <a:ln w="76200" cap="flat" cmpd="sng" algn="ctr">
              <a:solidFill>
                <a:srgbClr val="FF7F7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0BF8AABB-DA6F-2676-0908-88ACF6DDD8DD}"/>
                </a:ext>
              </a:extLst>
            </p:cNvPr>
            <p:cNvGrpSpPr/>
            <p:nvPr/>
          </p:nvGrpSpPr>
          <p:grpSpPr>
            <a:xfrm>
              <a:off x="-1567877" y="3463018"/>
              <a:ext cx="521956" cy="1316772"/>
              <a:chOff x="10368719" y="3609975"/>
              <a:chExt cx="521956" cy="1316772"/>
            </a:xfrm>
          </p:grpSpPr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343AC5BD-8E96-E447-1D63-9BBAC96B781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0621558" y="4438767"/>
                <a:ext cx="206067" cy="2060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A71EC0BE-F36E-97C2-C10C-5B18EBE74B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19119" y="3609975"/>
                <a:ext cx="0" cy="1316772"/>
              </a:xfrm>
              <a:prstGeom prst="line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F869DBE-C7F4-2CCC-D3C6-99154C9DB9DF}"/>
                  </a:ext>
                </a:extLst>
              </p:cNvPr>
              <p:cNvSpPr txBox="1"/>
              <p:nvPr/>
            </p:nvSpPr>
            <p:spPr>
              <a:xfrm>
                <a:off x="10368719" y="4443536"/>
                <a:ext cx="5219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  <a:endParaRPr lang="en-US" sz="800" b="1"/>
              </a:p>
            </p:txBody>
          </p:sp>
        </p:grp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8916F730-EF2F-8474-0290-1CF6A0C2B663}"/>
                </a:ext>
              </a:extLst>
            </p:cNvPr>
            <p:cNvGrpSpPr/>
            <p:nvPr/>
          </p:nvGrpSpPr>
          <p:grpSpPr>
            <a:xfrm>
              <a:off x="-2714551" y="3467781"/>
              <a:ext cx="521956" cy="1312009"/>
              <a:chOff x="10368719" y="3614738"/>
              <a:chExt cx="521956" cy="1312009"/>
            </a:xfrm>
          </p:grpSpPr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B9DFB55F-3A0E-1004-23A0-38611713656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0621558" y="4438767"/>
                <a:ext cx="206067" cy="2060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7C444A94-A1D4-F467-6A33-2C59C8C637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19119" y="3614738"/>
                <a:ext cx="0" cy="1312009"/>
              </a:xfrm>
              <a:prstGeom prst="line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2EE68CC6-CC4D-116C-48C2-013C2BEECBE0}"/>
                  </a:ext>
                </a:extLst>
              </p:cNvPr>
              <p:cNvSpPr txBox="1"/>
              <p:nvPr/>
            </p:nvSpPr>
            <p:spPr>
              <a:xfrm>
                <a:off x="10368719" y="4443536"/>
                <a:ext cx="5219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  <a:endParaRPr lang="en-US" sz="800" b="1"/>
              </a:p>
            </p:txBody>
          </p:sp>
        </p:grpSp>
        <p:grpSp>
          <p:nvGrpSpPr>
            <p:cNvPr id="334" name="Group 333">
              <a:extLst>
                <a:ext uri="{FF2B5EF4-FFF2-40B4-BE49-F238E27FC236}">
                  <a16:creationId xmlns:a16="http://schemas.microsoft.com/office/drawing/2014/main" id="{47B9C671-80AC-9B13-1EB0-CD6F81A7E096}"/>
                </a:ext>
              </a:extLst>
            </p:cNvPr>
            <p:cNvGrpSpPr/>
            <p:nvPr/>
          </p:nvGrpSpPr>
          <p:grpSpPr>
            <a:xfrm>
              <a:off x="-3861225" y="3467781"/>
              <a:ext cx="521956" cy="1312009"/>
              <a:chOff x="10368719" y="3614738"/>
              <a:chExt cx="521956" cy="1312009"/>
            </a:xfrm>
          </p:grpSpPr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28B74CA7-1051-98A7-DEAE-21074FF54DA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10621558" y="4438767"/>
                <a:ext cx="206067" cy="2060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2463508B-46D4-BA95-7BF7-321403F39E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19119" y="3614738"/>
                <a:ext cx="0" cy="1312009"/>
              </a:xfrm>
              <a:prstGeom prst="line">
                <a:avLst/>
              </a:prstGeom>
              <a:ln w="571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7FB2796D-0751-59A6-0C46-D98C950BE541}"/>
                  </a:ext>
                </a:extLst>
              </p:cNvPr>
              <p:cNvSpPr txBox="1"/>
              <p:nvPr/>
            </p:nvSpPr>
            <p:spPr>
              <a:xfrm>
                <a:off x="10368719" y="4443536"/>
                <a:ext cx="5219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>
                    <a:solidFill>
                      <a:prstClr val="black"/>
                    </a:solidFill>
                    <a:latin typeface="Calibri" panose="020F0502020204030204"/>
                  </a:rPr>
                  <a:t>32</a:t>
                </a:r>
                <a:endParaRPr lang="en-US" sz="800" b="1"/>
              </a:p>
            </p:txBody>
          </p:sp>
        </p:grp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40796280-FA78-0E52-9295-A97284115CA9}"/>
                </a:ext>
              </a:extLst>
            </p:cNvPr>
            <p:cNvGrpSpPr/>
            <p:nvPr/>
          </p:nvGrpSpPr>
          <p:grpSpPr>
            <a:xfrm>
              <a:off x="-4929246" y="2534970"/>
              <a:ext cx="3686714" cy="0"/>
              <a:chOff x="6981120" y="2681927"/>
              <a:chExt cx="3686714" cy="0"/>
            </a:xfrm>
          </p:grpSpPr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6C02D154-AC15-B5A2-A97C-7AD2AA378E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81120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80046C05-3C3B-6146-9D96-04DD9E340E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1301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040B700B-1F0A-4AE5-01B4-34B500573F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42797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B2BCD0F5-3AF8-1E1C-C53F-848A936E5D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0674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78FE3C68-4E54-2206-0A68-5A5C927CD9B4}"/>
                </a:ext>
              </a:extLst>
            </p:cNvPr>
            <p:cNvGrpSpPr/>
            <p:nvPr/>
          </p:nvGrpSpPr>
          <p:grpSpPr>
            <a:xfrm>
              <a:off x="-5003244" y="3479687"/>
              <a:ext cx="4167451" cy="2050512"/>
              <a:chOff x="6909535" y="3626644"/>
              <a:chExt cx="4167451" cy="2050512"/>
            </a:xfrm>
          </p:grpSpPr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E8A0FB32-4C12-46DF-BC32-CA620BF546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6039" y="3626644"/>
                <a:ext cx="0" cy="1300103"/>
              </a:xfrm>
              <a:prstGeom prst="line">
                <a:avLst/>
              </a:prstGeom>
              <a:noFill/>
              <a:ln w="571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994EA911-7703-8346-80B2-CC20E8AF1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2460" y="3626644"/>
                <a:ext cx="0" cy="1300103"/>
              </a:xfrm>
              <a:prstGeom prst="line">
                <a:avLst/>
              </a:prstGeom>
              <a:noFill/>
              <a:ln w="571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BA9EFAC8-E67C-3F8B-3644-1369B6B93D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8881" y="3626644"/>
                <a:ext cx="0" cy="1300103"/>
              </a:xfrm>
              <a:prstGeom prst="line">
                <a:avLst/>
              </a:prstGeom>
              <a:noFill/>
              <a:ln w="571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4E5C1C3C-363E-67CD-8BB7-9831F823B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5303" y="3626644"/>
                <a:ext cx="0" cy="1300103"/>
              </a:xfrm>
              <a:prstGeom prst="line">
                <a:avLst/>
              </a:prstGeom>
              <a:noFill/>
              <a:ln w="5715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2B4C56D1-B05A-7C0C-391B-E5D4E08A5C6B}"/>
                  </a:ext>
                </a:extLst>
              </p:cNvPr>
              <p:cNvGrpSpPr/>
              <p:nvPr/>
            </p:nvGrpSpPr>
            <p:grpSpPr>
              <a:xfrm>
                <a:off x="6909535" y="4951006"/>
                <a:ext cx="729075" cy="726150"/>
                <a:chOff x="8386885" y="5424843"/>
                <a:chExt cx="724239" cy="726150"/>
              </a:xfrm>
            </p:grpSpPr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B31C1228-6960-7FD9-D1E9-0CA11BFA107D}"/>
                    </a:ext>
                  </a:extLst>
                </p:cNvPr>
                <p:cNvSpPr/>
                <p:nvPr/>
              </p:nvSpPr>
              <p:spPr>
                <a:xfrm rot="5400000">
                  <a:off x="8476188" y="5516058"/>
                  <a:ext cx="724767" cy="545104"/>
                </a:xfrm>
                <a:prstGeom prst="rect">
                  <a:avLst/>
                </a:prstGeom>
                <a:solidFill>
                  <a:srgbClr val="FF7F7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374" name="Group 373">
                  <a:extLst>
                    <a:ext uri="{FF2B5EF4-FFF2-40B4-BE49-F238E27FC236}">
                      <a16:creationId xmlns:a16="http://schemas.microsoft.com/office/drawing/2014/main" id="{8710C6CD-13CD-5391-FC88-2EA973C0F1B0}"/>
                    </a:ext>
                  </a:extLst>
                </p:cNvPr>
                <p:cNvGrpSpPr/>
                <p:nvPr/>
              </p:nvGrpSpPr>
              <p:grpSpPr>
                <a:xfrm rot="5400000">
                  <a:off x="8375341" y="5436387"/>
                  <a:ext cx="724767" cy="701679"/>
                  <a:chOff x="7109385" y="5033066"/>
                  <a:chExt cx="543575" cy="526259"/>
                </a:xfrm>
              </p:grpSpPr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1D270DFE-62F0-9C5A-3EF2-3787A2814AFE}"/>
                      </a:ext>
                    </a:extLst>
                  </p:cNvPr>
                  <p:cNvSpPr/>
                  <p:nvPr/>
                </p:nvSpPr>
                <p:spPr>
                  <a:xfrm>
                    <a:off x="7109385" y="5417186"/>
                    <a:ext cx="543575" cy="142139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 kern="0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pic>
                <p:nvPicPr>
                  <p:cNvPr id="376" name="Picture 375">
                    <a:extLst>
                      <a:ext uri="{FF2B5EF4-FFF2-40B4-BE49-F238E27FC236}">
                        <a16:creationId xmlns:a16="http://schemas.microsoft.com/office/drawing/2014/main" id="{B84F815B-5D4B-7B0A-9B79-4D674EC704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033066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77" name="Picture 376">
                    <a:extLst>
                      <a:ext uri="{FF2B5EF4-FFF2-40B4-BE49-F238E27FC236}">
                        <a16:creationId xmlns:a16="http://schemas.microsoft.com/office/drawing/2014/main" id="{5A76C948-464D-48D6-02D2-E822511A55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168042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78" name="Picture 377">
                    <a:extLst>
                      <a:ext uri="{FF2B5EF4-FFF2-40B4-BE49-F238E27FC236}">
                        <a16:creationId xmlns:a16="http://schemas.microsoft.com/office/drawing/2014/main" id="{8ADBCFD3-39A6-2F2F-6A86-ED3FE9B96A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303018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79" name="Picture 378">
                    <a:extLst>
                      <a:ext uri="{FF2B5EF4-FFF2-40B4-BE49-F238E27FC236}">
                        <a16:creationId xmlns:a16="http://schemas.microsoft.com/office/drawing/2014/main" id="{FDFE8DC2-2240-1265-9381-341E8021F7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437993"/>
                    <a:ext cx="530352" cy="10454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922236B4-4825-8057-E2CA-67B732782FDC}"/>
                  </a:ext>
                </a:extLst>
              </p:cNvPr>
              <p:cNvGrpSpPr/>
              <p:nvPr/>
            </p:nvGrpSpPr>
            <p:grpSpPr>
              <a:xfrm>
                <a:off x="8055660" y="4951006"/>
                <a:ext cx="729075" cy="726150"/>
                <a:chOff x="8386885" y="5424843"/>
                <a:chExt cx="724239" cy="726150"/>
              </a:xfrm>
            </p:grpSpPr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E0051B96-2943-5C94-35EF-7E8E96BB6418}"/>
                    </a:ext>
                  </a:extLst>
                </p:cNvPr>
                <p:cNvSpPr/>
                <p:nvPr/>
              </p:nvSpPr>
              <p:spPr>
                <a:xfrm rot="5400000">
                  <a:off x="8476188" y="5516058"/>
                  <a:ext cx="724767" cy="545104"/>
                </a:xfrm>
                <a:prstGeom prst="rect">
                  <a:avLst/>
                </a:prstGeom>
                <a:solidFill>
                  <a:srgbClr val="FF7F7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367" name="Group 366">
                  <a:extLst>
                    <a:ext uri="{FF2B5EF4-FFF2-40B4-BE49-F238E27FC236}">
                      <a16:creationId xmlns:a16="http://schemas.microsoft.com/office/drawing/2014/main" id="{9316C1B2-8051-2D10-F378-7B725527176E}"/>
                    </a:ext>
                  </a:extLst>
                </p:cNvPr>
                <p:cNvGrpSpPr/>
                <p:nvPr/>
              </p:nvGrpSpPr>
              <p:grpSpPr>
                <a:xfrm rot="5400000">
                  <a:off x="8375341" y="5436387"/>
                  <a:ext cx="724767" cy="701679"/>
                  <a:chOff x="7109385" y="5033066"/>
                  <a:chExt cx="543575" cy="526259"/>
                </a:xfrm>
              </p:grpSpPr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0C28FD87-2EB2-7C36-B61F-7B27983AF425}"/>
                      </a:ext>
                    </a:extLst>
                  </p:cNvPr>
                  <p:cNvSpPr/>
                  <p:nvPr/>
                </p:nvSpPr>
                <p:spPr>
                  <a:xfrm>
                    <a:off x="7109385" y="5417186"/>
                    <a:ext cx="543575" cy="142139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 kern="0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pic>
                <p:nvPicPr>
                  <p:cNvPr id="369" name="Picture 368">
                    <a:extLst>
                      <a:ext uri="{FF2B5EF4-FFF2-40B4-BE49-F238E27FC236}">
                        <a16:creationId xmlns:a16="http://schemas.microsoft.com/office/drawing/2014/main" id="{7DC18A6D-4DF0-A3F4-8876-B1D824904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033066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70" name="Picture 369">
                    <a:extLst>
                      <a:ext uri="{FF2B5EF4-FFF2-40B4-BE49-F238E27FC236}">
                        <a16:creationId xmlns:a16="http://schemas.microsoft.com/office/drawing/2014/main" id="{F9CFE4AD-0CA4-94EB-2C74-5527DB8F71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168042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71" name="Picture 370">
                    <a:extLst>
                      <a:ext uri="{FF2B5EF4-FFF2-40B4-BE49-F238E27FC236}">
                        <a16:creationId xmlns:a16="http://schemas.microsoft.com/office/drawing/2014/main" id="{470D6ADF-440E-B34E-FC64-831270263C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303018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72" name="Picture 371">
                    <a:extLst>
                      <a:ext uri="{FF2B5EF4-FFF2-40B4-BE49-F238E27FC236}">
                        <a16:creationId xmlns:a16="http://schemas.microsoft.com/office/drawing/2014/main" id="{7E4E436A-5580-1B6E-D3AD-F63F5FF269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437993"/>
                    <a:ext cx="530352" cy="10454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D11F884D-82C1-68A3-7374-B5D13E9CB47F}"/>
                  </a:ext>
                </a:extLst>
              </p:cNvPr>
              <p:cNvGrpSpPr/>
              <p:nvPr/>
            </p:nvGrpSpPr>
            <p:grpSpPr>
              <a:xfrm>
                <a:off x="9201785" y="4951006"/>
                <a:ext cx="729075" cy="726150"/>
                <a:chOff x="8386885" y="5424843"/>
                <a:chExt cx="724239" cy="726150"/>
              </a:xfrm>
            </p:grpSpPr>
            <p:sp>
              <p:nvSpPr>
                <p:cNvPr id="359" name="Rectangle 358">
                  <a:extLst>
                    <a:ext uri="{FF2B5EF4-FFF2-40B4-BE49-F238E27FC236}">
                      <a16:creationId xmlns:a16="http://schemas.microsoft.com/office/drawing/2014/main" id="{3E23847B-B705-CD4E-9D53-B5ECFF1944DF}"/>
                    </a:ext>
                  </a:extLst>
                </p:cNvPr>
                <p:cNvSpPr/>
                <p:nvPr/>
              </p:nvSpPr>
              <p:spPr>
                <a:xfrm rot="5400000">
                  <a:off x="8476188" y="5516058"/>
                  <a:ext cx="724767" cy="545104"/>
                </a:xfrm>
                <a:prstGeom prst="rect">
                  <a:avLst/>
                </a:prstGeom>
                <a:solidFill>
                  <a:srgbClr val="FF7F7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360" name="Group 359">
                  <a:extLst>
                    <a:ext uri="{FF2B5EF4-FFF2-40B4-BE49-F238E27FC236}">
                      <a16:creationId xmlns:a16="http://schemas.microsoft.com/office/drawing/2014/main" id="{439F76D3-C32F-0FEC-B6A9-1EB650DAD14C}"/>
                    </a:ext>
                  </a:extLst>
                </p:cNvPr>
                <p:cNvGrpSpPr/>
                <p:nvPr/>
              </p:nvGrpSpPr>
              <p:grpSpPr>
                <a:xfrm rot="5400000">
                  <a:off x="8375341" y="5436387"/>
                  <a:ext cx="724767" cy="701679"/>
                  <a:chOff x="7109385" y="5033066"/>
                  <a:chExt cx="543575" cy="526259"/>
                </a:xfrm>
              </p:grpSpPr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2098852-B2AD-509D-7975-EB82CF5038F6}"/>
                      </a:ext>
                    </a:extLst>
                  </p:cNvPr>
                  <p:cNvSpPr/>
                  <p:nvPr/>
                </p:nvSpPr>
                <p:spPr>
                  <a:xfrm>
                    <a:off x="7109385" y="5417186"/>
                    <a:ext cx="543575" cy="142139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 kern="0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pic>
                <p:nvPicPr>
                  <p:cNvPr id="362" name="Picture 361">
                    <a:extLst>
                      <a:ext uri="{FF2B5EF4-FFF2-40B4-BE49-F238E27FC236}">
                        <a16:creationId xmlns:a16="http://schemas.microsoft.com/office/drawing/2014/main" id="{24A27A16-60AF-D6C2-F9D0-8A20ABEF24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033066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63" name="Picture 362">
                    <a:extLst>
                      <a:ext uri="{FF2B5EF4-FFF2-40B4-BE49-F238E27FC236}">
                        <a16:creationId xmlns:a16="http://schemas.microsoft.com/office/drawing/2014/main" id="{705FAFAA-2AED-BA70-2D43-654A790488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168042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64" name="Picture 363">
                    <a:extLst>
                      <a:ext uri="{FF2B5EF4-FFF2-40B4-BE49-F238E27FC236}">
                        <a16:creationId xmlns:a16="http://schemas.microsoft.com/office/drawing/2014/main" id="{B46C71D6-C393-3E78-629B-7DABD37A78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303018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65" name="Picture 364">
                    <a:extLst>
                      <a:ext uri="{FF2B5EF4-FFF2-40B4-BE49-F238E27FC236}">
                        <a16:creationId xmlns:a16="http://schemas.microsoft.com/office/drawing/2014/main" id="{51B0A3A6-4EFF-BA50-4569-D486A1555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437993"/>
                    <a:ext cx="530352" cy="10454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FDA25CB1-DC5D-3F00-2491-7F3FE933F6C6}"/>
                  </a:ext>
                </a:extLst>
              </p:cNvPr>
              <p:cNvGrpSpPr/>
              <p:nvPr/>
            </p:nvGrpSpPr>
            <p:grpSpPr>
              <a:xfrm>
                <a:off x="10347911" y="4951006"/>
                <a:ext cx="729075" cy="726150"/>
                <a:chOff x="8386885" y="5424843"/>
                <a:chExt cx="724239" cy="726150"/>
              </a:xfrm>
            </p:grpSpPr>
            <p:sp>
              <p:nvSpPr>
                <p:cNvPr id="352" name="Rectangle 351">
                  <a:extLst>
                    <a:ext uri="{FF2B5EF4-FFF2-40B4-BE49-F238E27FC236}">
                      <a16:creationId xmlns:a16="http://schemas.microsoft.com/office/drawing/2014/main" id="{1D1F287A-41A3-4D2B-25F0-E9AA83ED6139}"/>
                    </a:ext>
                  </a:extLst>
                </p:cNvPr>
                <p:cNvSpPr/>
                <p:nvPr/>
              </p:nvSpPr>
              <p:spPr>
                <a:xfrm rot="5400000">
                  <a:off x="8476188" y="5516058"/>
                  <a:ext cx="724767" cy="545104"/>
                </a:xfrm>
                <a:prstGeom prst="rect">
                  <a:avLst/>
                </a:prstGeom>
                <a:solidFill>
                  <a:srgbClr val="FF7F7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grpSp>
              <p:nvGrpSpPr>
                <p:cNvPr id="353" name="Group 352">
                  <a:extLst>
                    <a:ext uri="{FF2B5EF4-FFF2-40B4-BE49-F238E27FC236}">
                      <a16:creationId xmlns:a16="http://schemas.microsoft.com/office/drawing/2014/main" id="{A390C7D7-4DD7-F537-BF75-3B353288E71F}"/>
                    </a:ext>
                  </a:extLst>
                </p:cNvPr>
                <p:cNvGrpSpPr/>
                <p:nvPr/>
              </p:nvGrpSpPr>
              <p:grpSpPr>
                <a:xfrm rot="5400000">
                  <a:off x="8375341" y="5436387"/>
                  <a:ext cx="724767" cy="701679"/>
                  <a:chOff x="7109385" y="5033066"/>
                  <a:chExt cx="543575" cy="526259"/>
                </a:xfrm>
              </p:grpSpPr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8BCF6A87-CDA5-1691-2E26-24266D2732AB}"/>
                      </a:ext>
                    </a:extLst>
                  </p:cNvPr>
                  <p:cNvSpPr/>
                  <p:nvPr/>
                </p:nvSpPr>
                <p:spPr>
                  <a:xfrm>
                    <a:off x="7109385" y="5417186"/>
                    <a:ext cx="543575" cy="142139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 kern="0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pic>
                <p:nvPicPr>
                  <p:cNvPr id="355" name="Picture 354">
                    <a:extLst>
                      <a:ext uri="{FF2B5EF4-FFF2-40B4-BE49-F238E27FC236}">
                        <a16:creationId xmlns:a16="http://schemas.microsoft.com/office/drawing/2014/main" id="{8BDA7DCB-A247-B4BD-CDEA-5F9A51FF15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033066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56" name="Picture 355">
                    <a:extLst>
                      <a:ext uri="{FF2B5EF4-FFF2-40B4-BE49-F238E27FC236}">
                        <a16:creationId xmlns:a16="http://schemas.microsoft.com/office/drawing/2014/main" id="{10E9116A-E3BF-A286-6682-FF9B20B89A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168042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57" name="Picture 356">
                    <a:extLst>
                      <a:ext uri="{FF2B5EF4-FFF2-40B4-BE49-F238E27FC236}">
                        <a16:creationId xmlns:a16="http://schemas.microsoft.com/office/drawing/2014/main" id="{61DFA7C4-579B-ECF5-EB8B-A79DB0B078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303018"/>
                    <a:ext cx="530352" cy="104540"/>
                  </a:xfrm>
                  <a:prstGeom prst="rect">
                    <a:avLst/>
                  </a:prstGeom>
                </p:spPr>
              </p:pic>
              <p:pic>
                <p:nvPicPr>
                  <p:cNvPr id="358" name="Picture 357">
                    <a:extLst>
                      <a:ext uri="{FF2B5EF4-FFF2-40B4-BE49-F238E27FC236}">
                        <a16:creationId xmlns:a16="http://schemas.microsoft.com/office/drawing/2014/main" id="{479A8448-1792-6C22-A756-943A5077E2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116350" y="5437993"/>
                    <a:ext cx="530352" cy="104540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03C76A08-02D6-C275-2D74-936E6BCF7493}"/>
                </a:ext>
              </a:extLst>
            </p:cNvPr>
            <p:cNvGrpSpPr/>
            <p:nvPr/>
          </p:nvGrpSpPr>
          <p:grpSpPr>
            <a:xfrm rot="5400000">
              <a:off x="-5005805" y="4795739"/>
              <a:ext cx="731520" cy="731520"/>
              <a:chOff x="4010618" y="4434130"/>
              <a:chExt cx="1303588" cy="1291554"/>
            </a:xfrm>
            <a:solidFill>
              <a:srgbClr val="FF0000"/>
            </a:solidFill>
          </p:grpSpPr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5F013D7F-F06E-CACE-7E3A-2C35A42CC80D}"/>
                  </a:ext>
                </a:extLst>
              </p:cNvPr>
              <p:cNvSpPr/>
              <p:nvPr/>
            </p:nvSpPr>
            <p:spPr>
              <a:xfrm>
                <a:off x="4022652" y="4434130"/>
                <a:ext cx="1291554" cy="1291554"/>
              </a:xfrm>
              <a:prstGeom prst="rect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40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7596B73D-0BA8-FC67-C56C-3B9B987394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401833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274B90E6-3EBC-0055-06CC-8FC5734D37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081799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A5715F0B-6022-FD10-26D2-E97F7062A4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4761766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385" name="Trapezoid 384">
              <a:extLst>
                <a:ext uri="{FF2B5EF4-FFF2-40B4-BE49-F238E27FC236}">
                  <a16:creationId xmlns:a16="http://schemas.microsoft.com/office/drawing/2014/main" id="{8437829B-40F2-B2D1-EBCC-56B754688A12}"/>
                </a:ext>
              </a:extLst>
            </p:cNvPr>
            <p:cNvSpPr/>
            <p:nvPr/>
          </p:nvSpPr>
          <p:spPr>
            <a:xfrm rot="10800000">
              <a:off x="-4986147" y="5570989"/>
              <a:ext cx="676007" cy="127969"/>
            </a:xfrm>
            <a:prstGeom prst="trapezoid">
              <a:avLst>
                <a:gd name="adj" fmla="val 66003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40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5DF9B261-5A8C-A5C7-7D4F-AAE17FB64F27}"/>
                </a:ext>
              </a:extLst>
            </p:cNvPr>
            <p:cNvGrpSpPr/>
            <p:nvPr/>
          </p:nvGrpSpPr>
          <p:grpSpPr>
            <a:xfrm rot="5400000">
              <a:off x="-1561894" y="4795739"/>
              <a:ext cx="731520" cy="731520"/>
              <a:chOff x="4010618" y="4434130"/>
              <a:chExt cx="1303588" cy="1291554"/>
            </a:xfrm>
            <a:solidFill>
              <a:srgbClr val="FF0000"/>
            </a:solidFill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6B9E1DC2-4845-0B7D-8BF8-115DB60B7854}"/>
                  </a:ext>
                </a:extLst>
              </p:cNvPr>
              <p:cNvSpPr/>
              <p:nvPr/>
            </p:nvSpPr>
            <p:spPr>
              <a:xfrm>
                <a:off x="4022652" y="4434130"/>
                <a:ext cx="1291554" cy="1291554"/>
              </a:xfrm>
              <a:prstGeom prst="rect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40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4B06906E-A547-9DA4-956C-3262ABBAB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401833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FBC83E4A-4D6E-EF9B-8F8D-3369F1EF52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081799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C82A9F1C-4F6D-1D64-76BC-58913F0549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4761766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391" name="Trapezoid 390">
              <a:extLst>
                <a:ext uri="{FF2B5EF4-FFF2-40B4-BE49-F238E27FC236}">
                  <a16:creationId xmlns:a16="http://schemas.microsoft.com/office/drawing/2014/main" id="{39E144D9-9B59-BA6C-B17F-CBF339A09FE8}"/>
                </a:ext>
              </a:extLst>
            </p:cNvPr>
            <p:cNvSpPr/>
            <p:nvPr/>
          </p:nvSpPr>
          <p:spPr>
            <a:xfrm rot="10800000">
              <a:off x="-1542236" y="5570989"/>
              <a:ext cx="676007" cy="127969"/>
            </a:xfrm>
            <a:prstGeom prst="trapezoid">
              <a:avLst>
                <a:gd name="adj" fmla="val 66003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40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575AEFE4-06FF-6915-F917-E31A99FC261D}"/>
                </a:ext>
              </a:extLst>
            </p:cNvPr>
            <p:cNvGrpSpPr/>
            <p:nvPr/>
          </p:nvGrpSpPr>
          <p:grpSpPr>
            <a:xfrm rot="5400000">
              <a:off x="-3857835" y="4795739"/>
              <a:ext cx="731520" cy="731520"/>
              <a:chOff x="4010618" y="4434130"/>
              <a:chExt cx="1303588" cy="1291554"/>
            </a:xfrm>
            <a:solidFill>
              <a:srgbClr val="FF0000"/>
            </a:solidFill>
          </p:grpSpPr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CB433936-0E89-06C0-43DF-CEDCC5DBC2DD}"/>
                  </a:ext>
                </a:extLst>
              </p:cNvPr>
              <p:cNvSpPr/>
              <p:nvPr/>
            </p:nvSpPr>
            <p:spPr>
              <a:xfrm>
                <a:off x="4022652" y="4434130"/>
                <a:ext cx="1291554" cy="1291554"/>
              </a:xfrm>
              <a:prstGeom prst="rect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40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A4859CAF-A6FF-7D0D-993A-75DC167BC7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401833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D8F2FAA4-9B17-6C63-F4FD-FC9B602A8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081799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C38A65CA-C690-7D96-6445-317ACA6BA9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4761766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397" name="Trapezoid 396">
              <a:extLst>
                <a:ext uri="{FF2B5EF4-FFF2-40B4-BE49-F238E27FC236}">
                  <a16:creationId xmlns:a16="http://schemas.microsoft.com/office/drawing/2014/main" id="{99404332-BB0C-07ED-2AC3-B1168CD9D7D0}"/>
                </a:ext>
              </a:extLst>
            </p:cNvPr>
            <p:cNvSpPr/>
            <p:nvPr/>
          </p:nvSpPr>
          <p:spPr>
            <a:xfrm rot="10800000">
              <a:off x="-3838177" y="5570989"/>
              <a:ext cx="676007" cy="127969"/>
            </a:xfrm>
            <a:prstGeom prst="trapezoid">
              <a:avLst>
                <a:gd name="adj" fmla="val 66003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40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BD570094-A44E-66A9-D21A-5C8BBEB072EF}"/>
                </a:ext>
              </a:extLst>
            </p:cNvPr>
            <p:cNvGrpSpPr/>
            <p:nvPr/>
          </p:nvGrpSpPr>
          <p:grpSpPr>
            <a:xfrm rot="5400000">
              <a:off x="-2709865" y="4795739"/>
              <a:ext cx="731520" cy="731520"/>
              <a:chOff x="4010618" y="4434130"/>
              <a:chExt cx="1303588" cy="1291554"/>
            </a:xfrm>
            <a:solidFill>
              <a:srgbClr val="FF0000"/>
            </a:solidFill>
          </p:grpSpPr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BF4DD1E6-51ED-E9F1-2460-8D8B6116181E}"/>
                  </a:ext>
                </a:extLst>
              </p:cNvPr>
              <p:cNvSpPr/>
              <p:nvPr/>
            </p:nvSpPr>
            <p:spPr>
              <a:xfrm>
                <a:off x="4022652" y="4434130"/>
                <a:ext cx="1291554" cy="1291554"/>
              </a:xfrm>
              <a:prstGeom prst="rect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240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8C773E2C-BF25-DB88-8706-ADD2F0F1C6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401833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301482B9-C1D1-01C3-CAD2-9B4EA9769A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5081799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78EC69F0-4461-9A58-A9EE-2E2F2409B0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0618" y="4761766"/>
                <a:ext cx="1289829" cy="0"/>
              </a:xfrm>
              <a:prstGeom prst="line">
                <a:avLst/>
              </a:prstGeom>
              <a:grp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03" name="Trapezoid 402">
              <a:extLst>
                <a:ext uri="{FF2B5EF4-FFF2-40B4-BE49-F238E27FC236}">
                  <a16:creationId xmlns:a16="http://schemas.microsoft.com/office/drawing/2014/main" id="{86E6404B-955D-8AC6-B4AA-266E4BD6704D}"/>
                </a:ext>
              </a:extLst>
            </p:cNvPr>
            <p:cNvSpPr/>
            <p:nvPr/>
          </p:nvSpPr>
          <p:spPr>
            <a:xfrm rot="10800000">
              <a:off x="-2690207" y="5570989"/>
              <a:ext cx="676007" cy="127969"/>
            </a:xfrm>
            <a:prstGeom prst="trapezoid">
              <a:avLst>
                <a:gd name="adj" fmla="val 66003"/>
              </a:avLst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240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721E8E7A-E279-1AA3-AC89-8FCBA22A0105}"/>
                </a:ext>
              </a:extLst>
            </p:cNvPr>
            <p:cNvGrpSpPr/>
            <p:nvPr/>
          </p:nvGrpSpPr>
          <p:grpSpPr>
            <a:xfrm>
              <a:off x="-4929246" y="2534970"/>
              <a:ext cx="3686714" cy="0"/>
              <a:chOff x="6981120" y="2681927"/>
              <a:chExt cx="3686714" cy="0"/>
            </a:xfrm>
          </p:grpSpPr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D9BF854C-7F68-BF42-0E81-92B4C5EBAA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81120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663A0C67-CD3E-D017-DF3B-426CF4B782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61301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B42340C7-DAB0-C224-E0CC-637C6768D8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42797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FAB03B4F-16B2-6FA2-8DC3-6CD88B9C23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0674" y="2681927"/>
                <a:ext cx="137160" cy="0"/>
              </a:xfrm>
              <a:prstGeom prst="line">
                <a:avLst/>
              </a:prstGeom>
              <a:noFill/>
              <a:ln w="76200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81592C85-88F8-E171-CC41-8E5C266CFEED}"/>
                </a:ext>
              </a:extLst>
            </p:cNvPr>
            <p:cNvGrpSpPr/>
            <p:nvPr/>
          </p:nvGrpSpPr>
          <p:grpSpPr>
            <a:xfrm>
              <a:off x="-4800676" y="1381701"/>
              <a:ext cx="3438376" cy="1736283"/>
              <a:chOff x="7102579" y="1528658"/>
              <a:chExt cx="3438376" cy="1736283"/>
            </a:xfrm>
          </p:grpSpPr>
          <p:sp>
            <p:nvSpPr>
              <p:cNvPr id="411" name="Arc 410">
                <a:extLst>
                  <a:ext uri="{FF2B5EF4-FFF2-40B4-BE49-F238E27FC236}">
                    <a16:creationId xmlns:a16="http://schemas.microsoft.com/office/drawing/2014/main" id="{39FCDB19-23F6-2322-3F17-8265E7DDCC12}"/>
                  </a:ext>
                </a:extLst>
              </p:cNvPr>
              <p:cNvSpPr/>
              <p:nvPr/>
            </p:nvSpPr>
            <p:spPr>
              <a:xfrm>
                <a:off x="7102579" y="1975336"/>
                <a:ext cx="1101648" cy="1289605"/>
              </a:xfrm>
              <a:prstGeom prst="arc">
                <a:avLst>
                  <a:gd name="adj1" fmla="val 10955817"/>
                  <a:gd name="adj2" fmla="val 21437855"/>
                </a:avLst>
              </a:pr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Arc 411">
                <a:extLst>
                  <a:ext uri="{FF2B5EF4-FFF2-40B4-BE49-F238E27FC236}">
                    <a16:creationId xmlns:a16="http://schemas.microsoft.com/office/drawing/2014/main" id="{1C7CA9A6-4C75-B554-0D70-E506CFC15076}"/>
                  </a:ext>
                </a:extLst>
              </p:cNvPr>
              <p:cNvSpPr/>
              <p:nvPr/>
            </p:nvSpPr>
            <p:spPr>
              <a:xfrm>
                <a:off x="8270943" y="1975336"/>
                <a:ext cx="1101648" cy="1289605"/>
              </a:xfrm>
              <a:prstGeom prst="arc">
                <a:avLst>
                  <a:gd name="adj1" fmla="val 10955817"/>
                  <a:gd name="adj2" fmla="val 21437855"/>
                </a:avLst>
              </a:pr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Arc 412">
                <a:extLst>
                  <a:ext uri="{FF2B5EF4-FFF2-40B4-BE49-F238E27FC236}">
                    <a16:creationId xmlns:a16="http://schemas.microsoft.com/office/drawing/2014/main" id="{9629291B-594F-E581-D04C-AD03226A49E0}"/>
                  </a:ext>
                </a:extLst>
              </p:cNvPr>
              <p:cNvSpPr/>
              <p:nvPr/>
            </p:nvSpPr>
            <p:spPr>
              <a:xfrm>
                <a:off x="9439307" y="1975336"/>
                <a:ext cx="1101648" cy="1289605"/>
              </a:xfrm>
              <a:prstGeom prst="arc">
                <a:avLst>
                  <a:gd name="adj1" fmla="val 10955817"/>
                  <a:gd name="adj2" fmla="val 21437855"/>
                </a:avLst>
              </a:prstGeom>
              <a:ln w="28575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8E9A1773-CE4E-3DB5-64C7-6A04A06AA37B}"/>
                  </a:ext>
                </a:extLst>
              </p:cNvPr>
              <p:cNvSpPr txBox="1"/>
              <p:nvPr/>
            </p:nvSpPr>
            <p:spPr>
              <a:xfrm>
                <a:off x="7628970" y="1528658"/>
                <a:ext cx="26997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/>
                  <a:t>Widely Distributed</a:t>
                </a:r>
                <a:endParaRPr lang="en-US" sz="2400" b="1" dirty="0"/>
              </a:p>
            </p:txBody>
          </p:sp>
        </p:grpSp>
      </p:grpSp>
      <p:grpSp>
        <p:nvGrpSpPr>
          <p:cNvPr id="1203" name="Group 1202">
            <a:extLst>
              <a:ext uri="{FF2B5EF4-FFF2-40B4-BE49-F238E27FC236}">
                <a16:creationId xmlns:a16="http://schemas.microsoft.com/office/drawing/2014/main" id="{3510406D-466A-55A4-38D7-5FA5FA7B906F}"/>
              </a:ext>
            </a:extLst>
          </p:cNvPr>
          <p:cNvGrpSpPr/>
          <p:nvPr/>
        </p:nvGrpSpPr>
        <p:grpSpPr>
          <a:xfrm>
            <a:off x="6687995" y="3360048"/>
            <a:ext cx="4444825" cy="4578179"/>
            <a:chOff x="6389914" y="2518170"/>
            <a:chExt cx="4444825" cy="4578179"/>
          </a:xfrm>
        </p:grpSpPr>
        <p:grpSp>
          <p:nvGrpSpPr>
            <p:cNvPr id="1204" name="Group 1203">
              <a:extLst>
                <a:ext uri="{FF2B5EF4-FFF2-40B4-BE49-F238E27FC236}">
                  <a16:creationId xmlns:a16="http://schemas.microsoft.com/office/drawing/2014/main" id="{826A4446-F067-46A3-E3CF-D1C18AAC4F82}"/>
                </a:ext>
              </a:extLst>
            </p:cNvPr>
            <p:cNvGrpSpPr/>
            <p:nvPr/>
          </p:nvGrpSpPr>
          <p:grpSpPr>
            <a:xfrm>
              <a:off x="6747266" y="4559639"/>
              <a:ext cx="3333822" cy="1093229"/>
              <a:chOff x="8937981" y="4518352"/>
              <a:chExt cx="3333822" cy="1093229"/>
            </a:xfrm>
          </p:grpSpPr>
          <p:pic>
            <p:nvPicPr>
              <p:cNvPr id="1249" name="Picture 2" descr="Testing icon PNG and SVG Vector Free Download">
                <a:extLst>
                  <a:ext uri="{FF2B5EF4-FFF2-40B4-BE49-F238E27FC236}">
                    <a16:creationId xmlns:a16="http://schemas.microsoft.com/office/drawing/2014/main" id="{C0D130E5-150A-BEE4-BCC8-8F58A59FC3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37981" y="4518352"/>
                <a:ext cx="995536" cy="10932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50" name="TextBox 1249">
                <a:extLst>
                  <a:ext uri="{FF2B5EF4-FFF2-40B4-BE49-F238E27FC236}">
                    <a16:creationId xmlns:a16="http://schemas.microsoft.com/office/drawing/2014/main" id="{C187CAFA-4375-945C-183D-06689150DDAF}"/>
                  </a:ext>
                </a:extLst>
              </p:cNvPr>
              <p:cNvSpPr txBox="1"/>
              <p:nvPr/>
            </p:nvSpPr>
            <p:spPr>
              <a:xfrm>
                <a:off x="9541890" y="4599890"/>
                <a:ext cx="2729913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385" algn="ctr" defTabSz="1219170">
                  <a:lnSpc>
                    <a:spcPct val="90000"/>
                  </a:lnSpc>
                  <a:spcBef>
                    <a:spcPts val="667"/>
                  </a:spcBef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Characterization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1205" name="Group 1204">
              <a:extLst>
                <a:ext uri="{FF2B5EF4-FFF2-40B4-BE49-F238E27FC236}">
                  <a16:creationId xmlns:a16="http://schemas.microsoft.com/office/drawing/2014/main" id="{C331AB49-20AC-41B6-F011-0C999BA1E312}"/>
                </a:ext>
              </a:extLst>
            </p:cNvPr>
            <p:cNvGrpSpPr/>
            <p:nvPr/>
          </p:nvGrpSpPr>
          <p:grpSpPr>
            <a:xfrm>
              <a:off x="6565280" y="5326595"/>
              <a:ext cx="4269459" cy="1769754"/>
              <a:chOff x="13365244" y="5737956"/>
              <a:chExt cx="4269459" cy="1769754"/>
            </a:xfrm>
          </p:grpSpPr>
          <p:grpSp>
            <p:nvGrpSpPr>
              <p:cNvPr id="1235" name="Group 1234">
                <a:extLst>
                  <a:ext uri="{FF2B5EF4-FFF2-40B4-BE49-F238E27FC236}">
                    <a16:creationId xmlns:a16="http://schemas.microsoft.com/office/drawing/2014/main" id="{7E49C4BD-9A54-0C17-5BB4-7FEA86598D62}"/>
                  </a:ext>
                </a:extLst>
              </p:cNvPr>
              <p:cNvGrpSpPr/>
              <p:nvPr/>
            </p:nvGrpSpPr>
            <p:grpSpPr>
              <a:xfrm>
                <a:off x="13365244" y="6487931"/>
                <a:ext cx="3594241" cy="416222"/>
                <a:chOff x="8731879" y="5885518"/>
                <a:chExt cx="3594241" cy="416222"/>
              </a:xfrm>
            </p:grpSpPr>
            <p:sp>
              <p:nvSpPr>
                <p:cNvPr id="1240" name="Rectangle 1239">
                  <a:extLst>
                    <a:ext uri="{FF2B5EF4-FFF2-40B4-BE49-F238E27FC236}">
                      <a16:creationId xmlns:a16="http://schemas.microsoft.com/office/drawing/2014/main" id="{F7F1E2BA-CF9B-D32B-37EE-2A8BB87926A8}"/>
                    </a:ext>
                  </a:extLst>
                </p:cNvPr>
                <p:cNvSpPr/>
                <p:nvPr/>
              </p:nvSpPr>
              <p:spPr>
                <a:xfrm>
                  <a:off x="8731879" y="5885518"/>
                  <a:ext cx="346985" cy="416222"/>
                </a:xfrm>
                <a:prstGeom prst="rect">
                  <a:avLst/>
                </a:prstGeom>
                <a:solidFill>
                  <a:srgbClr val="1D4999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1" name="Rectangle 1240">
                  <a:extLst>
                    <a:ext uri="{FF2B5EF4-FFF2-40B4-BE49-F238E27FC236}">
                      <a16:creationId xmlns:a16="http://schemas.microsoft.com/office/drawing/2014/main" id="{DBB8D031-4C47-2AC0-A21F-58939F82AA98}"/>
                    </a:ext>
                  </a:extLst>
                </p:cNvPr>
                <p:cNvSpPr/>
                <p:nvPr/>
              </p:nvSpPr>
              <p:spPr>
                <a:xfrm>
                  <a:off x="9137786" y="5885518"/>
                  <a:ext cx="346985" cy="416222"/>
                </a:xfrm>
                <a:prstGeom prst="rect">
                  <a:avLst/>
                </a:prstGeom>
                <a:solidFill>
                  <a:srgbClr val="1D4999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2" name="Rectangle 1241">
                  <a:extLst>
                    <a:ext uri="{FF2B5EF4-FFF2-40B4-BE49-F238E27FC236}">
                      <a16:creationId xmlns:a16="http://schemas.microsoft.com/office/drawing/2014/main" id="{65BAD313-F94D-4AAC-3235-0EA097896587}"/>
                    </a:ext>
                  </a:extLst>
                </p:cNvPr>
                <p:cNvSpPr/>
                <p:nvPr/>
              </p:nvSpPr>
              <p:spPr>
                <a:xfrm>
                  <a:off x="9543693" y="5885518"/>
                  <a:ext cx="346985" cy="416222"/>
                </a:xfrm>
                <a:prstGeom prst="rect">
                  <a:avLst/>
                </a:prstGeom>
                <a:solidFill>
                  <a:srgbClr val="1D4999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3" name="Rectangle 1242">
                  <a:extLst>
                    <a:ext uri="{FF2B5EF4-FFF2-40B4-BE49-F238E27FC236}">
                      <a16:creationId xmlns:a16="http://schemas.microsoft.com/office/drawing/2014/main" id="{02551556-54B5-226F-9D94-FA31C5091C57}"/>
                    </a:ext>
                  </a:extLst>
                </p:cNvPr>
                <p:cNvSpPr/>
                <p:nvPr/>
              </p:nvSpPr>
              <p:spPr>
                <a:xfrm>
                  <a:off x="9949600" y="5885518"/>
                  <a:ext cx="346985" cy="416222"/>
                </a:xfrm>
                <a:prstGeom prst="rect">
                  <a:avLst/>
                </a:prstGeom>
                <a:solidFill>
                  <a:srgbClr val="1D4999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 1243">
                  <a:extLst>
                    <a:ext uri="{FF2B5EF4-FFF2-40B4-BE49-F238E27FC236}">
                      <a16:creationId xmlns:a16="http://schemas.microsoft.com/office/drawing/2014/main" id="{C970E8F9-12D8-FBBD-162D-7B3E94D9E888}"/>
                    </a:ext>
                  </a:extLst>
                </p:cNvPr>
                <p:cNvSpPr/>
                <p:nvPr/>
              </p:nvSpPr>
              <p:spPr>
                <a:xfrm>
                  <a:off x="10355507" y="5885518"/>
                  <a:ext cx="346985" cy="416222"/>
                </a:xfrm>
                <a:prstGeom prst="rect">
                  <a:avLst/>
                </a:prstGeom>
                <a:solidFill>
                  <a:srgbClr val="1D4999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5" name="Rectangle 1244">
                  <a:extLst>
                    <a:ext uri="{FF2B5EF4-FFF2-40B4-BE49-F238E27FC236}">
                      <a16:creationId xmlns:a16="http://schemas.microsoft.com/office/drawing/2014/main" id="{177B2641-75E2-459D-4F83-30BD43C456D6}"/>
                    </a:ext>
                  </a:extLst>
                </p:cNvPr>
                <p:cNvSpPr/>
                <p:nvPr/>
              </p:nvSpPr>
              <p:spPr>
                <a:xfrm>
                  <a:off x="10761414" y="5885518"/>
                  <a:ext cx="346985" cy="416222"/>
                </a:xfrm>
                <a:prstGeom prst="rect">
                  <a:avLst/>
                </a:prstGeom>
                <a:solidFill>
                  <a:srgbClr val="1D4999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6" name="Rectangle 1245">
                  <a:extLst>
                    <a:ext uri="{FF2B5EF4-FFF2-40B4-BE49-F238E27FC236}">
                      <a16:creationId xmlns:a16="http://schemas.microsoft.com/office/drawing/2014/main" id="{B7A9ADC4-5556-3DB8-5A06-2D21617DFBA3}"/>
                    </a:ext>
                  </a:extLst>
                </p:cNvPr>
                <p:cNvSpPr/>
                <p:nvPr/>
              </p:nvSpPr>
              <p:spPr>
                <a:xfrm>
                  <a:off x="11167321" y="5885518"/>
                  <a:ext cx="346985" cy="416222"/>
                </a:xfrm>
                <a:prstGeom prst="rect">
                  <a:avLst/>
                </a:prstGeom>
                <a:solidFill>
                  <a:srgbClr val="FF0000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7" name="Rectangle 1246">
                  <a:extLst>
                    <a:ext uri="{FF2B5EF4-FFF2-40B4-BE49-F238E27FC236}">
                      <a16:creationId xmlns:a16="http://schemas.microsoft.com/office/drawing/2014/main" id="{40F18CD4-91D6-3A88-45C6-DF2648054886}"/>
                    </a:ext>
                  </a:extLst>
                </p:cNvPr>
                <p:cNvSpPr/>
                <p:nvPr/>
              </p:nvSpPr>
              <p:spPr>
                <a:xfrm>
                  <a:off x="11573228" y="5885518"/>
                  <a:ext cx="346985" cy="416222"/>
                </a:xfrm>
                <a:prstGeom prst="rect">
                  <a:avLst/>
                </a:prstGeom>
                <a:solidFill>
                  <a:srgbClr val="FF0000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8" name="Rectangle 1247">
                  <a:extLst>
                    <a:ext uri="{FF2B5EF4-FFF2-40B4-BE49-F238E27FC236}">
                      <a16:creationId xmlns:a16="http://schemas.microsoft.com/office/drawing/2014/main" id="{53F9DBE0-F4B8-9659-805E-4B5D67EAB737}"/>
                    </a:ext>
                  </a:extLst>
                </p:cNvPr>
                <p:cNvSpPr/>
                <p:nvPr/>
              </p:nvSpPr>
              <p:spPr>
                <a:xfrm>
                  <a:off x="11979135" y="5885518"/>
                  <a:ext cx="346985" cy="416222"/>
                </a:xfrm>
                <a:prstGeom prst="rect">
                  <a:avLst/>
                </a:prstGeom>
                <a:solidFill>
                  <a:srgbClr val="FF0000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36" name="TextBox 1235">
                <a:extLst>
                  <a:ext uri="{FF2B5EF4-FFF2-40B4-BE49-F238E27FC236}">
                    <a16:creationId xmlns:a16="http://schemas.microsoft.com/office/drawing/2014/main" id="{34E40D86-AFD1-6953-E73E-55D90EF52C59}"/>
                  </a:ext>
                </a:extLst>
              </p:cNvPr>
              <p:cNvSpPr txBox="1"/>
              <p:nvPr/>
            </p:nvSpPr>
            <p:spPr>
              <a:xfrm>
                <a:off x="15033114" y="7046045"/>
                <a:ext cx="26015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Stronger Detection</a:t>
                </a:r>
              </a:p>
            </p:txBody>
          </p:sp>
          <p:sp>
            <p:nvSpPr>
              <p:cNvPr id="1237" name="Right Brace 1236">
                <a:extLst>
                  <a:ext uri="{FF2B5EF4-FFF2-40B4-BE49-F238E27FC236}">
                    <a16:creationId xmlns:a16="http://schemas.microsoft.com/office/drawing/2014/main" id="{4BDFE815-FCFB-8084-6764-F5D66BD31092}"/>
                  </a:ext>
                </a:extLst>
              </p:cNvPr>
              <p:cNvSpPr/>
              <p:nvPr/>
            </p:nvSpPr>
            <p:spPr>
              <a:xfrm rot="5400000">
                <a:off x="16080927" y="6677041"/>
                <a:ext cx="177528" cy="738009"/>
              </a:xfrm>
              <a:prstGeom prst="rightBrace">
                <a:avLst>
                  <a:gd name="adj1" fmla="val 35008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38" name="TextBox 1237">
                <a:extLst>
                  <a:ext uri="{FF2B5EF4-FFF2-40B4-BE49-F238E27FC236}">
                    <a16:creationId xmlns:a16="http://schemas.microsoft.com/office/drawing/2014/main" id="{13F4F509-ADEA-7C01-37C2-1F78A0643B67}"/>
                  </a:ext>
                </a:extLst>
              </p:cNvPr>
              <p:cNvSpPr txBox="1"/>
              <p:nvPr/>
            </p:nvSpPr>
            <p:spPr>
              <a:xfrm>
                <a:off x="15657183" y="5737956"/>
                <a:ext cx="15969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More ECC</a:t>
                </a:r>
              </a:p>
            </p:txBody>
          </p:sp>
          <p:sp>
            <p:nvSpPr>
              <p:cNvPr id="1239" name="Right Brace 1238">
                <a:extLst>
                  <a:ext uri="{FF2B5EF4-FFF2-40B4-BE49-F238E27FC236}">
                    <a16:creationId xmlns:a16="http://schemas.microsoft.com/office/drawing/2014/main" id="{BCE251E1-252A-20E5-5D7F-E241C39B80E8}"/>
                  </a:ext>
                </a:extLst>
              </p:cNvPr>
              <p:cNvSpPr/>
              <p:nvPr/>
            </p:nvSpPr>
            <p:spPr>
              <a:xfrm rot="16200000" flipV="1">
                <a:off x="16291322" y="5745301"/>
                <a:ext cx="177528" cy="1158799"/>
              </a:xfrm>
              <a:prstGeom prst="rightBrace">
                <a:avLst>
                  <a:gd name="adj1" fmla="val 35008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1206" name="Group 1205">
              <a:extLst>
                <a:ext uri="{FF2B5EF4-FFF2-40B4-BE49-F238E27FC236}">
                  <a16:creationId xmlns:a16="http://schemas.microsoft.com/office/drawing/2014/main" id="{192A77C0-81FD-B34E-95E2-1A6538D4BE09}"/>
                </a:ext>
              </a:extLst>
            </p:cNvPr>
            <p:cNvGrpSpPr/>
            <p:nvPr/>
          </p:nvGrpSpPr>
          <p:grpSpPr>
            <a:xfrm>
              <a:off x="6389914" y="2518170"/>
              <a:ext cx="3691920" cy="1741674"/>
              <a:chOff x="3452597" y="3781592"/>
              <a:chExt cx="3691920" cy="1741674"/>
            </a:xfrm>
          </p:grpSpPr>
          <p:sp>
            <p:nvSpPr>
              <p:cNvPr id="1207" name="TextBox 1206">
                <a:extLst>
                  <a:ext uri="{FF2B5EF4-FFF2-40B4-BE49-F238E27FC236}">
                    <a16:creationId xmlns:a16="http://schemas.microsoft.com/office/drawing/2014/main" id="{E9249868-F3A0-B975-3E3D-FE2A50DA675E}"/>
                  </a:ext>
                </a:extLst>
              </p:cNvPr>
              <p:cNvSpPr txBox="1"/>
              <p:nvPr/>
            </p:nvSpPr>
            <p:spPr>
              <a:xfrm>
                <a:off x="3452597" y="4866042"/>
                <a:ext cx="1685992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385" defTabSz="1219170">
                  <a:lnSpc>
                    <a:spcPct val="90000"/>
                  </a:lnSpc>
                  <a:spcBef>
                    <a:spcPts val="667"/>
                  </a:spcBef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Weak Cell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grpSp>
            <p:nvGrpSpPr>
              <p:cNvPr id="1208" name="Group 1207">
                <a:extLst>
                  <a:ext uri="{FF2B5EF4-FFF2-40B4-BE49-F238E27FC236}">
                    <a16:creationId xmlns:a16="http://schemas.microsoft.com/office/drawing/2014/main" id="{6677D86E-31F2-D7D1-4E7F-BDC1588A7E4D}"/>
                  </a:ext>
                </a:extLst>
              </p:cNvPr>
              <p:cNvGrpSpPr/>
              <p:nvPr/>
            </p:nvGrpSpPr>
            <p:grpSpPr>
              <a:xfrm>
                <a:off x="4026656" y="4168388"/>
                <a:ext cx="688909" cy="697355"/>
                <a:chOff x="10028444" y="3631894"/>
                <a:chExt cx="688909" cy="697355"/>
              </a:xfrm>
            </p:grpSpPr>
            <p:sp>
              <p:nvSpPr>
                <p:cNvPr id="1232" name="Rectangle 1231">
                  <a:extLst>
                    <a:ext uri="{FF2B5EF4-FFF2-40B4-BE49-F238E27FC236}">
                      <a16:creationId xmlns:a16="http://schemas.microsoft.com/office/drawing/2014/main" id="{045EC608-3A93-22BF-80AB-21BDCBDCDAC0}"/>
                    </a:ext>
                  </a:extLst>
                </p:cNvPr>
                <p:cNvSpPr/>
                <p:nvPr/>
              </p:nvSpPr>
              <p:spPr>
                <a:xfrm>
                  <a:off x="10043202" y="3723511"/>
                  <a:ext cx="287179" cy="333900"/>
                </a:xfrm>
                <a:prstGeom prst="rect">
                  <a:avLst/>
                </a:prstGeom>
                <a:solidFill>
                  <a:sysClr val="window" lastClr="FFFFFF">
                    <a:lumMod val="65000"/>
                  </a:sysClr>
                </a:solidFill>
                <a:ln w="1587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</a:endParaRPr>
                </a:p>
              </p:txBody>
            </p:sp>
            <p:pic>
              <p:nvPicPr>
                <p:cNvPr id="1233" name="Picture 1232">
                  <a:extLst>
                    <a:ext uri="{FF2B5EF4-FFF2-40B4-BE49-F238E27FC236}">
                      <a16:creationId xmlns:a16="http://schemas.microsoft.com/office/drawing/2014/main" id="{A89716FD-2E27-2DB1-441E-C1EFFEB646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28444" y="3631894"/>
                  <a:ext cx="316676" cy="443346"/>
                </a:xfrm>
                <a:prstGeom prst="rect">
                  <a:avLst/>
                </a:prstGeom>
              </p:spPr>
            </p:pic>
            <p:pic>
              <p:nvPicPr>
                <p:cNvPr id="1234" name="Graphic 1233" descr="Lightning bolt with solid fill">
                  <a:extLst>
                    <a:ext uri="{FF2B5EF4-FFF2-40B4-BE49-F238E27FC236}">
                      <a16:creationId xmlns:a16="http://schemas.microsoft.com/office/drawing/2014/main" id="{5AA47C31-887B-0C62-1DE1-033889934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85294" y="3797190"/>
                  <a:ext cx="532059" cy="532059"/>
                </a:xfrm>
                <a:prstGeom prst="rect">
                  <a:avLst/>
                </a:prstGeom>
              </p:spPr>
            </p:pic>
          </p:grpSp>
          <p:grpSp>
            <p:nvGrpSpPr>
              <p:cNvPr id="1209" name="Group 1208">
                <a:extLst>
                  <a:ext uri="{FF2B5EF4-FFF2-40B4-BE49-F238E27FC236}">
                    <a16:creationId xmlns:a16="http://schemas.microsoft.com/office/drawing/2014/main" id="{1F266AD0-1E51-0959-5D35-07C1B263CB06}"/>
                  </a:ext>
                </a:extLst>
              </p:cNvPr>
              <p:cNvGrpSpPr/>
              <p:nvPr/>
            </p:nvGrpSpPr>
            <p:grpSpPr>
              <a:xfrm>
                <a:off x="5363087" y="3781592"/>
                <a:ext cx="1773562" cy="1741674"/>
                <a:chOff x="7122927" y="2243305"/>
                <a:chExt cx="1773562" cy="1741674"/>
              </a:xfrm>
            </p:grpSpPr>
            <p:sp>
              <p:nvSpPr>
                <p:cNvPr id="1217" name="Rectangle 1216">
                  <a:extLst>
                    <a:ext uri="{FF2B5EF4-FFF2-40B4-BE49-F238E27FC236}">
                      <a16:creationId xmlns:a16="http://schemas.microsoft.com/office/drawing/2014/main" id="{9DA1CB1D-E7ED-259E-A2E9-9FE7A6DC0E80}"/>
                    </a:ext>
                  </a:extLst>
                </p:cNvPr>
                <p:cNvSpPr/>
                <p:nvPr/>
              </p:nvSpPr>
              <p:spPr>
                <a:xfrm>
                  <a:off x="7433449" y="3817586"/>
                  <a:ext cx="1463040" cy="167393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 1217">
                  <a:extLst>
                    <a:ext uri="{FF2B5EF4-FFF2-40B4-BE49-F238E27FC236}">
                      <a16:creationId xmlns:a16="http://schemas.microsoft.com/office/drawing/2014/main" id="{BEDE32E4-C3CB-70C8-D384-EF3ACA979056}"/>
                    </a:ext>
                  </a:extLst>
                </p:cNvPr>
                <p:cNvSpPr/>
                <p:nvPr/>
              </p:nvSpPr>
              <p:spPr>
                <a:xfrm>
                  <a:off x="7122927" y="2243305"/>
                  <a:ext cx="189811" cy="146304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 1218">
                  <a:extLst>
                    <a:ext uri="{FF2B5EF4-FFF2-40B4-BE49-F238E27FC236}">
                      <a16:creationId xmlns:a16="http://schemas.microsoft.com/office/drawing/2014/main" id="{ED44306F-5516-7A1B-5412-920DB60DE52A}"/>
                    </a:ext>
                  </a:extLst>
                </p:cNvPr>
                <p:cNvSpPr/>
                <p:nvPr/>
              </p:nvSpPr>
              <p:spPr>
                <a:xfrm>
                  <a:off x="7428980" y="2244814"/>
                  <a:ext cx="1463040" cy="14630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20" name="Straight Connector 1219">
                  <a:extLst>
                    <a:ext uri="{FF2B5EF4-FFF2-40B4-BE49-F238E27FC236}">
                      <a16:creationId xmlns:a16="http://schemas.microsoft.com/office/drawing/2014/main" id="{EB399247-0A3F-E830-CDFF-59C5F2B03E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2425101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1" name="Straight Connector 1220">
                  <a:extLst>
                    <a:ext uri="{FF2B5EF4-FFF2-40B4-BE49-F238E27FC236}">
                      <a16:creationId xmlns:a16="http://schemas.microsoft.com/office/drawing/2014/main" id="{B960F613-D078-E263-C7EA-CE6E8A9B22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081810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2" name="Straight Connector 1221">
                  <a:extLst>
                    <a:ext uri="{FF2B5EF4-FFF2-40B4-BE49-F238E27FC236}">
                      <a16:creationId xmlns:a16="http://schemas.microsoft.com/office/drawing/2014/main" id="{20E76FBB-8947-45B1-00CF-E1BE56BD47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300713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3" name="Straight Connector 1222">
                  <a:extLst>
                    <a:ext uri="{FF2B5EF4-FFF2-40B4-BE49-F238E27FC236}">
                      <a16:creationId xmlns:a16="http://schemas.microsoft.com/office/drawing/2014/main" id="{E0CB3885-FB8A-31ED-A732-56B8257BCA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3519618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4" name="Straight Connector 1223">
                  <a:extLst>
                    <a:ext uri="{FF2B5EF4-FFF2-40B4-BE49-F238E27FC236}">
                      <a16:creationId xmlns:a16="http://schemas.microsoft.com/office/drawing/2014/main" id="{751ECFF4-CF65-9CAD-D561-14B2D84FA5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060249" y="2989965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5" name="Straight Connector 1224">
                  <a:extLst>
                    <a:ext uri="{FF2B5EF4-FFF2-40B4-BE49-F238E27FC236}">
                      <a16:creationId xmlns:a16="http://schemas.microsoft.com/office/drawing/2014/main" id="{78C61044-6B09-1A41-087D-9FD7AFC75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841346" y="2989965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6" name="Straight Connector 1225">
                  <a:extLst>
                    <a:ext uri="{FF2B5EF4-FFF2-40B4-BE49-F238E27FC236}">
                      <a16:creationId xmlns:a16="http://schemas.microsoft.com/office/drawing/2014/main" id="{94CD0117-1ED3-55A6-141B-D58F103D04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622443" y="2989965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7" name="Straight Connector 1226">
                  <a:extLst>
                    <a:ext uri="{FF2B5EF4-FFF2-40B4-BE49-F238E27FC236}">
                      <a16:creationId xmlns:a16="http://schemas.microsoft.com/office/drawing/2014/main" id="{274BA38C-82A5-F4A9-AD41-2FD0F8394C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403540" y="2989965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8" name="Straight Connector 1227">
                  <a:extLst>
                    <a:ext uri="{FF2B5EF4-FFF2-40B4-BE49-F238E27FC236}">
                      <a16:creationId xmlns:a16="http://schemas.microsoft.com/office/drawing/2014/main" id="{71909BCD-26B4-9037-36F1-6D36F96BC7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184637" y="2989965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29" name="Straight Connector 1228">
                  <a:extLst>
                    <a:ext uri="{FF2B5EF4-FFF2-40B4-BE49-F238E27FC236}">
                      <a16:creationId xmlns:a16="http://schemas.microsoft.com/office/drawing/2014/main" id="{5015F271-750D-6864-0D2B-2F95DE9B0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965732" y="2989965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30" name="Straight Connector 1229">
                  <a:extLst>
                    <a:ext uri="{FF2B5EF4-FFF2-40B4-BE49-F238E27FC236}">
                      <a16:creationId xmlns:a16="http://schemas.microsoft.com/office/drawing/2014/main" id="{8C06897E-E222-8196-A41E-C5757D53C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2644004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  <p:cxnSp>
              <p:nvCxnSpPr>
                <p:cNvPr id="1231" name="Straight Connector 1230">
                  <a:extLst>
                    <a:ext uri="{FF2B5EF4-FFF2-40B4-BE49-F238E27FC236}">
                      <a16:creationId xmlns:a16="http://schemas.microsoft.com/office/drawing/2014/main" id="{04B02FE0-74D9-FCE3-2F24-19BEF320B9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2991" y="2862907"/>
                  <a:ext cx="1280160" cy="0"/>
                </a:xfrm>
                <a:prstGeom prst="line">
                  <a:avLst/>
                </a:prstGeom>
                <a:noFill/>
                <a:ln w="28575" cap="rnd" cmpd="sng" algn="ctr">
                  <a:solidFill>
                    <a:srgbClr val="1D4999"/>
                  </a:solidFill>
                  <a:prstDash val="solid"/>
                  <a:headEnd type="none"/>
                </a:ln>
                <a:effectLst/>
              </p:spPr>
            </p:cxnSp>
          </p:grpSp>
          <p:pic>
            <p:nvPicPr>
              <p:cNvPr id="1210" name="Graphic 1209" descr="Lightning bolt with solid fill">
                <a:extLst>
                  <a:ext uri="{FF2B5EF4-FFF2-40B4-BE49-F238E27FC236}">
                    <a16:creationId xmlns:a16="http://schemas.microsoft.com/office/drawing/2014/main" id="{F5CF2156-59A3-333F-D046-649D57BB3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902820" y="4245507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211" name="Graphic 1210" descr="Lightning bolt with solid fill">
                <a:extLst>
                  <a:ext uri="{FF2B5EF4-FFF2-40B4-BE49-F238E27FC236}">
                    <a16:creationId xmlns:a16="http://schemas.microsoft.com/office/drawing/2014/main" id="{B5996B25-726F-6392-5729-EA3755DE86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12195" y="445927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212" name="Graphic 1211" descr="Lightning bolt with solid fill">
                <a:extLst>
                  <a:ext uri="{FF2B5EF4-FFF2-40B4-BE49-F238E27FC236}">
                    <a16:creationId xmlns:a16="http://schemas.microsoft.com/office/drawing/2014/main" id="{FD9F4092-EC14-2D0A-5C43-1E4D3D9C1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78757" y="4022489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213" name="Graphic 1212" descr="Lightning bolt with solid fill">
                <a:extLst>
                  <a:ext uri="{FF2B5EF4-FFF2-40B4-BE49-F238E27FC236}">
                    <a16:creationId xmlns:a16="http://schemas.microsoft.com/office/drawing/2014/main" id="{D9F112DC-C337-E09E-EEA6-0DBDFBDA3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535498" y="488468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214" name="Graphic 1213" descr="Lightning bolt with solid fill">
                <a:extLst>
                  <a:ext uri="{FF2B5EF4-FFF2-40B4-BE49-F238E27FC236}">
                    <a16:creationId xmlns:a16="http://schemas.microsoft.com/office/drawing/2014/main" id="{8F961D23-C444-A63D-4C78-7329425BC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909588" y="4684906"/>
                <a:ext cx="365760" cy="365760"/>
              </a:xfrm>
              <a:prstGeom prst="rect">
                <a:avLst/>
              </a:prstGeom>
            </p:spPr>
          </p:pic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34F1A1EC-E8CD-A197-1753-6FCB97E5F6EE}"/>
                  </a:ext>
                </a:extLst>
              </p:cNvPr>
              <p:cNvSpPr/>
              <p:nvPr/>
            </p:nvSpPr>
            <p:spPr>
              <a:xfrm>
                <a:off x="5938794" y="4216238"/>
                <a:ext cx="272797" cy="336712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cxnSp>
            <p:nvCxnSpPr>
              <p:cNvPr id="1216" name="Straight Arrow Connector 1215">
                <a:extLst>
                  <a:ext uri="{FF2B5EF4-FFF2-40B4-BE49-F238E27FC236}">
                    <a16:creationId xmlns:a16="http://schemas.microsoft.com/office/drawing/2014/main" id="{75319245-C32C-138A-63EA-19DE64ECBC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20564" y="3753569"/>
                <a:ext cx="0" cy="1295247"/>
              </a:xfrm>
              <a:prstGeom prst="straightConnector1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1" name="Group 1250">
            <a:extLst>
              <a:ext uri="{FF2B5EF4-FFF2-40B4-BE49-F238E27FC236}">
                <a16:creationId xmlns:a16="http://schemas.microsoft.com/office/drawing/2014/main" id="{EBEC1EB7-CCE2-4940-ED3E-19B08A3047D7}"/>
              </a:ext>
            </a:extLst>
          </p:cNvPr>
          <p:cNvGrpSpPr/>
          <p:nvPr/>
        </p:nvGrpSpPr>
        <p:grpSpPr>
          <a:xfrm>
            <a:off x="6915962" y="3291840"/>
            <a:ext cx="3780449" cy="2646234"/>
            <a:chOff x="6915962" y="3291840"/>
            <a:chExt cx="3780449" cy="2646234"/>
          </a:xfrm>
        </p:grpSpPr>
        <p:grpSp>
          <p:nvGrpSpPr>
            <p:cNvPr id="1252" name="Group 1251">
              <a:extLst>
                <a:ext uri="{FF2B5EF4-FFF2-40B4-BE49-F238E27FC236}">
                  <a16:creationId xmlns:a16="http://schemas.microsoft.com/office/drawing/2014/main" id="{CB992961-DA3D-6A39-D56B-674BE23CF4D0}"/>
                </a:ext>
              </a:extLst>
            </p:cNvPr>
            <p:cNvGrpSpPr/>
            <p:nvPr/>
          </p:nvGrpSpPr>
          <p:grpSpPr>
            <a:xfrm>
              <a:off x="6915962" y="5377821"/>
              <a:ext cx="3780449" cy="560253"/>
              <a:chOff x="6774181" y="7441972"/>
              <a:chExt cx="2614510" cy="595573"/>
            </a:xfrm>
          </p:grpSpPr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F265D4F9-1FA5-5CDA-01B0-DEE505454C28}"/>
                  </a:ext>
                </a:extLst>
              </p:cNvPr>
              <p:cNvSpPr/>
              <p:nvPr/>
            </p:nvSpPr>
            <p:spPr>
              <a:xfrm>
                <a:off x="6774181" y="7441972"/>
                <a:ext cx="2594232" cy="59557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6" name="TextBox 1255">
                <a:extLst>
                  <a:ext uri="{FF2B5EF4-FFF2-40B4-BE49-F238E27FC236}">
                    <a16:creationId xmlns:a16="http://schemas.microsoft.com/office/drawing/2014/main" id="{C96E6DD9-5A14-C994-D0A6-A30B9F555EBD}"/>
                  </a:ext>
                </a:extLst>
              </p:cNvPr>
              <p:cNvSpPr txBox="1"/>
              <p:nvPr/>
            </p:nvSpPr>
            <p:spPr>
              <a:xfrm>
                <a:off x="6794458" y="7491322"/>
                <a:ext cx="2594233" cy="49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Address</a:t>
                </a:r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Protection</a:t>
                </a:r>
              </a:p>
            </p:txBody>
          </p:sp>
        </p:grpSp>
        <p:sp>
          <p:nvSpPr>
            <p:cNvPr id="1253" name="Rectangle 1252">
              <a:extLst>
                <a:ext uri="{FF2B5EF4-FFF2-40B4-BE49-F238E27FC236}">
                  <a16:creationId xmlns:a16="http://schemas.microsoft.com/office/drawing/2014/main" id="{78B3D317-8A08-3B42-69A5-B362BC4E72B2}"/>
                </a:ext>
              </a:extLst>
            </p:cNvPr>
            <p:cNvSpPr/>
            <p:nvPr/>
          </p:nvSpPr>
          <p:spPr>
            <a:xfrm>
              <a:off x="8540998" y="3291840"/>
              <a:ext cx="308950" cy="1592580"/>
            </a:xfrm>
            <a:prstGeom prst="rec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254" name="Straight Arrow Connector 1253">
              <a:extLst>
                <a:ext uri="{FF2B5EF4-FFF2-40B4-BE49-F238E27FC236}">
                  <a16:creationId xmlns:a16="http://schemas.microsoft.com/office/drawing/2014/main" id="{34023C5E-63A7-BB00-6798-2F087C0FAAAC}"/>
                </a:ext>
              </a:extLst>
            </p:cNvPr>
            <p:cNvCxnSpPr>
              <a:cxnSpLocks/>
            </p:cNvCxnSpPr>
            <p:nvPr/>
          </p:nvCxnSpPr>
          <p:spPr>
            <a:xfrm>
              <a:off x="8696734" y="4886325"/>
              <a:ext cx="0" cy="520065"/>
            </a:xfrm>
            <a:prstGeom prst="straightConnector1">
              <a:avLst/>
            </a:prstGeom>
            <a:ln w="38100">
              <a:solidFill>
                <a:schemeClr val="accent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675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16424F-B609-0488-497D-43EBDAB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Ongoing</a:t>
            </a:r>
            <a:r>
              <a:rPr lang="en-US" dirty="0"/>
              <a:t> Work</a:t>
            </a:r>
          </a:p>
        </p:txBody>
      </p:sp>
      <p:sp>
        <p:nvSpPr>
          <p:cNvPr id="147" name="Content Placeholder 57">
            <a:extLst>
              <a:ext uri="{FF2B5EF4-FFF2-40B4-BE49-F238E27FC236}">
                <a16:creationId xmlns:a16="http://schemas.microsoft.com/office/drawing/2014/main" id="{1399E91F-D6C7-429E-BAE7-9077859395A9}"/>
              </a:ext>
            </a:extLst>
          </p:cNvPr>
          <p:cNvSpPr txBox="1">
            <a:spLocks/>
          </p:cNvSpPr>
          <p:nvPr/>
        </p:nvSpPr>
        <p:spPr>
          <a:xfrm>
            <a:off x="622300" y="1493520"/>
            <a:ext cx="5903191" cy="6519169"/>
          </a:xfrm>
          <a:prstGeom prst="rect">
            <a:avLst/>
          </a:prstGeom>
        </p:spPr>
        <p:txBody>
          <a:bodyPr vert="horz" wrap="square" lIns="121920" tIns="60960" rIns="121920" bIns="6096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Reconfigurable Accesses</a:t>
            </a: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Access P</a:t>
            </a:r>
            <a:r>
              <a:rPr lang="en-US" sz="3200" dirty="0">
                <a:sym typeface="Wingdings" panose="05000000000000000000" pitchFamily="2" charset="2"/>
              </a:rPr>
              <a:t>attern: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Sequential, e.g., bulk-size</a:t>
            </a:r>
          </a:p>
          <a:p>
            <a:pPr marL="457200" lvl="1" indent="0">
              <a:buNone/>
            </a:pPr>
            <a:r>
              <a:rPr lang="en-US" dirty="0" err="1">
                <a:sym typeface="Wingdings" panose="05000000000000000000" pitchFamily="2" charset="2"/>
              </a:rPr>
              <a:t>Strided</a:t>
            </a:r>
            <a:r>
              <a:rPr lang="en-US" dirty="0">
                <a:sym typeface="Wingdings" panose="05000000000000000000" pitchFamily="2" charset="2"/>
              </a:rPr>
              <a:t>, e.g., column-wise access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Random, e.g., pointer chasing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3200" dirty="0">
                <a:sym typeface="Wingdings" panose="05000000000000000000" pitchFamily="2" charset="2"/>
              </a:rPr>
              <a:t>Access granularity: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Regular data size, e.g., cache line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Customized data size, e.g., meta data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Varied data size, e.g., compression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3200" dirty="0">
              <a:sym typeface="Wingdings" panose="05000000000000000000" pitchFamily="2" charset="2"/>
            </a:endParaRPr>
          </a:p>
        </p:txBody>
      </p:sp>
      <p:pic>
        <p:nvPicPr>
          <p:cNvPr id="8" name="Content Placeholder 8" descr="Logo&#10;&#10;Description automatically generated">
            <a:extLst>
              <a:ext uri="{FF2B5EF4-FFF2-40B4-BE49-F238E27FC236}">
                <a16:creationId xmlns:a16="http://schemas.microsoft.com/office/drawing/2014/main" id="{0AE69568-CEE4-F0F5-4F02-28F9BCC6DF4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203" y="3349430"/>
            <a:ext cx="3649507" cy="757130"/>
          </a:xfrm>
          <a:prstGeom prst="rect">
            <a:avLst/>
          </a:prstGeom>
          <a:effectLst>
            <a:glow rad="50800">
              <a:schemeClr val="accent1">
                <a:lumMod val="50000"/>
              </a:schemeClr>
            </a:glow>
          </a:effectLst>
        </p:spPr>
      </p:pic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55624EB4-3BFF-F739-CC96-438EDC451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8557" y="3119537"/>
            <a:ext cx="1216916" cy="1216916"/>
          </a:xfrm>
          <a:prstGeom prst="rect">
            <a:avLst/>
          </a:prstGeom>
        </p:spPr>
      </p:pic>
      <p:pic>
        <p:nvPicPr>
          <p:cNvPr id="11" name="Content Placeholder 8" descr="Logo&#10;&#10;Description automatically generated">
            <a:extLst>
              <a:ext uri="{FF2B5EF4-FFF2-40B4-BE49-F238E27FC236}">
                <a16:creationId xmlns:a16="http://schemas.microsoft.com/office/drawing/2014/main" id="{3AA53B56-867F-BD5E-9781-02DF462D24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202" y="5537492"/>
            <a:ext cx="3649507" cy="757130"/>
          </a:xfrm>
          <a:prstGeom prst="rect">
            <a:avLst/>
          </a:prstGeom>
          <a:effectLst>
            <a:glow rad="50800">
              <a:schemeClr val="accent1">
                <a:lumMod val="50000"/>
              </a:schemeClr>
            </a:glow>
          </a:effectLst>
        </p:spPr>
      </p:pic>
      <p:pic>
        <p:nvPicPr>
          <p:cNvPr id="16" name="Graphic 15" descr="Tools with solid fill">
            <a:extLst>
              <a:ext uri="{FF2B5EF4-FFF2-40B4-BE49-F238E27FC236}">
                <a16:creationId xmlns:a16="http://schemas.microsoft.com/office/drawing/2014/main" id="{4CE00B57-98F8-EB58-82A8-2D7F480D5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8557" y="5307981"/>
            <a:ext cx="1216152" cy="1216152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295F509-40F6-20B1-BEF9-514792424797}"/>
              </a:ext>
            </a:extLst>
          </p:cNvPr>
          <p:cNvSpPr txBox="1">
            <a:spLocks/>
          </p:cNvSpPr>
          <p:nvPr/>
        </p:nvSpPr>
        <p:spPr>
          <a:xfrm>
            <a:off x="11414156" y="8551346"/>
            <a:ext cx="4792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D5244C39-EA1C-4830-B3FA-E06130CB504B}" type="slidenum">
              <a:rPr lang="en-US" sz="1800" smtClean="0">
                <a:solidFill>
                  <a:srgbClr val="004F9E"/>
                </a:solidFill>
              </a:rPr>
              <a:pPr defTabSz="914400"/>
              <a:t>27</a:t>
            </a:fld>
            <a:endParaRPr lang="en-US" sz="1800">
              <a:solidFill>
                <a:srgbClr val="004F9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838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D86B47-FA51-4C6D-8EB0-913AE93741C5}"/>
              </a:ext>
            </a:extLst>
          </p:cNvPr>
          <p:cNvSpPr/>
          <p:nvPr/>
        </p:nvSpPr>
        <p:spPr>
          <a:xfrm>
            <a:off x="463463" y="2430048"/>
            <a:ext cx="11252548" cy="2597611"/>
          </a:xfrm>
          <a:prstGeom prst="rect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77175-AFE4-4BFD-8D2E-1CF4DD96A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63" y="2887818"/>
            <a:ext cx="11252548" cy="168418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+mn-lt"/>
              </a:rPr>
              <a:t>THANK YOU!</a:t>
            </a:r>
            <a:br>
              <a:rPr lang="en-US" sz="5400" dirty="0">
                <a:solidFill>
                  <a:schemeClr val="bg1"/>
                </a:solidFill>
                <a:latin typeface="+mn-lt"/>
              </a:rPr>
            </a:br>
            <a:endParaRPr lang="en-US" sz="5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006FB-0C78-4D4E-8EEC-CEF38F166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044" y="5920713"/>
            <a:ext cx="3669915" cy="156865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4F9E"/>
                </a:solidFill>
              </a:rPr>
              <a:t>Xin </a:t>
            </a:r>
            <a:r>
              <a:rPr lang="en-US" sz="2800" b="1" dirty="0" err="1">
                <a:solidFill>
                  <a:srgbClr val="004F9E"/>
                </a:solidFill>
              </a:rPr>
              <a:t>Xin</a:t>
            </a:r>
            <a:endParaRPr lang="en-US" sz="2800" b="1" dirty="0">
              <a:solidFill>
                <a:srgbClr val="004F9E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4F9E"/>
                </a:solidFill>
              </a:rPr>
              <a:t>xin.xin@ucf.edu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800" b="1" dirty="0">
              <a:solidFill>
                <a:srgbClr val="004F9E"/>
              </a:solidFill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CEB279C-31B6-40E3-AB57-89806C4CAF58}"/>
              </a:ext>
            </a:extLst>
          </p:cNvPr>
          <p:cNvSpPr/>
          <p:nvPr/>
        </p:nvSpPr>
        <p:spPr>
          <a:xfrm>
            <a:off x="9315450" y="5176304"/>
            <a:ext cx="2405884" cy="182880"/>
          </a:xfrm>
          <a:prstGeom prst="parallelogram">
            <a:avLst/>
          </a:prstGeom>
          <a:solidFill>
            <a:srgbClr val="004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1297249-EFAD-498E-9BC7-44488D8620AB}"/>
              </a:ext>
            </a:extLst>
          </p:cNvPr>
          <p:cNvSpPr/>
          <p:nvPr/>
        </p:nvSpPr>
        <p:spPr>
          <a:xfrm>
            <a:off x="463463" y="5176304"/>
            <a:ext cx="8742450" cy="182880"/>
          </a:xfrm>
          <a:prstGeom prst="parallelogram">
            <a:avLst/>
          </a:prstGeom>
          <a:gradFill flip="none" rotWithShape="1">
            <a:gsLst>
              <a:gs pos="10000">
                <a:srgbClr val="004F9E"/>
              </a:gs>
              <a:gs pos="73000">
                <a:srgbClr val="004F9E"/>
              </a:gs>
              <a:gs pos="42000">
                <a:srgbClr val="87B4E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E61810-CE50-CC62-6760-0A639D829A9D}"/>
              </a:ext>
            </a:extLst>
          </p:cNvPr>
          <p:cNvGrpSpPr/>
          <p:nvPr/>
        </p:nvGrpSpPr>
        <p:grpSpPr>
          <a:xfrm>
            <a:off x="7069014" y="501107"/>
            <a:ext cx="4646997" cy="708232"/>
            <a:chOff x="7069014" y="501107"/>
            <a:chExt cx="4646997" cy="708232"/>
          </a:xfrm>
        </p:grpSpPr>
        <p:pic>
          <p:nvPicPr>
            <p:cNvPr id="10" name="Picture 9" descr="A black and grey text&#10;&#10;Description automatically generated">
              <a:extLst>
                <a:ext uri="{FF2B5EF4-FFF2-40B4-BE49-F238E27FC236}">
                  <a16:creationId xmlns:a16="http://schemas.microsoft.com/office/drawing/2014/main" id="{DEB7E836-D65B-2963-6CCE-0E138A5B0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014" y="501107"/>
              <a:ext cx="4646997" cy="708232"/>
            </a:xfrm>
            <a:prstGeom prst="rect">
              <a:avLst/>
            </a:prstGeom>
          </p:spPr>
        </p:pic>
        <p:pic>
          <p:nvPicPr>
            <p:cNvPr id="11" name="Picture 10" descr="A black and grey text&#10;&#10;Description automatically generated">
              <a:extLst>
                <a:ext uri="{FF2B5EF4-FFF2-40B4-BE49-F238E27FC236}">
                  <a16:creationId xmlns:a16="http://schemas.microsoft.com/office/drawing/2014/main" id="{8DDE28D6-6BF1-63DA-855B-9C616029B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3224"/>
            <a:stretch/>
          </p:blipFill>
          <p:spPr>
            <a:xfrm>
              <a:off x="7069015" y="501107"/>
              <a:ext cx="779586" cy="708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571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9697</TotalTime>
  <Words>969</Words>
  <Application>Microsoft Office PowerPoint</Application>
  <PresentationFormat>Custom</PresentationFormat>
  <Paragraphs>369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等线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ECE 5706: Resilient Computer System Design</vt:lpstr>
      <vt:lpstr>Memory Innovations</vt:lpstr>
      <vt:lpstr>Challenge - Cost</vt:lpstr>
      <vt:lpstr>Mitigating the Cost</vt:lpstr>
      <vt:lpstr>Low Design Cost</vt:lpstr>
      <vt:lpstr>Background – Architecture</vt:lpstr>
      <vt:lpstr>Background – Architecture</vt:lpstr>
      <vt:lpstr>Background – Architecture</vt:lpstr>
      <vt:lpstr>ECC conclusion</vt:lpstr>
      <vt:lpstr>Reed Solomon Code</vt:lpstr>
      <vt:lpstr>ECC Studies</vt:lpstr>
      <vt:lpstr>Bamboo ECC</vt:lpstr>
      <vt:lpstr>Bamboo ECC</vt:lpstr>
      <vt:lpstr>ECC Studies</vt:lpstr>
      <vt:lpstr>LOT-ECC</vt:lpstr>
      <vt:lpstr>ECC Studies</vt:lpstr>
      <vt:lpstr>VECC</vt:lpstr>
      <vt:lpstr>ECC Studies</vt:lpstr>
      <vt:lpstr>Duo ECC</vt:lpstr>
      <vt:lpstr>ECC Studies</vt:lpstr>
      <vt:lpstr>Duo ECC</vt:lpstr>
      <vt:lpstr>Further Studies</vt:lpstr>
      <vt:lpstr>Overview </vt:lpstr>
      <vt:lpstr>Ongoing Work  </vt:lpstr>
      <vt:lpstr>Ongoing Work - Mem Reliability</vt:lpstr>
      <vt:lpstr>Ongoing Work - Mem in Space  </vt:lpstr>
      <vt:lpstr>Ongoing Work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</dc:title>
  <dc:creator>xin xin</dc:creator>
  <cp:lastModifiedBy>Xin Xin</cp:lastModifiedBy>
  <cp:revision>161</cp:revision>
  <dcterms:created xsi:type="dcterms:W3CDTF">2021-12-02T18:58:59Z</dcterms:created>
  <dcterms:modified xsi:type="dcterms:W3CDTF">2026-09-18T16:27:30Z</dcterms:modified>
</cp:coreProperties>
</file>