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8.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tags/tag10.xml" ContentType="application/vnd.openxmlformats-officedocument.presentationml.tags+xml"/>
  <Override PartName="/ppt/notesSlides/notesSlide32.xml" ContentType="application/vnd.openxmlformats-officedocument.presentationml.notesSlide+xml"/>
  <Override PartName="/ppt/tags/tag11.xml" ContentType="application/vnd.openxmlformats-officedocument.presentationml.tags+xml"/>
  <Override PartName="/ppt/notesSlides/notesSlide33.xml" ContentType="application/vnd.openxmlformats-officedocument.presentationml.notesSlide+xml"/>
  <Override PartName="/ppt/tags/tag12.xml" ContentType="application/vnd.openxmlformats-officedocument.presentationml.tags+xml"/>
  <Override PartName="/ppt/notesSlides/notesSlide34.xml" ContentType="application/vnd.openxmlformats-officedocument.presentationml.notesSlide+xml"/>
  <Override PartName="/ppt/tags/tag13.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100"/>
  </p:notesMasterIdLst>
  <p:sldIdLst>
    <p:sldId id="272" r:id="rId2"/>
    <p:sldId id="712" r:id="rId3"/>
    <p:sldId id="738" r:id="rId4"/>
    <p:sldId id="823" r:id="rId5"/>
    <p:sldId id="824" r:id="rId6"/>
    <p:sldId id="825" r:id="rId7"/>
    <p:sldId id="826" r:id="rId8"/>
    <p:sldId id="827" r:id="rId9"/>
    <p:sldId id="828" r:id="rId10"/>
    <p:sldId id="829" r:id="rId11"/>
    <p:sldId id="830" r:id="rId12"/>
    <p:sldId id="831" r:id="rId13"/>
    <p:sldId id="832" r:id="rId14"/>
    <p:sldId id="833" r:id="rId15"/>
    <p:sldId id="834" r:id="rId16"/>
    <p:sldId id="835" r:id="rId17"/>
    <p:sldId id="840" r:id="rId18"/>
    <p:sldId id="841" r:id="rId19"/>
    <p:sldId id="842" r:id="rId20"/>
    <p:sldId id="836" r:id="rId21"/>
    <p:sldId id="837" r:id="rId22"/>
    <p:sldId id="838" r:id="rId23"/>
    <p:sldId id="843" r:id="rId24"/>
    <p:sldId id="844" r:id="rId25"/>
    <p:sldId id="839" r:id="rId26"/>
    <p:sldId id="344" r:id="rId27"/>
    <p:sldId id="329" r:id="rId28"/>
    <p:sldId id="262" r:id="rId29"/>
    <p:sldId id="324" r:id="rId30"/>
    <p:sldId id="343" r:id="rId31"/>
    <p:sldId id="353" r:id="rId32"/>
    <p:sldId id="356" r:id="rId33"/>
    <p:sldId id="354" r:id="rId34"/>
    <p:sldId id="355" r:id="rId35"/>
    <p:sldId id="330" r:id="rId36"/>
    <p:sldId id="340" r:id="rId37"/>
    <p:sldId id="292" r:id="rId38"/>
    <p:sldId id="325" r:id="rId39"/>
    <p:sldId id="269" r:id="rId40"/>
    <p:sldId id="301" r:id="rId41"/>
    <p:sldId id="331" r:id="rId42"/>
    <p:sldId id="296" r:id="rId43"/>
    <p:sldId id="351" r:id="rId44"/>
    <p:sldId id="350" r:id="rId45"/>
    <p:sldId id="346" r:id="rId46"/>
    <p:sldId id="302" r:id="rId47"/>
    <p:sldId id="338" r:id="rId48"/>
    <p:sldId id="333" r:id="rId49"/>
    <p:sldId id="334" r:id="rId50"/>
    <p:sldId id="335" r:id="rId51"/>
    <p:sldId id="336" r:id="rId52"/>
    <p:sldId id="347" r:id="rId53"/>
    <p:sldId id="322" r:id="rId54"/>
    <p:sldId id="297" r:id="rId55"/>
    <p:sldId id="349" r:id="rId56"/>
    <p:sldId id="352" r:id="rId57"/>
    <p:sldId id="299" r:id="rId58"/>
    <p:sldId id="300" r:id="rId59"/>
    <p:sldId id="267" r:id="rId60"/>
    <p:sldId id="313" r:id="rId61"/>
    <p:sldId id="314" r:id="rId62"/>
    <p:sldId id="315" r:id="rId63"/>
    <p:sldId id="316" r:id="rId64"/>
    <p:sldId id="317" r:id="rId65"/>
    <p:sldId id="279" r:id="rId66"/>
    <p:sldId id="273" r:id="rId67"/>
    <p:sldId id="845" r:id="rId68"/>
    <p:sldId id="307" r:id="rId69"/>
    <p:sldId id="257" r:id="rId70"/>
    <p:sldId id="308" r:id="rId71"/>
    <p:sldId id="260" r:id="rId72"/>
    <p:sldId id="271" r:id="rId73"/>
    <p:sldId id="289" r:id="rId74"/>
    <p:sldId id="311" r:id="rId75"/>
    <p:sldId id="261" r:id="rId76"/>
    <p:sldId id="274" r:id="rId77"/>
    <p:sldId id="305" r:id="rId78"/>
    <p:sldId id="293" r:id="rId79"/>
    <p:sldId id="846" r:id="rId80"/>
    <p:sldId id="847" r:id="rId81"/>
    <p:sldId id="295" r:id="rId82"/>
    <p:sldId id="285" r:id="rId83"/>
    <p:sldId id="294" r:id="rId84"/>
    <p:sldId id="312" r:id="rId85"/>
    <p:sldId id="848" r:id="rId86"/>
    <p:sldId id="849" r:id="rId87"/>
    <p:sldId id="850" r:id="rId88"/>
    <p:sldId id="851" r:id="rId89"/>
    <p:sldId id="852" r:id="rId90"/>
    <p:sldId id="303" r:id="rId91"/>
    <p:sldId id="853" r:id="rId92"/>
    <p:sldId id="276" r:id="rId93"/>
    <p:sldId id="264" r:id="rId94"/>
    <p:sldId id="854" r:id="rId95"/>
    <p:sldId id="855" r:id="rId96"/>
    <p:sldId id="856" r:id="rId97"/>
    <p:sldId id="657" r:id="rId98"/>
    <p:sldId id="736" r:id="rId99"/>
  </p:sldIdLst>
  <p:sldSz cx="12192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F9E"/>
    <a:srgbClr val="FF8989"/>
    <a:srgbClr val="FF2929"/>
    <a:srgbClr val="FF1D1D"/>
    <a:srgbClr val="FF3737"/>
    <a:srgbClr val="EFF5FB"/>
    <a:srgbClr val="FF3FFF"/>
    <a:srgbClr val="FFB9FF"/>
    <a:srgbClr val="FFCCFF"/>
    <a:srgbClr val="1D4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54E508-C18C-4212-856A-4513364B535E}" v="234" dt="2025-09-12T17:22:05.6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317" autoAdjust="0"/>
  </p:normalViewPr>
  <p:slideViewPr>
    <p:cSldViewPr snapToGrid="0">
      <p:cViewPr>
        <p:scale>
          <a:sx n="66" d="100"/>
          <a:sy n="66" d="100"/>
        </p:scale>
        <p:origin x="2310" y="300"/>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Xin" userId="9ff0c946-7f3c-4192-98c1-6be932ce2bce" providerId="ADAL" clId="{756FBF97-58FD-4C5C-9E1D-839527CA400C}"/>
    <pc:docChg chg="undo redo custSel addSld delSld modSld">
      <pc:chgData name="Xin Xin" userId="9ff0c946-7f3c-4192-98c1-6be932ce2bce" providerId="ADAL" clId="{756FBF97-58FD-4C5C-9E1D-839527CA400C}" dt="2025-09-12T17:22:37.224" v="1413" actId="1076"/>
      <pc:docMkLst>
        <pc:docMk/>
      </pc:docMkLst>
      <pc:sldChg chg="addSp delSp modSp mod delAnim">
        <pc:chgData name="Xin Xin" userId="9ff0c946-7f3c-4192-98c1-6be932ce2bce" providerId="ADAL" clId="{756FBF97-58FD-4C5C-9E1D-839527CA400C}" dt="2025-09-12T17:14:47.866" v="1101" actId="1076"/>
        <pc:sldMkLst>
          <pc:docMk/>
          <pc:sldMk cId="1018610030" sldId="673"/>
        </pc:sldMkLst>
        <pc:spChg chg="del">
          <ac:chgData name="Xin Xin" userId="9ff0c946-7f3c-4192-98c1-6be932ce2bce" providerId="ADAL" clId="{756FBF97-58FD-4C5C-9E1D-839527CA400C}" dt="2025-09-12T17:14:44.116" v="1099" actId="21"/>
          <ac:spMkLst>
            <pc:docMk/>
            <pc:sldMk cId="1018610030" sldId="673"/>
            <ac:spMk id="12" creationId="{0F72455A-39FC-32FF-1159-43C34F7F2F8B}"/>
          </ac:spMkLst>
        </pc:spChg>
        <pc:spChg chg="del">
          <ac:chgData name="Xin Xin" userId="9ff0c946-7f3c-4192-98c1-6be932ce2bce" providerId="ADAL" clId="{756FBF97-58FD-4C5C-9E1D-839527CA400C}" dt="2025-09-12T17:14:44.116" v="1099" actId="21"/>
          <ac:spMkLst>
            <pc:docMk/>
            <pc:sldMk cId="1018610030" sldId="673"/>
            <ac:spMk id="18" creationId="{1EA19714-7634-3FB4-FD91-BB0CA1188144}"/>
          </ac:spMkLst>
        </pc:spChg>
        <pc:spChg chg="del">
          <ac:chgData name="Xin Xin" userId="9ff0c946-7f3c-4192-98c1-6be932ce2bce" providerId="ADAL" clId="{756FBF97-58FD-4C5C-9E1D-839527CA400C}" dt="2025-09-12T17:14:44.116" v="1099" actId="21"/>
          <ac:spMkLst>
            <pc:docMk/>
            <pc:sldMk cId="1018610030" sldId="673"/>
            <ac:spMk id="36" creationId="{03B1E1E1-56C8-289E-012E-1B594B28D304}"/>
          </ac:spMkLst>
        </pc:spChg>
        <pc:spChg chg="del">
          <ac:chgData name="Xin Xin" userId="9ff0c946-7f3c-4192-98c1-6be932ce2bce" providerId="ADAL" clId="{756FBF97-58FD-4C5C-9E1D-839527CA400C}" dt="2025-09-12T17:14:44.116" v="1099" actId="21"/>
          <ac:spMkLst>
            <pc:docMk/>
            <pc:sldMk cId="1018610030" sldId="673"/>
            <ac:spMk id="47" creationId="{B61ECB43-F6CB-120E-9FD1-15F4B26D4C45}"/>
          </ac:spMkLst>
        </pc:spChg>
        <pc:spChg chg="del">
          <ac:chgData name="Xin Xin" userId="9ff0c946-7f3c-4192-98c1-6be932ce2bce" providerId="ADAL" clId="{756FBF97-58FD-4C5C-9E1D-839527CA400C}" dt="2025-09-12T17:14:44.116" v="1099" actId="21"/>
          <ac:spMkLst>
            <pc:docMk/>
            <pc:sldMk cId="1018610030" sldId="673"/>
            <ac:spMk id="49" creationId="{52838D34-1416-29B3-525D-1152190F68D6}"/>
          </ac:spMkLst>
        </pc:spChg>
        <pc:spChg chg="del">
          <ac:chgData name="Xin Xin" userId="9ff0c946-7f3c-4192-98c1-6be932ce2bce" providerId="ADAL" clId="{756FBF97-58FD-4C5C-9E1D-839527CA400C}" dt="2025-09-12T17:14:44.116" v="1099" actId="21"/>
          <ac:spMkLst>
            <pc:docMk/>
            <pc:sldMk cId="1018610030" sldId="673"/>
            <ac:spMk id="69" creationId="{66523D64-C567-D612-466C-7B3B1F6805C3}"/>
          </ac:spMkLst>
        </pc:spChg>
        <pc:spChg chg="del">
          <ac:chgData name="Xin Xin" userId="9ff0c946-7f3c-4192-98c1-6be932ce2bce" providerId="ADAL" clId="{756FBF97-58FD-4C5C-9E1D-839527CA400C}" dt="2025-09-12T17:14:44.116" v="1099" actId="21"/>
          <ac:spMkLst>
            <pc:docMk/>
            <pc:sldMk cId="1018610030" sldId="673"/>
            <ac:spMk id="75" creationId="{52E80C04-6EA5-5D0B-3FB6-833448CB3D91}"/>
          </ac:spMkLst>
        </pc:spChg>
        <pc:spChg chg="del">
          <ac:chgData name="Xin Xin" userId="9ff0c946-7f3c-4192-98c1-6be932ce2bce" providerId="ADAL" clId="{756FBF97-58FD-4C5C-9E1D-839527CA400C}" dt="2025-09-12T17:14:44.116" v="1099" actId="21"/>
          <ac:spMkLst>
            <pc:docMk/>
            <pc:sldMk cId="1018610030" sldId="673"/>
            <ac:spMk id="76" creationId="{6C5F9FFF-AE64-1CD7-31A9-2F78F3089825}"/>
          </ac:spMkLst>
        </pc:spChg>
        <pc:spChg chg="del">
          <ac:chgData name="Xin Xin" userId="9ff0c946-7f3c-4192-98c1-6be932ce2bce" providerId="ADAL" clId="{756FBF97-58FD-4C5C-9E1D-839527CA400C}" dt="2025-09-12T17:14:44.116" v="1099" actId="21"/>
          <ac:spMkLst>
            <pc:docMk/>
            <pc:sldMk cId="1018610030" sldId="673"/>
            <ac:spMk id="85" creationId="{E1C40819-D95E-96FD-A400-818F2D4B80DC}"/>
          </ac:spMkLst>
        </pc:spChg>
        <pc:spChg chg="del">
          <ac:chgData name="Xin Xin" userId="9ff0c946-7f3c-4192-98c1-6be932ce2bce" providerId="ADAL" clId="{756FBF97-58FD-4C5C-9E1D-839527CA400C}" dt="2025-09-12T17:14:44.116" v="1099" actId="21"/>
          <ac:spMkLst>
            <pc:docMk/>
            <pc:sldMk cId="1018610030" sldId="673"/>
            <ac:spMk id="92" creationId="{2C7CC1D4-F4C3-BAAF-C200-87EAD290012A}"/>
          </ac:spMkLst>
        </pc:spChg>
        <pc:picChg chg="add mod">
          <ac:chgData name="Xin Xin" userId="9ff0c946-7f3c-4192-98c1-6be932ce2bce" providerId="ADAL" clId="{756FBF97-58FD-4C5C-9E1D-839527CA400C}" dt="2025-09-12T17:14:47.866" v="1101" actId="1076"/>
          <ac:picMkLst>
            <pc:docMk/>
            <pc:sldMk cId="1018610030" sldId="673"/>
            <ac:picMk id="99" creationId="{2C0F6256-589B-D426-D3D7-DCE58298F47B}"/>
          </ac:picMkLst>
        </pc:picChg>
      </pc:sldChg>
      <pc:sldChg chg="addSp delSp modSp mod delAnim">
        <pc:chgData name="Xin Xin" userId="9ff0c946-7f3c-4192-98c1-6be932ce2bce" providerId="ADAL" clId="{756FBF97-58FD-4C5C-9E1D-839527CA400C}" dt="2025-09-12T17:14:37.986" v="1098" actId="1036"/>
        <pc:sldMkLst>
          <pc:docMk/>
          <pc:sldMk cId="1992431433" sldId="675"/>
        </pc:sldMkLst>
        <pc:spChg chg="del">
          <ac:chgData name="Xin Xin" userId="9ff0c946-7f3c-4192-98c1-6be932ce2bce" providerId="ADAL" clId="{756FBF97-58FD-4C5C-9E1D-839527CA400C}" dt="2025-09-12T17:14:09.686" v="1081" actId="21"/>
          <ac:spMkLst>
            <pc:docMk/>
            <pc:sldMk cId="1992431433" sldId="675"/>
            <ac:spMk id="28" creationId="{D6FC5F63-9F91-B5FC-CDB1-338869FDEE95}"/>
          </ac:spMkLst>
        </pc:spChg>
        <pc:grpChg chg="del">
          <ac:chgData name="Xin Xin" userId="9ff0c946-7f3c-4192-98c1-6be932ce2bce" providerId="ADAL" clId="{756FBF97-58FD-4C5C-9E1D-839527CA400C}" dt="2025-09-12T17:14:09.686" v="1081" actId="21"/>
          <ac:grpSpMkLst>
            <pc:docMk/>
            <pc:sldMk cId="1992431433" sldId="675"/>
            <ac:grpSpMk id="27" creationId="{8A979593-9351-052D-1C07-0404815E795F}"/>
          </ac:grpSpMkLst>
        </pc:grpChg>
        <pc:picChg chg="del">
          <ac:chgData name="Xin Xin" userId="9ff0c946-7f3c-4192-98c1-6be932ce2bce" providerId="ADAL" clId="{756FBF97-58FD-4C5C-9E1D-839527CA400C}" dt="2025-09-12T17:14:09.686" v="1081" actId="21"/>
          <ac:picMkLst>
            <pc:docMk/>
            <pc:sldMk cId="1992431433" sldId="675"/>
            <ac:picMk id="3" creationId="{2B30552C-498A-C17E-7FD2-895BCDCE8B60}"/>
          </ac:picMkLst>
        </pc:picChg>
        <pc:picChg chg="add mod">
          <ac:chgData name="Xin Xin" userId="9ff0c946-7f3c-4192-98c1-6be932ce2bce" providerId="ADAL" clId="{756FBF97-58FD-4C5C-9E1D-839527CA400C}" dt="2025-09-12T17:14:37.986" v="1098" actId="1036"/>
          <ac:picMkLst>
            <pc:docMk/>
            <pc:sldMk cId="1992431433" sldId="675"/>
            <ac:picMk id="29" creationId="{39D892D0-2F10-361E-0D4F-F724376C4D17}"/>
          </ac:picMkLst>
        </pc:picChg>
      </pc:sldChg>
      <pc:sldChg chg="addSp delSp modSp mod delAnim">
        <pc:chgData name="Xin Xin" userId="9ff0c946-7f3c-4192-98c1-6be932ce2bce" providerId="ADAL" clId="{756FBF97-58FD-4C5C-9E1D-839527CA400C}" dt="2025-09-12T17:13:58.495" v="1080" actId="1076"/>
        <pc:sldMkLst>
          <pc:docMk/>
          <pc:sldMk cId="2093568078" sldId="698"/>
        </pc:sldMkLst>
        <pc:grpChg chg="del">
          <ac:chgData name="Xin Xin" userId="9ff0c946-7f3c-4192-98c1-6be932ce2bce" providerId="ADAL" clId="{756FBF97-58FD-4C5C-9E1D-839527CA400C}" dt="2025-09-12T17:13:54.546" v="1078" actId="21"/>
          <ac:grpSpMkLst>
            <pc:docMk/>
            <pc:sldMk cId="2093568078" sldId="698"/>
            <ac:grpSpMk id="30" creationId="{B9EB5AAF-DB3B-9A7B-417B-71D4BB88C90B}"/>
          </ac:grpSpMkLst>
        </pc:grpChg>
        <pc:grpChg chg="del">
          <ac:chgData name="Xin Xin" userId="9ff0c946-7f3c-4192-98c1-6be932ce2bce" providerId="ADAL" clId="{756FBF97-58FD-4C5C-9E1D-839527CA400C}" dt="2025-09-12T17:13:54.546" v="1078" actId="21"/>
          <ac:grpSpMkLst>
            <pc:docMk/>
            <pc:sldMk cId="2093568078" sldId="698"/>
            <ac:grpSpMk id="33" creationId="{C14D4833-EA4E-33DE-D242-6DA7B5D4E3EE}"/>
          </ac:grpSpMkLst>
        </pc:grpChg>
        <pc:grpChg chg="del">
          <ac:chgData name="Xin Xin" userId="9ff0c946-7f3c-4192-98c1-6be932ce2bce" providerId="ADAL" clId="{756FBF97-58FD-4C5C-9E1D-839527CA400C}" dt="2025-09-12T17:13:54.546" v="1078" actId="21"/>
          <ac:grpSpMkLst>
            <pc:docMk/>
            <pc:sldMk cId="2093568078" sldId="698"/>
            <ac:grpSpMk id="56" creationId="{7861DA8F-B05F-4133-C669-DA94B3FE4123}"/>
          </ac:grpSpMkLst>
        </pc:grpChg>
        <pc:picChg chg="del">
          <ac:chgData name="Xin Xin" userId="9ff0c946-7f3c-4192-98c1-6be932ce2bce" providerId="ADAL" clId="{756FBF97-58FD-4C5C-9E1D-839527CA400C}" dt="2025-09-12T17:13:54.546" v="1078" actId="21"/>
          <ac:picMkLst>
            <pc:docMk/>
            <pc:sldMk cId="2093568078" sldId="698"/>
            <ac:picMk id="3" creationId="{2B30552C-498A-C17E-7FD2-895BCDCE8B60}"/>
          </ac:picMkLst>
        </pc:picChg>
        <pc:picChg chg="add mod">
          <ac:chgData name="Xin Xin" userId="9ff0c946-7f3c-4192-98c1-6be932ce2bce" providerId="ADAL" clId="{756FBF97-58FD-4C5C-9E1D-839527CA400C}" dt="2025-09-12T17:13:58.495" v="1080" actId="1076"/>
          <ac:picMkLst>
            <pc:docMk/>
            <pc:sldMk cId="2093568078" sldId="698"/>
            <ac:picMk id="4" creationId="{A3C9CCAA-B5AB-AA49-592B-C96F9B065240}"/>
          </ac:picMkLst>
        </pc:picChg>
        <pc:picChg chg="del">
          <ac:chgData name="Xin Xin" userId="9ff0c946-7f3c-4192-98c1-6be932ce2bce" providerId="ADAL" clId="{756FBF97-58FD-4C5C-9E1D-839527CA400C}" dt="2025-09-12T17:13:54.546" v="1078" actId="21"/>
          <ac:picMkLst>
            <pc:docMk/>
            <pc:sldMk cId="2093568078" sldId="698"/>
            <ac:picMk id="29" creationId="{8157BC58-3F89-FFD6-6981-30CEF8AD47AB}"/>
          </ac:picMkLst>
        </pc:picChg>
      </pc:sldChg>
      <pc:sldChg chg="del">
        <pc:chgData name="Xin Xin" userId="9ff0c946-7f3c-4192-98c1-6be932ce2bce" providerId="ADAL" clId="{756FBF97-58FD-4C5C-9E1D-839527CA400C}" dt="2025-09-12T17:15:26.296" v="1102" actId="47"/>
        <pc:sldMkLst>
          <pc:docMk/>
          <pc:sldMk cId="1268264456" sldId="721"/>
        </pc:sldMkLst>
      </pc:sldChg>
      <pc:sldChg chg="modSp">
        <pc:chgData name="Xin Xin" userId="9ff0c946-7f3c-4192-98c1-6be932ce2bce" providerId="ADAL" clId="{756FBF97-58FD-4C5C-9E1D-839527CA400C}" dt="2025-09-12T15:25:25.754" v="0" actId="313"/>
        <pc:sldMkLst>
          <pc:docMk/>
          <pc:sldMk cId="9089269" sldId="732"/>
        </pc:sldMkLst>
        <pc:spChg chg="mod">
          <ac:chgData name="Xin Xin" userId="9ff0c946-7f3c-4192-98c1-6be932ce2bce" providerId="ADAL" clId="{756FBF97-58FD-4C5C-9E1D-839527CA400C}" dt="2025-09-12T15:25:25.754" v="0" actId="313"/>
          <ac:spMkLst>
            <pc:docMk/>
            <pc:sldMk cId="9089269" sldId="732"/>
            <ac:spMk id="5" creationId="{2E83E263-E4AD-F9A4-418B-38AE3C75DD72}"/>
          </ac:spMkLst>
        </pc:spChg>
      </pc:sldChg>
      <pc:sldChg chg="addSp delSp modSp add del mod">
        <pc:chgData name="Xin Xin" userId="9ff0c946-7f3c-4192-98c1-6be932ce2bce" providerId="ADAL" clId="{756FBF97-58FD-4C5C-9E1D-839527CA400C}" dt="2025-09-12T17:13:06.626" v="1076" actId="2696"/>
        <pc:sldMkLst>
          <pc:docMk/>
          <pc:sldMk cId="373997964" sldId="735"/>
        </pc:sldMkLst>
        <pc:spChg chg="mod">
          <ac:chgData name="Xin Xin" userId="9ff0c946-7f3c-4192-98c1-6be932ce2bce" providerId="ADAL" clId="{756FBF97-58FD-4C5C-9E1D-839527CA400C}" dt="2025-09-12T16:55:48.485" v="750" actId="20577"/>
          <ac:spMkLst>
            <pc:docMk/>
            <pc:sldMk cId="373997964" sldId="735"/>
            <ac:spMk id="4" creationId="{8849898B-2D24-48CD-AD8D-313A4F934BFF}"/>
          </ac:spMkLst>
        </pc:spChg>
        <pc:spChg chg="add mod">
          <ac:chgData name="Xin Xin" userId="9ff0c946-7f3c-4192-98c1-6be932ce2bce" providerId="ADAL" clId="{756FBF97-58FD-4C5C-9E1D-839527CA400C}" dt="2025-09-12T17:12:45.249" v="1075" actId="14100"/>
          <ac:spMkLst>
            <pc:docMk/>
            <pc:sldMk cId="373997964" sldId="735"/>
            <ac:spMk id="32" creationId="{24DB7247-5F70-ABBB-36E6-3A5CFF1D7C4B}"/>
          </ac:spMkLst>
        </pc:spChg>
        <pc:spChg chg="add mod">
          <ac:chgData name="Xin Xin" userId="9ff0c946-7f3c-4192-98c1-6be932ce2bce" providerId="ADAL" clId="{756FBF97-58FD-4C5C-9E1D-839527CA400C}" dt="2025-09-12T17:12:30.172" v="1073" actId="1076"/>
          <ac:spMkLst>
            <pc:docMk/>
            <pc:sldMk cId="373997964" sldId="735"/>
            <ac:spMk id="35" creationId="{70FDA84E-354A-6585-A1EA-4C091081BAE0}"/>
          </ac:spMkLst>
        </pc:spChg>
        <pc:spChg chg="mod">
          <ac:chgData name="Xin Xin" userId="9ff0c946-7f3c-4192-98c1-6be932ce2bce" providerId="ADAL" clId="{756FBF97-58FD-4C5C-9E1D-839527CA400C}" dt="2025-09-12T17:11:20.787" v="1052" actId="14100"/>
          <ac:spMkLst>
            <pc:docMk/>
            <pc:sldMk cId="373997964" sldId="735"/>
            <ac:spMk id="147" creationId="{39F714C7-C6D9-C040-B8A8-30746CDBC5BF}"/>
          </ac:spMkLst>
        </pc:spChg>
        <pc:grpChg chg="add del mod">
          <ac:chgData name="Xin Xin" userId="9ff0c946-7f3c-4192-98c1-6be932ce2bce" providerId="ADAL" clId="{756FBF97-58FD-4C5C-9E1D-839527CA400C}" dt="2025-09-12T16:57:12.647" v="754" actId="478"/>
          <ac:grpSpMkLst>
            <pc:docMk/>
            <pc:sldMk cId="373997964" sldId="735"/>
            <ac:grpSpMk id="17" creationId="{AE2E9FA6-C972-A611-132B-6B38910E6E87}"/>
          </ac:grpSpMkLst>
        </pc:grpChg>
        <pc:grpChg chg="add del mod">
          <ac:chgData name="Xin Xin" userId="9ff0c946-7f3c-4192-98c1-6be932ce2bce" providerId="ADAL" clId="{756FBF97-58FD-4C5C-9E1D-839527CA400C}" dt="2025-09-12T16:57:12.647" v="754" actId="478"/>
          <ac:grpSpMkLst>
            <pc:docMk/>
            <pc:sldMk cId="373997964" sldId="735"/>
            <ac:grpSpMk id="19" creationId="{68BC3103-1221-9CAA-E69D-E364CEE2D556}"/>
          </ac:grpSpMkLst>
        </pc:grpChg>
        <pc:grpChg chg="add del mod">
          <ac:chgData name="Xin Xin" userId="9ff0c946-7f3c-4192-98c1-6be932ce2bce" providerId="ADAL" clId="{756FBF97-58FD-4C5C-9E1D-839527CA400C}" dt="2025-09-12T16:57:12.647" v="754" actId="478"/>
          <ac:grpSpMkLst>
            <pc:docMk/>
            <pc:sldMk cId="373997964" sldId="735"/>
            <ac:grpSpMk id="22" creationId="{EB5DD3CB-A3CA-C8DE-02C0-4126756995F0}"/>
          </ac:grpSpMkLst>
        </pc:grpChg>
        <pc:grpChg chg="add del mod">
          <ac:chgData name="Xin Xin" userId="9ff0c946-7f3c-4192-98c1-6be932ce2bce" providerId="ADAL" clId="{756FBF97-58FD-4C5C-9E1D-839527CA400C}" dt="2025-09-12T16:57:12.647" v="754" actId="478"/>
          <ac:grpSpMkLst>
            <pc:docMk/>
            <pc:sldMk cId="373997964" sldId="735"/>
            <ac:grpSpMk id="27" creationId="{27332804-EDA3-6687-ADA7-555E18E44E59}"/>
          </ac:grpSpMkLst>
        </pc:grpChg>
        <pc:graphicFrameChg chg="add del mod modGraphic">
          <ac:chgData name="Xin Xin" userId="9ff0c946-7f3c-4192-98c1-6be932ce2bce" providerId="ADAL" clId="{756FBF97-58FD-4C5C-9E1D-839527CA400C}" dt="2025-09-12T16:57:02.508" v="751" actId="478"/>
          <ac:graphicFrameMkLst>
            <pc:docMk/>
            <pc:sldMk cId="373997964" sldId="735"/>
            <ac:graphicFrameMk id="3" creationId="{74EB3172-2E7F-82D8-7F12-CE561EDA264C}"/>
          </ac:graphicFrameMkLst>
        </pc:graphicFrameChg>
        <pc:graphicFrameChg chg="add mod">
          <ac:chgData name="Xin Xin" userId="9ff0c946-7f3c-4192-98c1-6be932ce2bce" providerId="ADAL" clId="{756FBF97-58FD-4C5C-9E1D-839527CA400C}" dt="2025-09-12T15:32:00.572" v="167" actId="571"/>
          <ac:graphicFrameMkLst>
            <pc:docMk/>
            <pc:sldMk cId="373997964" sldId="735"/>
            <ac:graphicFrameMk id="7" creationId="{598542A0-2A49-84BA-12D6-9D1F41853F5D}"/>
          </ac:graphicFrameMkLst>
        </pc:graphicFrameChg>
        <pc:picChg chg="add del mod">
          <ac:chgData name="Xin Xin" userId="9ff0c946-7f3c-4192-98c1-6be932ce2bce" providerId="ADAL" clId="{756FBF97-58FD-4C5C-9E1D-839527CA400C}" dt="2025-09-12T16:57:12.647" v="754" actId="478"/>
          <ac:picMkLst>
            <pc:docMk/>
            <pc:sldMk cId="373997964" sldId="735"/>
            <ac:picMk id="6" creationId="{F57A59BC-4E91-1B1E-5252-82ED49F641B8}"/>
          </ac:picMkLst>
        </pc:picChg>
        <pc:picChg chg="del">
          <ac:chgData name="Xin Xin" userId="9ff0c946-7f3c-4192-98c1-6be932ce2bce" providerId="ADAL" clId="{756FBF97-58FD-4C5C-9E1D-839527CA400C}" dt="2025-09-12T15:26:10.737" v="15" actId="478"/>
          <ac:picMkLst>
            <pc:docMk/>
            <pc:sldMk cId="373997964" sldId="735"/>
            <ac:picMk id="8" creationId="{61DE51F1-FFC1-B4D4-13EA-DA1642025A20}"/>
          </ac:picMkLst>
        </pc:picChg>
        <pc:picChg chg="del">
          <ac:chgData name="Xin Xin" userId="9ff0c946-7f3c-4192-98c1-6be932ce2bce" providerId="ADAL" clId="{756FBF97-58FD-4C5C-9E1D-839527CA400C}" dt="2025-09-12T15:26:10.737" v="15" actId="478"/>
          <ac:picMkLst>
            <pc:docMk/>
            <pc:sldMk cId="373997964" sldId="735"/>
            <ac:picMk id="9" creationId="{D5769453-2435-CD7D-08B8-2BCB891E96FF}"/>
          </ac:picMkLst>
        </pc:picChg>
        <pc:picChg chg="add mod">
          <ac:chgData name="Xin Xin" userId="9ff0c946-7f3c-4192-98c1-6be932ce2bce" providerId="ADAL" clId="{756FBF97-58FD-4C5C-9E1D-839527CA400C}" dt="2025-09-12T15:32:00.572" v="167" actId="571"/>
          <ac:picMkLst>
            <pc:docMk/>
            <pc:sldMk cId="373997964" sldId="735"/>
            <ac:picMk id="10" creationId="{8EBB5335-EF69-2BFD-1194-A4343C6E1EF7}"/>
          </ac:picMkLst>
        </pc:picChg>
        <pc:picChg chg="del">
          <ac:chgData name="Xin Xin" userId="9ff0c946-7f3c-4192-98c1-6be932ce2bce" providerId="ADAL" clId="{756FBF97-58FD-4C5C-9E1D-839527CA400C}" dt="2025-09-12T15:26:10.737" v="15" actId="478"/>
          <ac:picMkLst>
            <pc:docMk/>
            <pc:sldMk cId="373997964" sldId="735"/>
            <ac:picMk id="11" creationId="{9B861C41-3D90-1C91-FB08-86A9C5342072}"/>
          </ac:picMkLst>
        </pc:picChg>
        <pc:picChg chg="del">
          <ac:chgData name="Xin Xin" userId="9ff0c946-7f3c-4192-98c1-6be932ce2bce" providerId="ADAL" clId="{756FBF97-58FD-4C5C-9E1D-839527CA400C}" dt="2025-09-12T15:26:10.737" v="15" actId="478"/>
          <ac:picMkLst>
            <pc:docMk/>
            <pc:sldMk cId="373997964" sldId="735"/>
            <ac:picMk id="16" creationId="{8DC3DC66-12A2-8A72-CD2F-383D245195CC}"/>
          </ac:picMkLst>
        </pc:picChg>
        <pc:picChg chg="add del mod">
          <ac:chgData name="Xin Xin" userId="9ff0c946-7f3c-4192-98c1-6be932ce2bce" providerId="ADAL" clId="{756FBF97-58FD-4C5C-9E1D-839527CA400C}" dt="2025-09-12T16:57:12.647" v="754" actId="478"/>
          <ac:picMkLst>
            <pc:docMk/>
            <pc:sldMk cId="373997964" sldId="735"/>
            <ac:picMk id="18" creationId="{7B8DD2A9-7539-C4B9-FA96-3C3966A484CE}"/>
          </ac:picMkLst>
        </pc:picChg>
        <pc:picChg chg="add del mod">
          <ac:chgData name="Xin Xin" userId="9ff0c946-7f3c-4192-98c1-6be932ce2bce" providerId="ADAL" clId="{756FBF97-58FD-4C5C-9E1D-839527CA400C}" dt="2025-09-12T16:57:12.647" v="754" actId="478"/>
          <ac:picMkLst>
            <pc:docMk/>
            <pc:sldMk cId="373997964" sldId="735"/>
            <ac:picMk id="25" creationId="{18FA95B3-AB5F-8058-3312-4EAFFBCA343A}"/>
          </ac:picMkLst>
        </pc:picChg>
        <pc:picChg chg="add del mod">
          <ac:chgData name="Xin Xin" userId="9ff0c946-7f3c-4192-98c1-6be932ce2bce" providerId="ADAL" clId="{756FBF97-58FD-4C5C-9E1D-839527CA400C}" dt="2025-09-12T16:57:12.647" v="754" actId="478"/>
          <ac:picMkLst>
            <pc:docMk/>
            <pc:sldMk cId="373997964" sldId="735"/>
            <ac:picMk id="26" creationId="{FA793A43-06A8-BE17-0BA1-2E60E46064D0}"/>
          </ac:picMkLst>
        </pc:picChg>
        <pc:picChg chg="add mod modCrop">
          <ac:chgData name="Xin Xin" userId="9ff0c946-7f3c-4192-98c1-6be932ce2bce" providerId="ADAL" clId="{756FBF97-58FD-4C5C-9E1D-839527CA400C}" dt="2025-09-12T17:12:26.456" v="1072" actId="1076"/>
          <ac:picMkLst>
            <pc:docMk/>
            <pc:sldMk cId="373997964" sldId="735"/>
            <ac:picMk id="31" creationId="{74AF125A-D98A-E390-5B6D-C55DCA1DD417}"/>
          </ac:picMkLst>
        </pc:picChg>
        <pc:picChg chg="add mod">
          <ac:chgData name="Xin Xin" userId="9ff0c946-7f3c-4192-98c1-6be932ce2bce" providerId="ADAL" clId="{756FBF97-58FD-4C5C-9E1D-839527CA400C}" dt="2025-09-12T17:11:55.121" v="1060" actId="1076"/>
          <ac:picMkLst>
            <pc:docMk/>
            <pc:sldMk cId="373997964" sldId="735"/>
            <ac:picMk id="34" creationId="{F3A319F7-4CE2-6AA3-1BFF-D27B3A015168}"/>
          </ac:picMkLst>
        </pc:picChg>
        <pc:cxnChg chg="add mod">
          <ac:chgData name="Xin Xin" userId="9ff0c946-7f3c-4192-98c1-6be932ce2bce" providerId="ADAL" clId="{756FBF97-58FD-4C5C-9E1D-839527CA400C}" dt="2025-09-12T15:32:33.940" v="176" actId="164"/>
          <ac:cxnSpMkLst>
            <pc:docMk/>
            <pc:sldMk cId="373997964" sldId="735"/>
            <ac:cxnSpMk id="13" creationId="{89B5420A-9471-BA99-BDD0-901D31A3DE35}"/>
          </ac:cxnSpMkLst>
        </pc:cxnChg>
        <pc:cxnChg chg="add mod">
          <ac:chgData name="Xin Xin" userId="9ff0c946-7f3c-4192-98c1-6be932ce2bce" providerId="ADAL" clId="{756FBF97-58FD-4C5C-9E1D-839527CA400C}" dt="2025-09-12T15:32:33.940" v="176" actId="164"/>
          <ac:cxnSpMkLst>
            <pc:docMk/>
            <pc:sldMk cId="373997964" sldId="735"/>
            <ac:cxnSpMk id="14" creationId="{F53CB32E-F079-A340-DD06-8DCF922FC0DA}"/>
          </ac:cxnSpMkLst>
        </pc:cxnChg>
        <pc:cxnChg chg="mod">
          <ac:chgData name="Xin Xin" userId="9ff0c946-7f3c-4192-98c1-6be932ce2bce" providerId="ADAL" clId="{756FBF97-58FD-4C5C-9E1D-839527CA400C}" dt="2025-09-12T15:32:49.496" v="179" actId="571"/>
          <ac:cxnSpMkLst>
            <pc:docMk/>
            <pc:sldMk cId="373997964" sldId="735"/>
            <ac:cxnSpMk id="20" creationId="{BF7E5C1D-CF87-E4A6-8E65-125C79293252}"/>
          </ac:cxnSpMkLst>
        </pc:cxnChg>
        <pc:cxnChg chg="mod">
          <ac:chgData name="Xin Xin" userId="9ff0c946-7f3c-4192-98c1-6be932ce2bce" providerId="ADAL" clId="{756FBF97-58FD-4C5C-9E1D-839527CA400C}" dt="2025-09-12T15:32:49.496" v="179" actId="571"/>
          <ac:cxnSpMkLst>
            <pc:docMk/>
            <pc:sldMk cId="373997964" sldId="735"/>
            <ac:cxnSpMk id="21" creationId="{1539594C-1136-EC6F-6204-F6FF29D85497}"/>
          </ac:cxnSpMkLst>
        </pc:cxnChg>
        <pc:cxnChg chg="mod">
          <ac:chgData name="Xin Xin" userId="9ff0c946-7f3c-4192-98c1-6be932ce2bce" providerId="ADAL" clId="{756FBF97-58FD-4C5C-9E1D-839527CA400C}" dt="2025-09-12T15:37:43.392" v="202" actId="571"/>
          <ac:cxnSpMkLst>
            <pc:docMk/>
            <pc:sldMk cId="373997964" sldId="735"/>
            <ac:cxnSpMk id="23" creationId="{7EEACC4F-4FA4-D1E8-8250-8771A9A97656}"/>
          </ac:cxnSpMkLst>
        </pc:cxnChg>
        <pc:cxnChg chg="mod">
          <ac:chgData name="Xin Xin" userId="9ff0c946-7f3c-4192-98c1-6be932ce2bce" providerId="ADAL" clId="{756FBF97-58FD-4C5C-9E1D-839527CA400C}" dt="2025-09-12T15:37:43.392" v="202" actId="571"/>
          <ac:cxnSpMkLst>
            <pc:docMk/>
            <pc:sldMk cId="373997964" sldId="735"/>
            <ac:cxnSpMk id="24" creationId="{FB30DDBE-CCA4-0FB7-4989-88394C5227F4}"/>
          </ac:cxnSpMkLst>
        </pc:cxnChg>
        <pc:cxnChg chg="mod">
          <ac:chgData name="Xin Xin" userId="9ff0c946-7f3c-4192-98c1-6be932ce2bce" providerId="ADAL" clId="{756FBF97-58FD-4C5C-9E1D-839527CA400C}" dt="2025-09-12T15:39:16.370" v="236" actId="571"/>
          <ac:cxnSpMkLst>
            <pc:docMk/>
            <pc:sldMk cId="373997964" sldId="735"/>
            <ac:cxnSpMk id="28" creationId="{506DB333-C924-2E28-6594-C77CB49A9954}"/>
          </ac:cxnSpMkLst>
        </pc:cxnChg>
        <pc:cxnChg chg="mod">
          <ac:chgData name="Xin Xin" userId="9ff0c946-7f3c-4192-98c1-6be932ce2bce" providerId="ADAL" clId="{756FBF97-58FD-4C5C-9E1D-839527CA400C}" dt="2025-09-12T15:39:16.370" v="236" actId="571"/>
          <ac:cxnSpMkLst>
            <pc:docMk/>
            <pc:sldMk cId="373997964" sldId="735"/>
            <ac:cxnSpMk id="29" creationId="{88130FED-8E85-686F-EA21-B4904FE2105A}"/>
          </ac:cxnSpMkLst>
        </pc:cxnChg>
      </pc:sldChg>
      <pc:sldChg chg="delSp modSp add mod">
        <pc:chgData name="Xin Xin" userId="9ff0c946-7f3c-4192-98c1-6be932ce2bce" providerId="ADAL" clId="{756FBF97-58FD-4C5C-9E1D-839527CA400C}" dt="2025-09-12T17:22:37.224" v="1413" actId="1076"/>
        <pc:sldMkLst>
          <pc:docMk/>
          <pc:sldMk cId="2781527497" sldId="735"/>
        </pc:sldMkLst>
        <pc:spChg chg="mod">
          <ac:chgData name="Xin Xin" userId="9ff0c946-7f3c-4192-98c1-6be932ce2bce" providerId="ADAL" clId="{756FBF97-58FD-4C5C-9E1D-839527CA400C}" dt="2025-09-12T17:18:48.100" v="1117" actId="20577"/>
          <ac:spMkLst>
            <pc:docMk/>
            <pc:sldMk cId="2781527497" sldId="735"/>
            <ac:spMk id="4" creationId="{8849898B-2D24-48CD-AD8D-313A4F934BFF}"/>
          </ac:spMkLst>
        </pc:spChg>
        <pc:spChg chg="del">
          <ac:chgData name="Xin Xin" userId="9ff0c946-7f3c-4192-98c1-6be932ce2bce" providerId="ADAL" clId="{756FBF97-58FD-4C5C-9E1D-839527CA400C}" dt="2025-09-12T17:19:46.125" v="1211" actId="478"/>
          <ac:spMkLst>
            <pc:docMk/>
            <pc:sldMk cId="2781527497" sldId="735"/>
            <ac:spMk id="32" creationId="{24DB7247-5F70-ABBB-36E6-3A5CFF1D7C4B}"/>
          </ac:spMkLst>
        </pc:spChg>
        <pc:spChg chg="del">
          <ac:chgData name="Xin Xin" userId="9ff0c946-7f3c-4192-98c1-6be932ce2bce" providerId="ADAL" clId="{756FBF97-58FD-4C5C-9E1D-839527CA400C}" dt="2025-09-12T17:19:46.125" v="1211" actId="478"/>
          <ac:spMkLst>
            <pc:docMk/>
            <pc:sldMk cId="2781527497" sldId="735"/>
            <ac:spMk id="35" creationId="{70FDA84E-354A-6585-A1EA-4C091081BAE0}"/>
          </ac:spMkLst>
        </pc:spChg>
        <pc:spChg chg="mod">
          <ac:chgData name="Xin Xin" userId="9ff0c946-7f3c-4192-98c1-6be932ce2bce" providerId="ADAL" clId="{756FBF97-58FD-4C5C-9E1D-839527CA400C}" dt="2025-09-12T17:22:37.224" v="1413" actId="1076"/>
          <ac:spMkLst>
            <pc:docMk/>
            <pc:sldMk cId="2781527497" sldId="735"/>
            <ac:spMk id="147" creationId="{39F714C7-C6D9-C040-B8A8-30746CDBC5BF}"/>
          </ac:spMkLst>
        </pc:spChg>
        <pc:picChg chg="del">
          <ac:chgData name="Xin Xin" userId="9ff0c946-7f3c-4192-98c1-6be932ce2bce" providerId="ADAL" clId="{756FBF97-58FD-4C5C-9E1D-839527CA400C}" dt="2025-09-12T17:19:43.141" v="1210" actId="478"/>
          <ac:picMkLst>
            <pc:docMk/>
            <pc:sldMk cId="2781527497" sldId="735"/>
            <ac:picMk id="31" creationId="{74AF125A-D98A-E390-5B6D-C55DCA1DD417}"/>
          </ac:picMkLst>
        </pc:picChg>
        <pc:picChg chg="del">
          <ac:chgData name="Xin Xin" userId="9ff0c946-7f3c-4192-98c1-6be932ce2bce" providerId="ADAL" clId="{756FBF97-58FD-4C5C-9E1D-839527CA400C}" dt="2025-09-12T17:19:42.678" v="1209" actId="478"/>
          <ac:picMkLst>
            <pc:docMk/>
            <pc:sldMk cId="2781527497" sldId="735"/>
            <ac:picMk id="34" creationId="{F3A319F7-4CE2-6AA3-1BFF-D27B3A015168}"/>
          </ac:picMkLst>
        </pc:picChg>
      </pc:sldChg>
      <pc:sldChg chg="add">
        <pc:chgData name="Xin Xin" userId="9ff0c946-7f3c-4192-98c1-6be932ce2bce" providerId="ADAL" clId="{756FBF97-58FD-4C5C-9E1D-839527CA400C}" dt="2025-09-12T16:55:38.402" v="733"/>
        <pc:sldMkLst>
          <pc:docMk/>
          <pc:sldMk cId="1260590313" sldId="736"/>
        </pc:sldMkLst>
      </pc:sldChg>
      <pc:sldChg chg="add">
        <pc:chgData name="Xin Xin" userId="9ff0c946-7f3c-4192-98c1-6be932ce2bce" providerId="ADAL" clId="{756FBF97-58FD-4C5C-9E1D-839527CA400C}" dt="2025-09-12T17:18:42.275" v="1103"/>
        <pc:sldMkLst>
          <pc:docMk/>
          <pc:sldMk cId="1071341473" sldId="7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9D0866-1E13-43BE-A057-7B167C06E6FA}" type="datetimeFigureOut">
              <a:rPr lang="en-US" smtClean="0"/>
              <a:t>9/25/2026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8812E-E0CE-4168-80FE-0D3C266E5416}" type="slidenum">
              <a:rPr lang="en-US" smtClean="0"/>
              <a:t>‹#›</a:t>
            </a:fld>
            <a:endParaRPr lang="en-US"/>
          </a:p>
        </p:txBody>
      </p:sp>
    </p:spTree>
    <p:extLst>
      <p:ext uri="{BB962C8B-B14F-4D97-AF65-F5344CB8AC3E}">
        <p14:creationId xmlns:p14="http://schemas.microsoft.com/office/powerpoint/2010/main" val="1585248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8812E-E0CE-4168-80FE-0D3C266E5416}" type="slidenum">
              <a:rPr lang="en-US" smtClean="0"/>
              <a:t>1</a:t>
            </a:fld>
            <a:endParaRPr lang="en-US"/>
          </a:p>
        </p:txBody>
      </p:sp>
    </p:spTree>
    <p:extLst>
      <p:ext uri="{BB962C8B-B14F-4D97-AF65-F5344CB8AC3E}">
        <p14:creationId xmlns:p14="http://schemas.microsoft.com/office/powerpoint/2010/main" val="2982614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0A8812E-E0CE-4168-80FE-0D3C266E5416}" type="slidenum">
              <a:rPr lang="en-US" smtClean="0"/>
              <a:t>2</a:t>
            </a:fld>
            <a:endParaRPr lang="en-US"/>
          </a:p>
        </p:txBody>
      </p:sp>
    </p:spTree>
    <p:extLst>
      <p:ext uri="{BB962C8B-B14F-4D97-AF65-F5344CB8AC3E}">
        <p14:creationId xmlns:p14="http://schemas.microsoft.com/office/powerpoint/2010/main" val="3287102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70781-DBA0-B3D2-EE60-CC64CA8A4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8E63F-0F67-A0FC-072A-C20D2B3C0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DDFD3-19CB-B0E1-2396-69F03A6D8D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76165B9-F916-7DD2-F83E-0FF7A13F0862}"/>
              </a:ext>
            </a:extLst>
          </p:cNvPr>
          <p:cNvSpPr>
            <a:spLocks noGrp="1"/>
          </p:cNvSpPr>
          <p:nvPr>
            <p:ph type="sldNum" sz="quarter" idx="5"/>
          </p:nvPr>
        </p:nvSpPr>
        <p:spPr/>
        <p:txBody>
          <a:bodyPr/>
          <a:lstStyle/>
          <a:p>
            <a:fld id="{0BBCB267-6D90-8940-BF7D-14CF66FB7715}" type="slidenum">
              <a:rPr lang="en-US" smtClean="0"/>
              <a:t>26</a:t>
            </a:fld>
            <a:endParaRPr lang="en-US"/>
          </a:p>
        </p:txBody>
      </p:sp>
    </p:spTree>
    <p:extLst>
      <p:ext uri="{BB962C8B-B14F-4D97-AF65-F5344CB8AC3E}">
        <p14:creationId xmlns:p14="http://schemas.microsoft.com/office/powerpoint/2010/main" val="739792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27</a:t>
            </a:fld>
            <a:endParaRPr lang="en-US"/>
          </a:p>
        </p:txBody>
      </p:sp>
    </p:spTree>
    <p:extLst>
      <p:ext uri="{BB962C8B-B14F-4D97-AF65-F5344CB8AC3E}">
        <p14:creationId xmlns:p14="http://schemas.microsoft.com/office/powerpoint/2010/main" val="2038265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28</a:t>
            </a:fld>
            <a:endParaRPr lang="en-US"/>
          </a:p>
        </p:txBody>
      </p:sp>
    </p:spTree>
    <p:extLst>
      <p:ext uri="{BB962C8B-B14F-4D97-AF65-F5344CB8AC3E}">
        <p14:creationId xmlns:p14="http://schemas.microsoft.com/office/powerpoint/2010/main" val="405821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29</a:t>
            </a:fld>
            <a:endParaRPr lang="en-US"/>
          </a:p>
        </p:txBody>
      </p:sp>
    </p:spTree>
    <p:extLst>
      <p:ext uri="{BB962C8B-B14F-4D97-AF65-F5344CB8AC3E}">
        <p14:creationId xmlns:p14="http://schemas.microsoft.com/office/powerpoint/2010/main" val="189398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30</a:t>
            </a:fld>
            <a:endParaRPr lang="en-US"/>
          </a:p>
        </p:txBody>
      </p:sp>
    </p:spTree>
    <p:extLst>
      <p:ext uri="{BB962C8B-B14F-4D97-AF65-F5344CB8AC3E}">
        <p14:creationId xmlns:p14="http://schemas.microsoft.com/office/powerpoint/2010/main" val="2426337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88AF9-8E57-4E8C-B5EC-C2A622FD3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EE52F-AEE6-17B3-4935-D5EABAEC3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D843C-BD04-F16D-84C7-ADFD1B74EF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D15122-0224-0467-A55D-22D87AF88326}"/>
              </a:ext>
            </a:extLst>
          </p:cNvPr>
          <p:cNvSpPr>
            <a:spLocks noGrp="1"/>
          </p:cNvSpPr>
          <p:nvPr>
            <p:ph type="sldNum" sz="quarter" idx="5"/>
          </p:nvPr>
        </p:nvSpPr>
        <p:spPr/>
        <p:txBody>
          <a:bodyPr/>
          <a:lstStyle/>
          <a:p>
            <a:fld id="{0BBCB267-6D90-8940-BF7D-14CF66FB7715}" type="slidenum">
              <a:rPr lang="en-US" smtClean="0"/>
              <a:t>31</a:t>
            </a:fld>
            <a:endParaRPr lang="en-US"/>
          </a:p>
        </p:txBody>
      </p:sp>
    </p:spTree>
    <p:extLst>
      <p:ext uri="{BB962C8B-B14F-4D97-AF65-F5344CB8AC3E}">
        <p14:creationId xmlns:p14="http://schemas.microsoft.com/office/powerpoint/2010/main" val="366978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BA8AE-F322-320A-1CF0-E28C336E8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99C3F-3F54-DA36-C836-8B0FB9A63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B84EE-E497-1594-9F50-3CEE752EC9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F9C630-75EF-4F7A-CFC2-53433FC55F14}"/>
              </a:ext>
            </a:extLst>
          </p:cNvPr>
          <p:cNvSpPr>
            <a:spLocks noGrp="1"/>
          </p:cNvSpPr>
          <p:nvPr>
            <p:ph type="sldNum" sz="quarter" idx="5"/>
          </p:nvPr>
        </p:nvSpPr>
        <p:spPr/>
        <p:txBody>
          <a:bodyPr/>
          <a:lstStyle/>
          <a:p>
            <a:fld id="{0BBCB267-6D90-8940-BF7D-14CF66FB7715}" type="slidenum">
              <a:rPr lang="en-US" smtClean="0"/>
              <a:t>32</a:t>
            </a:fld>
            <a:endParaRPr lang="en-US"/>
          </a:p>
        </p:txBody>
      </p:sp>
    </p:spTree>
    <p:extLst>
      <p:ext uri="{BB962C8B-B14F-4D97-AF65-F5344CB8AC3E}">
        <p14:creationId xmlns:p14="http://schemas.microsoft.com/office/powerpoint/2010/main" val="215548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FB8F-3A55-E0A7-9923-7C949C9ED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0A99C-7D85-915E-2B44-56415EEAC2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37570-4228-AC8C-33E0-8E375CC296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014CD-BB67-2444-2CE9-454BBC9A8A52}"/>
              </a:ext>
            </a:extLst>
          </p:cNvPr>
          <p:cNvSpPr>
            <a:spLocks noGrp="1"/>
          </p:cNvSpPr>
          <p:nvPr>
            <p:ph type="sldNum" sz="quarter" idx="5"/>
          </p:nvPr>
        </p:nvSpPr>
        <p:spPr/>
        <p:txBody>
          <a:bodyPr/>
          <a:lstStyle/>
          <a:p>
            <a:fld id="{0BBCB267-6D90-8940-BF7D-14CF66FB7715}" type="slidenum">
              <a:rPr lang="en-US" smtClean="0"/>
              <a:t>33</a:t>
            </a:fld>
            <a:endParaRPr lang="en-US"/>
          </a:p>
        </p:txBody>
      </p:sp>
    </p:spTree>
    <p:extLst>
      <p:ext uri="{BB962C8B-B14F-4D97-AF65-F5344CB8AC3E}">
        <p14:creationId xmlns:p14="http://schemas.microsoft.com/office/powerpoint/2010/main" val="1159726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4BD78-E002-92B9-7BE6-2A60780AF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774E2-3F6B-BEA8-1F59-5F7DFC148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8B9F2-EF0E-7446-8B7E-8CFD699475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DC637A-3153-BFBF-289C-9259902B9C8D}"/>
              </a:ext>
            </a:extLst>
          </p:cNvPr>
          <p:cNvSpPr>
            <a:spLocks noGrp="1"/>
          </p:cNvSpPr>
          <p:nvPr>
            <p:ph type="sldNum" sz="quarter" idx="5"/>
          </p:nvPr>
        </p:nvSpPr>
        <p:spPr/>
        <p:txBody>
          <a:bodyPr/>
          <a:lstStyle/>
          <a:p>
            <a:fld id="{0BBCB267-6D90-8940-BF7D-14CF66FB7715}" type="slidenum">
              <a:rPr lang="en-US" smtClean="0"/>
              <a:t>34</a:t>
            </a:fld>
            <a:endParaRPr lang="en-US"/>
          </a:p>
        </p:txBody>
      </p:sp>
    </p:spTree>
    <p:extLst>
      <p:ext uri="{BB962C8B-B14F-4D97-AF65-F5344CB8AC3E}">
        <p14:creationId xmlns:p14="http://schemas.microsoft.com/office/powerpoint/2010/main" val="2678181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1B529-1EB6-86F3-A2BF-24BBDA08F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0C7BF-E523-9D57-6051-547BEA0A0C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F5FE4-98F7-DF51-CC3B-C47F54E13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F1E485-53C3-6714-12DF-8B2F280F9804}"/>
              </a:ext>
            </a:extLst>
          </p:cNvPr>
          <p:cNvSpPr>
            <a:spLocks noGrp="1"/>
          </p:cNvSpPr>
          <p:nvPr>
            <p:ph type="sldNum" sz="quarter" idx="5"/>
          </p:nvPr>
        </p:nvSpPr>
        <p:spPr/>
        <p:txBody>
          <a:bodyPr/>
          <a:lstStyle/>
          <a:p>
            <a:fld id="{0BBCB267-6D90-8940-BF7D-14CF66FB7715}" type="slidenum">
              <a:rPr lang="en-US" smtClean="0"/>
              <a:t>35</a:t>
            </a:fld>
            <a:endParaRPr lang="en-US"/>
          </a:p>
        </p:txBody>
      </p:sp>
    </p:spTree>
    <p:extLst>
      <p:ext uri="{BB962C8B-B14F-4D97-AF65-F5344CB8AC3E}">
        <p14:creationId xmlns:p14="http://schemas.microsoft.com/office/powerpoint/2010/main" val="3981620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07DDC-3596-053C-9DC4-F05FEC847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0DC5A-F2E4-DDA7-3161-6F63071854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E421E-2B5C-F818-70AC-5957271490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E31154-8507-1195-8FB6-16D167723390}"/>
              </a:ext>
            </a:extLst>
          </p:cNvPr>
          <p:cNvSpPr>
            <a:spLocks noGrp="1"/>
          </p:cNvSpPr>
          <p:nvPr>
            <p:ph type="sldNum" sz="quarter" idx="5"/>
          </p:nvPr>
        </p:nvSpPr>
        <p:spPr/>
        <p:txBody>
          <a:bodyPr/>
          <a:lstStyle/>
          <a:p>
            <a:fld id="{0BBCB267-6D90-8940-BF7D-14CF66FB7715}" type="slidenum">
              <a:rPr lang="en-US" smtClean="0"/>
              <a:t>36</a:t>
            </a:fld>
            <a:endParaRPr lang="en-US"/>
          </a:p>
        </p:txBody>
      </p:sp>
    </p:spTree>
    <p:extLst>
      <p:ext uri="{BB962C8B-B14F-4D97-AF65-F5344CB8AC3E}">
        <p14:creationId xmlns:p14="http://schemas.microsoft.com/office/powerpoint/2010/main" val="4093519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37</a:t>
            </a:fld>
            <a:endParaRPr lang="en-US"/>
          </a:p>
        </p:txBody>
      </p:sp>
    </p:spTree>
    <p:extLst>
      <p:ext uri="{BB962C8B-B14F-4D97-AF65-F5344CB8AC3E}">
        <p14:creationId xmlns:p14="http://schemas.microsoft.com/office/powerpoint/2010/main" val="2627259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these </a:t>
            </a:r>
            <a:r>
              <a:rPr lang="en-US" dirty="0" err="1"/>
              <a:t>ecc</a:t>
            </a:r>
            <a:r>
              <a:rPr lang="en-US" dirty="0"/>
              <a:t> chip’s bandwidth is built in from DIMM, it provides no help to the system bandwidth, representing an obvious waste. If we could use the I/O of the ECC chips to transmit regular data, it would seem to be a very interesting solution.</a:t>
            </a:r>
          </a:p>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38</a:t>
            </a:fld>
            <a:endParaRPr lang="en-US"/>
          </a:p>
        </p:txBody>
      </p:sp>
    </p:spTree>
    <p:extLst>
      <p:ext uri="{BB962C8B-B14F-4D97-AF65-F5344CB8AC3E}">
        <p14:creationId xmlns:p14="http://schemas.microsoft.com/office/powerpoint/2010/main" val="3393175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Recalling the different DRAM data widths we saw earlier, manufacturers tend to use identical die for x4, x8, and even x16 to simplify the pipeline. which means They share exactly the same internal bandwidth and IO logic.</a:t>
            </a:r>
          </a:p>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39</a:t>
            </a:fld>
            <a:endParaRPr lang="en-US"/>
          </a:p>
        </p:txBody>
      </p:sp>
    </p:spTree>
    <p:extLst>
      <p:ext uri="{BB962C8B-B14F-4D97-AF65-F5344CB8AC3E}">
        <p14:creationId xmlns:p14="http://schemas.microsoft.com/office/powerpoint/2010/main" val="2808411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9506-8F38-0EB8-A1C1-05D8710AB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7CCD2-161A-9FAD-2AAA-07AC02D72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F4084-9247-951B-E7C3-A28E6D5E0C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79DA75-7A74-7483-E9B2-D1AB53C923C8}"/>
              </a:ext>
            </a:extLst>
          </p:cNvPr>
          <p:cNvSpPr>
            <a:spLocks noGrp="1"/>
          </p:cNvSpPr>
          <p:nvPr>
            <p:ph type="sldNum" sz="quarter" idx="5"/>
          </p:nvPr>
        </p:nvSpPr>
        <p:spPr/>
        <p:txBody>
          <a:bodyPr/>
          <a:lstStyle/>
          <a:p>
            <a:fld id="{0BBCB267-6D90-8940-BF7D-14CF66FB7715}" type="slidenum">
              <a:rPr lang="en-US" smtClean="0"/>
              <a:t>40</a:t>
            </a:fld>
            <a:endParaRPr lang="en-US"/>
          </a:p>
        </p:txBody>
      </p:sp>
    </p:spTree>
    <p:extLst>
      <p:ext uri="{BB962C8B-B14F-4D97-AF65-F5344CB8AC3E}">
        <p14:creationId xmlns:p14="http://schemas.microsoft.com/office/powerpoint/2010/main" val="2091781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3E359-E7C1-6AE9-0AB4-D804B68A5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3A63D-DB54-E9BA-C4A6-717D45BEF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65207-DAF3-2A9A-AD27-FDE7B8C2EA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B79AB1-B2E8-8572-1B2F-7068AF700949}"/>
              </a:ext>
            </a:extLst>
          </p:cNvPr>
          <p:cNvSpPr>
            <a:spLocks noGrp="1"/>
          </p:cNvSpPr>
          <p:nvPr>
            <p:ph type="sldNum" sz="quarter" idx="5"/>
          </p:nvPr>
        </p:nvSpPr>
        <p:spPr/>
        <p:txBody>
          <a:bodyPr/>
          <a:lstStyle/>
          <a:p>
            <a:fld id="{0BBCB267-6D90-8940-BF7D-14CF66FB7715}" type="slidenum">
              <a:rPr lang="en-US" smtClean="0"/>
              <a:t>41</a:t>
            </a:fld>
            <a:endParaRPr lang="en-US"/>
          </a:p>
        </p:txBody>
      </p:sp>
    </p:spTree>
    <p:extLst>
      <p:ext uri="{BB962C8B-B14F-4D97-AF65-F5344CB8AC3E}">
        <p14:creationId xmlns:p14="http://schemas.microsoft.com/office/powerpoint/2010/main" val="2006974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42</a:t>
            </a:fld>
            <a:endParaRPr lang="en-US"/>
          </a:p>
        </p:txBody>
      </p:sp>
    </p:spTree>
    <p:extLst>
      <p:ext uri="{BB962C8B-B14F-4D97-AF65-F5344CB8AC3E}">
        <p14:creationId xmlns:p14="http://schemas.microsoft.com/office/powerpoint/2010/main" val="3022619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CA23E-790F-4DC0-C670-60D37A728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A4F54-9AD1-598E-BEB2-143E0512C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1EF06-FF9C-C49F-4FD2-537C7CF4E7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F2F143-2315-3C0B-7569-CAF290D2A81C}"/>
              </a:ext>
            </a:extLst>
          </p:cNvPr>
          <p:cNvSpPr>
            <a:spLocks noGrp="1"/>
          </p:cNvSpPr>
          <p:nvPr>
            <p:ph type="sldNum" sz="quarter" idx="5"/>
          </p:nvPr>
        </p:nvSpPr>
        <p:spPr/>
        <p:txBody>
          <a:bodyPr/>
          <a:lstStyle/>
          <a:p>
            <a:fld id="{0BBCB267-6D90-8940-BF7D-14CF66FB7715}" type="slidenum">
              <a:rPr lang="en-US" smtClean="0"/>
              <a:t>43</a:t>
            </a:fld>
            <a:endParaRPr lang="en-US"/>
          </a:p>
        </p:txBody>
      </p:sp>
    </p:spTree>
    <p:extLst>
      <p:ext uri="{BB962C8B-B14F-4D97-AF65-F5344CB8AC3E}">
        <p14:creationId xmlns:p14="http://schemas.microsoft.com/office/powerpoint/2010/main" val="771482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980E3-19D1-A09A-8BA7-DCD8A1F6A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4C5D4-1166-3C2D-FFFF-E965F3616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5CE2E-3390-FD0C-E350-2F80DE66779D}"/>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323362F-29E7-4ED4-9CBD-417C33C858A5}"/>
              </a:ext>
            </a:extLst>
          </p:cNvPr>
          <p:cNvSpPr>
            <a:spLocks noGrp="1"/>
          </p:cNvSpPr>
          <p:nvPr>
            <p:ph type="sldNum" sz="quarter" idx="5"/>
          </p:nvPr>
        </p:nvSpPr>
        <p:spPr/>
        <p:txBody>
          <a:bodyPr/>
          <a:lstStyle/>
          <a:p>
            <a:fld id="{0BBCB267-6D90-8940-BF7D-14CF66FB7715}" type="slidenum">
              <a:rPr lang="en-US" smtClean="0"/>
              <a:t>44</a:t>
            </a:fld>
            <a:endParaRPr lang="en-US"/>
          </a:p>
        </p:txBody>
      </p:sp>
    </p:spTree>
    <p:extLst>
      <p:ext uri="{BB962C8B-B14F-4D97-AF65-F5344CB8AC3E}">
        <p14:creationId xmlns:p14="http://schemas.microsoft.com/office/powerpoint/2010/main" val="2322425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76BF5-29ED-5087-A04B-4FF29D712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D42D7-0DE4-FABF-43FD-603C28F4F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189626-D327-6431-8518-1B19C2EBA9A9}"/>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85CD889-B64D-FA3A-A831-4CE5C43EFF28}"/>
              </a:ext>
            </a:extLst>
          </p:cNvPr>
          <p:cNvSpPr>
            <a:spLocks noGrp="1"/>
          </p:cNvSpPr>
          <p:nvPr>
            <p:ph type="sldNum" sz="quarter" idx="5"/>
          </p:nvPr>
        </p:nvSpPr>
        <p:spPr/>
        <p:txBody>
          <a:bodyPr/>
          <a:lstStyle/>
          <a:p>
            <a:fld id="{0BBCB267-6D90-8940-BF7D-14CF66FB7715}" type="slidenum">
              <a:rPr lang="en-US" smtClean="0"/>
              <a:t>45</a:t>
            </a:fld>
            <a:endParaRPr lang="en-US"/>
          </a:p>
        </p:txBody>
      </p:sp>
    </p:spTree>
    <p:extLst>
      <p:ext uri="{BB962C8B-B14F-4D97-AF65-F5344CB8AC3E}">
        <p14:creationId xmlns:p14="http://schemas.microsoft.com/office/powerpoint/2010/main" val="3104822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96186-66CE-1CE5-164E-D1320F494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630E5-951E-6AB7-D144-16B22C2F8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BF7B8-19B4-B8FB-E51B-6FF1D9539F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5EFAF98-10F0-C1E7-AC05-D3D3E58E473B}"/>
              </a:ext>
            </a:extLst>
          </p:cNvPr>
          <p:cNvSpPr>
            <a:spLocks noGrp="1"/>
          </p:cNvSpPr>
          <p:nvPr>
            <p:ph type="sldNum" sz="quarter" idx="5"/>
          </p:nvPr>
        </p:nvSpPr>
        <p:spPr/>
        <p:txBody>
          <a:bodyPr/>
          <a:lstStyle/>
          <a:p>
            <a:fld id="{0BBCB267-6D90-8940-BF7D-14CF66FB7715}" type="slidenum">
              <a:rPr lang="en-US" smtClean="0"/>
              <a:t>46</a:t>
            </a:fld>
            <a:endParaRPr lang="en-US"/>
          </a:p>
        </p:txBody>
      </p:sp>
    </p:spTree>
    <p:extLst>
      <p:ext uri="{BB962C8B-B14F-4D97-AF65-F5344CB8AC3E}">
        <p14:creationId xmlns:p14="http://schemas.microsoft.com/office/powerpoint/2010/main" val="2227648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244D4-F629-19DD-16B4-3E9B9775F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21521-7E5D-3F3A-D87F-DC7E21F30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91079-FA9D-C787-765C-7EE854E4D7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1F66A8E-9C32-7BD8-1C94-27722E44B8CE}"/>
              </a:ext>
            </a:extLst>
          </p:cNvPr>
          <p:cNvSpPr>
            <a:spLocks noGrp="1"/>
          </p:cNvSpPr>
          <p:nvPr>
            <p:ph type="sldNum" sz="quarter" idx="5"/>
          </p:nvPr>
        </p:nvSpPr>
        <p:spPr/>
        <p:txBody>
          <a:bodyPr/>
          <a:lstStyle/>
          <a:p>
            <a:fld id="{0BBCB267-6D90-8940-BF7D-14CF66FB7715}" type="slidenum">
              <a:rPr lang="en-US" smtClean="0"/>
              <a:t>47</a:t>
            </a:fld>
            <a:endParaRPr lang="en-US"/>
          </a:p>
        </p:txBody>
      </p:sp>
    </p:spTree>
    <p:extLst>
      <p:ext uri="{BB962C8B-B14F-4D97-AF65-F5344CB8AC3E}">
        <p14:creationId xmlns:p14="http://schemas.microsoft.com/office/powerpoint/2010/main" val="777124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A717E-69AC-F249-57A9-8EC7164C4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E9CBC-A13D-7024-AEC2-B85FF19D4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181EE-36B6-03E0-8C67-1C02CEF0022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BFFCB22-93DC-6937-0EEB-12FCFCDAE2A0}"/>
              </a:ext>
            </a:extLst>
          </p:cNvPr>
          <p:cNvSpPr>
            <a:spLocks noGrp="1"/>
          </p:cNvSpPr>
          <p:nvPr>
            <p:ph type="sldNum" sz="quarter" idx="5"/>
          </p:nvPr>
        </p:nvSpPr>
        <p:spPr/>
        <p:txBody>
          <a:bodyPr/>
          <a:lstStyle/>
          <a:p>
            <a:fld id="{0BBCB267-6D90-8940-BF7D-14CF66FB7715}" type="slidenum">
              <a:rPr lang="en-US" smtClean="0"/>
              <a:t>48</a:t>
            </a:fld>
            <a:endParaRPr lang="en-US"/>
          </a:p>
        </p:txBody>
      </p:sp>
    </p:spTree>
    <p:extLst>
      <p:ext uri="{BB962C8B-B14F-4D97-AF65-F5344CB8AC3E}">
        <p14:creationId xmlns:p14="http://schemas.microsoft.com/office/powerpoint/2010/main" val="706455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9D6E9-A2CC-277E-B951-F044B7050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3681E-2330-B64F-B9C8-9B11842341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B6BA8-A927-DE1B-4EAD-3B502C93FD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B4DF79C-F6F4-8D84-A0A9-E72C8782EAB7}"/>
              </a:ext>
            </a:extLst>
          </p:cNvPr>
          <p:cNvSpPr>
            <a:spLocks noGrp="1"/>
          </p:cNvSpPr>
          <p:nvPr>
            <p:ph type="sldNum" sz="quarter" idx="5"/>
          </p:nvPr>
        </p:nvSpPr>
        <p:spPr/>
        <p:txBody>
          <a:bodyPr/>
          <a:lstStyle/>
          <a:p>
            <a:fld id="{0BBCB267-6D90-8940-BF7D-14CF66FB7715}" type="slidenum">
              <a:rPr lang="en-US" smtClean="0"/>
              <a:t>49</a:t>
            </a:fld>
            <a:endParaRPr lang="en-US"/>
          </a:p>
        </p:txBody>
      </p:sp>
    </p:spTree>
    <p:extLst>
      <p:ext uri="{BB962C8B-B14F-4D97-AF65-F5344CB8AC3E}">
        <p14:creationId xmlns:p14="http://schemas.microsoft.com/office/powerpoint/2010/main" val="3789208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D2A86-3806-97B7-D9BF-080ED82E1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FBE56-629D-AEA7-7F9D-C7BE40714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A4ABC-D7EC-9EB0-CEF0-55BC0157D6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0E25D10-7B01-BCCB-C7DC-BF27FA10E9C8}"/>
              </a:ext>
            </a:extLst>
          </p:cNvPr>
          <p:cNvSpPr>
            <a:spLocks noGrp="1"/>
          </p:cNvSpPr>
          <p:nvPr>
            <p:ph type="sldNum" sz="quarter" idx="5"/>
          </p:nvPr>
        </p:nvSpPr>
        <p:spPr/>
        <p:txBody>
          <a:bodyPr/>
          <a:lstStyle/>
          <a:p>
            <a:fld id="{0BBCB267-6D90-8940-BF7D-14CF66FB7715}" type="slidenum">
              <a:rPr lang="en-US" smtClean="0"/>
              <a:t>50</a:t>
            </a:fld>
            <a:endParaRPr lang="en-US"/>
          </a:p>
        </p:txBody>
      </p:sp>
    </p:spTree>
    <p:extLst>
      <p:ext uri="{BB962C8B-B14F-4D97-AF65-F5344CB8AC3E}">
        <p14:creationId xmlns:p14="http://schemas.microsoft.com/office/powerpoint/2010/main" val="12242938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D2ABD-E7FF-FE23-41A1-483545B09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97033-18C8-9257-0442-754AA26A6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B429C-D3EB-BB10-09EC-82A57BD298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A945AFE-08D6-88F0-4B40-D3921EFD4033}"/>
              </a:ext>
            </a:extLst>
          </p:cNvPr>
          <p:cNvSpPr>
            <a:spLocks noGrp="1"/>
          </p:cNvSpPr>
          <p:nvPr>
            <p:ph type="sldNum" sz="quarter" idx="5"/>
          </p:nvPr>
        </p:nvSpPr>
        <p:spPr/>
        <p:txBody>
          <a:bodyPr/>
          <a:lstStyle/>
          <a:p>
            <a:fld id="{0BBCB267-6D90-8940-BF7D-14CF66FB7715}" type="slidenum">
              <a:rPr lang="en-US" smtClean="0"/>
              <a:t>51</a:t>
            </a:fld>
            <a:endParaRPr lang="en-US"/>
          </a:p>
        </p:txBody>
      </p:sp>
    </p:spTree>
    <p:extLst>
      <p:ext uri="{BB962C8B-B14F-4D97-AF65-F5344CB8AC3E}">
        <p14:creationId xmlns:p14="http://schemas.microsoft.com/office/powerpoint/2010/main" val="30428797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855F9-9799-8CCE-6407-421730D65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8664D-1414-1403-88A1-21831F346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D716E-DD60-930D-A9D1-D6C136830181}"/>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77F40E1-DCCB-B0EA-A221-2779876D04FA}"/>
              </a:ext>
            </a:extLst>
          </p:cNvPr>
          <p:cNvSpPr>
            <a:spLocks noGrp="1"/>
          </p:cNvSpPr>
          <p:nvPr>
            <p:ph type="sldNum" sz="quarter" idx="5"/>
          </p:nvPr>
        </p:nvSpPr>
        <p:spPr/>
        <p:txBody>
          <a:bodyPr/>
          <a:lstStyle/>
          <a:p>
            <a:fld id="{0FEBDD72-D9CB-9F43-B24A-0CDB0F47408D}" type="slidenum">
              <a:rPr lang="en-US" smtClean="0"/>
              <a:t>52</a:t>
            </a:fld>
            <a:endParaRPr lang="en-US"/>
          </a:p>
        </p:txBody>
      </p:sp>
    </p:spTree>
    <p:extLst>
      <p:ext uri="{BB962C8B-B14F-4D97-AF65-F5344CB8AC3E}">
        <p14:creationId xmlns:p14="http://schemas.microsoft.com/office/powerpoint/2010/main" val="1822725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FEBDD72-D9CB-9F43-B24A-0CDB0F47408D}" type="slidenum">
              <a:rPr lang="en-US" smtClean="0"/>
              <a:t>53</a:t>
            </a:fld>
            <a:endParaRPr lang="en-US"/>
          </a:p>
        </p:txBody>
      </p:sp>
    </p:spTree>
    <p:extLst>
      <p:ext uri="{BB962C8B-B14F-4D97-AF65-F5344CB8AC3E}">
        <p14:creationId xmlns:p14="http://schemas.microsoft.com/office/powerpoint/2010/main" val="35383836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BBCB267-6D90-8940-BF7D-14CF66FB7715}" type="slidenum">
              <a:rPr lang="en-US" smtClean="0"/>
              <a:t>54</a:t>
            </a:fld>
            <a:endParaRPr lang="en-US"/>
          </a:p>
        </p:txBody>
      </p:sp>
    </p:spTree>
    <p:extLst>
      <p:ext uri="{BB962C8B-B14F-4D97-AF65-F5344CB8AC3E}">
        <p14:creationId xmlns:p14="http://schemas.microsoft.com/office/powerpoint/2010/main" val="35397802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FC17A-DE1B-8D2A-5274-9C353E805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81BDE-19E6-8B7F-6AC7-73C33F6C4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A0419-2615-CB06-C1AF-11C21F36BE1D}"/>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345A3C3-9767-7CC9-D2F2-39E7C0CCBA55}"/>
              </a:ext>
            </a:extLst>
          </p:cNvPr>
          <p:cNvSpPr>
            <a:spLocks noGrp="1"/>
          </p:cNvSpPr>
          <p:nvPr>
            <p:ph type="sldNum" sz="quarter" idx="5"/>
          </p:nvPr>
        </p:nvSpPr>
        <p:spPr/>
        <p:txBody>
          <a:bodyPr/>
          <a:lstStyle/>
          <a:p>
            <a:fld id="{0BBCB267-6D90-8940-BF7D-14CF66FB7715}" type="slidenum">
              <a:rPr lang="en-US" smtClean="0"/>
              <a:t>55</a:t>
            </a:fld>
            <a:endParaRPr lang="en-US"/>
          </a:p>
        </p:txBody>
      </p:sp>
    </p:spTree>
    <p:extLst>
      <p:ext uri="{BB962C8B-B14F-4D97-AF65-F5344CB8AC3E}">
        <p14:creationId xmlns:p14="http://schemas.microsoft.com/office/powerpoint/2010/main" val="25199520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EE358-4D3F-D6A0-0F1D-4DFF9CF10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1B2FA-1552-DAAC-75D7-AFAC1D51F8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521C4-F0E8-C4B8-D65B-E09A12C5FB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71B89B-7BBC-9FEB-E938-E9BBC2EAF4BA}"/>
              </a:ext>
            </a:extLst>
          </p:cNvPr>
          <p:cNvSpPr>
            <a:spLocks noGrp="1"/>
          </p:cNvSpPr>
          <p:nvPr>
            <p:ph type="sldNum" sz="quarter" idx="5"/>
          </p:nvPr>
        </p:nvSpPr>
        <p:spPr/>
        <p:txBody>
          <a:bodyPr/>
          <a:lstStyle/>
          <a:p>
            <a:fld id="{0BBCB267-6D90-8940-BF7D-14CF66FB7715}" type="slidenum">
              <a:rPr lang="en-US" smtClean="0"/>
              <a:t>56</a:t>
            </a:fld>
            <a:endParaRPr lang="en-US"/>
          </a:p>
        </p:txBody>
      </p:sp>
    </p:spTree>
    <p:extLst>
      <p:ext uri="{BB962C8B-B14F-4D97-AF65-F5344CB8AC3E}">
        <p14:creationId xmlns:p14="http://schemas.microsoft.com/office/powerpoint/2010/main" val="2952314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57</a:t>
            </a:fld>
            <a:endParaRPr lang="en-US"/>
          </a:p>
        </p:txBody>
      </p:sp>
    </p:spTree>
    <p:extLst>
      <p:ext uri="{BB962C8B-B14F-4D97-AF65-F5344CB8AC3E}">
        <p14:creationId xmlns:p14="http://schemas.microsoft.com/office/powerpoint/2010/main" val="23857165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58</a:t>
            </a:fld>
            <a:endParaRPr lang="en-US"/>
          </a:p>
        </p:txBody>
      </p:sp>
    </p:spTree>
    <p:extLst>
      <p:ext uri="{BB962C8B-B14F-4D97-AF65-F5344CB8AC3E}">
        <p14:creationId xmlns:p14="http://schemas.microsoft.com/office/powerpoint/2010/main" val="4445841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59</a:t>
            </a:fld>
            <a:endParaRPr lang="en-US"/>
          </a:p>
        </p:txBody>
      </p:sp>
    </p:spTree>
    <p:extLst>
      <p:ext uri="{BB962C8B-B14F-4D97-AF65-F5344CB8AC3E}">
        <p14:creationId xmlns:p14="http://schemas.microsoft.com/office/powerpoint/2010/main" val="8892143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60</a:t>
            </a:fld>
            <a:endParaRPr lang="en-US"/>
          </a:p>
        </p:txBody>
      </p:sp>
    </p:spTree>
    <p:extLst>
      <p:ext uri="{BB962C8B-B14F-4D97-AF65-F5344CB8AC3E}">
        <p14:creationId xmlns:p14="http://schemas.microsoft.com/office/powerpoint/2010/main" val="14549747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61</a:t>
            </a:fld>
            <a:endParaRPr lang="en-US"/>
          </a:p>
        </p:txBody>
      </p:sp>
    </p:spTree>
    <p:extLst>
      <p:ext uri="{BB962C8B-B14F-4D97-AF65-F5344CB8AC3E}">
        <p14:creationId xmlns:p14="http://schemas.microsoft.com/office/powerpoint/2010/main" val="1237854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62</a:t>
            </a:fld>
            <a:endParaRPr lang="en-US"/>
          </a:p>
        </p:txBody>
      </p:sp>
    </p:spTree>
    <p:extLst>
      <p:ext uri="{BB962C8B-B14F-4D97-AF65-F5344CB8AC3E}">
        <p14:creationId xmlns:p14="http://schemas.microsoft.com/office/powerpoint/2010/main" val="643809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63</a:t>
            </a:fld>
            <a:endParaRPr lang="en-US"/>
          </a:p>
        </p:txBody>
      </p:sp>
    </p:spTree>
    <p:extLst>
      <p:ext uri="{BB962C8B-B14F-4D97-AF65-F5344CB8AC3E}">
        <p14:creationId xmlns:p14="http://schemas.microsoft.com/office/powerpoint/2010/main" val="23691570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64</a:t>
            </a:fld>
            <a:endParaRPr lang="en-US"/>
          </a:p>
        </p:txBody>
      </p:sp>
    </p:spTree>
    <p:extLst>
      <p:ext uri="{BB962C8B-B14F-4D97-AF65-F5344CB8AC3E}">
        <p14:creationId xmlns:p14="http://schemas.microsoft.com/office/powerpoint/2010/main" val="26997892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BBCB267-6D90-8940-BF7D-14CF66FB7715}" type="slidenum">
              <a:rPr lang="en-US" smtClean="0"/>
              <a:t>65</a:t>
            </a:fld>
            <a:endParaRPr lang="en-US"/>
          </a:p>
        </p:txBody>
      </p:sp>
    </p:spTree>
    <p:extLst>
      <p:ext uri="{BB962C8B-B14F-4D97-AF65-F5344CB8AC3E}">
        <p14:creationId xmlns:p14="http://schemas.microsoft.com/office/powerpoint/2010/main" val="307021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BCB267-6D90-8940-BF7D-14CF66FB7715}" type="slidenum">
              <a:rPr lang="en-US" smtClean="0"/>
              <a:t>66</a:t>
            </a:fld>
            <a:endParaRPr lang="en-US"/>
          </a:p>
        </p:txBody>
      </p:sp>
    </p:spTree>
    <p:extLst>
      <p:ext uri="{BB962C8B-B14F-4D97-AF65-F5344CB8AC3E}">
        <p14:creationId xmlns:p14="http://schemas.microsoft.com/office/powerpoint/2010/main" val="6756554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68</a:t>
            </a:fld>
            <a:endParaRPr lang="en-US"/>
          </a:p>
        </p:txBody>
      </p:sp>
    </p:spTree>
    <p:extLst>
      <p:ext uri="{BB962C8B-B14F-4D97-AF65-F5344CB8AC3E}">
        <p14:creationId xmlns:p14="http://schemas.microsoft.com/office/powerpoint/2010/main" val="2679945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69</a:t>
            </a:fld>
            <a:endParaRPr lang="en-US"/>
          </a:p>
        </p:txBody>
      </p:sp>
    </p:spTree>
    <p:extLst>
      <p:ext uri="{BB962C8B-B14F-4D97-AF65-F5344CB8AC3E}">
        <p14:creationId xmlns:p14="http://schemas.microsoft.com/office/powerpoint/2010/main" val="2711231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AF259-61D4-EBC8-756B-63E844068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161B5-5FD2-7CAD-5B5E-0AB73EDA9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2DBBB-3D18-9C5A-2927-DC012796EB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04C19E-D9B3-5F76-8C65-701F51D50683}"/>
              </a:ext>
            </a:extLst>
          </p:cNvPr>
          <p:cNvSpPr>
            <a:spLocks noGrp="1"/>
          </p:cNvSpPr>
          <p:nvPr>
            <p:ph type="sldNum" sz="quarter" idx="5"/>
          </p:nvPr>
        </p:nvSpPr>
        <p:spPr/>
        <p:txBody>
          <a:bodyPr/>
          <a:lstStyle/>
          <a:p>
            <a:fld id="{0FEBDD72-D9CB-9F43-B24A-0CDB0F47408D}" type="slidenum">
              <a:rPr lang="en-US" smtClean="0"/>
              <a:t>70</a:t>
            </a:fld>
            <a:endParaRPr lang="en-US"/>
          </a:p>
        </p:txBody>
      </p:sp>
    </p:spTree>
    <p:extLst>
      <p:ext uri="{BB962C8B-B14F-4D97-AF65-F5344CB8AC3E}">
        <p14:creationId xmlns:p14="http://schemas.microsoft.com/office/powerpoint/2010/main" val="2320513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71</a:t>
            </a:fld>
            <a:endParaRPr lang="en-US"/>
          </a:p>
        </p:txBody>
      </p:sp>
    </p:spTree>
    <p:extLst>
      <p:ext uri="{BB962C8B-B14F-4D97-AF65-F5344CB8AC3E}">
        <p14:creationId xmlns:p14="http://schemas.microsoft.com/office/powerpoint/2010/main" val="27677114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72</a:t>
            </a:fld>
            <a:endParaRPr lang="en-US"/>
          </a:p>
        </p:txBody>
      </p:sp>
    </p:spTree>
    <p:extLst>
      <p:ext uri="{BB962C8B-B14F-4D97-AF65-F5344CB8AC3E}">
        <p14:creationId xmlns:p14="http://schemas.microsoft.com/office/powerpoint/2010/main" val="27253617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799B3-74AA-E93A-8757-554A3F906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780B9-BD01-D20D-A5AB-978D5A5B2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30CE87-588A-4689-9C98-E03ED5E4E3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BAEAAD-8BE2-7742-7DB8-257CCB52C632}"/>
              </a:ext>
            </a:extLst>
          </p:cNvPr>
          <p:cNvSpPr>
            <a:spLocks noGrp="1"/>
          </p:cNvSpPr>
          <p:nvPr>
            <p:ph type="sldNum" sz="quarter" idx="5"/>
          </p:nvPr>
        </p:nvSpPr>
        <p:spPr/>
        <p:txBody>
          <a:bodyPr/>
          <a:lstStyle/>
          <a:p>
            <a:fld id="{0FEBDD72-D9CB-9F43-B24A-0CDB0F47408D}" type="slidenum">
              <a:rPr lang="en-US" smtClean="0"/>
              <a:t>73</a:t>
            </a:fld>
            <a:endParaRPr lang="en-US"/>
          </a:p>
        </p:txBody>
      </p:sp>
    </p:spTree>
    <p:extLst>
      <p:ext uri="{BB962C8B-B14F-4D97-AF65-F5344CB8AC3E}">
        <p14:creationId xmlns:p14="http://schemas.microsoft.com/office/powerpoint/2010/main" val="42771010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20EE-68EC-27AD-020F-A8237C774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E6903-E99B-6031-987E-409A3FF07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B7090-6981-2FD0-42B5-D6C317237D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35D2DC-6233-48CA-8DBA-65A38836C016}"/>
              </a:ext>
            </a:extLst>
          </p:cNvPr>
          <p:cNvSpPr>
            <a:spLocks noGrp="1"/>
          </p:cNvSpPr>
          <p:nvPr>
            <p:ph type="sldNum" sz="quarter" idx="5"/>
          </p:nvPr>
        </p:nvSpPr>
        <p:spPr/>
        <p:txBody>
          <a:bodyPr/>
          <a:lstStyle/>
          <a:p>
            <a:fld id="{0FEBDD72-D9CB-9F43-B24A-0CDB0F47408D}" type="slidenum">
              <a:rPr lang="en-US" smtClean="0"/>
              <a:t>74</a:t>
            </a:fld>
            <a:endParaRPr lang="en-US"/>
          </a:p>
        </p:txBody>
      </p:sp>
    </p:spTree>
    <p:extLst>
      <p:ext uri="{BB962C8B-B14F-4D97-AF65-F5344CB8AC3E}">
        <p14:creationId xmlns:p14="http://schemas.microsoft.com/office/powerpoint/2010/main" val="36568714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75</a:t>
            </a:fld>
            <a:endParaRPr lang="en-US"/>
          </a:p>
        </p:txBody>
      </p:sp>
    </p:spTree>
    <p:extLst>
      <p:ext uri="{BB962C8B-B14F-4D97-AF65-F5344CB8AC3E}">
        <p14:creationId xmlns:p14="http://schemas.microsoft.com/office/powerpoint/2010/main" val="27858514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76</a:t>
            </a:fld>
            <a:endParaRPr lang="en-US"/>
          </a:p>
        </p:txBody>
      </p:sp>
    </p:spTree>
    <p:extLst>
      <p:ext uri="{BB962C8B-B14F-4D97-AF65-F5344CB8AC3E}">
        <p14:creationId xmlns:p14="http://schemas.microsoft.com/office/powerpoint/2010/main" val="17656817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CC83-5149-2CA5-902B-D684D5716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F4579-DFB0-0A56-8E9C-A82B1710AF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94728-2580-3833-17D9-F7295635AE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B2C8C0-B8A3-0366-2C9E-BB7183EA3024}"/>
              </a:ext>
            </a:extLst>
          </p:cNvPr>
          <p:cNvSpPr>
            <a:spLocks noGrp="1"/>
          </p:cNvSpPr>
          <p:nvPr>
            <p:ph type="sldNum" sz="quarter" idx="5"/>
          </p:nvPr>
        </p:nvSpPr>
        <p:spPr/>
        <p:txBody>
          <a:bodyPr/>
          <a:lstStyle/>
          <a:p>
            <a:fld id="{0FEBDD72-D9CB-9F43-B24A-0CDB0F47408D}" type="slidenum">
              <a:rPr lang="en-US" smtClean="0"/>
              <a:t>77</a:t>
            </a:fld>
            <a:endParaRPr lang="en-US"/>
          </a:p>
        </p:txBody>
      </p:sp>
    </p:spTree>
    <p:extLst>
      <p:ext uri="{BB962C8B-B14F-4D97-AF65-F5344CB8AC3E}">
        <p14:creationId xmlns:p14="http://schemas.microsoft.com/office/powerpoint/2010/main" val="40117537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FF48A-807A-F593-31CC-FD1E38309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D00CB-304E-1C91-9A25-1071E8E8D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07484-EE5B-2DCF-B91F-91F8C3B2ED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8D4544-E5CD-5DD4-054D-3549144CBA34}"/>
              </a:ext>
            </a:extLst>
          </p:cNvPr>
          <p:cNvSpPr>
            <a:spLocks noGrp="1"/>
          </p:cNvSpPr>
          <p:nvPr>
            <p:ph type="sldNum" sz="quarter" idx="5"/>
          </p:nvPr>
        </p:nvSpPr>
        <p:spPr/>
        <p:txBody>
          <a:bodyPr/>
          <a:lstStyle/>
          <a:p>
            <a:fld id="{0FEBDD72-D9CB-9F43-B24A-0CDB0F47408D}" type="slidenum">
              <a:rPr lang="en-US" smtClean="0"/>
              <a:t>78</a:t>
            </a:fld>
            <a:endParaRPr lang="en-US"/>
          </a:p>
        </p:txBody>
      </p:sp>
    </p:spTree>
    <p:extLst>
      <p:ext uri="{BB962C8B-B14F-4D97-AF65-F5344CB8AC3E}">
        <p14:creationId xmlns:p14="http://schemas.microsoft.com/office/powerpoint/2010/main" val="2337318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B4A70-B5FE-49B1-F463-45CCC6799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E05024-EB1C-FCF8-7702-5A8E4F5C7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0D109-503F-7053-9660-27AA36C950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7F2EF9-3284-C20D-488F-7214AF0DC204}"/>
              </a:ext>
            </a:extLst>
          </p:cNvPr>
          <p:cNvSpPr>
            <a:spLocks noGrp="1"/>
          </p:cNvSpPr>
          <p:nvPr>
            <p:ph type="sldNum" sz="quarter" idx="5"/>
          </p:nvPr>
        </p:nvSpPr>
        <p:spPr/>
        <p:txBody>
          <a:bodyPr/>
          <a:lstStyle/>
          <a:p>
            <a:fld id="{0FEBDD72-D9CB-9F43-B24A-0CDB0F47408D}" type="slidenum">
              <a:rPr lang="en-US" smtClean="0"/>
              <a:t>79</a:t>
            </a:fld>
            <a:endParaRPr lang="en-US"/>
          </a:p>
        </p:txBody>
      </p:sp>
    </p:spTree>
    <p:extLst>
      <p:ext uri="{BB962C8B-B14F-4D97-AF65-F5344CB8AC3E}">
        <p14:creationId xmlns:p14="http://schemas.microsoft.com/office/powerpoint/2010/main" val="16055878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8FF17-42F5-1B72-A1C3-65CF277D3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C47C8-6217-924E-D2F5-94F5AD260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8D25A-E18C-7113-F38F-59FE12C8E7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470D38-2F3B-BA6E-CD8C-713AC9307B60}"/>
              </a:ext>
            </a:extLst>
          </p:cNvPr>
          <p:cNvSpPr>
            <a:spLocks noGrp="1"/>
          </p:cNvSpPr>
          <p:nvPr>
            <p:ph type="sldNum" sz="quarter" idx="5"/>
          </p:nvPr>
        </p:nvSpPr>
        <p:spPr/>
        <p:txBody>
          <a:bodyPr/>
          <a:lstStyle/>
          <a:p>
            <a:fld id="{0FEBDD72-D9CB-9F43-B24A-0CDB0F47408D}" type="slidenum">
              <a:rPr lang="en-US" smtClean="0"/>
              <a:t>80</a:t>
            </a:fld>
            <a:endParaRPr lang="en-US"/>
          </a:p>
        </p:txBody>
      </p:sp>
    </p:spTree>
    <p:extLst>
      <p:ext uri="{BB962C8B-B14F-4D97-AF65-F5344CB8AC3E}">
        <p14:creationId xmlns:p14="http://schemas.microsoft.com/office/powerpoint/2010/main" val="30504569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F6BDA-3825-4BCC-0750-3538D0AEF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FBC74-5016-5FEA-060D-3498DDE0D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9054D-05D9-6D8D-0AE4-44BF712F7F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1E2F03-AE5B-BE69-8992-1D20C114F759}"/>
              </a:ext>
            </a:extLst>
          </p:cNvPr>
          <p:cNvSpPr>
            <a:spLocks noGrp="1"/>
          </p:cNvSpPr>
          <p:nvPr>
            <p:ph type="sldNum" sz="quarter" idx="5"/>
          </p:nvPr>
        </p:nvSpPr>
        <p:spPr/>
        <p:txBody>
          <a:bodyPr/>
          <a:lstStyle/>
          <a:p>
            <a:fld id="{0FEBDD72-D9CB-9F43-B24A-0CDB0F47408D}" type="slidenum">
              <a:rPr lang="en-US" smtClean="0"/>
              <a:t>81</a:t>
            </a:fld>
            <a:endParaRPr lang="en-US"/>
          </a:p>
        </p:txBody>
      </p:sp>
    </p:spTree>
    <p:extLst>
      <p:ext uri="{BB962C8B-B14F-4D97-AF65-F5344CB8AC3E}">
        <p14:creationId xmlns:p14="http://schemas.microsoft.com/office/powerpoint/2010/main" val="16607897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82</a:t>
            </a:fld>
            <a:endParaRPr lang="en-US"/>
          </a:p>
        </p:txBody>
      </p:sp>
    </p:spTree>
    <p:extLst>
      <p:ext uri="{BB962C8B-B14F-4D97-AF65-F5344CB8AC3E}">
        <p14:creationId xmlns:p14="http://schemas.microsoft.com/office/powerpoint/2010/main" val="36307768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2519-3F5B-516A-EB2D-E15A7420E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5D80A-1388-658E-FFDB-FCF84099A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0C400-46C3-8ED8-403E-01BBB8E962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71CDDBC-FF87-4B9B-44B3-D614F7558BF3}"/>
              </a:ext>
            </a:extLst>
          </p:cNvPr>
          <p:cNvSpPr>
            <a:spLocks noGrp="1"/>
          </p:cNvSpPr>
          <p:nvPr>
            <p:ph type="sldNum" sz="quarter" idx="5"/>
          </p:nvPr>
        </p:nvSpPr>
        <p:spPr/>
        <p:txBody>
          <a:bodyPr/>
          <a:lstStyle/>
          <a:p>
            <a:fld id="{0FEBDD72-D9CB-9F43-B24A-0CDB0F47408D}" type="slidenum">
              <a:rPr lang="en-US" smtClean="0"/>
              <a:t>83</a:t>
            </a:fld>
            <a:endParaRPr lang="en-US"/>
          </a:p>
        </p:txBody>
      </p:sp>
    </p:spTree>
    <p:extLst>
      <p:ext uri="{BB962C8B-B14F-4D97-AF65-F5344CB8AC3E}">
        <p14:creationId xmlns:p14="http://schemas.microsoft.com/office/powerpoint/2010/main" val="39431570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07432-2DDD-BA58-78B0-533BDEF58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991A0-D7C6-6060-CB7B-C9EF3B2C4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7EF08-EDCC-447E-C987-1C338E843F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E7501A-5B42-46D7-604E-BEA9EBC6356D}"/>
              </a:ext>
            </a:extLst>
          </p:cNvPr>
          <p:cNvSpPr>
            <a:spLocks noGrp="1"/>
          </p:cNvSpPr>
          <p:nvPr>
            <p:ph type="sldNum" sz="quarter" idx="5"/>
          </p:nvPr>
        </p:nvSpPr>
        <p:spPr/>
        <p:txBody>
          <a:bodyPr/>
          <a:lstStyle/>
          <a:p>
            <a:fld id="{0FEBDD72-D9CB-9F43-B24A-0CDB0F47408D}" type="slidenum">
              <a:rPr lang="en-US" smtClean="0"/>
              <a:t>84</a:t>
            </a:fld>
            <a:endParaRPr lang="en-US"/>
          </a:p>
        </p:txBody>
      </p:sp>
    </p:spTree>
    <p:extLst>
      <p:ext uri="{BB962C8B-B14F-4D97-AF65-F5344CB8AC3E}">
        <p14:creationId xmlns:p14="http://schemas.microsoft.com/office/powerpoint/2010/main" val="17403761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0FEBDD72-D9CB-9F43-B24A-0CDB0F47408D}" type="slidenum">
              <a:rPr lang="en-US" smtClean="0"/>
              <a:t>85</a:t>
            </a:fld>
            <a:endParaRPr lang="en-US"/>
          </a:p>
        </p:txBody>
      </p:sp>
    </p:spTree>
    <p:extLst>
      <p:ext uri="{BB962C8B-B14F-4D97-AF65-F5344CB8AC3E}">
        <p14:creationId xmlns:p14="http://schemas.microsoft.com/office/powerpoint/2010/main" val="35602247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F2A54-0F9B-CED1-9275-FF5FA997C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14C769-7036-7E5F-79D5-471A01677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98027-300B-864A-FC56-106BB6AC26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D326E9-7318-A554-DA76-56870DC2C558}"/>
              </a:ext>
            </a:extLst>
          </p:cNvPr>
          <p:cNvSpPr>
            <a:spLocks noGrp="1"/>
          </p:cNvSpPr>
          <p:nvPr>
            <p:ph type="sldNum" sz="quarter" idx="5"/>
          </p:nvPr>
        </p:nvSpPr>
        <p:spPr/>
        <p:txBody>
          <a:bodyPr/>
          <a:lstStyle/>
          <a:p>
            <a:fld id="{0FEBDD72-D9CB-9F43-B24A-0CDB0F47408D}" type="slidenum">
              <a:rPr lang="en-US" smtClean="0"/>
              <a:t>86</a:t>
            </a:fld>
            <a:endParaRPr lang="en-US"/>
          </a:p>
        </p:txBody>
      </p:sp>
    </p:spTree>
    <p:extLst>
      <p:ext uri="{BB962C8B-B14F-4D97-AF65-F5344CB8AC3E}">
        <p14:creationId xmlns:p14="http://schemas.microsoft.com/office/powerpoint/2010/main" val="40941934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E20B3-E7BF-9BB3-FB3F-3385903CC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AC5F5-95AA-0367-7B5F-A3BF6A131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FAF37-22D4-6418-1111-C470217843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9C5C98-72B2-7B9E-1676-0A888F6B8A3A}"/>
              </a:ext>
            </a:extLst>
          </p:cNvPr>
          <p:cNvSpPr>
            <a:spLocks noGrp="1"/>
          </p:cNvSpPr>
          <p:nvPr>
            <p:ph type="sldNum" sz="quarter" idx="5"/>
          </p:nvPr>
        </p:nvSpPr>
        <p:spPr/>
        <p:txBody>
          <a:bodyPr/>
          <a:lstStyle/>
          <a:p>
            <a:fld id="{0FEBDD72-D9CB-9F43-B24A-0CDB0F47408D}" type="slidenum">
              <a:rPr lang="en-US" smtClean="0"/>
              <a:t>87</a:t>
            </a:fld>
            <a:endParaRPr lang="en-US"/>
          </a:p>
        </p:txBody>
      </p:sp>
    </p:spTree>
    <p:extLst>
      <p:ext uri="{BB962C8B-B14F-4D97-AF65-F5344CB8AC3E}">
        <p14:creationId xmlns:p14="http://schemas.microsoft.com/office/powerpoint/2010/main" val="16660334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88</a:t>
            </a:fld>
            <a:endParaRPr lang="en-US"/>
          </a:p>
        </p:txBody>
      </p:sp>
    </p:spTree>
    <p:extLst>
      <p:ext uri="{BB962C8B-B14F-4D97-AF65-F5344CB8AC3E}">
        <p14:creationId xmlns:p14="http://schemas.microsoft.com/office/powerpoint/2010/main" val="146662635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DE993-9F54-D9A6-628E-66AC274F0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E9413-061D-615E-9FE8-78CD45A6A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689A4-CB7D-A4A3-1410-5BFAE1FFF1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1139B5-3FF2-E1D7-9D44-1CB7F381760E}"/>
              </a:ext>
            </a:extLst>
          </p:cNvPr>
          <p:cNvSpPr>
            <a:spLocks noGrp="1"/>
          </p:cNvSpPr>
          <p:nvPr>
            <p:ph type="sldNum" sz="quarter" idx="5"/>
          </p:nvPr>
        </p:nvSpPr>
        <p:spPr/>
        <p:txBody>
          <a:bodyPr/>
          <a:lstStyle/>
          <a:p>
            <a:fld id="{0FEBDD72-D9CB-9F43-B24A-0CDB0F47408D}" type="slidenum">
              <a:rPr lang="en-US" smtClean="0"/>
              <a:t>89</a:t>
            </a:fld>
            <a:endParaRPr lang="en-US"/>
          </a:p>
        </p:txBody>
      </p:sp>
    </p:spTree>
    <p:extLst>
      <p:ext uri="{BB962C8B-B14F-4D97-AF65-F5344CB8AC3E}">
        <p14:creationId xmlns:p14="http://schemas.microsoft.com/office/powerpoint/2010/main" val="13654390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90</a:t>
            </a:fld>
            <a:endParaRPr lang="en-US"/>
          </a:p>
        </p:txBody>
      </p:sp>
    </p:spTree>
    <p:extLst>
      <p:ext uri="{BB962C8B-B14F-4D97-AF65-F5344CB8AC3E}">
        <p14:creationId xmlns:p14="http://schemas.microsoft.com/office/powerpoint/2010/main" val="142728801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91</a:t>
            </a:fld>
            <a:endParaRPr lang="en-US"/>
          </a:p>
        </p:txBody>
      </p:sp>
    </p:spTree>
    <p:extLst>
      <p:ext uri="{BB962C8B-B14F-4D97-AF65-F5344CB8AC3E}">
        <p14:creationId xmlns:p14="http://schemas.microsoft.com/office/powerpoint/2010/main" val="22850720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92</a:t>
            </a:fld>
            <a:endParaRPr lang="en-US"/>
          </a:p>
        </p:txBody>
      </p:sp>
    </p:spTree>
    <p:extLst>
      <p:ext uri="{BB962C8B-B14F-4D97-AF65-F5344CB8AC3E}">
        <p14:creationId xmlns:p14="http://schemas.microsoft.com/office/powerpoint/2010/main" val="288160691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2800" dirty="0"/>
          </a:p>
        </p:txBody>
      </p:sp>
      <p:sp>
        <p:nvSpPr>
          <p:cNvPr id="4" name="Slide Number Placeholder 3"/>
          <p:cNvSpPr>
            <a:spLocks noGrp="1"/>
          </p:cNvSpPr>
          <p:nvPr>
            <p:ph type="sldNum" sz="quarter" idx="5"/>
          </p:nvPr>
        </p:nvSpPr>
        <p:spPr/>
        <p:txBody>
          <a:bodyPr/>
          <a:lstStyle/>
          <a:p>
            <a:fld id="{0FEBDD72-D9CB-9F43-B24A-0CDB0F47408D}" type="slidenum">
              <a:rPr lang="en-US" smtClean="0"/>
              <a:t>93</a:t>
            </a:fld>
            <a:endParaRPr lang="en-US"/>
          </a:p>
        </p:txBody>
      </p:sp>
    </p:spTree>
    <p:extLst>
      <p:ext uri="{BB962C8B-B14F-4D97-AF65-F5344CB8AC3E}">
        <p14:creationId xmlns:p14="http://schemas.microsoft.com/office/powerpoint/2010/main" val="13512358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96B80-F544-468B-EA32-AD08E2E1F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570ED-F9BA-8144-F599-A34977AC6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AFD38F-3642-AD0E-C688-CE1B6837B3FA}"/>
              </a:ext>
            </a:extLst>
          </p:cNvPr>
          <p:cNvSpPr>
            <a:spLocks noGrp="1"/>
          </p:cNvSpPr>
          <p:nvPr>
            <p:ph type="body" idx="1"/>
          </p:nvPr>
        </p:nvSpPr>
        <p:spPr/>
        <p:txBody>
          <a:bodyPr/>
          <a:lstStyle/>
          <a:p>
            <a:pPr marL="0" indent="0">
              <a:buFont typeface="Arial" panose="020B0604020202020204" pitchFamily="34" charset="0"/>
              <a:buNone/>
            </a:pPr>
            <a:endParaRPr lang="en-US" altLang="zh-CN" sz="2800" dirty="0"/>
          </a:p>
        </p:txBody>
      </p:sp>
      <p:sp>
        <p:nvSpPr>
          <p:cNvPr id="4" name="Slide Number Placeholder 3">
            <a:extLst>
              <a:ext uri="{FF2B5EF4-FFF2-40B4-BE49-F238E27FC236}">
                <a16:creationId xmlns:a16="http://schemas.microsoft.com/office/drawing/2014/main" id="{B6A97129-6AC7-3AD0-8DB5-FCE329BE1CF9}"/>
              </a:ext>
            </a:extLst>
          </p:cNvPr>
          <p:cNvSpPr>
            <a:spLocks noGrp="1"/>
          </p:cNvSpPr>
          <p:nvPr>
            <p:ph type="sldNum" sz="quarter" idx="5"/>
          </p:nvPr>
        </p:nvSpPr>
        <p:spPr/>
        <p:txBody>
          <a:bodyPr/>
          <a:lstStyle/>
          <a:p>
            <a:fld id="{0FEBDD72-D9CB-9F43-B24A-0CDB0F47408D}" type="slidenum">
              <a:rPr lang="en-US" smtClean="0"/>
              <a:t>94</a:t>
            </a:fld>
            <a:endParaRPr lang="en-US"/>
          </a:p>
        </p:txBody>
      </p:sp>
    </p:spTree>
    <p:extLst>
      <p:ext uri="{BB962C8B-B14F-4D97-AF65-F5344CB8AC3E}">
        <p14:creationId xmlns:p14="http://schemas.microsoft.com/office/powerpoint/2010/main" val="22400628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810EC-9BC6-05B8-54C4-9C9318AB0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C6925-C41B-6893-53F4-14349D59F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2A161-7AB6-6489-6445-2ED294FA72ED}"/>
              </a:ext>
            </a:extLst>
          </p:cNvPr>
          <p:cNvSpPr>
            <a:spLocks noGrp="1"/>
          </p:cNvSpPr>
          <p:nvPr>
            <p:ph type="body" idx="1"/>
          </p:nvPr>
        </p:nvSpPr>
        <p:spPr/>
        <p:txBody>
          <a:bodyPr/>
          <a:lstStyle/>
          <a:p>
            <a:pPr marL="0" indent="0">
              <a:buFont typeface="Arial" panose="020B0604020202020204" pitchFamily="34" charset="0"/>
              <a:buNone/>
            </a:pPr>
            <a:endParaRPr lang="en-US" altLang="zh-CN" sz="2800" dirty="0"/>
          </a:p>
        </p:txBody>
      </p:sp>
      <p:sp>
        <p:nvSpPr>
          <p:cNvPr id="4" name="Slide Number Placeholder 3">
            <a:extLst>
              <a:ext uri="{FF2B5EF4-FFF2-40B4-BE49-F238E27FC236}">
                <a16:creationId xmlns:a16="http://schemas.microsoft.com/office/drawing/2014/main" id="{045478B3-A184-5EE9-3B4D-D6DA174C5EF9}"/>
              </a:ext>
            </a:extLst>
          </p:cNvPr>
          <p:cNvSpPr>
            <a:spLocks noGrp="1"/>
          </p:cNvSpPr>
          <p:nvPr>
            <p:ph type="sldNum" sz="quarter" idx="5"/>
          </p:nvPr>
        </p:nvSpPr>
        <p:spPr/>
        <p:txBody>
          <a:bodyPr/>
          <a:lstStyle/>
          <a:p>
            <a:fld id="{0FEBDD72-D9CB-9F43-B24A-0CDB0F47408D}" type="slidenum">
              <a:rPr lang="en-US" smtClean="0"/>
              <a:t>95</a:t>
            </a:fld>
            <a:endParaRPr lang="en-US"/>
          </a:p>
        </p:txBody>
      </p:sp>
    </p:spTree>
    <p:extLst>
      <p:ext uri="{BB962C8B-B14F-4D97-AF65-F5344CB8AC3E}">
        <p14:creationId xmlns:p14="http://schemas.microsoft.com/office/powerpoint/2010/main" val="32405018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EBDD72-D9CB-9F43-B24A-0CDB0F47408D}" type="slidenum">
              <a:rPr lang="en-US" smtClean="0"/>
              <a:t>96</a:t>
            </a:fld>
            <a:endParaRPr lang="en-US"/>
          </a:p>
        </p:txBody>
      </p:sp>
    </p:spTree>
    <p:extLst>
      <p:ext uri="{BB962C8B-B14F-4D97-AF65-F5344CB8AC3E}">
        <p14:creationId xmlns:p14="http://schemas.microsoft.com/office/powerpoint/2010/main" val="201346531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C9774-0B11-A73C-E33A-C0E4AB7A2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5C05D-BD34-4E4E-0FFE-352F1A5AA7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F5BF5-EAC0-7F10-E8C8-0D6EBE760C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19A753-E2E4-9F48-90E1-02542DE2C29F}"/>
              </a:ext>
            </a:extLst>
          </p:cNvPr>
          <p:cNvSpPr>
            <a:spLocks noGrp="1"/>
          </p:cNvSpPr>
          <p:nvPr>
            <p:ph type="sldNum" sz="quarter" idx="5"/>
          </p:nvPr>
        </p:nvSpPr>
        <p:spPr/>
        <p:txBody>
          <a:bodyPr/>
          <a:lstStyle/>
          <a:p>
            <a:fld id="{20A8812E-E0CE-4168-80FE-0D3C266E5416}" type="slidenum">
              <a:rPr lang="en-US" smtClean="0"/>
              <a:t>98</a:t>
            </a:fld>
            <a:endParaRPr lang="en-US"/>
          </a:p>
        </p:txBody>
      </p:sp>
    </p:spTree>
    <p:extLst>
      <p:ext uri="{BB962C8B-B14F-4D97-AF65-F5344CB8AC3E}">
        <p14:creationId xmlns:p14="http://schemas.microsoft.com/office/powerpoint/2010/main" val="2494156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en-US"/>
              <a:t>Click to edit Master title style</a:t>
            </a:r>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4" name="Date Placeholder 3"/>
          <p:cNvSpPr>
            <a:spLocks noGrp="1"/>
          </p:cNvSpPr>
          <p:nvPr>
            <p:ph type="dt" sz="half" idx="10"/>
          </p:nvPr>
        </p:nvSpPr>
        <p:spPr/>
        <p:txBody>
          <a:bodyPr/>
          <a:lstStyle/>
          <a:p>
            <a:fld id="{A3B6DC6D-41E1-46E8-8F40-ECCAC8AF69B9}"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44188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000" y="1821936"/>
            <a:ext cx="10515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3ABF94-4A90-4D1C-AFEA-DFE7062582BD}"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858500" y="8475136"/>
            <a:ext cx="495300" cy="486833"/>
          </a:xfrm>
        </p:spPr>
        <p:txBody>
          <a:bodyPr/>
          <a:lstStyle/>
          <a:p>
            <a:fld id="{D5244C39-EA1C-4830-B3FA-E06130CB504B}" type="slidenum">
              <a:rPr lang="en-US" smtClean="0"/>
              <a:pPr/>
              <a:t>‹#›</a:t>
            </a:fld>
            <a:endParaRPr lang="en-US"/>
          </a:p>
        </p:txBody>
      </p:sp>
      <p:sp>
        <p:nvSpPr>
          <p:cNvPr id="7" name="Rectangle 6">
            <a:extLst>
              <a:ext uri="{FF2B5EF4-FFF2-40B4-BE49-F238E27FC236}">
                <a16:creationId xmlns:a16="http://schemas.microsoft.com/office/drawing/2014/main" id="{C4ED2DE8-0C2B-B420-DB99-89A8F6647290}"/>
              </a:ext>
            </a:extLst>
          </p:cNvPr>
          <p:cNvSpPr/>
          <p:nvPr userDrawn="1"/>
        </p:nvSpPr>
        <p:spPr>
          <a:xfrm>
            <a:off x="319095" y="231795"/>
            <a:ext cx="11553825" cy="1006456"/>
          </a:xfrm>
          <a:prstGeom prst="rect">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Parallelogram 8">
            <a:extLst>
              <a:ext uri="{FF2B5EF4-FFF2-40B4-BE49-F238E27FC236}">
                <a16:creationId xmlns:a16="http://schemas.microsoft.com/office/drawing/2014/main" id="{52CD5D24-A2E2-0E6C-5972-D77E9234F6DE}"/>
              </a:ext>
            </a:extLst>
          </p:cNvPr>
          <p:cNvSpPr/>
          <p:nvPr userDrawn="1"/>
        </p:nvSpPr>
        <p:spPr>
          <a:xfrm>
            <a:off x="9128768" y="1290743"/>
            <a:ext cx="2739391" cy="97536"/>
          </a:xfrm>
          <a:prstGeom prst="parallelogram">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Parallelogram 9">
            <a:extLst>
              <a:ext uri="{FF2B5EF4-FFF2-40B4-BE49-F238E27FC236}">
                <a16:creationId xmlns:a16="http://schemas.microsoft.com/office/drawing/2014/main" id="{BC26889F-67E7-D193-0E7C-3C2FAA1A56B1}"/>
              </a:ext>
            </a:extLst>
          </p:cNvPr>
          <p:cNvSpPr/>
          <p:nvPr userDrawn="1"/>
        </p:nvSpPr>
        <p:spPr>
          <a:xfrm>
            <a:off x="317508" y="1290743"/>
            <a:ext cx="8733631" cy="97536"/>
          </a:xfrm>
          <a:prstGeom prst="parallelogram">
            <a:avLst/>
          </a:prstGeom>
          <a:gradFill flip="none" rotWithShape="1">
            <a:gsLst>
              <a:gs pos="10000">
                <a:srgbClr val="004F9E"/>
              </a:gs>
              <a:gs pos="73000">
                <a:srgbClr val="004F9E"/>
              </a:gs>
              <a:gs pos="42000">
                <a:srgbClr val="87B4E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622300" y="389827"/>
            <a:ext cx="10421922" cy="726072"/>
          </a:xfrm>
        </p:spPr>
        <p:txBody>
          <a:bodyPr>
            <a:noAutofit/>
          </a:bodyPr>
          <a:lstStyle>
            <a:lvl1pPr>
              <a:defRPr lang="en-US" sz="4800" b="0" kern="1200" dirty="0">
                <a:solidFill>
                  <a:schemeClr val="bg1"/>
                </a:solidFill>
                <a:latin typeface="+mn-lt"/>
                <a:ea typeface="+mj-ea"/>
                <a:cs typeface="+mj-cs"/>
              </a:defRPr>
            </a:lvl1pPr>
          </a:lstStyle>
          <a:p>
            <a:r>
              <a:rPr lang="en-US"/>
              <a:t>Click to edit Master title style</a:t>
            </a:r>
          </a:p>
        </p:txBody>
      </p:sp>
      <p:pic>
        <p:nvPicPr>
          <p:cNvPr id="8" name="Picture 7" descr="UCF Global Enhances International Student Experience">
            <a:extLst>
              <a:ext uri="{FF2B5EF4-FFF2-40B4-BE49-F238E27FC236}">
                <a16:creationId xmlns:a16="http://schemas.microsoft.com/office/drawing/2014/main" id="{DC796F73-2C0D-B33A-0299-4B676F6D9485}"/>
              </a:ext>
            </a:extLst>
          </p:cNvPr>
          <p:cNvPicPr>
            <a:picLocks noChangeAspect="1" noChangeArrowheads="1"/>
          </p:cNvPicPr>
          <p:nvPr userDrawn="1"/>
        </p:nvPicPr>
        <p:blipFill rotWithShape="1">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l="30518" t="30182" r="30415" b="31166"/>
          <a:stretch/>
        </p:blipFill>
        <p:spPr bwMode="auto">
          <a:xfrm>
            <a:off x="11006138" y="385051"/>
            <a:ext cx="733837" cy="726072"/>
          </a:xfrm>
          <a:prstGeom prst="ellipse">
            <a:avLst/>
          </a:prstGeom>
          <a:ln w="28575" cap="rnd">
            <a:solidFill>
              <a:schemeClr val="bg1"/>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592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en-US"/>
              <a:t>Click to edit Master title style</a:t>
            </a:r>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A703F3-D82A-490B-BF0D-A3248F2AE70E}"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4C39-EA1C-4830-B3FA-E06130CB504B}" type="slidenum">
              <a:rPr lang="en-US" smtClean="0"/>
              <a:t>‹#›</a:t>
            </a:fld>
            <a:endParaRPr lang="en-US"/>
          </a:p>
        </p:txBody>
      </p:sp>
      <p:sp>
        <p:nvSpPr>
          <p:cNvPr id="7" name="Rectangle 6">
            <a:extLst>
              <a:ext uri="{FF2B5EF4-FFF2-40B4-BE49-F238E27FC236}">
                <a16:creationId xmlns:a16="http://schemas.microsoft.com/office/drawing/2014/main" id="{EDCEC089-E9C2-1ACB-3932-FF36B6EC8F06}"/>
              </a:ext>
            </a:extLst>
          </p:cNvPr>
          <p:cNvSpPr/>
          <p:nvPr userDrawn="1"/>
        </p:nvSpPr>
        <p:spPr>
          <a:xfrm>
            <a:off x="533400" y="2142355"/>
            <a:ext cx="11125200" cy="2946400"/>
          </a:xfrm>
          <a:prstGeom prst="rect">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Content Placeholder 4" descr="Text&#10;&#10;Description automatically generated">
            <a:extLst>
              <a:ext uri="{FF2B5EF4-FFF2-40B4-BE49-F238E27FC236}">
                <a16:creationId xmlns:a16="http://schemas.microsoft.com/office/drawing/2014/main" id="{B0CCBEA8-F58D-9134-FE0E-7C11A51B44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5030" y="596407"/>
            <a:ext cx="3543571" cy="906920"/>
          </a:xfrm>
          <a:prstGeom prst="rect">
            <a:avLst/>
          </a:prstGeom>
        </p:spPr>
      </p:pic>
      <p:sp>
        <p:nvSpPr>
          <p:cNvPr id="9" name="Parallelogram 8">
            <a:extLst>
              <a:ext uri="{FF2B5EF4-FFF2-40B4-BE49-F238E27FC236}">
                <a16:creationId xmlns:a16="http://schemas.microsoft.com/office/drawing/2014/main" id="{ABCF7342-646B-FF9A-1BF5-9CE83E5953C2}"/>
              </a:ext>
            </a:extLst>
          </p:cNvPr>
          <p:cNvSpPr/>
          <p:nvPr userDrawn="1"/>
        </p:nvSpPr>
        <p:spPr>
          <a:xfrm>
            <a:off x="9128760" y="5212347"/>
            <a:ext cx="2529840" cy="182880"/>
          </a:xfrm>
          <a:prstGeom prst="parallelogram">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Parallelogram 9">
            <a:extLst>
              <a:ext uri="{FF2B5EF4-FFF2-40B4-BE49-F238E27FC236}">
                <a16:creationId xmlns:a16="http://schemas.microsoft.com/office/drawing/2014/main" id="{785AD086-FC94-3642-60CC-288B76CB8165}"/>
              </a:ext>
            </a:extLst>
          </p:cNvPr>
          <p:cNvSpPr/>
          <p:nvPr userDrawn="1"/>
        </p:nvSpPr>
        <p:spPr>
          <a:xfrm>
            <a:off x="533408" y="5212347"/>
            <a:ext cx="8515351" cy="182880"/>
          </a:xfrm>
          <a:prstGeom prst="parallelogram">
            <a:avLst/>
          </a:prstGeom>
          <a:gradFill flip="none" rotWithShape="1">
            <a:gsLst>
              <a:gs pos="10000">
                <a:srgbClr val="004F9E"/>
              </a:gs>
              <a:gs pos="73000">
                <a:srgbClr val="004F9E"/>
              </a:gs>
              <a:gs pos="42000">
                <a:srgbClr val="87B4E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Subtitle 2">
            <a:extLst>
              <a:ext uri="{FF2B5EF4-FFF2-40B4-BE49-F238E27FC236}">
                <a16:creationId xmlns:a16="http://schemas.microsoft.com/office/drawing/2014/main" id="{05115815-B532-9DCC-66A0-BD24F3FC9782}"/>
              </a:ext>
            </a:extLst>
          </p:cNvPr>
          <p:cNvSpPr txBox="1">
            <a:spLocks/>
          </p:cNvSpPr>
          <p:nvPr userDrawn="1"/>
        </p:nvSpPr>
        <p:spPr>
          <a:xfrm>
            <a:off x="533403" y="562819"/>
            <a:ext cx="3739844" cy="1067812"/>
          </a:xfrm>
          <a:prstGeom prst="rect">
            <a:avLst/>
          </a:prstGeom>
        </p:spPr>
        <p:txBody>
          <a:bodyPr vert="horz" wrap="none" lIns="121920" tIns="60960" rIns="121920" bIns="6096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en-US" sz="2667" b="1">
              <a:solidFill>
                <a:srgbClr val="004F9E"/>
              </a:solidFill>
              <a:latin typeface="+mj-lt"/>
            </a:endParaRPr>
          </a:p>
        </p:txBody>
      </p:sp>
    </p:spTree>
    <p:extLst>
      <p:ext uri="{BB962C8B-B14F-4D97-AF65-F5344CB8AC3E}">
        <p14:creationId xmlns:p14="http://schemas.microsoft.com/office/powerpoint/2010/main" val="1253306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1B88D6-51E6-4C25-822C-AF2554457637}" type="datetime1">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3429712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en-US"/>
              <a:t>Click to edit Master title style</a:t>
            </a:r>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3340100"/>
            <a:ext cx="515778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3340100"/>
            <a:ext cx="5183188"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8CC62A-92D9-4FE4-94A0-D8EC7B9D72B7}" type="datetime1">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1757148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4D9ACB2-A4F9-49BE-8D0A-5EDADAD7B2B9}" type="datetime1">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2816529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628BFF-0F23-4537-AC17-718802F20C60}" type="datetime1">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410286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BAD1FD4A-780F-4C1F-9630-570A7DB3AC55}" type="datetime1">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1265066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E8D323E4-7ABD-44EB-9399-4B679FF71EC4}" type="datetime1">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2717607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C65BAA-A959-475A-9CF3-E7BEBEFF5D35}"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3319814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856E6A-B789-4D56-8140-4F0B9EA79C33}"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326269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C148B-0619-426B-9A9D-58EA1E9911F4}"/>
              </a:ext>
            </a:extLst>
          </p:cNvPr>
          <p:cNvSpPr>
            <a:spLocks noGrp="1"/>
          </p:cNvSpPr>
          <p:nvPr>
            <p:ph type="ctrTitle"/>
          </p:nvPr>
        </p:nvSpPr>
        <p:spPr>
          <a:xfrm>
            <a:off x="1524000" y="1496484"/>
            <a:ext cx="9144000" cy="3183467"/>
          </a:xfrm>
          <a:prstGeom prst="rect">
            <a:avLst/>
          </a:prstGeom>
        </p:spPr>
        <p:txBody>
          <a:bodyPr anchor="b"/>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E8AB9CD2-40B6-42D3-BB6C-B520998CC829}"/>
              </a:ext>
            </a:extLst>
          </p:cNvPr>
          <p:cNvSpPr>
            <a:spLocks noGrp="1"/>
          </p:cNvSpPr>
          <p:nvPr>
            <p:ph type="subTitle" idx="1"/>
          </p:nvPr>
        </p:nvSpPr>
        <p:spPr>
          <a:xfrm>
            <a:off x="1524000" y="4802717"/>
            <a:ext cx="9144000" cy="2207683"/>
          </a:xfrm>
          <a:prstGeom prst="rect">
            <a:avLst/>
          </a:prstGeom>
        </p:spPr>
        <p:txBody>
          <a:bodyPr/>
          <a:lstStyle>
            <a:lvl1pPr marL="0" indent="0" algn="ctr">
              <a:buNone/>
              <a:defRPr sz="3200"/>
            </a:lvl1pPr>
            <a:lvl2pPr marL="609541" indent="0" algn="ctr">
              <a:buNone/>
              <a:defRPr sz="2667"/>
            </a:lvl2pPr>
            <a:lvl3pPr marL="1219079" indent="0" algn="ctr">
              <a:buNone/>
              <a:defRPr sz="2400"/>
            </a:lvl3pPr>
            <a:lvl4pPr marL="1828618" indent="0" algn="ctr">
              <a:buNone/>
              <a:defRPr sz="2133"/>
            </a:lvl4pPr>
            <a:lvl5pPr marL="2438158" indent="0" algn="ctr">
              <a:buNone/>
              <a:defRPr sz="2133"/>
            </a:lvl5pPr>
            <a:lvl6pPr marL="3047697" indent="0" algn="ctr">
              <a:buNone/>
              <a:defRPr sz="2133"/>
            </a:lvl6pPr>
            <a:lvl7pPr marL="3657234" indent="0" algn="ctr">
              <a:buNone/>
              <a:defRPr sz="2133"/>
            </a:lvl7pPr>
            <a:lvl8pPr marL="4266773" indent="0" algn="ctr">
              <a:buNone/>
              <a:defRPr sz="2133"/>
            </a:lvl8pPr>
            <a:lvl9pPr marL="4876314" indent="0" algn="ctr">
              <a:buNone/>
              <a:defRPr sz="2133"/>
            </a:lvl9pPr>
          </a:lstStyle>
          <a:p>
            <a:r>
              <a:rPr lang="en-US"/>
              <a:t>Click to edit Master subtitle style</a:t>
            </a:r>
          </a:p>
        </p:txBody>
      </p:sp>
      <p:sp>
        <p:nvSpPr>
          <p:cNvPr id="4" name="Date Placeholder 3">
            <a:extLst>
              <a:ext uri="{FF2B5EF4-FFF2-40B4-BE49-F238E27FC236}">
                <a16:creationId xmlns:a16="http://schemas.microsoft.com/office/drawing/2014/main" id="{758A7A06-26FC-452B-B15E-88318937235F}"/>
              </a:ext>
            </a:extLst>
          </p:cNvPr>
          <p:cNvSpPr>
            <a:spLocks noGrp="1"/>
          </p:cNvSpPr>
          <p:nvPr>
            <p:ph type="dt" sz="half" idx="10"/>
          </p:nvPr>
        </p:nvSpPr>
        <p:spPr/>
        <p:txBody>
          <a:bodyPr/>
          <a:lstStyle/>
          <a:p>
            <a:fld id="{A3B6DC6D-41E1-46E8-8F40-ECCAC8AF69B9}" type="datetime1">
              <a:rPr lang="en-US" smtClean="0"/>
              <a:t>9/25/2026</a:t>
            </a:fld>
            <a:endParaRPr lang="en-US"/>
          </a:p>
        </p:txBody>
      </p:sp>
      <p:sp>
        <p:nvSpPr>
          <p:cNvPr id="5" name="Footer Placeholder 4">
            <a:extLst>
              <a:ext uri="{FF2B5EF4-FFF2-40B4-BE49-F238E27FC236}">
                <a16:creationId xmlns:a16="http://schemas.microsoft.com/office/drawing/2014/main" id="{62B1F38D-087E-4002-A764-466176B7D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32556E-E524-494D-8B43-AB615361E2EE}"/>
              </a:ext>
            </a:extLst>
          </p:cNvPr>
          <p:cNvSpPr>
            <a:spLocks noGrp="1"/>
          </p:cNvSpPr>
          <p:nvPr>
            <p:ph type="sldNum" sz="quarter" idx="12"/>
          </p:nvPr>
        </p:nvSpPr>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215015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37D4E1-4B6E-4002-9068-1D3712AE49BF}"/>
              </a:ext>
            </a:extLst>
          </p:cNvPr>
          <p:cNvSpPr/>
          <p:nvPr userDrawn="1"/>
        </p:nvSpPr>
        <p:spPr>
          <a:xfrm>
            <a:off x="319095" y="231794"/>
            <a:ext cx="11553825" cy="1216023"/>
          </a:xfrm>
          <a:prstGeom prst="rect">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F4E8EE6C-7681-4598-8417-E7908170CA35}"/>
              </a:ext>
            </a:extLst>
          </p:cNvPr>
          <p:cNvSpPr>
            <a:spLocks noGrp="1"/>
          </p:cNvSpPr>
          <p:nvPr>
            <p:ph type="title"/>
          </p:nvPr>
        </p:nvSpPr>
        <p:spPr>
          <a:xfrm>
            <a:off x="476250" y="231777"/>
            <a:ext cx="11220451" cy="1219200"/>
          </a:xfrm>
          <a:prstGeom prst="rect">
            <a:avLst/>
          </a:prstGeom>
          <a:noFill/>
        </p:spPr>
        <p:txBody>
          <a:bodyPr/>
          <a:lstStyle>
            <a:lvl1pPr>
              <a:defRPr>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F202C18C-EC12-4518-9F95-262981D45A77}"/>
              </a:ext>
            </a:extLst>
          </p:cNvPr>
          <p:cNvSpPr>
            <a:spLocks noGrp="1"/>
          </p:cNvSpPr>
          <p:nvPr>
            <p:ph type="dt" sz="half" idx="10"/>
          </p:nvPr>
        </p:nvSpPr>
        <p:spPr>
          <a:xfrm>
            <a:off x="476249" y="8551350"/>
            <a:ext cx="2743200" cy="486833"/>
          </a:xfrm>
        </p:spPr>
        <p:txBody>
          <a:bodyPr/>
          <a:lstStyle/>
          <a:p>
            <a:fld id="{093ABF94-4A90-4D1C-AFEA-DFE7062582BD}" type="datetime1">
              <a:rPr lang="en-US" smtClean="0"/>
              <a:t>9/25/2026</a:t>
            </a:fld>
            <a:endParaRPr lang="en-US"/>
          </a:p>
        </p:txBody>
      </p:sp>
      <p:sp>
        <p:nvSpPr>
          <p:cNvPr id="5" name="Footer Placeholder 4">
            <a:extLst>
              <a:ext uri="{FF2B5EF4-FFF2-40B4-BE49-F238E27FC236}">
                <a16:creationId xmlns:a16="http://schemas.microsoft.com/office/drawing/2014/main" id="{B829EC8E-4735-4FA6-A680-1B92074D870E}"/>
              </a:ext>
            </a:extLst>
          </p:cNvPr>
          <p:cNvSpPr>
            <a:spLocks noGrp="1"/>
          </p:cNvSpPr>
          <p:nvPr>
            <p:ph type="ftr" sz="quarter" idx="11"/>
          </p:nvPr>
        </p:nvSpPr>
        <p:spPr>
          <a:xfrm>
            <a:off x="4029075" y="8551350"/>
            <a:ext cx="4114800" cy="486833"/>
          </a:xfrm>
        </p:spPr>
        <p:txBody>
          <a:bodyPr/>
          <a:lstStyle/>
          <a:p>
            <a:endParaRPr lang="en-US"/>
          </a:p>
        </p:txBody>
      </p:sp>
      <p:pic>
        <p:nvPicPr>
          <p:cNvPr id="10" name="Picture 9">
            <a:extLst>
              <a:ext uri="{FF2B5EF4-FFF2-40B4-BE49-F238E27FC236}">
                <a16:creationId xmlns:a16="http://schemas.microsoft.com/office/drawing/2014/main" id="{7124929E-217F-4AFE-8858-FE6EFBED31E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5236" b="32753"/>
          <a:stretch/>
        </p:blipFill>
        <p:spPr>
          <a:xfrm>
            <a:off x="10994203" y="312741"/>
            <a:ext cx="619156" cy="1057272"/>
          </a:xfrm>
          <a:prstGeom prst="rect">
            <a:avLst/>
          </a:prstGeom>
        </p:spPr>
      </p:pic>
      <p:sp>
        <p:nvSpPr>
          <p:cNvPr id="12" name="Parallelogram 11">
            <a:extLst>
              <a:ext uri="{FF2B5EF4-FFF2-40B4-BE49-F238E27FC236}">
                <a16:creationId xmlns:a16="http://schemas.microsoft.com/office/drawing/2014/main" id="{94EA2055-C81E-4C16-B117-8FBBF06DCF26}"/>
              </a:ext>
            </a:extLst>
          </p:cNvPr>
          <p:cNvSpPr/>
          <p:nvPr userDrawn="1"/>
        </p:nvSpPr>
        <p:spPr>
          <a:xfrm>
            <a:off x="9128768" y="1519343"/>
            <a:ext cx="2739391" cy="97536"/>
          </a:xfrm>
          <a:prstGeom prst="parallelogram">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Parallelogram 12">
            <a:extLst>
              <a:ext uri="{FF2B5EF4-FFF2-40B4-BE49-F238E27FC236}">
                <a16:creationId xmlns:a16="http://schemas.microsoft.com/office/drawing/2014/main" id="{AC5E049E-09E2-4DBD-8F07-E53FCCA53A10}"/>
              </a:ext>
            </a:extLst>
          </p:cNvPr>
          <p:cNvSpPr/>
          <p:nvPr userDrawn="1"/>
        </p:nvSpPr>
        <p:spPr>
          <a:xfrm>
            <a:off x="317508" y="1519343"/>
            <a:ext cx="8733631" cy="97536"/>
          </a:xfrm>
          <a:prstGeom prst="parallelogram">
            <a:avLst/>
          </a:prstGeom>
          <a:gradFill flip="none" rotWithShape="1">
            <a:gsLst>
              <a:gs pos="10000">
                <a:srgbClr val="004F9E"/>
              </a:gs>
              <a:gs pos="73000">
                <a:srgbClr val="004F9E"/>
              </a:gs>
              <a:gs pos="42000">
                <a:srgbClr val="87B4E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2">
            <a:extLst>
              <a:ext uri="{FF2B5EF4-FFF2-40B4-BE49-F238E27FC236}">
                <a16:creationId xmlns:a16="http://schemas.microsoft.com/office/drawing/2014/main" id="{C334B77F-8BBA-4C03-A575-0B5C300E2B1F}"/>
              </a:ext>
            </a:extLst>
          </p:cNvPr>
          <p:cNvSpPr>
            <a:spLocks noGrp="1"/>
          </p:cNvSpPr>
          <p:nvPr>
            <p:ph idx="1"/>
          </p:nvPr>
        </p:nvSpPr>
        <p:spPr>
          <a:xfrm>
            <a:off x="476250" y="1828806"/>
            <a:ext cx="11220451" cy="6565900"/>
          </a:xfrm>
          <a:prstGeom prst="rect">
            <a:avLst/>
          </a:pr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a:extLst>
              <a:ext uri="{FF2B5EF4-FFF2-40B4-BE49-F238E27FC236}">
                <a16:creationId xmlns:a16="http://schemas.microsoft.com/office/drawing/2014/main" id="{A1314B3C-D5D1-45BD-95F4-14E37F3DBEA7}"/>
              </a:ext>
            </a:extLst>
          </p:cNvPr>
          <p:cNvSpPr>
            <a:spLocks noGrp="1"/>
          </p:cNvSpPr>
          <p:nvPr>
            <p:ph type="sldNum" sz="quarter" idx="12"/>
          </p:nvPr>
        </p:nvSpPr>
        <p:spPr>
          <a:xfrm>
            <a:off x="11076326" y="8551350"/>
            <a:ext cx="620383" cy="486833"/>
          </a:xfrm>
        </p:spPr>
        <p:txBody>
          <a:bodyPr/>
          <a:lstStyle>
            <a:lvl1pPr>
              <a:defRPr sz="2400">
                <a:solidFill>
                  <a:srgbClr val="004F9E"/>
                </a:solidFill>
              </a:defRPr>
            </a:lvl1pPr>
          </a:lstStyle>
          <a:p>
            <a:fld id="{D5244C39-EA1C-4830-B3FA-E06130CB504B}" type="slidenum">
              <a:rPr lang="en-US" smtClean="0"/>
              <a:pPr/>
              <a:t>‹#›</a:t>
            </a:fld>
            <a:endParaRPr lang="en-US"/>
          </a:p>
        </p:txBody>
      </p:sp>
    </p:spTree>
    <p:extLst>
      <p:ext uri="{BB962C8B-B14F-4D97-AF65-F5344CB8AC3E}">
        <p14:creationId xmlns:p14="http://schemas.microsoft.com/office/powerpoint/2010/main" val="2538830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433E0A6-0ED6-4BAD-9965-32D657BE0F47}"/>
              </a:ext>
            </a:extLst>
          </p:cNvPr>
          <p:cNvSpPr/>
          <p:nvPr userDrawn="1"/>
        </p:nvSpPr>
        <p:spPr>
          <a:xfrm>
            <a:off x="533400" y="2142355"/>
            <a:ext cx="11125200" cy="2946400"/>
          </a:xfrm>
          <a:prstGeom prst="rect">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Title 1">
            <a:extLst>
              <a:ext uri="{FF2B5EF4-FFF2-40B4-BE49-F238E27FC236}">
                <a16:creationId xmlns:a16="http://schemas.microsoft.com/office/drawing/2014/main" id="{D0465C60-7952-4807-934E-950EF0D623E6}"/>
              </a:ext>
            </a:extLst>
          </p:cNvPr>
          <p:cNvSpPr>
            <a:spLocks noGrp="1"/>
          </p:cNvSpPr>
          <p:nvPr>
            <p:ph type="ctrTitle"/>
          </p:nvPr>
        </p:nvSpPr>
        <p:spPr>
          <a:xfrm>
            <a:off x="533400" y="2491605"/>
            <a:ext cx="11125200" cy="2207683"/>
          </a:xfrm>
        </p:spPr>
        <p:txBody>
          <a:bodyPr>
            <a:normAutofit/>
          </a:bodyPr>
          <a:lstStyle>
            <a:lvl1pPr algn="ctr">
              <a:defRPr>
                <a:solidFill>
                  <a:schemeClr val="bg1"/>
                </a:solidFill>
              </a:defRPr>
            </a:lvl1pPr>
          </a:lstStyle>
          <a:p>
            <a:endParaRPr lang="en-US" sz="7200">
              <a:solidFill>
                <a:schemeClr val="bg1"/>
              </a:solidFill>
            </a:endParaRPr>
          </a:p>
        </p:txBody>
      </p:sp>
      <p:sp>
        <p:nvSpPr>
          <p:cNvPr id="23" name="Subtitle 2">
            <a:extLst>
              <a:ext uri="{FF2B5EF4-FFF2-40B4-BE49-F238E27FC236}">
                <a16:creationId xmlns:a16="http://schemas.microsoft.com/office/drawing/2014/main" id="{CF84C7D7-B4C2-4936-9E63-357CBB024CB9}"/>
              </a:ext>
            </a:extLst>
          </p:cNvPr>
          <p:cNvSpPr>
            <a:spLocks noGrp="1"/>
          </p:cNvSpPr>
          <p:nvPr>
            <p:ph type="subTitle" idx="1"/>
          </p:nvPr>
        </p:nvSpPr>
        <p:spPr>
          <a:xfrm>
            <a:off x="4719783" y="6058719"/>
            <a:ext cx="2752436" cy="761340"/>
          </a:xfrm>
        </p:spPr>
        <p:txBody>
          <a:bodyPr>
            <a:normAutofit/>
          </a:bodyPr>
          <a:lstStyle>
            <a:lvl1pPr marL="0" indent="0" algn="ctr">
              <a:buNone/>
              <a:defRPr>
                <a:solidFill>
                  <a:srgbClr val="004F9E"/>
                </a:solidFill>
              </a:defRPr>
            </a:lvl1pPr>
          </a:lstStyle>
          <a:p>
            <a:pPr>
              <a:lnSpc>
                <a:spcPct val="100000"/>
              </a:lnSpc>
            </a:pPr>
            <a:endParaRPr lang="en-US" sz="3733" b="1">
              <a:solidFill>
                <a:srgbClr val="004F9E"/>
              </a:solidFill>
              <a:latin typeface="+mj-lt"/>
            </a:endParaRPr>
          </a:p>
        </p:txBody>
      </p:sp>
      <p:pic>
        <p:nvPicPr>
          <p:cNvPr id="24" name="Content Placeholder 4" descr="Text&#10;&#10;Description automatically generated">
            <a:extLst>
              <a:ext uri="{FF2B5EF4-FFF2-40B4-BE49-F238E27FC236}">
                <a16:creationId xmlns:a16="http://schemas.microsoft.com/office/drawing/2014/main" id="{D5005EE0-2285-451D-AAB4-ED77E69A2F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15030" y="596407"/>
            <a:ext cx="3543571" cy="906920"/>
          </a:xfrm>
          <a:prstGeom prst="rect">
            <a:avLst/>
          </a:prstGeom>
        </p:spPr>
      </p:pic>
      <p:sp>
        <p:nvSpPr>
          <p:cNvPr id="25" name="Parallelogram 24">
            <a:extLst>
              <a:ext uri="{FF2B5EF4-FFF2-40B4-BE49-F238E27FC236}">
                <a16:creationId xmlns:a16="http://schemas.microsoft.com/office/drawing/2014/main" id="{901882AE-1876-45C5-BE7A-CAFDD15489DF}"/>
              </a:ext>
            </a:extLst>
          </p:cNvPr>
          <p:cNvSpPr/>
          <p:nvPr userDrawn="1"/>
        </p:nvSpPr>
        <p:spPr>
          <a:xfrm>
            <a:off x="9128760" y="5212347"/>
            <a:ext cx="2529840" cy="182880"/>
          </a:xfrm>
          <a:prstGeom prst="parallelogram">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Parallelogram 25">
            <a:extLst>
              <a:ext uri="{FF2B5EF4-FFF2-40B4-BE49-F238E27FC236}">
                <a16:creationId xmlns:a16="http://schemas.microsoft.com/office/drawing/2014/main" id="{4869866C-AAB8-48D7-9C71-D73F0DF59952}"/>
              </a:ext>
            </a:extLst>
          </p:cNvPr>
          <p:cNvSpPr/>
          <p:nvPr userDrawn="1"/>
        </p:nvSpPr>
        <p:spPr>
          <a:xfrm>
            <a:off x="533408" y="5212347"/>
            <a:ext cx="8515351" cy="182880"/>
          </a:xfrm>
          <a:prstGeom prst="parallelogram">
            <a:avLst/>
          </a:prstGeom>
          <a:gradFill flip="none" rotWithShape="1">
            <a:gsLst>
              <a:gs pos="10000">
                <a:srgbClr val="004F9E"/>
              </a:gs>
              <a:gs pos="73000">
                <a:srgbClr val="004F9E"/>
              </a:gs>
              <a:gs pos="42000">
                <a:srgbClr val="87B4E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Subtitle 2">
            <a:extLst>
              <a:ext uri="{FF2B5EF4-FFF2-40B4-BE49-F238E27FC236}">
                <a16:creationId xmlns:a16="http://schemas.microsoft.com/office/drawing/2014/main" id="{7BB0CD16-589D-41F2-9455-5F0C40557698}"/>
              </a:ext>
            </a:extLst>
          </p:cNvPr>
          <p:cNvSpPr txBox="1">
            <a:spLocks/>
          </p:cNvSpPr>
          <p:nvPr userDrawn="1"/>
        </p:nvSpPr>
        <p:spPr>
          <a:xfrm>
            <a:off x="533403" y="562819"/>
            <a:ext cx="3739844" cy="1067812"/>
          </a:xfrm>
          <a:prstGeom prst="rect">
            <a:avLst/>
          </a:prstGeom>
        </p:spPr>
        <p:txBody>
          <a:bodyPr vert="horz" wrap="none" lIns="121920" tIns="60960" rIns="121920" bIns="6096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endParaRPr lang="en-US" sz="2667" b="1">
              <a:solidFill>
                <a:srgbClr val="004F9E"/>
              </a:solidFill>
              <a:latin typeface="+mj-lt"/>
            </a:endParaRPr>
          </a:p>
        </p:txBody>
      </p:sp>
      <p:sp>
        <p:nvSpPr>
          <p:cNvPr id="28" name="Date Placeholder 3">
            <a:extLst>
              <a:ext uri="{FF2B5EF4-FFF2-40B4-BE49-F238E27FC236}">
                <a16:creationId xmlns:a16="http://schemas.microsoft.com/office/drawing/2014/main" id="{0AFABFEB-09D6-40B0-9F23-B7E81C789E94}"/>
              </a:ext>
            </a:extLst>
          </p:cNvPr>
          <p:cNvSpPr>
            <a:spLocks noGrp="1"/>
          </p:cNvSpPr>
          <p:nvPr>
            <p:ph type="dt" sz="half" idx="10"/>
          </p:nvPr>
        </p:nvSpPr>
        <p:spPr>
          <a:xfrm>
            <a:off x="476249" y="8551350"/>
            <a:ext cx="2743200" cy="486833"/>
          </a:xfrm>
        </p:spPr>
        <p:txBody>
          <a:bodyPr/>
          <a:lstStyle/>
          <a:p>
            <a:fld id="{D8A703F3-D82A-490B-BF0D-A3248F2AE70E}" type="datetime1">
              <a:rPr lang="en-US" smtClean="0"/>
              <a:t>9/25/2026</a:t>
            </a:fld>
            <a:endParaRPr lang="en-US"/>
          </a:p>
        </p:txBody>
      </p:sp>
      <p:sp>
        <p:nvSpPr>
          <p:cNvPr id="29" name="Footer Placeholder 4">
            <a:extLst>
              <a:ext uri="{FF2B5EF4-FFF2-40B4-BE49-F238E27FC236}">
                <a16:creationId xmlns:a16="http://schemas.microsoft.com/office/drawing/2014/main" id="{ABCCB5D6-B539-46FB-95DC-3F3540BCEB26}"/>
              </a:ext>
            </a:extLst>
          </p:cNvPr>
          <p:cNvSpPr>
            <a:spLocks noGrp="1"/>
          </p:cNvSpPr>
          <p:nvPr>
            <p:ph type="ftr" sz="quarter" idx="11"/>
          </p:nvPr>
        </p:nvSpPr>
        <p:spPr>
          <a:xfrm>
            <a:off x="4029075" y="8551350"/>
            <a:ext cx="4114800" cy="486833"/>
          </a:xfrm>
        </p:spPr>
        <p:txBody>
          <a:bodyPr/>
          <a:lstStyle/>
          <a:p>
            <a:endParaRPr lang="en-US"/>
          </a:p>
        </p:txBody>
      </p:sp>
      <p:sp>
        <p:nvSpPr>
          <p:cNvPr id="30" name="Slide Number Placeholder 5">
            <a:extLst>
              <a:ext uri="{FF2B5EF4-FFF2-40B4-BE49-F238E27FC236}">
                <a16:creationId xmlns:a16="http://schemas.microsoft.com/office/drawing/2014/main" id="{8EEDD0FE-CB16-41A8-B845-5F9888D2204B}"/>
              </a:ext>
            </a:extLst>
          </p:cNvPr>
          <p:cNvSpPr>
            <a:spLocks noGrp="1"/>
          </p:cNvSpPr>
          <p:nvPr>
            <p:ph type="sldNum" sz="quarter" idx="12"/>
          </p:nvPr>
        </p:nvSpPr>
        <p:spPr>
          <a:xfrm>
            <a:off x="8953500" y="8551350"/>
            <a:ext cx="2743200" cy="486833"/>
          </a:xfrm>
        </p:spPr>
        <p:txBody>
          <a:bodyPr/>
          <a:lstStyle/>
          <a:p>
            <a:fld id="{D5244C39-EA1C-4830-B3FA-E06130CB504B}" type="slidenum">
              <a:rPr lang="en-US" smtClean="0"/>
              <a:t>‹#›</a:t>
            </a:fld>
            <a:endParaRPr lang="en-US"/>
          </a:p>
        </p:txBody>
      </p:sp>
    </p:spTree>
    <p:extLst>
      <p:ext uri="{BB962C8B-B14F-4D97-AF65-F5344CB8AC3E}">
        <p14:creationId xmlns:p14="http://schemas.microsoft.com/office/powerpoint/2010/main" val="2117341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F5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DE14157D-F012-4895-86BC-B8140E9F654A}" type="datetime1">
              <a:rPr lang="en-US" smtClean="0"/>
              <a:t>9/25/2026</a:t>
            </a:fld>
            <a:endParaRPr lang="en-US"/>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D5244C39-EA1C-4830-B3FA-E06130CB504B}" type="slidenum">
              <a:rPr lang="en-US" smtClean="0"/>
              <a:t>‹#›</a:t>
            </a:fld>
            <a:endParaRPr lang="en-US"/>
          </a:p>
        </p:txBody>
      </p:sp>
    </p:spTree>
    <p:extLst>
      <p:ext uri="{BB962C8B-B14F-4D97-AF65-F5344CB8AC3E}">
        <p14:creationId xmlns:p14="http://schemas.microsoft.com/office/powerpoint/2010/main" val="389255006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49" r:id="rId12"/>
    <p:sldLayoutId id="2147483650" r:id="rId13"/>
    <p:sldLayoutId id="2147483651" r:id="rId14"/>
  </p:sldLayoutIdLst>
  <p:hf hdr="0" ftr="0" dt="0"/>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notesSlide" Target="../notesSlides/notesSlide29.xml"/><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5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38.png"/><Relationship Id="rId10" Type="http://schemas.openxmlformats.org/officeDocument/2006/relationships/image" Target="../media/image34.png"/><Relationship Id="rId4" Type="http://schemas.openxmlformats.org/officeDocument/2006/relationships/image" Target="../media/image37.png"/><Relationship Id="rId9" Type="http://schemas.openxmlformats.org/officeDocument/2006/relationships/image" Target="../media/image33.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41.png"/><Relationship Id="rId4" Type="http://schemas.openxmlformats.org/officeDocument/2006/relationships/image" Target="../media/image40.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43.png"/><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5.png"/></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5.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9.png"/></Relationships>
</file>

<file path=ppt/slides/_rels/slide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8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49.png"/></Relationships>
</file>

<file path=ppt/slides/_rels/slide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8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9.png"/></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3.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6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D86B47-FA51-4C6D-8EB0-913AE93741C5}"/>
              </a:ext>
            </a:extLst>
          </p:cNvPr>
          <p:cNvSpPr/>
          <p:nvPr/>
        </p:nvSpPr>
        <p:spPr>
          <a:xfrm>
            <a:off x="463463" y="2430048"/>
            <a:ext cx="11252548" cy="2597611"/>
          </a:xfrm>
          <a:prstGeom prst="rect">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DF477175-AFE4-4BFD-8D2E-1CF4DD96AEB9}"/>
              </a:ext>
            </a:extLst>
          </p:cNvPr>
          <p:cNvSpPr>
            <a:spLocks noGrp="1"/>
          </p:cNvSpPr>
          <p:nvPr>
            <p:ph type="ctrTitle"/>
          </p:nvPr>
        </p:nvSpPr>
        <p:spPr>
          <a:xfrm>
            <a:off x="475989" y="1694347"/>
            <a:ext cx="11252548" cy="1682059"/>
          </a:xfrm>
        </p:spPr>
        <p:txBody>
          <a:bodyPr>
            <a:normAutofit/>
          </a:bodyPr>
          <a:lstStyle/>
          <a:p>
            <a:r>
              <a:rPr kumimoji="0" lang="en-US" altLang="en-US" sz="4000" b="1" i="0" u="none" strike="noStrike" kern="0" cap="none" spc="0" normalizeH="0" baseline="0" noProof="0" dirty="0">
                <a:ln>
                  <a:noFill/>
                </a:ln>
                <a:solidFill>
                  <a:schemeClr val="bg1"/>
                </a:solidFill>
                <a:effectLst/>
                <a:uLnTx/>
                <a:uFillTx/>
                <a:latin typeface="Arial"/>
                <a:ea typeface="+mj-ea"/>
                <a:cs typeface="Arial" panose="020B0604020202020204" pitchFamily="34" charset="0"/>
              </a:rPr>
              <a:t>ECE 5706: Resilient Computer System Design</a:t>
            </a:r>
            <a:endParaRPr lang="en-US" sz="5400" dirty="0">
              <a:solidFill>
                <a:schemeClr val="bg1"/>
              </a:solidFill>
              <a:latin typeface="+mn-lt"/>
            </a:endParaRPr>
          </a:p>
        </p:txBody>
      </p:sp>
      <p:sp>
        <p:nvSpPr>
          <p:cNvPr id="8" name="Parallelogram 7">
            <a:extLst>
              <a:ext uri="{FF2B5EF4-FFF2-40B4-BE49-F238E27FC236}">
                <a16:creationId xmlns:a16="http://schemas.microsoft.com/office/drawing/2014/main" id="{CCEB279C-31B6-40E3-AB57-89806C4CAF58}"/>
              </a:ext>
            </a:extLst>
          </p:cNvPr>
          <p:cNvSpPr/>
          <p:nvPr/>
        </p:nvSpPr>
        <p:spPr>
          <a:xfrm>
            <a:off x="9315450" y="5176304"/>
            <a:ext cx="2405884" cy="182880"/>
          </a:xfrm>
          <a:prstGeom prst="parallelogram">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Parallelogram 8">
            <a:extLst>
              <a:ext uri="{FF2B5EF4-FFF2-40B4-BE49-F238E27FC236}">
                <a16:creationId xmlns:a16="http://schemas.microsoft.com/office/drawing/2014/main" id="{11297249-EFAD-498E-9BC7-44488D8620AB}"/>
              </a:ext>
            </a:extLst>
          </p:cNvPr>
          <p:cNvSpPr/>
          <p:nvPr/>
        </p:nvSpPr>
        <p:spPr>
          <a:xfrm>
            <a:off x="463463" y="5176304"/>
            <a:ext cx="8742450" cy="182880"/>
          </a:xfrm>
          <a:prstGeom prst="parallelogram">
            <a:avLst/>
          </a:prstGeom>
          <a:gradFill flip="none" rotWithShape="1">
            <a:gsLst>
              <a:gs pos="10000">
                <a:srgbClr val="004F9E"/>
              </a:gs>
              <a:gs pos="73000">
                <a:srgbClr val="004F9E"/>
              </a:gs>
              <a:gs pos="42000">
                <a:srgbClr val="87B4E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24" name="Group 23">
            <a:extLst>
              <a:ext uri="{FF2B5EF4-FFF2-40B4-BE49-F238E27FC236}">
                <a16:creationId xmlns:a16="http://schemas.microsoft.com/office/drawing/2014/main" id="{6DE8D9AA-7E33-BD20-F72F-FA49594D8626}"/>
              </a:ext>
            </a:extLst>
          </p:cNvPr>
          <p:cNvGrpSpPr/>
          <p:nvPr/>
        </p:nvGrpSpPr>
        <p:grpSpPr>
          <a:xfrm>
            <a:off x="7069014" y="501107"/>
            <a:ext cx="4646997" cy="708232"/>
            <a:chOff x="7069014" y="501107"/>
            <a:chExt cx="4646997" cy="708232"/>
          </a:xfrm>
        </p:grpSpPr>
        <p:pic>
          <p:nvPicPr>
            <p:cNvPr id="22" name="Picture 21" descr="A black and grey text&#10;&#10;Description automatically generated">
              <a:extLst>
                <a:ext uri="{FF2B5EF4-FFF2-40B4-BE49-F238E27FC236}">
                  <a16:creationId xmlns:a16="http://schemas.microsoft.com/office/drawing/2014/main" id="{5FC7A7F7-B24A-235A-2203-BAA076FFFED2}"/>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069014" y="501107"/>
              <a:ext cx="4646997" cy="708232"/>
            </a:xfrm>
            <a:prstGeom prst="rect">
              <a:avLst/>
            </a:prstGeom>
          </p:spPr>
        </p:pic>
        <p:pic>
          <p:nvPicPr>
            <p:cNvPr id="23" name="Picture 22" descr="A black and grey text&#10;&#10;Description automatically generated">
              <a:extLst>
                <a:ext uri="{FF2B5EF4-FFF2-40B4-BE49-F238E27FC236}">
                  <a16:creationId xmlns:a16="http://schemas.microsoft.com/office/drawing/2014/main" id="{9FC9E129-D978-0A6B-4376-7AEFB4D2BDCC}"/>
                </a:ext>
              </a:extLst>
            </p:cNvPr>
            <p:cNvPicPr>
              <a:picLocks noChangeAspect="1"/>
            </p:cNvPicPr>
            <p:nvPr/>
          </p:nvPicPr>
          <p:blipFill rotWithShape="1">
            <a:blip r:embed="rId3">
              <a:extLst>
                <a:ext uri="{28A0092B-C50C-407E-A947-70E740481C1C}">
                  <a14:useLocalDpi xmlns:a14="http://schemas.microsoft.com/office/drawing/2010/main" val="0"/>
                </a:ext>
              </a:extLst>
            </a:blip>
            <a:srcRect r="83224"/>
            <a:stretch/>
          </p:blipFill>
          <p:spPr>
            <a:xfrm>
              <a:off x="7069015" y="501107"/>
              <a:ext cx="779586" cy="708232"/>
            </a:xfrm>
            <a:prstGeom prst="rect">
              <a:avLst/>
            </a:prstGeom>
          </p:spPr>
        </p:pic>
      </p:grpSp>
      <p:sp>
        <p:nvSpPr>
          <p:cNvPr id="10" name="TextBox 9">
            <a:extLst>
              <a:ext uri="{FF2B5EF4-FFF2-40B4-BE49-F238E27FC236}">
                <a16:creationId xmlns:a16="http://schemas.microsoft.com/office/drawing/2014/main" id="{9D0537A0-9902-FD2D-7B45-CAFA8DB62E89}"/>
              </a:ext>
            </a:extLst>
          </p:cNvPr>
          <p:cNvSpPr txBox="1"/>
          <p:nvPr/>
        </p:nvSpPr>
        <p:spPr>
          <a:xfrm>
            <a:off x="3047505" y="3602504"/>
            <a:ext cx="6095010" cy="3231654"/>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Arial" panose="020B0604020202020204" pitchFamily="34" charset="0"/>
              </a:rPr>
              <a:t>Error Detection &amp; Correction in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Arial" panose="020B0604020202020204" pitchFamily="34" charset="0"/>
              </a:rPr>
              <a:t>Memory Subsystems</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lang="en-US" altLang="en-US" sz="2400" dirty="0">
              <a:solidFill>
                <a:srgbClr val="000000"/>
              </a:solidFill>
              <a:latin typeface="Times New Roman" panose="020206030504050203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Arial" panose="020B0604020202020204" pitchFamily="34" charset="0"/>
              </a:rPr>
              <a:t>Xin </a:t>
            </a:r>
            <a:r>
              <a:rPr kumimoji="0" lang="en-US" altLang="en-US"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Arial" panose="020B0604020202020204" pitchFamily="34" charset="0"/>
              </a:rPr>
              <a:t>Xin</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Arial" panose="020B0604020202020204" pitchFamily="34"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Arial" panose="020B0604020202020204" pitchFamily="34" charset="0"/>
              </a:rPr>
              <a:t>Assistant Professor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Arial" panose="020B0604020202020204" pitchFamily="34" charset="0"/>
              </a:rPr>
              <a:t>Electrical and Computer Engineering </a:t>
            </a:r>
          </a:p>
        </p:txBody>
      </p:sp>
    </p:spTree>
    <p:extLst>
      <p:ext uri="{BB962C8B-B14F-4D97-AF65-F5344CB8AC3E}">
        <p14:creationId xmlns:p14="http://schemas.microsoft.com/office/powerpoint/2010/main" val="1481171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E090A-54C0-4EAF-8C38-61F3FCB4D968}"/>
              </a:ext>
            </a:extLst>
          </p:cNvPr>
          <p:cNvSpPr>
            <a:spLocks noGrp="1"/>
          </p:cNvSpPr>
          <p:nvPr>
            <p:ph type="title"/>
          </p:nvPr>
        </p:nvSpPr>
        <p:spPr/>
        <p:txBody>
          <a:bodyPr>
            <a:noAutofit/>
          </a:bodyPr>
          <a:lstStyle/>
          <a:p>
            <a:r>
              <a:rPr lang="en-US" altLang="zh-CN" dirty="0"/>
              <a:t>Agenda</a:t>
            </a:r>
            <a:endParaRPr lang="en-US" dirty="0"/>
          </a:p>
        </p:txBody>
      </p:sp>
      <p:sp>
        <p:nvSpPr>
          <p:cNvPr id="14" name="Hexagon 13">
            <a:extLst>
              <a:ext uri="{FF2B5EF4-FFF2-40B4-BE49-F238E27FC236}">
                <a16:creationId xmlns:a16="http://schemas.microsoft.com/office/drawing/2014/main" id="{B415CD41-3C87-4609-A0F2-7D0DC4CE18B1}"/>
              </a:ext>
            </a:extLst>
          </p:cNvPr>
          <p:cNvSpPr/>
          <p:nvPr/>
        </p:nvSpPr>
        <p:spPr>
          <a:xfrm>
            <a:off x="7837209" y="6310325"/>
            <a:ext cx="1756684" cy="1520207"/>
          </a:xfrm>
          <a:prstGeom prst="hexagon">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667" b="1" dirty="0"/>
              <a:t>Perform.</a:t>
            </a:r>
            <a:endParaRPr lang="en-US" sz="2667" b="1" dirty="0">
              <a:latin typeface="+mj-lt"/>
            </a:endParaRPr>
          </a:p>
        </p:txBody>
      </p:sp>
      <p:sp>
        <p:nvSpPr>
          <p:cNvPr id="4" name="Slide Number Placeholder 2">
            <a:extLst>
              <a:ext uri="{FF2B5EF4-FFF2-40B4-BE49-F238E27FC236}">
                <a16:creationId xmlns:a16="http://schemas.microsoft.com/office/drawing/2014/main" id="{946B7404-BBE9-C111-B3D4-366E0BBA85D3}"/>
              </a:ext>
            </a:extLst>
          </p:cNvPr>
          <p:cNvSpPr txBox="1">
            <a:spLocks/>
          </p:cNvSpPr>
          <p:nvPr/>
        </p:nvSpPr>
        <p:spPr>
          <a:xfrm>
            <a:off x="11414156" y="8551346"/>
            <a:ext cx="479267" cy="486833"/>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fld id="{D5244C39-EA1C-4830-B3FA-E06130CB504B}" type="slidenum">
              <a:rPr lang="en-US" sz="1800" smtClean="0">
                <a:solidFill>
                  <a:srgbClr val="004F9E"/>
                </a:solidFill>
              </a:rPr>
              <a:pPr defTabSz="914400"/>
              <a:t>2</a:t>
            </a:fld>
            <a:endParaRPr lang="en-US" sz="1800">
              <a:solidFill>
                <a:srgbClr val="004F9E"/>
              </a:solidFill>
            </a:endParaRPr>
          </a:p>
        </p:txBody>
      </p:sp>
      <p:sp>
        <p:nvSpPr>
          <p:cNvPr id="3" name="Hexagon 2">
            <a:extLst>
              <a:ext uri="{FF2B5EF4-FFF2-40B4-BE49-F238E27FC236}">
                <a16:creationId xmlns:a16="http://schemas.microsoft.com/office/drawing/2014/main" id="{34BB3197-DD5E-C4E5-2F8D-875AC1AA265C}"/>
              </a:ext>
            </a:extLst>
          </p:cNvPr>
          <p:cNvSpPr/>
          <p:nvPr/>
        </p:nvSpPr>
        <p:spPr>
          <a:xfrm>
            <a:off x="8047202" y="4133618"/>
            <a:ext cx="1756684" cy="1520207"/>
          </a:xfrm>
          <a:prstGeom prst="hexagon">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667" b="1" dirty="0"/>
              <a:t>Reliability</a:t>
            </a:r>
            <a:endParaRPr lang="en-US" sz="2667" b="1" dirty="0">
              <a:latin typeface="+mj-lt"/>
            </a:endParaRPr>
          </a:p>
        </p:txBody>
      </p:sp>
      <p:sp>
        <p:nvSpPr>
          <p:cNvPr id="5" name="Hexagon 4">
            <a:extLst>
              <a:ext uri="{FF2B5EF4-FFF2-40B4-BE49-F238E27FC236}">
                <a16:creationId xmlns:a16="http://schemas.microsoft.com/office/drawing/2014/main" id="{1E4CC349-1865-F839-2000-8608300F9417}"/>
              </a:ext>
            </a:extLst>
          </p:cNvPr>
          <p:cNvSpPr/>
          <p:nvPr/>
        </p:nvSpPr>
        <p:spPr>
          <a:xfrm>
            <a:off x="9944361" y="5408553"/>
            <a:ext cx="1756684" cy="1520207"/>
          </a:xfrm>
          <a:prstGeom prst="hexagon">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2667" b="1" dirty="0"/>
              <a:t>Cost</a:t>
            </a:r>
            <a:endParaRPr lang="en-US" sz="2667" b="1" dirty="0">
              <a:latin typeface="+mj-lt"/>
            </a:endParaRPr>
          </a:p>
        </p:txBody>
      </p:sp>
      <p:sp>
        <p:nvSpPr>
          <p:cNvPr id="8" name="Content Placeholder 57">
            <a:extLst>
              <a:ext uri="{FF2B5EF4-FFF2-40B4-BE49-F238E27FC236}">
                <a16:creationId xmlns:a16="http://schemas.microsoft.com/office/drawing/2014/main" id="{01A51FB3-A448-AA0B-47E9-B4DC074B568B}"/>
              </a:ext>
            </a:extLst>
          </p:cNvPr>
          <p:cNvSpPr txBox="1">
            <a:spLocks/>
          </p:cNvSpPr>
          <p:nvPr/>
        </p:nvSpPr>
        <p:spPr>
          <a:xfrm>
            <a:off x="827465" y="2676386"/>
            <a:ext cx="8912026" cy="1110326"/>
          </a:xfrm>
          <a:prstGeom prst="rect">
            <a:avLst/>
          </a:prstGeom>
        </p:spPr>
        <p:txBody>
          <a:bodyPr vert="horz" wrap="square"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3200" dirty="0">
                <a:sym typeface="Wingdings" panose="05000000000000000000" pitchFamily="2" charset="2"/>
              </a:rPr>
              <a:t>Memory Resilient Design @ </a:t>
            </a:r>
            <a:r>
              <a:rPr lang="en-US" altLang="zh-CN" sz="3200" dirty="0" err="1">
                <a:sym typeface="Wingdings" panose="05000000000000000000" pitchFamily="2" charset="2"/>
              </a:rPr>
              <a:t>MemArch</a:t>
            </a:r>
            <a:r>
              <a:rPr lang="en-US" altLang="zh-CN" sz="3200" dirty="0">
                <a:sym typeface="Wingdings" panose="05000000000000000000" pitchFamily="2" charset="2"/>
              </a:rPr>
              <a:t> Lab</a:t>
            </a:r>
            <a:endParaRPr lang="en-US" sz="3200" dirty="0">
              <a:sym typeface="Wingdings" panose="05000000000000000000" pitchFamily="2" charset="2"/>
            </a:endParaRPr>
          </a:p>
        </p:txBody>
      </p:sp>
      <p:sp>
        <p:nvSpPr>
          <p:cNvPr id="18" name="TextBox 17">
            <a:extLst>
              <a:ext uri="{FF2B5EF4-FFF2-40B4-BE49-F238E27FC236}">
                <a16:creationId xmlns:a16="http://schemas.microsoft.com/office/drawing/2014/main" id="{A8EFFA71-0CE8-207B-CCDA-EB7D790740C4}"/>
              </a:ext>
            </a:extLst>
          </p:cNvPr>
          <p:cNvSpPr txBox="1"/>
          <p:nvPr/>
        </p:nvSpPr>
        <p:spPr>
          <a:xfrm>
            <a:off x="726905" y="4356021"/>
            <a:ext cx="5596622" cy="1964512"/>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sym typeface="Wingdings" panose="05000000000000000000" pitchFamily="2" charset="2"/>
              </a:rPr>
              <a:t>Reliability Enhancement</a:t>
            </a:r>
          </a:p>
          <a:p>
            <a:pPr marL="914400" lvl="1" indent="-457200">
              <a:lnSpc>
                <a:spcPct val="150000"/>
              </a:lnSpc>
              <a:buFont typeface="Arial" panose="020B0604020202020204" pitchFamily="34" charset="0"/>
              <a:buChar char="•"/>
            </a:pPr>
            <a:r>
              <a:rPr lang="en-US" sz="2800" dirty="0">
                <a:sym typeface="Wingdings" panose="05000000000000000000" pitchFamily="2" charset="2"/>
              </a:rPr>
              <a:t>Reliability -&gt; Performance</a:t>
            </a:r>
          </a:p>
          <a:p>
            <a:pPr marL="914400" lvl="1" indent="-457200">
              <a:lnSpc>
                <a:spcPct val="150000"/>
              </a:lnSpc>
              <a:buFont typeface="Arial" panose="020B0604020202020204" pitchFamily="34" charset="0"/>
              <a:buChar char="•"/>
            </a:pPr>
            <a:r>
              <a:rPr lang="en-US" sz="2800" dirty="0">
                <a:sym typeface="Wingdings" panose="05000000000000000000" pitchFamily="2" charset="2"/>
              </a:rPr>
              <a:t>Reliability -&gt; Cost</a:t>
            </a:r>
          </a:p>
        </p:txBody>
      </p:sp>
    </p:spTree>
    <p:extLst>
      <p:ext uri="{BB962C8B-B14F-4D97-AF65-F5344CB8AC3E}">
        <p14:creationId xmlns:p14="http://schemas.microsoft.com/office/powerpoint/2010/main" val="169077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65103E-BB69-25C9-EB64-F6AB0588D7F8}"/>
              </a:ext>
            </a:extLst>
          </p:cNvPr>
          <p:cNvSpPr>
            <a:spLocks noGrp="1"/>
          </p:cNvSpPr>
          <p:nvPr>
            <p:ph type="sldNum" sz="quarter" idx="12"/>
          </p:nvPr>
        </p:nvSpPr>
        <p:spPr/>
        <p:txBody>
          <a:bodyPr/>
          <a:lstStyle/>
          <a:p>
            <a:fld id="{D5244C39-EA1C-4830-B3FA-E06130CB504B}" type="slidenum">
              <a:rPr lang="en-US" smtClean="0"/>
              <a:pPr/>
              <a:t>3</a:t>
            </a:fld>
            <a:endParaRPr lang="en-US"/>
          </a:p>
        </p:txBody>
      </p:sp>
      <p:sp>
        <p:nvSpPr>
          <p:cNvPr id="4" name="Title 3">
            <a:extLst>
              <a:ext uri="{FF2B5EF4-FFF2-40B4-BE49-F238E27FC236}">
                <a16:creationId xmlns:a16="http://schemas.microsoft.com/office/drawing/2014/main" id="{3A16B7EC-D23F-1E8E-7932-376EE4E5823E}"/>
              </a:ext>
            </a:extLst>
          </p:cNvPr>
          <p:cNvSpPr>
            <a:spLocks noGrp="1"/>
          </p:cNvSpPr>
          <p:nvPr>
            <p:ph type="title"/>
          </p:nvPr>
        </p:nvSpPr>
        <p:spPr/>
        <p:txBody>
          <a:bodyPr/>
          <a:lstStyle/>
          <a:p>
            <a:r>
              <a:rPr lang="en-US" dirty="0"/>
              <a:t>Case Study 1: HBM ECC</a:t>
            </a:r>
          </a:p>
        </p:txBody>
      </p:sp>
      <p:sp>
        <p:nvSpPr>
          <p:cNvPr id="8" name="Content Placeholder 7">
            <a:extLst>
              <a:ext uri="{FF2B5EF4-FFF2-40B4-BE49-F238E27FC236}">
                <a16:creationId xmlns:a16="http://schemas.microsoft.com/office/drawing/2014/main" id="{E132EC62-2389-90D1-7BF2-2E909CAB3ECF}"/>
              </a:ext>
            </a:extLst>
          </p:cNvPr>
          <p:cNvSpPr>
            <a:spLocks noGrp="1"/>
          </p:cNvSpPr>
          <p:nvPr>
            <p:ph idx="1"/>
          </p:nvPr>
        </p:nvSpPr>
        <p:spPr>
          <a:xfrm>
            <a:off x="622300" y="3897443"/>
            <a:ext cx="10515600" cy="1723870"/>
          </a:xfrm>
        </p:spPr>
        <p:txBody>
          <a:bodyPr>
            <a:normAutofit/>
          </a:bodyPr>
          <a:lstStyle/>
          <a:p>
            <a:pPr marL="0" indent="0" algn="ctr">
              <a:lnSpc>
                <a:spcPct val="120000"/>
              </a:lnSpc>
              <a:buNone/>
            </a:pPr>
            <a:r>
              <a:rPr lang="en-US" altLang="zh-CN" sz="4000" dirty="0"/>
              <a:t>HBM-CASO: A Coordinated Approach to</a:t>
            </a:r>
            <a:br>
              <a:rPr lang="en-US" altLang="zh-CN" sz="4000" dirty="0"/>
            </a:br>
            <a:r>
              <a:rPr lang="en-US" altLang="zh-CN" sz="4000" dirty="0"/>
              <a:t>HBM System-Level and On-Die ECC</a:t>
            </a:r>
          </a:p>
        </p:txBody>
      </p:sp>
      <p:sp>
        <p:nvSpPr>
          <p:cNvPr id="5" name="TextBox 4">
            <a:extLst>
              <a:ext uri="{FF2B5EF4-FFF2-40B4-BE49-F238E27FC236}">
                <a16:creationId xmlns:a16="http://schemas.microsoft.com/office/drawing/2014/main" id="{0E93DF86-AD06-8F08-4A4E-0ABF6EF9FD52}"/>
              </a:ext>
            </a:extLst>
          </p:cNvPr>
          <p:cNvSpPr txBox="1"/>
          <p:nvPr/>
        </p:nvSpPr>
        <p:spPr>
          <a:xfrm>
            <a:off x="5463500" y="7391836"/>
            <a:ext cx="6347500" cy="1077026"/>
          </a:xfrm>
          <a:prstGeom prst="rect">
            <a:avLst/>
          </a:prstGeom>
          <a:noFill/>
        </p:spPr>
        <p:txBody>
          <a:bodyPr wrap="square">
            <a:spAutoFit/>
          </a:bodyPr>
          <a:lstStyle/>
          <a:p>
            <a:r>
              <a:rPr lang="en-US" altLang="zh-CN" sz="2133" dirty="0"/>
              <a:t>Ruizhi Zhu, Yanan Guo, Huize Li, Weidong Cao, Qian Lou, and </a:t>
            </a:r>
            <a:r>
              <a:rPr lang="en-US" sz="2133" dirty="0"/>
              <a:t>Xin Xin, "HBM-CASO: A Coordinated Approach to HBM System-Level and On-Die ECC." ISCA 2026.</a:t>
            </a:r>
          </a:p>
        </p:txBody>
      </p:sp>
    </p:spTree>
    <p:extLst>
      <p:ext uri="{BB962C8B-B14F-4D97-AF65-F5344CB8AC3E}">
        <p14:creationId xmlns:p14="http://schemas.microsoft.com/office/powerpoint/2010/main" val="2964881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6C871CD-D5CB-42D5-AEE1-7A9CA7D642AD}"/>
              </a:ext>
            </a:extLst>
          </p:cNvPr>
          <p:cNvSpPr>
            <a:spLocks noGrp="1"/>
          </p:cNvSpPr>
          <p:nvPr>
            <p:ph type="sldNum" sz="quarter" idx="12"/>
          </p:nvPr>
        </p:nvSpPr>
        <p:spPr/>
        <p:txBody>
          <a:bodyPr/>
          <a:lstStyle/>
          <a:p>
            <a:fld id="{D5244C39-EA1C-4830-B3FA-E06130CB504B}" type="slidenum">
              <a:rPr lang="en-US" smtClean="0"/>
              <a:pPr/>
              <a:t>4</a:t>
            </a:fld>
            <a:endParaRPr lang="en-US" dirty="0"/>
          </a:p>
        </p:txBody>
      </p:sp>
      <p:sp>
        <p:nvSpPr>
          <p:cNvPr id="4" name="Title 3">
            <a:extLst>
              <a:ext uri="{FF2B5EF4-FFF2-40B4-BE49-F238E27FC236}">
                <a16:creationId xmlns:a16="http://schemas.microsoft.com/office/drawing/2014/main" id="{9C096536-C022-C28B-F61D-45ACD3A9A57C}"/>
              </a:ext>
            </a:extLst>
          </p:cNvPr>
          <p:cNvSpPr>
            <a:spLocks noGrp="1"/>
          </p:cNvSpPr>
          <p:nvPr>
            <p:ph type="title"/>
          </p:nvPr>
        </p:nvSpPr>
        <p:spPr/>
        <p:txBody>
          <a:bodyPr/>
          <a:lstStyle/>
          <a:p>
            <a:r>
              <a:rPr lang="en-US" dirty="0"/>
              <a:t>HBM Dual-Layer ECC Architecture</a:t>
            </a:r>
          </a:p>
        </p:txBody>
      </p:sp>
      <p:sp>
        <p:nvSpPr>
          <p:cNvPr id="8" name="Google Shape;90;p3">
            <a:extLst>
              <a:ext uri="{FF2B5EF4-FFF2-40B4-BE49-F238E27FC236}">
                <a16:creationId xmlns:a16="http://schemas.microsoft.com/office/drawing/2014/main" id="{CA07DBD4-FD39-9280-B710-F47AEFA1EA5C}"/>
              </a:ext>
            </a:extLst>
          </p:cNvPr>
          <p:cNvSpPr/>
          <p:nvPr/>
        </p:nvSpPr>
        <p:spPr>
          <a:xfrm>
            <a:off x="255629" y="3230495"/>
            <a:ext cx="3474300" cy="429433"/>
          </a:xfrm>
          <a:prstGeom prst="rect">
            <a:avLst/>
          </a:prstGeom>
          <a:noFill/>
          <a:ln>
            <a:noFill/>
          </a:ln>
        </p:spPr>
        <p:txBody>
          <a:bodyPr spcFirstLastPara="1" wrap="square" lIns="90000" tIns="45000" rIns="90000" bIns="45000" anchor="t" anchorCtr="0">
            <a:spAutoFit/>
          </a:bodyPr>
          <a:lstStyle/>
          <a:p>
            <a:r>
              <a:rPr lang="en-US" sz="2200" b="1">
                <a:solidFill>
                  <a:srgbClr val="C89600"/>
                </a:solidFill>
                <a:latin typeface="Calibri"/>
                <a:ea typeface="Calibri"/>
                <a:cs typeface="Calibri"/>
                <a:sym typeface="Calibri"/>
              </a:rPr>
              <a:t>System ECC (SysECC)</a:t>
            </a:r>
            <a:endParaRPr sz="2200">
              <a:solidFill>
                <a:srgbClr val="000000"/>
              </a:solidFill>
              <a:latin typeface="Arial"/>
              <a:ea typeface="Arial"/>
              <a:cs typeface="Arial"/>
              <a:sym typeface="Arial"/>
            </a:endParaRPr>
          </a:p>
        </p:txBody>
      </p:sp>
      <p:sp>
        <p:nvSpPr>
          <p:cNvPr id="9" name="Google Shape;91;p3">
            <a:extLst>
              <a:ext uri="{FF2B5EF4-FFF2-40B4-BE49-F238E27FC236}">
                <a16:creationId xmlns:a16="http://schemas.microsoft.com/office/drawing/2014/main" id="{E882902E-539F-5125-C457-650FDBF2DE72}"/>
              </a:ext>
            </a:extLst>
          </p:cNvPr>
          <p:cNvSpPr/>
          <p:nvPr/>
        </p:nvSpPr>
        <p:spPr>
          <a:xfrm>
            <a:off x="219824" y="3751046"/>
            <a:ext cx="4946100" cy="1429707"/>
          </a:xfrm>
          <a:prstGeom prst="rect">
            <a:avLst/>
          </a:prstGeom>
          <a:noFill/>
          <a:ln>
            <a:noFill/>
          </a:ln>
        </p:spPr>
        <p:txBody>
          <a:bodyPr spcFirstLastPara="1" wrap="square" lIns="90000" tIns="45000" rIns="90000" bIns="45000" anchor="t" anchorCtr="0">
            <a:spAutoFit/>
          </a:bodyPr>
          <a:lstStyle/>
          <a:p>
            <a:r>
              <a:rPr lang="en-US" sz="2000">
                <a:solidFill>
                  <a:srgbClr val="1A1A1A"/>
                </a:solidFill>
                <a:latin typeface="Calibri"/>
                <a:ea typeface="Calibri"/>
                <a:cs typeface="Calibri"/>
                <a:sym typeface="Calibri"/>
              </a:rPr>
              <a:t>•  Located in memory controller</a:t>
            </a:r>
            <a:endParaRPr sz="2000">
              <a:solidFill>
                <a:srgbClr val="000000"/>
              </a:solidFill>
              <a:latin typeface="Arial"/>
              <a:ea typeface="Arial"/>
              <a:cs typeface="Arial"/>
              <a:sym typeface="Arial"/>
            </a:endParaRPr>
          </a:p>
          <a:p>
            <a:pPr>
              <a:spcBef>
                <a:spcPts val="601"/>
              </a:spcBef>
            </a:pPr>
            <a:r>
              <a:rPr lang="en-US" sz="2000">
                <a:solidFill>
                  <a:srgbClr val="1A1A1A"/>
                </a:solidFill>
                <a:latin typeface="Calibri"/>
                <a:ea typeface="Calibri"/>
                <a:cs typeface="Calibri"/>
                <a:sym typeface="Calibri"/>
              </a:rPr>
              <a:t>•  Flexible, but consumes parity bandwidth</a:t>
            </a:r>
            <a:endParaRPr sz="2000">
              <a:solidFill>
                <a:srgbClr val="000000"/>
              </a:solidFill>
              <a:latin typeface="Arial"/>
              <a:ea typeface="Arial"/>
              <a:cs typeface="Arial"/>
              <a:sym typeface="Arial"/>
            </a:endParaRPr>
          </a:p>
          <a:p>
            <a:pPr>
              <a:spcBef>
                <a:spcPts val="601"/>
              </a:spcBef>
            </a:pPr>
            <a:endParaRPr sz="1600">
              <a:solidFill>
                <a:srgbClr val="000000"/>
              </a:solidFill>
              <a:latin typeface="Arial"/>
              <a:ea typeface="Arial"/>
              <a:cs typeface="Arial"/>
              <a:sym typeface="Arial"/>
            </a:endParaRPr>
          </a:p>
          <a:p>
            <a:pPr>
              <a:spcBef>
                <a:spcPts val="601"/>
              </a:spcBef>
            </a:pPr>
            <a:endParaRPr sz="1600">
              <a:solidFill>
                <a:srgbClr val="000000"/>
              </a:solidFill>
              <a:latin typeface="Arial"/>
              <a:ea typeface="Arial"/>
              <a:cs typeface="Arial"/>
              <a:sym typeface="Arial"/>
            </a:endParaRPr>
          </a:p>
        </p:txBody>
      </p:sp>
      <p:sp>
        <p:nvSpPr>
          <p:cNvPr id="10" name="Google Shape;92;p3">
            <a:extLst>
              <a:ext uri="{FF2B5EF4-FFF2-40B4-BE49-F238E27FC236}">
                <a16:creationId xmlns:a16="http://schemas.microsoft.com/office/drawing/2014/main" id="{87DC8EE4-4F42-D4BC-AE52-47467954582A}"/>
              </a:ext>
            </a:extLst>
          </p:cNvPr>
          <p:cNvSpPr/>
          <p:nvPr/>
        </p:nvSpPr>
        <p:spPr>
          <a:xfrm>
            <a:off x="255620" y="5211306"/>
            <a:ext cx="3474300" cy="429433"/>
          </a:xfrm>
          <a:prstGeom prst="rect">
            <a:avLst/>
          </a:prstGeom>
          <a:noFill/>
          <a:ln>
            <a:noFill/>
          </a:ln>
        </p:spPr>
        <p:txBody>
          <a:bodyPr spcFirstLastPara="1" wrap="square" lIns="90000" tIns="45000" rIns="90000" bIns="45000" anchor="t" anchorCtr="0">
            <a:spAutoFit/>
          </a:bodyPr>
          <a:lstStyle/>
          <a:p>
            <a:r>
              <a:rPr lang="en-US" sz="2200" b="1">
                <a:solidFill>
                  <a:srgbClr val="C89600"/>
                </a:solidFill>
                <a:latin typeface="Calibri"/>
                <a:ea typeface="Calibri"/>
                <a:cs typeface="Calibri"/>
                <a:sym typeface="Calibri"/>
              </a:rPr>
              <a:t>On-Die ECC (ODECC)</a:t>
            </a:r>
            <a:endParaRPr sz="2200">
              <a:solidFill>
                <a:srgbClr val="000000"/>
              </a:solidFill>
              <a:latin typeface="Arial"/>
              <a:ea typeface="Arial"/>
              <a:cs typeface="Arial"/>
              <a:sym typeface="Arial"/>
            </a:endParaRPr>
          </a:p>
        </p:txBody>
      </p:sp>
      <p:sp>
        <p:nvSpPr>
          <p:cNvPr id="11" name="Google Shape;93;p3">
            <a:extLst>
              <a:ext uri="{FF2B5EF4-FFF2-40B4-BE49-F238E27FC236}">
                <a16:creationId xmlns:a16="http://schemas.microsoft.com/office/drawing/2014/main" id="{E275AC9D-5D08-A259-D5A4-FCE9B461815E}"/>
              </a:ext>
            </a:extLst>
          </p:cNvPr>
          <p:cNvSpPr/>
          <p:nvPr/>
        </p:nvSpPr>
        <p:spPr>
          <a:xfrm>
            <a:off x="184331" y="5811843"/>
            <a:ext cx="5394300" cy="1429707"/>
          </a:xfrm>
          <a:prstGeom prst="rect">
            <a:avLst/>
          </a:prstGeom>
          <a:noFill/>
          <a:ln>
            <a:noFill/>
          </a:ln>
        </p:spPr>
        <p:txBody>
          <a:bodyPr spcFirstLastPara="1" wrap="square" lIns="90000" tIns="45000" rIns="90000" bIns="45000" anchor="t" anchorCtr="0">
            <a:spAutoFit/>
          </a:bodyPr>
          <a:lstStyle/>
          <a:p>
            <a:r>
              <a:rPr lang="en-US" sz="2000">
                <a:solidFill>
                  <a:srgbClr val="1A1A1A"/>
                </a:solidFill>
                <a:latin typeface="Calibri"/>
                <a:ea typeface="Calibri"/>
                <a:cs typeface="Calibri"/>
                <a:sym typeface="Calibri"/>
              </a:rPr>
              <a:t>•  Located inside DRAM memory die</a:t>
            </a:r>
            <a:endParaRPr sz="2000">
              <a:solidFill>
                <a:srgbClr val="000000"/>
              </a:solidFill>
              <a:latin typeface="Arial"/>
              <a:ea typeface="Arial"/>
              <a:cs typeface="Arial"/>
              <a:sym typeface="Arial"/>
            </a:endParaRPr>
          </a:p>
          <a:p>
            <a:pPr>
              <a:spcBef>
                <a:spcPts val="601"/>
              </a:spcBef>
            </a:pPr>
            <a:r>
              <a:rPr lang="en-US" sz="2000">
                <a:solidFill>
                  <a:srgbClr val="1A1A1A"/>
                </a:solidFill>
                <a:latin typeface="Calibri"/>
                <a:ea typeface="Calibri"/>
                <a:cs typeface="Calibri"/>
                <a:sym typeface="Calibri"/>
              </a:rPr>
              <a:t>•  Efficient, but resource-limited</a:t>
            </a:r>
            <a:endParaRPr sz="2000">
              <a:solidFill>
                <a:srgbClr val="000000"/>
              </a:solidFill>
              <a:latin typeface="Arial"/>
              <a:ea typeface="Arial"/>
              <a:cs typeface="Arial"/>
              <a:sym typeface="Arial"/>
            </a:endParaRPr>
          </a:p>
          <a:p>
            <a:pPr>
              <a:spcBef>
                <a:spcPts val="601"/>
              </a:spcBef>
            </a:pPr>
            <a:endParaRPr sz="1600">
              <a:solidFill>
                <a:srgbClr val="000000"/>
              </a:solidFill>
              <a:latin typeface="Arial"/>
              <a:ea typeface="Arial"/>
              <a:cs typeface="Arial"/>
              <a:sym typeface="Arial"/>
            </a:endParaRPr>
          </a:p>
          <a:p>
            <a:pPr>
              <a:spcBef>
                <a:spcPts val="601"/>
              </a:spcBef>
            </a:pPr>
            <a:endParaRPr sz="1600">
              <a:solidFill>
                <a:srgbClr val="000000"/>
              </a:solidFill>
              <a:latin typeface="Arial"/>
              <a:ea typeface="Arial"/>
              <a:cs typeface="Arial"/>
              <a:sym typeface="Arial"/>
            </a:endParaRPr>
          </a:p>
        </p:txBody>
      </p:sp>
      <p:sp>
        <p:nvSpPr>
          <p:cNvPr id="13" name="Google Shape;96;p3">
            <a:extLst>
              <a:ext uri="{FF2B5EF4-FFF2-40B4-BE49-F238E27FC236}">
                <a16:creationId xmlns:a16="http://schemas.microsoft.com/office/drawing/2014/main" id="{7578B761-4853-7812-38BC-1FA8B2A2DDE4}"/>
              </a:ext>
            </a:extLst>
          </p:cNvPr>
          <p:cNvSpPr txBox="1"/>
          <p:nvPr/>
        </p:nvSpPr>
        <p:spPr>
          <a:xfrm>
            <a:off x="9153950" y="3585480"/>
            <a:ext cx="2861400" cy="3447900"/>
          </a:xfrm>
          <a:prstGeom prst="rect">
            <a:avLst/>
          </a:prstGeom>
          <a:noFill/>
          <a:ln>
            <a:noFill/>
          </a:ln>
        </p:spPr>
        <p:txBody>
          <a:bodyPr spcFirstLastPara="1" wrap="square" lIns="91425" tIns="45700" rIns="91425" bIns="45700" anchor="t" anchorCtr="0">
            <a:spAutoFit/>
          </a:bodyPr>
          <a:lstStyle/>
          <a:p>
            <a:r>
              <a:rPr lang="en-US" sz="2000" b="1">
                <a:solidFill>
                  <a:schemeClr val="dk2"/>
                </a:solidFill>
                <a:latin typeface="Calibri"/>
                <a:ea typeface="Calibri"/>
                <a:cs typeface="Calibri"/>
                <a:sym typeface="Calibri"/>
              </a:rPr>
              <a:t>ECC Terminology</a:t>
            </a:r>
            <a:endParaRPr sz="2000"/>
          </a:p>
          <a:p>
            <a:endParaRPr sz="2000" b="1">
              <a:solidFill>
                <a:schemeClr val="dk1"/>
              </a:solidFill>
              <a:latin typeface="Calibri"/>
              <a:ea typeface="Calibri"/>
              <a:cs typeface="Calibri"/>
              <a:sym typeface="Calibri"/>
            </a:endParaRPr>
          </a:p>
          <a:p>
            <a:r>
              <a:rPr lang="en-US" sz="2000" b="1">
                <a:solidFill>
                  <a:schemeClr val="dk2"/>
                </a:solidFill>
                <a:latin typeface="Calibri"/>
                <a:ea typeface="Calibri"/>
                <a:cs typeface="Calibri"/>
                <a:sym typeface="Calibri"/>
              </a:rPr>
              <a:t>Error Detection: CRC</a:t>
            </a: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r>
              <a:rPr lang="en-US" sz="2000" b="1">
                <a:solidFill>
                  <a:schemeClr val="dk2"/>
                </a:solidFill>
                <a:latin typeface="Calibri"/>
                <a:ea typeface="Calibri"/>
                <a:cs typeface="Calibri"/>
                <a:sym typeface="Calibri"/>
              </a:rPr>
              <a:t>Bit-Level Correction: Hamming / SEC</a:t>
            </a: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r>
              <a:rPr lang="en-US" sz="2000" b="1">
                <a:solidFill>
                  <a:schemeClr val="dk2"/>
                </a:solidFill>
                <a:latin typeface="Calibri"/>
                <a:ea typeface="Calibri"/>
                <a:cs typeface="Calibri"/>
                <a:sym typeface="Calibri"/>
              </a:rPr>
              <a:t>Symbol-Level Correction: Reed–Solomon(RS)</a:t>
            </a: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pPr algn="ctr"/>
            <a:endParaRPr>
              <a:solidFill>
                <a:schemeClr val="dk1"/>
              </a:solidFill>
              <a:latin typeface="Calibri"/>
              <a:ea typeface="Calibri"/>
              <a:cs typeface="Calibri"/>
              <a:sym typeface="Calibri"/>
            </a:endParaRPr>
          </a:p>
        </p:txBody>
      </p:sp>
      <p:pic>
        <p:nvPicPr>
          <p:cNvPr id="68" name="Picture 67">
            <a:extLst>
              <a:ext uri="{FF2B5EF4-FFF2-40B4-BE49-F238E27FC236}">
                <a16:creationId xmlns:a16="http://schemas.microsoft.com/office/drawing/2014/main" id="{9C137D39-AB01-7E06-9221-CACB84E9610C}"/>
              </a:ext>
            </a:extLst>
          </p:cNvPr>
          <p:cNvPicPr>
            <a:picLocks noChangeAspect="1"/>
          </p:cNvPicPr>
          <p:nvPr/>
        </p:nvPicPr>
        <p:blipFill>
          <a:blip r:embed="rId2"/>
          <a:srcRect b="8393"/>
          <a:stretch>
            <a:fillRect/>
          </a:stretch>
        </p:blipFill>
        <p:spPr>
          <a:xfrm>
            <a:off x="4000527" y="3048375"/>
            <a:ext cx="5566130" cy="4356201"/>
          </a:xfrm>
          <a:prstGeom prst="rect">
            <a:avLst/>
          </a:prstGeom>
        </p:spPr>
      </p:pic>
      <p:sp>
        <p:nvSpPr>
          <p:cNvPr id="5" name="TextBox 4">
            <a:extLst>
              <a:ext uri="{FF2B5EF4-FFF2-40B4-BE49-F238E27FC236}">
                <a16:creationId xmlns:a16="http://schemas.microsoft.com/office/drawing/2014/main" id="{44BE6B60-2A6D-67A9-0FE9-561EF2733AF4}"/>
              </a:ext>
            </a:extLst>
          </p:cNvPr>
          <p:cNvSpPr txBox="1"/>
          <p:nvPr/>
        </p:nvSpPr>
        <p:spPr>
          <a:xfrm>
            <a:off x="4609814" y="7375625"/>
            <a:ext cx="899869" cy="400110"/>
          </a:xfrm>
          <a:prstGeom prst="rect">
            <a:avLst/>
          </a:prstGeom>
          <a:noFill/>
        </p:spPr>
        <p:txBody>
          <a:bodyPr wrap="square">
            <a:spAutoFit/>
          </a:bodyPr>
          <a:lstStyle/>
          <a:p>
            <a:r>
              <a:rPr lang="en-US" altLang="zh-CN" sz="2000" dirty="0"/>
              <a:t>PHY</a:t>
            </a:r>
            <a:endParaRPr lang="en-US" sz="2000" dirty="0"/>
          </a:p>
        </p:txBody>
      </p:sp>
    </p:spTree>
    <p:extLst>
      <p:ext uri="{BB962C8B-B14F-4D97-AF65-F5344CB8AC3E}">
        <p14:creationId xmlns:p14="http://schemas.microsoft.com/office/powerpoint/2010/main" val="2617620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AFF9-AE48-7273-3C0D-DA68B525467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F34E55-2DEC-D5A4-81B4-0034C73FD687}"/>
              </a:ext>
            </a:extLst>
          </p:cNvPr>
          <p:cNvSpPr>
            <a:spLocks noGrp="1"/>
          </p:cNvSpPr>
          <p:nvPr>
            <p:ph type="sldNum" sz="quarter" idx="12"/>
          </p:nvPr>
        </p:nvSpPr>
        <p:spPr/>
        <p:txBody>
          <a:bodyPr/>
          <a:lstStyle/>
          <a:p>
            <a:fld id="{D5244C39-EA1C-4830-B3FA-E06130CB504B}" type="slidenum">
              <a:rPr lang="en-US" smtClean="0"/>
              <a:pPr/>
              <a:t>5</a:t>
            </a:fld>
            <a:endParaRPr lang="en-US"/>
          </a:p>
        </p:txBody>
      </p:sp>
      <p:sp>
        <p:nvSpPr>
          <p:cNvPr id="4" name="Title 3">
            <a:extLst>
              <a:ext uri="{FF2B5EF4-FFF2-40B4-BE49-F238E27FC236}">
                <a16:creationId xmlns:a16="http://schemas.microsoft.com/office/drawing/2014/main" id="{7F5DDA2D-BF27-AAA0-5952-206B770F89AB}"/>
              </a:ext>
            </a:extLst>
          </p:cNvPr>
          <p:cNvSpPr>
            <a:spLocks noGrp="1"/>
          </p:cNvSpPr>
          <p:nvPr>
            <p:ph type="title"/>
          </p:nvPr>
        </p:nvSpPr>
        <p:spPr/>
        <p:txBody>
          <a:bodyPr/>
          <a:lstStyle/>
          <a:p>
            <a:r>
              <a:rPr lang="en-US" dirty="0"/>
              <a:t>HBM Generation Evolution</a:t>
            </a:r>
          </a:p>
        </p:txBody>
      </p:sp>
      <p:grpSp>
        <p:nvGrpSpPr>
          <p:cNvPr id="2" name="Google Shape;168;p4">
            <a:extLst>
              <a:ext uri="{FF2B5EF4-FFF2-40B4-BE49-F238E27FC236}">
                <a16:creationId xmlns:a16="http://schemas.microsoft.com/office/drawing/2014/main" id="{A5C71E4B-D385-1542-501F-DC4927CE9FBD}"/>
              </a:ext>
            </a:extLst>
          </p:cNvPr>
          <p:cNvGrpSpPr/>
          <p:nvPr/>
        </p:nvGrpSpPr>
        <p:grpSpPr>
          <a:xfrm>
            <a:off x="3787043" y="2727239"/>
            <a:ext cx="7609545" cy="3753225"/>
            <a:chOff x="3181105" y="1099925"/>
            <a:chExt cx="7609545" cy="3753225"/>
          </a:xfrm>
        </p:grpSpPr>
        <p:sp>
          <p:nvSpPr>
            <p:cNvPr id="12" name="Google Shape;169;p4">
              <a:extLst>
                <a:ext uri="{FF2B5EF4-FFF2-40B4-BE49-F238E27FC236}">
                  <a16:creationId xmlns:a16="http://schemas.microsoft.com/office/drawing/2014/main" id="{A31BDD16-BB2B-8B90-3452-8799266AF192}"/>
                </a:ext>
              </a:extLst>
            </p:cNvPr>
            <p:cNvSpPr/>
            <p:nvPr/>
          </p:nvSpPr>
          <p:spPr>
            <a:xfrm>
              <a:off x="7420150" y="2410250"/>
              <a:ext cx="3370500" cy="2442900"/>
            </a:xfrm>
            <a:prstGeom prst="rect">
              <a:avLst/>
            </a:prstGeom>
            <a:solidFill>
              <a:srgbClr val="D9D9D9"/>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7" name="Google Shape;170;p4">
              <a:extLst>
                <a:ext uri="{FF2B5EF4-FFF2-40B4-BE49-F238E27FC236}">
                  <a16:creationId xmlns:a16="http://schemas.microsoft.com/office/drawing/2014/main" id="{26B9F212-C317-4255-C738-024A712CF1C9}"/>
                </a:ext>
              </a:extLst>
            </p:cNvPr>
            <p:cNvSpPr/>
            <p:nvPr/>
          </p:nvSpPr>
          <p:spPr>
            <a:xfrm>
              <a:off x="3427240" y="2349261"/>
              <a:ext cx="2020500" cy="2395500"/>
            </a:xfrm>
            <a:prstGeom prst="rect">
              <a:avLst/>
            </a:prstGeom>
            <a:solidFill>
              <a:srgbClr val="D8D8D8"/>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8" name="Google Shape;171;p4">
              <a:extLst>
                <a:ext uri="{FF2B5EF4-FFF2-40B4-BE49-F238E27FC236}">
                  <a16:creationId xmlns:a16="http://schemas.microsoft.com/office/drawing/2014/main" id="{4B58B80E-F543-466D-3A2C-07146B1C60F0}"/>
                </a:ext>
              </a:extLst>
            </p:cNvPr>
            <p:cNvSpPr txBox="1"/>
            <p:nvPr/>
          </p:nvSpPr>
          <p:spPr>
            <a:xfrm>
              <a:off x="3181105" y="1693408"/>
              <a:ext cx="3049200" cy="4617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Calibri"/>
                  <a:ea typeface="Calibri"/>
                  <a:cs typeface="Calibri"/>
                  <a:sym typeface="Calibri"/>
                </a:rPr>
                <a:t>Memory Controller</a:t>
              </a:r>
              <a:endParaRPr/>
            </a:p>
          </p:txBody>
        </p:sp>
        <p:sp>
          <p:nvSpPr>
            <p:cNvPr id="69" name="Google Shape;172;p4">
              <a:extLst>
                <a:ext uri="{FF2B5EF4-FFF2-40B4-BE49-F238E27FC236}">
                  <a16:creationId xmlns:a16="http://schemas.microsoft.com/office/drawing/2014/main" id="{68D9BD59-419F-C778-9BD8-0B2C6A7ED491}"/>
                </a:ext>
              </a:extLst>
            </p:cNvPr>
            <p:cNvSpPr/>
            <p:nvPr/>
          </p:nvSpPr>
          <p:spPr>
            <a:xfrm>
              <a:off x="3634857" y="2667811"/>
              <a:ext cx="1538700" cy="1651800"/>
            </a:xfrm>
            <a:prstGeom prst="roundRect">
              <a:avLst>
                <a:gd name="adj" fmla="val 16667"/>
              </a:avLst>
            </a:prstGeom>
            <a:solidFill>
              <a:srgbClr val="FF99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0" name="Google Shape;173;p4">
              <a:extLst>
                <a:ext uri="{FF2B5EF4-FFF2-40B4-BE49-F238E27FC236}">
                  <a16:creationId xmlns:a16="http://schemas.microsoft.com/office/drawing/2014/main" id="{75EE8748-B051-461C-7989-8D5808ED6AC9}"/>
                </a:ext>
              </a:extLst>
            </p:cNvPr>
            <p:cNvSpPr txBox="1"/>
            <p:nvPr/>
          </p:nvSpPr>
          <p:spPr>
            <a:xfrm>
              <a:off x="3694825" y="2974938"/>
              <a:ext cx="1485300" cy="812100"/>
            </a:xfrm>
            <a:prstGeom prst="rect">
              <a:avLst/>
            </a:prstGeom>
            <a:noFill/>
            <a:ln>
              <a:noFill/>
            </a:ln>
          </p:spPr>
          <p:txBody>
            <a:bodyPr spcFirstLastPara="1" wrap="square" lIns="91425" tIns="91425" rIns="91425" bIns="91425" anchor="t" anchorCtr="0">
              <a:noAutofit/>
            </a:bodyPr>
            <a:lstStyle/>
            <a:p>
              <a:pPr algn="ctr"/>
              <a:r>
                <a:rPr lang="en-US" sz="2800" b="1" dirty="0">
                  <a:solidFill>
                    <a:schemeClr val="dk1"/>
                  </a:solidFill>
                  <a:latin typeface="Calibri"/>
                  <a:ea typeface="Calibri"/>
                  <a:cs typeface="Calibri"/>
                  <a:sym typeface="Calibri"/>
                </a:rPr>
                <a:t>Optional ECC</a:t>
              </a:r>
              <a:endParaRPr sz="2800" b="1" dirty="0">
                <a:solidFill>
                  <a:schemeClr val="dk1"/>
                </a:solidFill>
                <a:latin typeface="Calibri"/>
                <a:ea typeface="Calibri"/>
                <a:cs typeface="Calibri"/>
                <a:sym typeface="Calibri"/>
              </a:endParaRPr>
            </a:p>
          </p:txBody>
        </p:sp>
        <p:sp>
          <p:nvSpPr>
            <p:cNvPr id="71" name="Google Shape;174;p4">
              <a:extLst>
                <a:ext uri="{FF2B5EF4-FFF2-40B4-BE49-F238E27FC236}">
                  <a16:creationId xmlns:a16="http://schemas.microsoft.com/office/drawing/2014/main" id="{2D97BA72-ED87-0CD5-FCCE-7065D0DE32F8}"/>
                </a:ext>
              </a:extLst>
            </p:cNvPr>
            <p:cNvSpPr/>
            <p:nvPr/>
          </p:nvSpPr>
          <p:spPr>
            <a:xfrm rot="10800000">
              <a:off x="5447747" y="3888375"/>
              <a:ext cx="2012400" cy="253200"/>
            </a:xfrm>
            <a:prstGeom prst="rightArrow">
              <a:avLst>
                <a:gd name="adj1" fmla="val 50000"/>
                <a:gd name="adj2" fmla="val 50000"/>
              </a:avLst>
            </a:prstGeom>
            <a:solidFill>
              <a:srgbClr val="B45F0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2" name="Google Shape;175;p4">
              <a:extLst>
                <a:ext uri="{FF2B5EF4-FFF2-40B4-BE49-F238E27FC236}">
                  <a16:creationId xmlns:a16="http://schemas.microsoft.com/office/drawing/2014/main" id="{B75478A2-58FB-A677-7FBD-223516C2BDA6}"/>
                </a:ext>
              </a:extLst>
            </p:cNvPr>
            <p:cNvSpPr txBox="1"/>
            <p:nvPr/>
          </p:nvSpPr>
          <p:spPr>
            <a:xfrm>
              <a:off x="8453600" y="1670925"/>
              <a:ext cx="1663800" cy="4617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Calibri"/>
                  <a:ea typeface="Calibri"/>
                  <a:cs typeface="Calibri"/>
                  <a:sym typeface="Calibri"/>
                </a:rPr>
                <a:t>DRAM Die</a:t>
              </a:r>
              <a:endParaRPr sz="2400"/>
            </a:p>
          </p:txBody>
        </p:sp>
        <p:sp>
          <p:nvSpPr>
            <p:cNvPr id="73" name="Google Shape;176;p4">
              <a:extLst>
                <a:ext uri="{FF2B5EF4-FFF2-40B4-BE49-F238E27FC236}">
                  <a16:creationId xmlns:a16="http://schemas.microsoft.com/office/drawing/2014/main" id="{E99C4B89-C7C2-E21C-DE46-64681DB90C63}"/>
                </a:ext>
              </a:extLst>
            </p:cNvPr>
            <p:cNvSpPr/>
            <p:nvPr/>
          </p:nvSpPr>
          <p:spPr>
            <a:xfrm>
              <a:off x="8528175" y="2768925"/>
              <a:ext cx="1305600" cy="1651800"/>
            </a:xfrm>
            <a:prstGeom prst="roundRect">
              <a:avLst>
                <a:gd name="adj" fmla="val 16667"/>
              </a:avLst>
            </a:prstGeom>
            <a:solidFill>
              <a:srgbClr val="A4C2F4"/>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4" name="Google Shape;177;p4">
              <a:extLst>
                <a:ext uri="{FF2B5EF4-FFF2-40B4-BE49-F238E27FC236}">
                  <a16:creationId xmlns:a16="http://schemas.microsoft.com/office/drawing/2014/main" id="{95DF130D-C195-AB95-F741-A6FE315C6F10}"/>
                </a:ext>
              </a:extLst>
            </p:cNvPr>
            <p:cNvSpPr txBox="1"/>
            <p:nvPr/>
          </p:nvSpPr>
          <p:spPr>
            <a:xfrm>
              <a:off x="8684909" y="3036936"/>
              <a:ext cx="1241100" cy="719700"/>
            </a:xfrm>
            <a:prstGeom prst="rect">
              <a:avLst/>
            </a:prstGeom>
            <a:noFill/>
            <a:ln>
              <a:noFill/>
            </a:ln>
          </p:spPr>
          <p:txBody>
            <a:bodyPr spcFirstLastPara="1" wrap="square" lIns="91425" tIns="91425" rIns="91425" bIns="91425" anchor="t" anchorCtr="0">
              <a:noAutofit/>
            </a:bodyPr>
            <a:lstStyle/>
            <a:p>
              <a:r>
                <a:rPr lang="en-US" sz="2800">
                  <a:solidFill>
                    <a:schemeClr val="dk1"/>
                  </a:solidFill>
                  <a:latin typeface="Calibri"/>
                  <a:ea typeface="Calibri"/>
                  <a:cs typeface="Calibri"/>
                  <a:sym typeface="Calibri"/>
                </a:rPr>
                <a:t>Mem</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Array</a:t>
              </a:r>
              <a:endParaRPr sz="2800">
                <a:solidFill>
                  <a:schemeClr val="dk1"/>
                </a:solidFill>
                <a:latin typeface="Calibri"/>
                <a:ea typeface="Calibri"/>
                <a:cs typeface="Calibri"/>
                <a:sym typeface="Calibri"/>
              </a:endParaRPr>
            </a:p>
          </p:txBody>
        </p:sp>
        <p:sp>
          <p:nvSpPr>
            <p:cNvPr id="75" name="Google Shape;178;p4">
              <a:extLst>
                <a:ext uri="{FF2B5EF4-FFF2-40B4-BE49-F238E27FC236}">
                  <a16:creationId xmlns:a16="http://schemas.microsoft.com/office/drawing/2014/main" id="{3A973E31-97C5-0984-1276-A031B1228855}"/>
                </a:ext>
              </a:extLst>
            </p:cNvPr>
            <p:cNvSpPr/>
            <p:nvPr/>
          </p:nvSpPr>
          <p:spPr>
            <a:xfrm>
              <a:off x="5447747" y="2961825"/>
              <a:ext cx="2052600" cy="253200"/>
            </a:xfrm>
            <a:prstGeom prst="rightArrow">
              <a:avLst>
                <a:gd name="adj1" fmla="val 50000"/>
                <a:gd name="adj2" fmla="val 50000"/>
              </a:avLst>
            </a:prstGeom>
            <a:solidFill>
              <a:srgbClr val="B45F0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6" name="Google Shape;179;p4">
              <a:extLst>
                <a:ext uri="{FF2B5EF4-FFF2-40B4-BE49-F238E27FC236}">
                  <a16:creationId xmlns:a16="http://schemas.microsoft.com/office/drawing/2014/main" id="{9AA3D42D-8D28-0268-D4D9-9AE802D9494C}"/>
                </a:ext>
              </a:extLst>
            </p:cNvPr>
            <p:cNvSpPr txBox="1"/>
            <p:nvPr/>
          </p:nvSpPr>
          <p:spPr>
            <a:xfrm>
              <a:off x="5897417" y="2349261"/>
              <a:ext cx="31839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Data</a:t>
              </a:r>
              <a:endParaRPr sz="2800" b="1">
                <a:solidFill>
                  <a:schemeClr val="dk1"/>
                </a:solidFill>
                <a:latin typeface="Calibri"/>
                <a:ea typeface="Calibri"/>
                <a:cs typeface="Calibri"/>
                <a:sym typeface="Calibri"/>
              </a:endParaRPr>
            </a:p>
          </p:txBody>
        </p:sp>
        <p:sp>
          <p:nvSpPr>
            <p:cNvPr id="77" name="Google Shape;180;p4">
              <a:extLst>
                <a:ext uri="{FF2B5EF4-FFF2-40B4-BE49-F238E27FC236}">
                  <a16:creationId xmlns:a16="http://schemas.microsoft.com/office/drawing/2014/main" id="{03D52D7F-669C-C053-4105-BD65BD2198D3}"/>
                </a:ext>
              </a:extLst>
            </p:cNvPr>
            <p:cNvSpPr txBox="1"/>
            <p:nvPr/>
          </p:nvSpPr>
          <p:spPr>
            <a:xfrm>
              <a:off x="5897417" y="3036936"/>
              <a:ext cx="31839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Write </a:t>
              </a:r>
              <a:endParaRPr sz="2800" b="1">
                <a:solidFill>
                  <a:schemeClr val="dk1"/>
                </a:solidFill>
                <a:latin typeface="Calibri"/>
                <a:ea typeface="Calibri"/>
                <a:cs typeface="Calibri"/>
                <a:sym typeface="Calibri"/>
              </a:endParaRPr>
            </a:p>
          </p:txBody>
        </p:sp>
        <p:sp>
          <p:nvSpPr>
            <p:cNvPr id="78" name="Google Shape;181;p4">
              <a:extLst>
                <a:ext uri="{FF2B5EF4-FFF2-40B4-BE49-F238E27FC236}">
                  <a16:creationId xmlns:a16="http://schemas.microsoft.com/office/drawing/2014/main" id="{93A57CFC-2CDB-FC25-6933-091799A62A11}"/>
                </a:ext>
              </a:extLst>
            </p:cNvPr>
            <p:cNvSpPr txBox="1"/>
            <p:nvPr/>
          </p:nvSpPr>
          <p:spPr>
            <a:xfrm>
              <a:off x="5933875" y="4013999"/>
              <a:ext cx="3183900" cy="6660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Read </a:t>
              </a:r>
              <a:endParaRPr sz="2800" b="1">
                <a:solidFill>
                  <a:schemeClr val="dk1"/>
                </a:solidFill>
                <a:latin typeface="Calibri"/>
                <a:ea typeface="Calibri"/>
                <a:cs typeface="Calibri"/>
                <a:sym typeface="Calibri"/>
              </a:endParaRPr>
            </a:p>
          </p:txBody>
        </p:sp>
        <p:sp>
          <p:nvSpPr>
            <p:cNvPr id="79" name="Google Shape;182;p4">
              <a:extLst>
                <a:ext uri="{FF2B5EF4-FFF2-40B4-BE49-F238E27FC236}">
                  <a16:creationId xmlns:a16="http://schemas.microsoft.com/office/drawing/2014/main" id="{858C2097-3450-8EA7-E371-5AEF789F1B85}"/>
                </a:ext>
              </a:extLst>
            </p:cNvPr>
            <p:cNvSpPr txBox="1"/>
            <p:nvPr/>
          </p:nvSpPr>
          <p:spPr>
            <a:xfrm>
              <a:off x="5890250" y="1099925"/>
              <a:ext cx="1127400" cy="492900"/>
            </a:xfrm>
            <a:prstGeom prst="rect">
              <a:avLst/>
            </a:prstGeom>
            <a:noFill/>
            <a:ln>
              <a:noFill/>
            </a:ln>
          </p:spPr>
          <p:txBody>
            <a:bodyPr spcFirstLastPara="1" wrap="square" lIns="91425" tIns="91425" rIns="91425" bIns="91425" anchor="t" anchorCtr="0">
              <a:noAutofit/>
            </a:bodyPr>
            <a:lstStyle/>
            <a:p>
              <a:r>
                <a:rPr lang="en-US" sz="2600" b="1">
                  <a:solidFill>
                    <a:schemeClr val="dk1"/>
                  </a:solidFill>
                  <a:latin typeface="Calibri"/>
                  <a:ea typeface="Calibri"/>
                  <a:cs typeface="Calibri"/>
                  <a:sym typeface="Calibri"/>
                </a:rPr>
                <a:t>HBM1</a:t>
              </a:r>
              <a:endParaRPr sz="2600" b="1">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617082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713AB-D7B8-E8B2-8B06-2032CA1FCF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F5A588-98F9-7B24-0796-D1E1B0B3498F}"/>
              </a:ext>
            </a:extLst>
          </p:cNvPr>
          <p:cNvSpPr>
            <a:spLocks noGrp="1"/>
          </p:cNvSpPr>
          <p:nvPr>
            <p:ph type="sldNum" sz="quarter" idx="12"/>
          </p:nvPr>
        </p:nvSpPr>
        <p:spPr/>
        <p:txBody>
          <a:bodyPr/>
          <a:lstStyle/>
          <a:p>
            <a:fld id="{D5244C39-EA1C-4830-B3FA-E06130CB504B}" type="slidenum">
              <a:rPr lang="en-US" smtClean="0"/>
              <a:pPr/>
              <a:t>6</a:t>
            </a:fld>
            <a:endParaRPr lang="en-US"/>
          </a:p>
        </p:txBody>
      </p:sp>
      <p:sp>
        <p:nvSpPr>
          <p:cNvPr id="4" name="Title 3">
            <a:extLst>
              <a:ext uri="{FF2B5EF4-FFF2-40B4-BE49-F238E27FC236}">
                <a16:creationId xmlns:a16="http://schemas.microsoft.com/office/drawing/2014/main" id="{2D1C4A9A-D605-0759-B363-FF50537870DA}"/>
              </a:ext>
            </a:extLst>
          </p:cNvPr>
          <p:cNvSpPr>
            <a:spLocks noGrp="1"/>
          </p:cNvSpPr>
          <p:nvPr>
            <p:ph type="title"/>
          </p:nvPr>
        </p:nvSpPr>
        <p:spPr/>
        <p:txBody>
          <a:bodyPr/>
          <a:lstStyle/>
          <a:p>
            <a:r>
              <a:rPr lang="en-US" dirty="0"/>
              <a:t>HBM Generation Evolution</a:t>
            </a:r>
          </a:p>
        </p:txBody>
      </p:sp>
      <p:grpSp>
        <p:nvGrpSpPr>
          <p:cNvPr id="5" name="Google Shape;201;g3ef883ee339_0_180">
            <a:extLst>
              <a:ext uri="{FF2B5EF4-FFF2-40B4-BE49-F238E27FC236}">
                <a16:creationId xmlns:a16="http://schemas.microsoft.com/office/drawing/2014/main" id="{C93F197D-D382-B235-680B-B10825F9DABD}"/>
              </a:ext>
            </a:extLst>
          </p:cNvPr>
          <p:cNvGrpSpPr/>
          <p:nvPr/>
        </p:nvGrpSpPr>
        <p:grpSpPr>
          <a:xfrm>
            <a:off x="3706856" y="2804314"/>
            <a:ext cx="7985595" cy="3725125"/>
            <a:chOff x="2997180" y="1728650"/>
            <a:chExt cx="7985595" cy="3725125"/>
          </a:xfrm>
        </p:grpSpPr>
        <p:sp>
          <p:nvSpPr>
            <p:cNvPr id="6" name="Google Shape;202;g3ef883ee339_0_180">
              <a:extLst>
                <a:ext uri="{FF2B5EF4-FFF2-40B4-BE49-F238E27FC236}">
                  <a16:creationId xmlns:a16="http://schemas.microsoft.com/office/drawing/2014/main" id="{8C3540B9-6610-843A-DDAC-F54DD56FC25C}"/>
                </a:ext>
              </a:extLst>
            </p:cNvPr>
            <p:cNvSpPr/>
            <p:nvPr/>
          </p:nvSpPr>
          <p:spPr>
            <a:xfrm>
              <a:off x="7612275" y="3010875"/>
              <a:ext cx="3370500" cy="2442900"/>
            </a:xfrm>
            <a:prstGeom prst="rect">
              <a:avLst/>
            </a:prstGeom>
            <a:solidFill>
              <a:srgbClr val="D9D9D9"/>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7" name="Google Shape;203;g3ef883ee339_0_180">
              <a:extLst>
                <a:ext uri="{FF2B5EF4-FFF2-40B4-BE49-F238E27FC236}">
                  <a16:creationId xmlns:a16="http://schemas.microsoft.com/office/drawing/2014/main" id="{BCD2D704-8300-8C0A-5132-E13B6F5CD931}"/>
                </a:ext>
              </a:extLst>
            </p:cNvPr>
            <p:cNvSpPr/>
            <p:nvPr/>
          </p:nvSpPr>
          <p:spPr>
            <a:xfrm>
              <a:off x="3306790" y="3004286"/>
              <a:ext cx="2020500" cy="2395500"/>
            </a:xfrm>
            <a:prstGeom prst="rect">
              <a:avLst/>
            </a:prstGeom>
            <a:solidFill>
              <a:srgbClr val="D8D8D8"/>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8" name="Google Shape;204;g3ef883ee339_0_180">
              <a:extLst>
                <a:ext uri="{FF2B5EF4-FFF2-40B4-BE49-F238E27FC236}">
                  <a16:creationId xmlns:a16="http://schemas.microsoft.com/office/drawing/2014/main" id="{DC15E78C-8E31-767E-94AB-5A1D8834C708}"/>
                </a:ext>
              </a:extLst>
            </p:cNvPr>
            <p:cNvSpPr txBox="1"/>
            <p:nvPr/>
          </p:nvSpPr>
          <p:spPr>
            <a:xfrm>
              <a:off x="2997180" y="2285250"/>
              <a:ext cx="3049200" cy="4617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Calibri"/>
                  <a:ea typeface="Calibri"/>
                  <a:cs typeface="Calibri"/>
                  <a:sym typeface="Calibri"/>
                </a:rPr>
                <a:t>Memory Controller</a:t>
              </a:r>
              <a:endParaRPr/>
            </a:p>
          </p:txBody>
        </p:sp>
        <p:sp>
          <p:nvSpPr>
            <p:cNvPr id="9" name="Google Shape;205;g3ef883ee339_0_180">
              <a:extLst>
                <a:ext uri="{FF2B5EF4-FFF2-40B4-BE49-F238E27FC236}">
                  <a16:creationId xmlns:a16="http://schemas.microsoft.com/office/drawing/2014/main" id="{0A84D7FA-9C00-5118-9C39-DA6238ED0767}"/>
                </a:ext>
              </a:extLst>
            </p:cNvPr>
            <p:cNvSpPr/>
            <p:nvPr/>
          </p:nvSpPr>
          <p:spPr>
            <a:xfrm>
              <a:off x="3514407" y="3322836"/>
              <a:ext cx="1538700" cy="1651800"/>
            </a:xfrm>
            <a:prstGeom prst="roundRect">
              <a:avLst>
                <a:gd name="adj" fmla="val 16667"/>
              </a:avLst>
            </a:prstGeom>
            <a:solidFill>
              <a:srgbClr val="FF9900"/>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 name="Google Shape;206;g3ef883ee339_0_180">
              <a:extLst>
                <a:ext uri="{FF2B5EF4-FFF2-40B4-BE49-F238E27FC236}">
                  <a16:creationId xmlns:a16="http://schemas.microsoft.com/office/drawing/2014/main" id="{112B0F10-19DC-8F15-B961-92992992A9C2}"/>
                </a:ext>
              </a:extLst>
            </p:cNvPr>
            <p:cNvSpPr txBox="1"/>
            <p:nvPr/>
          </p:nvSpPr>
          <p:spPr>
            <a:xfrm>
              <a:off x="3597937" y="3821493"/>
              <a:ext cx="1485300" cy="8121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SEC-DED</a:t>
              </a:r>
              <a:endParaRPr sz="2800" b="1">
                <a:solidFill>
                  <a:schemeClr val="dk1"/>
                </a:solidFill>
                <a:latin typeface="Calibri"/>
                <a:ea typeface="Calibri"/>
                <a:cs typeface="Calibri"/>
                <a:sym typeface="Calibri"/>
              </a:endParaRPr>
            </a:p>
          </p:txBody>
        </p:sp>
        <p:sp>
          <p:nvSpPr>
            <p:cNvPr id="11" name="Google Shape;207;g3ef883ee339_0_180">
              <a:extLst>
                <a:ext uri="{FF2B5EF4-FFF2-40B4-BE49-F238E27FC236}">
                  <a16:creationId xmlns:a16="http://schemas.microsoft.com/office/drawing/2014/main" id="{DFF515E9-B387-7EA1-021E-70AE22A5B3FB}"/>
                </a:ext>
              </a:extLst>
            </p:cNvPr>
            <p:cNvSpPr/>
            <p:nvPr/>
          </p:nvSpPr>
          <p:spPr>
            <a:xfrm rot="10800000">
              <a:off x="5331172" y="4489000"/>
              <a:ext cx="2321100" cy="253200"/>
            </a:xfrm>
            <a:prstGeom prst="rightArrow">
              <a:avLst>
                <a:gd name="adj1" fmla="val 50000"/>
                <a:gd name="adj2" fmla="val 50000"/>
              </a:avLst>
            </a:prstGeom>
            <a:solidFill>
              <a:srgbClr val="B45F0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 name="Google Shape;208;g3ef883ee339_0_180">
              <a:extLst>
                <a:ext uri="{FF2B5EF4-FFF2-40B4-BE49-F238E27FC236}">
                  <a16:creationId xmlns:a16="http://schemas.microsoft.com/office/drawing/2014/main" id="{70D2B8CF-4F2A-5493-4E9F-DE927435FEA6}"/>
                </a:ext>
              </a:extLst>
            </p:cNvPr>
            <p:cNvSpPr txBox="1"/>
            <p:nvPr/>
          </p:nvSpPr>
          <p:spPr>
            <a:xfrm>
              <a:off x="8645725" y="2271550"/>
              <a:ext cx="1663800" cy="4617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Calibri"/>
                  <a:ea typeface="Calibri"/>
                  <a:cs typeface="Calibri"/>
                  <a:sym typeface="Calibri"/>
                </a:rPr>
                <a:t>DRAM Die</a:t>
              </a:r>
              <a:endParaRPr sz="2400"/>
            </a:p>
          </p:txBody>
        </p:sp>
        <p:sp>
          <p:nvSpPr>
            <p:cNvPr id="14" name="Google Shape;209;g3ef883ee339_0_180">
              <a:extLst>
                <a:ext uri="{FF2B5EF4-FFF2-40B4-BE49-F238E27FC236}">
                  <a16:creationId xmlns:a16="http://schemas.microsoft.com/office/drawing/2014/main" id="{69671B2E-9546-D12E-DEC5-BB9BAECD1C93}"/>
                </a:ext>
              </a:extLst>
            </p:cNvPr>
            <p:cNvSpPr/>
            <p:nvPr/>
          </p:nvSpPr>
          <p:spPr>
            <a:xfrm>
              <a:off x="8632550" y="3369550"/>
              <a:ext cx="1305600" cy="1651800"/>
            </a:xfrm>
            <a:prstGeom prst="roundRect">
              <a:avLst>
                <a:gd name="adj" fmla="val 16667"/>
              </a:avLst>
            </a:prstGeom>
            <a:solidFill>
              <a:srgbClr val="A4C2F4"/>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 name="Google Shape;210;g3ef883ee339_0_180">
              <a:extLst>
                <a:ext uri="{FF2B5EF4-FFF2-40B4-BE49-F238E27FC236}">
                  <a16:creationId xmlns:a16="http://schemas.microsoft.com/office/drawing/2014/main" id="{1828B20B-49CB-3542-CB69-D01E9D9D0694}"/>
                </a:ext>
              </a:extLst>
            </p:cNvPr>
            <p:cNvSpPr txBox="1"/>
            <p:nvPr/>
          </p:nvSpPr>
          <p:spPr>
            <a:xfrm>
              <a:off x="8789284" y="3637561"/>
              <a:ext cx="1241100" cy="719700"/>
            </a:xfrm>
            <a:prstGeom prst="rect">
              <a:avLst/>
            </a:prstGeom>
            <a:noFill/>
            <a:ln>
              <a:noFill/>
            </a:ln>
          </p:spPr>
          <p:txBody>
            <a:bodyPr spcFirstLastPara="1" wrap="square" lIns="91425" tIns="91425" rIns="91425" bIns="91425" anchor="t" anchorCtr="0">
              <a:noAutofit/>
            </a:bodyPr>
            <a:lstStyle/>
            <a:p>
              <a:r>
                <a:rPr lang="en-US" sz="2800">
                  <a:solidFill>
                    <a:schemeClr val="dk1"/>
                  </a:solidFill>
                  <a:latin typeface="Calibri"/>
                  <a:ea typeface="Calibri"/>
                  <a:cs typeface="Calibri"/>
                  <a:sym typeface="Calibri"/>
                </a:rPr>
                <a:t>Mem</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Array</a:t>
              </a:r>
              <a:endParaRPr sz="2800">
                <a:solidFill>
                  <a:schemeClr val="dk1"/>
                </a:solidFill>
                <a:latin typeface="Calibri"/>
                <a:ea typeface="Calibri"/>
                <a:cs typeface="Calibri"/>
                <a:sym typeface="Calibri"/>
              </a:endParaRPr>
            </a:p>
          </p:txBody>
        </p:sp>
        <p:sp>
          <p:nvSpPr>
            <p:cNvPr id="16" name="Google Shape;211;g3ef883ee339_0_180">
              <a:extLst>
                <a:ext uri="{FF2B5EF4-FFF2-40B4-BE49-F238E27FC236}">
                  <a16:creationId xmlns:a16="http://schemas.microsoft.com/office/drawing/2014/main" id="{7EB625F9-A7A4-B6ED-BC15-6B4CB70C3F41}"/>
                </a:ext>
              </a:extLst>
            </p:cNvPr>
            <p:cNvSpPr/>
            <p:nvPr/>
          </p:nvSpPr>
          <p:spPr>
            <a:xfrm>
              <a:off x="5372373" y="3562450"/>
              <a:ext cx="2319900" cy="253200"/>
            </a:xfrm>
            <a:prstGeom prst="rightArrow">
              <a:avLst>
                <a:gd name="adj1" fmla="val 50000"/>
                <a:gd name="adj2" fmla="val 50000"/>
              </a:avLst>
            </a:prstGeom>
            <a:solidFill>
              <a:srgbClr val="B45F0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 name="Google Shape;212;g3ef883ee339_0_180">
              <a:extLst>
                <a:ext uri="{FF2B5EF4-FFF2-40B4-BE49-F238E27FC236}">
                  <a16:creationId xmlns:a16="http://schemas.microsoft.com/office/drawing/2014/main" id="{DE9F47DF-060A-7207-1262-E3E9DD10A648}"/>
                </a:ext>
              </a:extLst>
            </p:cNvPr>
            <p:cNvSpPr txBox="1"/>
            <p:nvPr/>
          </p:nvSpPr>
          <p:spPr>
            <a:xfrm>
              <a:off x="5357250" y="2996213"/>
              <a:ext cx="44829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Data + SysECC </a:t>
              </a:r>
              <a:endParaRPr sz="2800" b="1">
                <a:solidFill>
                  <a:schemeClr val="dk1"/>
                </a:solidFill>
                <a:latin typeface="Calibri"/>
                <a:ea typeface="Calibri"/>
                <a:cs typeface="Calibri"/>
                <a:sym typeface="Calibri"/>
              </a:endParaRPr>
            </a:p>
          </p:txBody>
        </p:sp>
        <p:sp>
          <p:nvSpPr>
            <p:cNvPr id="18" name="Google Shape;213;g3ef883ee339_0_180">
              <a:extLst>
                <a:ext uri="{FF2B5EF4-FFF2-40B4-BE49-F238E27FC236}">
                  <a16:creationId xmlns:a16="http://schemas.microsoft.com/office/drawing/2014/main" id="{EA332F2C-F080-76D5-72FB-36491789EDEE}"/>
                </a:ext>
              </a:extLst>
            </p:cNvPr>
            <p:cNvSpPr txBox="1"/>
            <p:nvPr/>
          </p:nvSpPr>
          <p:spPr>
            <a:xfrm>
              <a:off x="5968642" y="3634686"/>
              <a:ext cx="31839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Write</a:t>
              </a:r>
              <a:endParaRPr sz="2800" b="1">
                <a:solidFill>
                  <a:schemeClr val="dk1"/>
                </a:solidFill>
                <a:latin typeface="Calibri"/>
                <a:ea typeface="Calibri"/>
                <a:cs typeface="Calibri"/>
                <a:sym typeface="Calibri"/>
              </a:endParaRPr>
            </a:p>
          </p:txBody>
        </p:sp>
        <p:sp>
          <p:nvSpPr>
            <p:cNvPr id="19" name="Google Shape;214;g3ef883ee339_0_180">
              <a:extLst>
                <a:ext uri="{FF2B5EF4-FFF2-40B4-BE49-F238E27FC236}">
                  <a16:creationId xmlns:a16="http://schemas.microsoft.com/office/drawing/2014/main" id="{200B965A-1342-3B33-A108-E916715F92E1}"/>
                </a:ext>
              </a:extLst>
            </p:cNvPr>
            <p:cNvSpPr txBox="1"/>
            <p:nvPr/>
          </p:nvSpPr>
          <p:spPr>
            <a:xfrm>
              <a:off x="6006742" y="4610536"/>
              <a:ext cx="31839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Read </a:t>
              </a:r>
              <a:endParaRPr sz="2800" b="1">
                <a:solidFill>
                  <a:schemeClr val="dk1"/>
                </a:solidFill>
                <a:latin typeface="Calibri"/>
                <a:ea typeface="Calibri"/>
                <a:cs typeface="Calibri"/>
                <a:sym typeface="Calibri"/>
              </a:endParaRPr>
            </a:p>
          </p:txBody>
        </p:sp>
        <p:sp>
          <p:nvSpPr>
            <p:cNvPr id="20" name="Google Shape;215;g3ef883ee339_0_180">
              <a:extLst>
                <a:ext uri="{FF2B5EF4-FFF2-40B4-BE49-F238E27FC236}">
                  <a16:creationId xmlns:a16="http://schemas.microsoft.com/office/drawing/2014/main" id="{F6F156A8-0C98-42F1-8BD5-52729CD6E4E6}"/>
                </a:ext>
              </a:extLst>
            </p:cNvPr>
            <p:cNvSpPr txBox="1"/>
            <p:nvPr/>
          </p:nvSpPr>
          <p:spPr>
            <a:xfrm>
              <a:off x="5797825" y="1728650"/>
              <a:ext cx="1127400" cy="492900"/>
            </a:xfrm>
            <a:prstGeom prst="rect">
              <a:avLst/>
            </a:prstGeom>
            <a:noFill/>
            <a:ln>
              <a:noFill/>
            </a:ln>
          </p:spPr>
          <p:txBody>
            <a:bodyPr spcFirstLastPara="1" wrap="square" lIns="91425" tIns="91425" rIns="91425" bIns="91425" anchor="t" anchorCtr="0">
              <a:noAutofit/>
            </a:bodyPr>
            <a:lstStyle/>
            <a:p>
              <a:r>
                <a:rPr lang="en-US" sz="2600" b="1">
                  <a:solidFill>
                    <a:schemeClr val="dk1"/>
                  </a:solidFill>
                  <a:latin typeface="Calibri"/>
                  <a:ea typeface="Calibri"/>
                  <a:cs typeface="Calibri"/>
                  <a:sym typeface="Calibri"/>
                </a:rPr>
                <a:t>HBM2</a:t>
              </a:r>
              <a:endParaRPr sz="2600" b="1">
                <a:solidFill>
                  <a:schemeClr val="dk1"/>
                </a:solidFill>
                <a:latin typeface="Calibri"/>
                <a:ea typeface="Calibri"/>
                <a:cs typeface="Calibri"/>
                <a:sym typeface="Calibri"/>
              </a:endParaRPr>
            </a:p>
          </p:txBody>
        </p:sp>
      </p:grpSp>
      <p:grpSp>
        <p:nvGrpSpPr>
          <p:cNvPr id="21" name="Google Shape;216;g3ef883ee339_0_180">
            <a:extLst>
              <a:ext uri="{FF2B5EF4-FFF2-40B4-BE49-F238E27FC236}">
                <a16:creationId xmlns:a16="http://schemas.microsoft.com/office/drawing/2014/main" id="{B822FA7C-9D41-518A-DC0F-4C9326C22F08}"/>
              </a:ext>
            </a:extLst>
          </p:cNvPr>
          <p:cNvGrpSpPr/>
          <p:nvPr/>
        </p:nvGrpSpPr>
        <p:grpSpPr>
          <a:xfrm>
            <a:off x="372483" y="2064244"/>
            <a:ext cx="2880213" cy="1420596"/>
            <a:chOff x="3181105" y="1099925"/>
            <a:chExt cx="7609545" cy="3753225"/>
          </a:xfrm>
        </p:grpSpPr>
        <p:sp>
          <p:nvSpPr>
            <p:cNvPr id="22" name="Google Shape;217;g3ef883ee339_0_180">
              <a:extLst>
                <a:ext uri="{FF2B5EF4-FFF2-40B4-BE49-F238E27FC236}">
                  <a16:creationId xmlns:a16="http://schemas.microsoft.com/office/drawing/2014/main" id="{A6455717-AE1C-19AF-0F9A-E086F01ACFA0}"/>
                </a:ext>
              </a:extLst>
            </p:cNvPr>
            <p:cNvSpPr/>
            <p:nvPr/>
          </p:nvSpPr>
          <p:spPr>
            <a:xfrm>
              <a:off x="7420150" y="2410250"/>
              <a:ext cx="3370500" cy="2442900"/>
            </a:xfrm>
            <a:prstGeom prst="rect">
              <a:avLst/>
            </a:prstGeom>
            <a:solidFill>
              <a:srgbClr val="D9D9D9"/>
            </a:solidFill>
            <a:ln w="9625" cap="flat" cmpd="sng">
              <a:solidFill>
                <a:srgbClr val="262626"/>
              </a:solidFill>
              <a:prstDash val="solid"/>
              <a:round/>
              <a:headEnd type="none" w="sm" len="sm"/>
              <a:tailEnd type="none" w="sm" len="sm"/>
            </a:ln>
          </p:spPr>
          <p:txBody>
            <a:bodyPr spcFirstLastPara="1" wrap="square" lIns="34600" tIns="17300" rIns="34600" bIns="17300" anchor="ctr" anchorCtr="0">
              <a:noAutofit/>
            </a:bodyPr>
            <a:lstStyle/>
            <a:p>
              <a:pPr algn="ctr"/>
              <a:endParaRPr sz="681">
                <a:solidFill>
                  <a:schemeClr val="lt1"/>
                </a:solidFill>
                <a:latin typeface="Calibri"/>
                <a:ea typeface="Calibri"/>
                <a:cs typeface="Calibri"/>
                <a:sym typeface="Calibri"/>
              </a:endParaRPr>
            </a:p>
          </p:txBody>
        </p:sp>
        <p:sp>
          <p:nvSpPr>
            <p:cNvPr id="23" name="Google Shape;218;g3ef883ee339_0_180">
              <a:extLst>
                <a:ext uri="{FF2B5EF4-FFF2-40B4-BE49-F238E27FC236}">
                  <a16:creationId xmlns:a16="http://schemas.microsoft.com/office/drawing/2014/main" id="{7981ACE1-E15E-72F3-3387-F91A0202EAB6}"/>
                </a:ext>
              </a:extLst>
            </p:cNvPr>
            <p:cNvSpPr/>
            <p:nvPr/>
          </p:nvSpPr>
          <p:spPr>
            <a:xfrm>
              <a:off x="3427240" y="2349261"/>
              <a:ext cx="2020500" cy="2395500"/>
            </a:xfrm>
            <a:prstGeom prst="rect">
              <a:avLst/>
            </a:prstGeom>
            <a:solidFill>
              <a:srgbClr val="D8D8D8"/>
            </a:solidFill>
            <a:ln w="9625" cap="flat" cmpd="sng">
              <a:solidFill>
                <a:srgbClr val="262626"/>
              </a:solidFill>
              <a:prstDash val="solid"/>
              <a:round/>
              <a:headEnd type="none" w="sm" len="sm"/>
              <a:tailEnd type="none" w="sm" len="sm"/>
            </a:ln>
          </p:spPr>
          <p:txBody>
            <a:bodyPr spcFirstLastPara="1" wrap="square" lIns="34600" tIns="17300" rIns="34600" bIns="17300" anchor="ctr" anchorCtr="0">
              <a:noAutofit/>
            </a:bodyPr>
            <a:lstStyle/>
            <a:p>
              <a:pPr algn="ctr"/>
              <a:endParaRPr sz="681">
                <a:solidFill>
                  <a:schemeClr val="lt1"/>
                </a:solidFill>
                <a:latin typeface="Calibri"/>
                <a:ea typeface="Calibri"/>
                <a:cs typeface="Calibri"/>
                <a:sym typeface="Calibri"/>
              </a:endParaRPr>
            </a:p>
          </p:txBody>
        </p:sp>
        <p:sp>
          <p:nvSpPr>
            <p:cNvPr id="24" name="Google Shape;219;g3ef883ee339_0_180">
              <a:extLst>
                <a:ext uri="{FF2B5EF4-FFF2-40B4-BE49-F238E27FC236}">
                  <a16:creationId xmlns:a16="http://schemas.microsoft.com/office/drawing/2014/main" id="{6B9A3F34-2069-3646-C20A-CEC8DC31B9D8}"/>
                </a:ext>
              </a:extLst>
            </p:cNvPr>
            <p:cNvSpPr txBox="1"/>
            <p:nvPr/>
          </p:nvSpPr>
          <p:spPr>
            <a:xfrm>
              <a:off x="3181105" y="1693408"/>
              <a:ext cx="3049200" cy="461700"/>
            </a:xfrm>
            <a:prstGeom prst="rect">
              <a:avLst/>
            </a:prstGeom>
            <a:noFill/>
            <a:ln>
              <a:noFill/>
            </a:ln>
          </p:spPr>
          <p:txBody>
            <a:bodyPr spcFirstLastPara="1" wrap="square" lIns="34600" tIns="17300" rIns="34600" bIns="17300" anchor="t" anchorCtr="0">
              <a:spAutoFit/>
            </a:bodyPr>
            <a:lstStyle/>
            <a:p>
              <a:r>
                <a:rPr lang="en-US" sz="908" b="1">
                  <a:solidFill>
                    <a:schemeClr val="dk1"/>
                  </a:solidFill>
                  <a:latin typeface="Calibri"/>
                  <a:ea typeface="Calibri"/>
                  <a:cs typeface="Calibri"/>
                  <a:sym typeface="Calibri"/>
                </a:rPr>
                <a:t>Memory Controller</a:t>
              </a:r>
              <a:endParaRPr sz="681"/>
            </a:p>
          </p:txBody>
        </p:sp>
        <p:sp>
          <p:nvSpPr>
            <p:cNvPr id="25" name="Google Shape;220;g3ef883ee339_0_180">
              <a:extLst>
                <a:ext uri="{FF2B5EF4-FFF2-40B4-BE49-F238E27FC236}">
                  <a16:creationId xmlns:a16="http://schemas.microsoft.com/office/drawing/2014/main" id="{FDE7E291-98F8-2F4D-8536-D35B45CC6E76}"/>
                </a:ext>
              </a:extLst>
            </p:cNvPr>
            <p:cNvSpPr/>
            <p:nvPr/>
          </p:nvSpPr>
          <p:spPr>
            <a:xfrm>
              <a:off x="3634857" y="2667811"/>
              <a:ext cx="1538700" cy="1651800"/>
            </a:xfrm>
            <a:prstGeom prst="roundRect">
              <a:avLst>
                <a:gd name="adj" fmla="val 16667"/>
              </a:avLst>
            </a:prstGeom>
            <a:solidFill>
              <a:srgbClr val="FF9900"/>
            </a:solidFill>
            <a:ln w="10800" cap="flat" cmpd="sng">
              <a:solidFill>
                <a:srgbClr val="000000"/>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26" name="Google Shape;221;g3ef883ee339_0_180">
              <a:extLst>
                <a:ext uri="{FF2B5EF4-FFF2-40B4-BE49-F238E27FC236}">
                  <a16:creationId xmlns:a16="http://schemas.microsoft.com/office/drawing/2014/main" id="{45577517-87A5-6950-AA69-6F261CF6336F}"/>
                </a:ext>
              </a:extLst>
            </p:cNvPr>
            <p:cNvSpPr txBox="1"/>
            <p:nvPr/>
          </p:nvSpPr>
          <p:spPr>
            <a:xfrm>
              <a:off x="3694825" y="2974938"/>
              <a:ext cx="1485300" cy="812100"/>
            </a:xfrm>
            <a:prstGeom prst="rect">
              <a:avLst/>
            </a:prstGeom>
            <a:noFill/>
            <a:ln>
              <a:noFill/>
            </a:ln>
          </p:spPr>
          <p:txBody>
            <a:bodyPr spcFirstLastPara="1" wrap="square" lIns="34600" tIns="34600" rIns="34600" bIns="34600" anchor="t" anchorCtr="0">
              <a:noAutofit/>
            </a:bodyPr>
            <a:lstStyle/>
            <a:p>
              <a:pPr algn="ctr"/>
              <a:r>
                <a:rPr lang="en-US" sz="1060" b="1">
                  <a:solidFill>
                    <a:schemeClr val="dk1"/>
                  </a:solidFill>
                  <a:latin typeface="Calibri"/>
                  <a:ea typeface="Calibri"/>
                  <a:cs typeface="Calibri"/>
                  <a:sym typeface="Calibri"/>
                </a:rPr>
                <a:t>Optiannl ECC</a:t>
              </a:r>
              <a:endParaRPr sz="1060" b="1">
                <a:solidFill>
                  <a:schemeClr val="dk1"/>
                </a:solidFill>
                <a:latin typeface="Calibri"/>
                <a:ea typeface="Calibri"/>
                <a:cs typeface="Calibri"/>
                <a:sym typeface="Calibri"/>
              </a:endParaRPr>
            </a:p>
          </p:txBody>
        </p:sp>
        <p:sp>
          <p:nvSpPr>
            <p:cNvPr id="27" name="Google Shape;222;g3ef883ee339_0_180">
              <a:extLst>
                <a:ext uri="{FF2B5EF4-FFF2-40B4-BE49-F238E27FC236}">
                  <a16:creationId xmlns:a16="http://schemas.microsoft.com/office/drawing/2014/main" id="{C03FCC0F-4A7B-0A22-D2B2-9C56B032BCC6}"/>
                </a:ext>
              </a:extLst>
            </p:cNvPr>
            <p:cNvSpPr/>
            <p:nvPr/>
          </p:nvSpPr>
          <p:spPr>
            <a:xfrm rot="10800000">
              <a:off x="5447747" y="3888375"/>
              <a:ext cx="2012400" cy="253200"/>
            </a:xfrm>
            <a:prstGeom prst="rightArrow">
              <a:avLst>
                <a:gd name="adj1" fmla="val 50000"/>
                <a:gd name="adj2" fmla="val 50000"/>
              </a:avLst>
            </a:prstGeom>
            <a:solidFill>
              <a:srgbClr val="B45F06"/>
            </a:solidFill>
            <a:ln w="3600" cap="flat" cmpd="sng">
              <a:solidFill>
                <a:schemeClr val="dk2"/>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28" name="Google Shape;223;g3ef883ee339_0_180">
              <a:extLst>
                <a:ext uri="{FF2B5EF4-FFF2-40B4-BE49-F238E27FC236}">
                  <a16:creationId xmlns:a16="http://schemas.microsoft.com/office/drawing/2014/main" id="{91BC7025-A8B3-99BD-D8B5-B392A40081E5}"/>
                </a:ext>
              </a:extLst>
            </p:cNvPr>
            <p:cNvSpPr txBox="1"/>
            <p:nvPr/>
          </p:nvSpPr>
          <p:spPr>
            <a:xfrm>
              <a:off x="8453600" y="1670925"/>
              <a:ext cx="1663800" cy="461700"/>
            </a:xfrm>
            <a:prstGeom prst="rect">
              <a:avLst/>
            </a:prstGeom>
            <a:noFill/>
            <a:ln>
              <a:noFill/>
            </a:ln>
          </p:spPr>
          <p:txBody>
            <a:bodyPr spcFirstLastPara="1" wrap="square" lIns="34600" tIns="17300" rIns="34600" bIns="17300" anchor="t" anchorCtr="0">
              <a:spAutoFit/>
            </a:bodyPr>
            <a:lstStyle/>
            <a:p>
              <a:r>
                <a:rPr lang="en-US" sz="908" b="1">
                  <a:solidFill>
                    <a:schemeClr val="dk1"/>
                  </a:solidFill>
                  <a:latin typeface="Calibri"/>
                  <a:ea typeface="Calibri"/>
                  <a:cs typeface="Calibri"/>
                  <a:sym typeface="Calibri"/>
                </a:rPr>
                <a:t>DRAM Die</a:t>
              </a:r>
              <a:endParaRPr sz="908"/>
            </a:p>
          </p:txBody>
        </p:sp>
        <p:sp>
          <p:nvSpPr>
            <p:cNvPr id="29" name="Google Shape;224;g3ef883ee339_0_180">
              <a:extLst>
                <a:ext uri="{FF2B5EF4-FFF2-40B4-BE49-F238E27FC236}">
                  <a16:creationId xmlns:a16="http://schemas.microsoft.com/office/drawing/2014/main" id="{0098E827-D70D-E9BD-BFDD-579169E2EEAC}"/>
                </a:ext>
              </a:extLst>
            </p:cNvPr>
            <p:cNvSpPr/>
            <p:nvPr/>
          </p:nvSpPr>
          <p:spPr>
            <a:xfrm>
              <a:off x="8528175" y="2768925"/>
              <a:ext cx="1305600" cy="1651800"/>
            </a:xfrm>
            <a:prstGeom prst="roundRect">
              <a:avLst>
                <a:gd name="adj" fmla="val 16667"/>
              </a:avLst>
            </a:prstGeom>
            <a:solidFill>
              <a:srgbClr val="A4C2F4"/>
            </a:solidFill>
            <a:ln w="10800" cap="flat" cmpd="sng">
              <a:solidFill>
                <a:schemeClr val="dk1"/>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30" name="Google Shape;225;g3ef883ee339_0_180">
              <a:extLst>
                <a:ext uri="{FF2B5EF4-FFF2-40B4-BE49-F238E27FC236}">
                  <a16:creationId xmlns:a16="http://schemas.microsoft.com/office/drawing/2014/main" id="{51BDA941-73C5-28CC-B5D2-F9C55D66FB9C}"/>
                </a:ext>
              </a:extLst>
            </p:cNvPr>
            <p:cNvSpPr txBox="1"/>
            <p:nvPr/>
          </p:nvSpPr>
          <p:spPr>
            <a:xfrm>
              <a:off x="8684909" y="3036936"/>
              <a:ext cx="1241100" cy="719700"/>
            </a:xfrm>
            <a:prstGeom prst="rect">
              <a:avLst/>
            </a:prstGeom>
            <a:noFill/>
            <a:ln>
              <a:noFill/>
            </a:ln>
          </p:spPr>
          <p:txBody>
            <a:bodyPr spcFirstLastPara="1" wrap="square" lIns="34600" tIns="34600" rIns="34600" bIns="34600" anchor="t" anchorCtr="0">
              <a:noAutofit/>
            </a:bodyPr>
            <a:lstStyle/>
            <a:p>
              <a:r>
                <a:rPr lang="en-US" sz="1060">
                  <a:solidFill>
                    <a:schemeClr val="dk1"/>
                  </a:solidFill>
                  <a:latin typeface="Calibri"/>
                  <a:ea typeface="Calibri"/>
                  <a:cs typeface="Calibri"/>
                  <a:sym typeface="Calibri"/>
                </a:rPr>
                <a:t>Mem</a:t>
              </a:r>
              <a:br>
                <a:rPr lang="en-US" sz="1060">
                  <a:solidFill>
                    <a:schemeClr val="dk1"/>
                  </a:solidFill>
                  <a:latin typeface="Calibri"/>
                  <a:ea typeface="Calibri"/>
                  <a:cs typeface="Calibri"/>
                  <a:sym typeface="Calibri"/>
                </a:rPr>
              </a:br>
              <a:r>
                <a:rPr lang="en-US" sz="1060">
                  <a:solidFill>
                    <a:schemeClr val="dk1"/>
                  </a:solidFill>
                  <a:latin typeface="Calibri"/>
                  <a:ea typeface="Calibri"/>
                  <a:cs typeface="Calibri"/>
                  <a:sym typeface="Calibri"/>
                </a:rPr>
                <a:t>Array</a:t>
              </a:r>
              <a:endParaRPr sz="1060">
                <a:solidFill>
                  <a:schemeClr val="dk1"/>
                </a:solidFill>
                <a:latin typeface="Calibri"/>
                <a:ea typeface="Calibri"/>
                <a:cs typeface="Calibri"/>
                <a:sym typeface="Calibri"/>
              </a:endParaRPr>
            </a:p>
          </p:txBody>
        </p:sp>
        <p:sp>
          <p:nvSpPr>
            <p:cNvPr id="31" name="Google Shape;226;g3ef883ee339_0_180">
              <a:extLst>
                <a:ext uri="{FF2B5EF4-FFF2-40B4-BE49-F238E27FC236}">
                  <a16:creationId xmlns:a16="http://schemas.microsoft.com/office/drawing/2014/main" id="{3B3F473F-14A4-9D2D-3A63-7684E3DDF0BF}"/>
                </a:ext>
              </a:extLst>
            </p:cNvPr>
            <p:cNvSpPr/>
            <p:nvPr/>
          </p:nvSpPr>
          <p:spPr>
            <a:xfrm>
              <a:off x="5447747" y="2961825"/>
              <a:ext cx="2052600" cy="253200"/>
            </a:xfrm>
            <a:prstGeom prst="rightArrow">
              <a:avLst>
                <a:gd name="adj1" fmla="val 50000"/>
                <a:gd name="adj2" fmla="val 50000"/>
              </a:avLst>
            </a:prstGeom>
            <a:solidFill>
              <a:srgbClr val="B45F06"/>
            </a:solidFill>
            <a:ln w="3600" cap="flat" cmpd="sng">
              <a:solidFill>
                <a:schemeClr val="dk2"/>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32" name="Google Shape;227;g3ef883ee339_0_180">
              <a:extLst>
                <a:ext uri="{FF2B5EF4-FFF2-40B4-BE49-F238E27FC236}">
                  <a16:creationId xmlns:a16="http://schemas.microsoft.com/office/drawing/2014/main" id="{13A1872D-CA04-4DB3-38D4-730F4E72837D}"/>
                </a:ext>
              </a:extLst>
            </p:cNvPr>
            <p:cNvSpPr txBox="1"/>
            <p:nvPr/>
          </p:nvSpPr>
          <p:spPr>
            <a:xfrm>
              <a:off x="5897417" y="2349261"/>
              <a:ext cx="3183900" cy="604200"/>
            </a:xfrm>
            <a:prstGeom prst="rect">
              <a:avLst/>
            </a:prstGeom>
            <a:noFill/>
            <a:ln>
              <a:noFill/>
            </a:ln>
          </p:spPr>
          <p:txBody>
            <a:bodyPr spcFirstLastPara="1" wrap="square" lIns="34600" tIns="34600" rIns="34600" bIns="34600" anchor="t" anchorCtr="0">
              <a:noAutofit/>
            </a:bodyPr>
            <a:lstStyle/>
            <a:p>
              <a:r>
                <a:rPr lang="en-US" sz="1060" b="1">
                  <a:solidFill>
                    <a:schemeClr val="dk1"/>
                  </a:solidFill>
                  <a:latin typeface="Calibri"/>
                  <a:ea typeface="Calibri"/>
                  <a:cs typeface="Calibri"/>
                  <a:sym typeface="Calibri"/>
                </a:rPr>
                <a:t>Data</a:t>
              </a:r>
              <a:endParaRPr sz="1060" b="1">
                <a:solidFill>
                  <a:schemeClr val="dk1"/>
                </a:solidFill>
                <a:latin typeface="Calibri"/>
                <a:ea typeface="Calibri"/>
                <a:cs typeface="Calibri"/>
                <a:sym typeface="Calibri"/>
              </a:endParaRPr>
            </a:p>
          </p:txBody>
        </p:sp>
        <p:sp>
          <p:nvSpPr>
            <p:cNvPr id="33" name="Google Shape;228;g3ef883ee339_0_180">
              <a:extLst>
                <a:ext uri="{FF2B5EF4-FFF2-40B4-BE49-F238E27FC236}">
                  <a16:creationId xmlns:a16="http://schemas.microsoft.com/office/drawing/2014/main" id="{EFC55A62-14CC-96E0-F48C-E727811932E2}"/>
                </a:ext>
              </a:extLst>
            </p:cNvPr>
            <p:cNvSpPr txBox="1"/>
            <p:nvPr/>
          </p:nvSpPr>
          <p:spPr>
            <a:xfrm>
              <a:off x="5897417" y="3036936"/>
              <a:ext cx="3183900" cy="604200"/>
            </a:xfrm>
            <a:prstGeom prst="rect">
              <a:avLst/>
            </a:prstGeom>
            <a:noFill/>
            <a:ln>
              <a:noFill/>
            </a:ln>
          </p:spPr>
          <p:txBody>
            <a:bodyPr spcFirstLastPara="1" wrap="square" lIns="34600" tIns="34600" rIns="34600" bIns="34600" anchor="t" anchorCtr="0">
              <a:noAutofit/>
            </a:bodyPr>
            <a:lstStyle/>
            <a:p>
              <a:r>
                <a:rPr lang="en-US" sz="1060" b="1">
                  <a:solidFill>
                    <a:schemeClr val="dk1"/>
                  </a:solidFill>
                  <a:latin typeface="Calibri"/>
                  <a:ea typeface="Calibri"/>
                  <a:cs typeface="Calibri"/>
                  <a:sym typeface="Calibri"/>
                </a:rPr>
                <a:t>Write </a:t>
              </a:r>
              <a:endParaRPr sz="1060" b="1">
                <a:solidFill>
                  <a:schemeClr val="dk1"/>
                </a:solidFill>
                <a:latin typeface="Calibri"/>
                <a:ea typeface="Calibri"/>
                <a:cs typeface="Calibri"/>
                <a:sym typeface="Calibri"/>
              </a:endParaRPr>
            </a:p>
          </p:txBody>
        </p:sp>
        <p:sp>
          <p:nvSpPr>
            <p:cNvPr id="34" name="Google Shape;229;g3ef883ee339_0_180">
              <a:extLst>
                <a:ext uri="{FF2B5EF4-FFF2-40B4-BE49-F238E27FC236}">
                  <a16:creationId xmlns:a16="http://schemas.microsoft.com/office/drawing/2014/main" id="{400840A8-9F94-CA22-07E2-0FFC97AA5F67}"/>
                </a:ext>
              </a:extLst>
            </p:cNvPr>
            <p:cNvSpPr txBox="1"/>
            <p:nvPr/>
          </p:nvSpPr>
          <p:spPr>
            <a:xfrm>
              <a:off x="5933875" y="4013999"/>
              <a:ext cx="3183900" cy="666000"/>
            </a:xfrm>
            <a:prstGeom prst="rect">
              <a:avLst/>
            </a:prstGeom>
            <a:noFill/>
            <a:ln>
              <a:noFill/>
            </a:ln>
          </p:spPr>
          <p:txBody>
            <a:bodyPr spcFirstLastPara="1" wrap="square" lIns="34600" tIns="34600" rIns="34600" bIns="34600" anchor="t" anchorCtr="0">
              <a:noAutofit/>
            </a:bodyPr>
            <a:lstStyle/>
            <a:p>
              <a:r>
                <a:rPr lang="en-US" sz="1060" b="1">
                  <a:solidFill>
                    <a:schemeClr val="dk1"/>
                  </a:solidFill>
                  <a:latin typeface="Calibri"/>
                  <a:ea typeface="Calibri"/>
                  <a:cs typeface="Calibri"/>
                  <a:sym typeface="Calibri"/>
                </a:rPr>
                <a:t>Read </a:t>
              </a:r>
              <a:endParaRPr sz="1060" b="1">
                <a:solidFill>
                  <a:schemeClr val="dk1"/>
                </a:solidFill>
                <a:latin typeface="Calibri"/>
                <a:ea typeface="Calibri"/>
                <a:cs typeface="Calibri"/>
                <a:sym typeface="Calibri"/>
              </a:endParaRPr>
            </a:p>
          </p:txBody>
        </p:sp>
        <p:sp>
          <p:nvSpPr>
            <p:cNvPr id="35" name="Google Shape;230;g3ef883ee339_0_180">
              <a:extLst>
                <a:ext uri="{FF2B5EF4-FFF2-40B4-BE49-F238E27FC236}">
                  <a16:creationId xmlns:a16="http://schemas.microsoft.com/office/drawing/2014/main" id="{C6F472D7-3671-3228-41F6-3AD207B82967}"/>
                </a:ext>
              </a:extLst>
            </p:cNvPr>
            <p:cNvSpPr txBox="1"/>
            <p:nvPr/>
          </p:nvSpPr>
          <p:spPr>
            <a:xfrm>
              <a:off x="5890250" y="1099925"/>
              <a:ext cx="1127400" cy="492900"/>
            </a:xfrm>
            <a:prstGeom prst="rect">
              <a:avLst/>
            </a:prstGeom>
            <a:noFill/>
            <a:ln>
              <a:noFill/>
            </a:ln>
          </p:spPr>
          <p:txBody>
            <a:bodyPr spcFirstLastPara="1" wrap="square" lIns="34600" tIns="34600" rIns="34600" bIns="34600" anchor="t" anchorCtr="0">
              <a:noAutofit/>
            </a:bodyPr>
            <a:lstStyle/>
            <a:p>
              <a:r>
                <a:rPr lang="en-US" sz="984" b="1">
                  <a:solidFill>
                    <a:schemeClr val="dk1"/>
                  </a:solidFill>
                  <a:latin typeface="Calibri"/>
                  <a:ea typeface="Calibri"/>
                  <a:cs typeface="Calibri"/>
                  <a:sym typeface="Calibri"/>
                </a:rPr>
                <a:t>HBM1</a:t>
              </a:r>
              <a:endParaRPr sz="984" b="1">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18130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p:tgtEl>
                                          <p:spTgt spid="5"/>
                                        </p:tgtEl>
                                        <p:attrNameLst>
                                          <p:attrName>ppt_w</p:attrName>
                                        </p:attrNameLst>
                                      </p:cBhvr>
                                      <p:tavLst>
                                        <p:tav tm="0">
                                          <p:val>
                                            <p:strVal val="0"/>
                                          </p:val>
                                        </p:tav>
                                        <p:tav tm="100000">
                                          <p:val>
                                            <p:strVal val="#ppt_w"/>
                                          </p:val>
                                        </p:tav>
                                      </p:tavLst>
                                    </p:anim>
                                    <p:anim calcmode="lin" valueType="num">
                                      <p:cBhvr additive="base">
                                        <p:cTn id="8" dur="1000"/>
                                        <p:tgtEl>
                                          <p:spTgt spid="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8" fill="hold" nodeType="clickEffect">
                                  <p:stCondLst>
                                    <p:cond delay="0"/>
                                  </p:stCondLst>
                                  <p:childTnLst>
                                    <p:anim calcmode="lin" valueType="num">
                                      <p:cBhvr additive="base">
                                        <p:cTn id="12" dur="1000"/>
                                        <p:tgtEl>
                                          <p:spTgt spid="5"/>
                                        </p:tgtEl>
                                        <p:attrNameLst>
                                          <p:attrName>ppt_x</p:attrName>
                                        </p:attrNameLst>
                                      </p:cBhvr>
                                      <p:tavLst>
                                        <p:tav tm="0">
                                          <p:val>
                                            <p:strVal val="#ppt_x"/>
                                          </p:val>
                                        </p:tav>
                                        <p:tav tm="100000">
                                          <p:val>
                                            <p:strVal val="#ppt_x-1"/>
                                          </p:val>
                                        </p:tav>
                                      </p:tavLst>
                                    </p:anim>
                                    <p:set>
                                      <p:cBhvr>
                                        <p:cTn id="13" dur="1" fill="hold">
                                          <p:stCondLst>
                                            <p:cond delay="100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807F-2C4B-6FF0-D83F-754EDDCBAB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7F40AC-7C75-687B-1C71-E8DD64F47B4A}"/>
              </a:ext>
            </a:extLst>
          </p:cNvPr>
          <p:cNvSpPr>
            <a:spLocks noGrp="1"/>
          </p:cNvSpPr>
          <p:nvPr>
            <p:ph type="sldNum" sz="quarter" idx="12"/>
          </p:nvPr>
        </p:nvSpPr>
        <p:spPr/>
        <p:txBody>
          <a:bodyPr/>
          <a:lstStyle/>
          <a:p>
            <a:fld id="{D5244C39-EA1C-4830-B3FA-E06130CB504B}" type="slidenum">
              <a:rPr lang="en-US" smtClean="0"/>
              <a:pPr/>
              <a:t>7</a:t>
            </a:fld>
            <a:endParaRPr lang="en-US"/>
          </a:p>
        </p:txBody>
      </p:sp>
      <p:sp>
        <p:nvSpPr>
          <p:cNvPr id="4" name="Title 3">
            <a:extLst>
              <a:ext uri="{FF2B5EF4-FFF2-40B4-BE49-F238E27FC236}">
                <a16:creationId xmlns:a16="http://schemas.microsoft.com/office/drawing/2014/main" id="{FA1E79D1-339C-D0F5-BC5B-D0A218953A18}"/>
              </a:ext>
            </a:extLst>
          </p:cNvPr>
          <p:cNvSpPr>
            <a:spLocks noGrp="1"/>
          </p:cNvSpPr>
          <p:nvPr>
            <p:ph type="title"/>
          </p:nvPr>
        </p:nvSpPr>
        <p:spPr/>
        <p:txBody>
          <a:bodyPr/>
          <a:lstStyle/>
          <a:p>
            <a:r>
              <a:rPr lang="en-US" dirty="0"/>
              <a:t>HBM Generation Evolution</a:t>
            </a:r>
          </a:p>
        </p:txBody>
      </p:sp>
      <p:grpSp>
        <p:nvGrpSpPr>
          <p:cNvPr id="2" name="Google Shape;249;g3ef883ee339_0_273">
            <a:extLst>
              <a:ext uri="{FF2B5EF4-FFF2-40B4-BE49-F238E27FC236}">
                <a16:creationId xmlns:a16="http://schemas.microsoft.com/office/drawing/2014/main" id="{15477B99-B932-2C4E-34F1-6CF5979DA142}"/>
              </a:ext>
            </a:extLst>
          </p:cNvPr>
          <p:cNvGrpSpPr/>
          <p:nvPr/>
        </p:nvGrpSpPr>
        <p:grpSpPr>
          <a:xfrm>
            <a:off x="320108" y="2121544"/>
            <a:ext cx="2880213" cy="1420596"/>
            <a:chOff x="3181105" y="1099925"/>
            <a:chExt cx="7609545" cy="3753225"/>
          </a:xfrm>
        </p:grpSpPr>
        <p:sp>
          <p:nvSpPr>
            <p:cNvPr id="12" name="Google Shape;250;g3ef883ee339_0_273">
              <a:extLst>
                <a:ext uri="{FF2B5EF4-FFF2-40B4-BE49-F238E27FC236}">
                  <a16:creationId xmlns:a16="http://schemas.microsoft.com/office/drawing/2014/main" id="{66F04AA1-5723-CBBC-939A-DA531BB98DCF}"/>
                </a:ext>
              </a:extLst>
            </p:cNvPr>
            <p:cNvSpPr/>
            <p:nvPr/>
          </p:nvSpPr>
          <p:spPr>
            <a:xfrm>
              <a:off x="7420150" y="2410250"/>
              <a:ext cx="3370500" cy="2442900"/>
            </a:xfrm>
            <a:prstGeom prst="rect">
              <a:avLst/>
            </a:prstGeom>
            <a:solidFill>
              <a:srgbClr val="D9D9D9"/>
            </a:solidFill>
            <a:ln w="9625" cap="flat" cmpd="sng">
              <a:solidFill>
                <a:srgbClr val="262626"/>
              </a:solidFill>
              <a:prstDash val="solid"/>
              <a:round/>
              <a:headEnd type="none" w="sm" len="sm"/>
              <a:tailEnd type="none" w="sm" len="sm"/>
            </a:ln>
          </p:spPr>
          <p:txBody>
            <a:bodyPr spcFirstLastPara="1" wrap="square" lIns="34600" tIns="17300" rIns="34600" bIns="17300" anchor="ctr" anchorCtr="0">
              <a:noAutofit/>
            </a:bodyPr>
            <a:lstStyle/>
            <a:p>
              <a:pPr algn="ctr"/>
              <a:endParaRPr sz="681">
                <a:solidFill>
                  <a:schemeClr val="lt1"/>
                </a:solidFill>
                <a:latin typeface="Calibri"/>
                <a:ea typeface="Calibri"/>
                <a:cs typeface="Calibri"/>
                <a:sym typeface="Calibri"/>
              </a:endParaRPr>
            </a:p>
          </p:txBody>
        </p:sp>
        <p:sp>
          <p:nvSpPr>
            <p:cNvPr id="36" name="Google Shape;251;g3ef883ee339_0_273">
              <a:extLst>
                <a:ext uri="{FF2B5EF4-FFF2-40B4-BE49-F238E27FC236}">
                  <a16:creationId xmlns:a16="http://schemas.microsoft.com/office/drawing/2014/main" id="{A13BF7A9-3E65-DF58-35E4-A5F35C977B0B}"/>
                </a:ext>
              </a:extLst>
            </p:cNvPr>
            <p:cNvSpPr/>
            <p:nvPr/>
          </p:nvSpPr>
          <p:spPr>
            <a:xfrm>
              <a:off x="3427240" y="2349261"/>
              <a:ext cx="2020500" cy="2395500"/>
            </a:xfrm>
            <a:prstGeom prst="rect">
              <a:avLst/>
            </a:prstGeom>
            <a:solidFill>
              <a:srgbClr val="D8D8D8"/>
            </a:solidFill>
            <a:ln w="9625" cap="flat" cmpd="sng">
              <a:solidFill>
                <a:srgbClr val="262626"/>
              </a:solidFill>
              <a:prstDash val="solid"/>
              <a:round/>
              <a:headEnd type="none" w="sm" len="sm"/>
              <a:tailEnd type="none" w="sm" len="sm"/>
            </a:ln>
          </p:spPr>
          <p:txBody>
            <a:bodyPr spcFirstLastPara="1" wrap="square" lIns="34600" tIns="17300" rIns="34600" bIns="17300" anchor="ctr" anchorCtr="0">
              <a:noAutofit/>
            </a:bodyPr>
            <a:lstStyle/>
            <a:p>
              <a:pPr algn="ctr"/>
              <a:endParaRPr sz="681">
                <a:solidFill>
                  <a:schemeClr val="lt1"/>
                </a:solidFill>
                <a:latin typeface="Calibri"/>
                <a:ea typeface="Calibri"/>
                <a:cs typeface="Calibri"/>
                <a:sym typeface="Calibri"/>
              </a:endParaRPr>
            </a:p>
          </p:txBody>
        </p:sp>
        <p:sp>
          <p:nvSpPr>
            <p:cNvPr id="37" name="Google Shape;252;g3ef883ee339_0_273">
              <a:extLst>
                <a:ext uri="{FF2B5EF4-FFF2-40B4-BE49-F238E27FC236}">
                  <a16:creationId xmlns:a16="http://schemas.microsoft.com/office/drawing/2014/main" id="{507C180F-6643-855C-10A0-4C560C6909E1}"/>
                </a:ext>
              </a:extLst>
            </p:cNvPr>
            <p:cNvSpPr txBox="1"/>
            <p:nvPr/>
          </p:nvSpPr>
          <p:spPr>
            <a:xfrm>
              <a:off x="3181105" y="1693408"/>
              <a:ext cx="3049200" cy="461700"/>
            </a:xfrm>
            <a:prstGeom prst="rect">
              <a:avLst/>
            </a:prstGeom>
            <a:noFill/>
            <a:ln>
              <a:noFill/>
            </a:ln>
          </p:spPr>
          <p:txBody>
            <a:bodyPr spcFirstLastPara="1" wrap="square" lIns="34600" tIns="17300" rIns="34600" bIns="17300" anchor="t" anchorCtr="0">
              <a:spAutoFit/>
            </a:bodyPr>
            <a:lstStyle/>
            <a:p>
              <a:r>
                <a:rPr lang="en-US" sz="908" b="1">
                  <a:solidFill>
                    <a:schemeClr val="dk1"/>
                  </a:solidFill>
                  <a:latin typeface="Calibri"/>
                  <a:ea typeface="Calibri"/>
                  <a:cs typeface="Calibri"/>
                  <a:sym typeface="Calibri"/>
                </a:rPr>
                <a:t>Memory Controller</a:t>
              </a:r>
              <a:endParaRPr sz="681"/>
            </a:p>
          </p:txBody>
        </p:sp>
        <p:sp>
          <p:nvSpPr>
            <p:cNvPr id="38" name="Google Shape;253;g3ef883ee339_0_273">
              <a:extLst>
                <a:ext uri="{FF2B5EF4-FFF2-40B4-BE49-F238E27FC236}">
                  <a16:creationId xmlns:a16="http://schemas.microsoft.com/office/drawing/2014/main" id="{14C99E79-B952-3538-5CDC-41FB84A0B811}"/>
                </a:ext>
              </a:extLst>
            </p:cNvPr>
            <p:cNvSpPr/>
            <p:nvPr/>
          </p:nvSpPr>
          <p:spPr>
            <a:xfrm>
              <a:off x="3634857" y="2667811"/>
              <a:ext cx="1538700" cy="1651800"/>
            </a:xfrm>
            <a:prstGeom prst="roundRect">
              <a:avLst>
                <a:gd name="adj" fmla="val 16667"/>
              </a:avLst>
            </a:prstGeom>
            <a:solidFill>
              <a:srgbClr val="FF9900"/>
            </a:solidFill>
            <a:ln w="10800" cap="flat" cmpd="sng">
              <a:solidFill>
                <a:srgbClr val="000000"/>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39" name="Google Shape;254;g3ef883ee339_0_273">
              <a:extLst>
                <a:ext uri="{FF2B5EF4-FFF2-40B4-BE49-F238E27FC236}">
                  <a16:creationId xmlns:a16="http://schemas.microsoft.com/office/drawing/2014/main" id="{EC66628A-225B-1909-6435-BE24DE179491}"/>
                </a:ext>
              </a:extLst>
            </p:cNvPr>
            <p:cNvSpPr txBox="1"/>
            <p:nvPr/>
          </p:nvSpPr>
          <p:spPr>
            <a:xfrm>
              <a:off x="3694825" y="2974938"/>
              <a:ext cx="1485300" cy="812100"/>
            </a:xfrm>
            <a:prstGeom prst="rect">
              <a:avLst/>
            </a:prstGeom>
            <a:noFill/>
            <a:ln>
              <a:noFill/>
            </a:ln>
          </p:spPr>
          <p:txBody>
            <a:bodyPr spcFirstLastPara="1" wrap="square" lIns="34600" tIns="34600" rIns="34600" bIns="34600" anchor="t" anchorCtr="0">
              <a:noAutofit/>
            </a:bodyPr>
            <a:lstStyle/>
            <a:p>
              <a:pPr algn="ctr"/>
              <a:r>
                <a:rPr lang="en-US" sz="1060" b="1">
                  <a:solidFill>
                    <a:schemeClr val="dk1"/>
                  </a:solidFill>
                  <a:latin typeface="Calibri"/>
                  <a:ea typeface="Calibri"/>
                  <a:cs typeface="Calibri"/>
                  <a:sym typeface="Calibri"/>
                </a:rPr>
                <a:t>Optiannl ECC</a:t>
              </a:r>
              <a:endParaRPr sz="1060" b="1">
                <a:solidFill>
                  <a:schemeClr val="dk1"/>
                </a:solidFill>
                <a:latin typeface="Calibri"/>
                <a:ea typeface="Calibri"/>
                <a:cs typeface="Calibri"/>
                <a:sym typeface="Calibri"/>
              </a:endParaRPr>
            </a:p>
          </p:txBody>
        </p:sp>
        <p:sp>
          <p:nvSpPr>
            <p:cNvPr id="40" name="Google Shape;255;g3ef883ee339_0_273">
              <a:extLst>
                <a:ext uri="{FF2B5EF4-FFF2-40B4-BE49-F238E27FC236}">
                  <a16:creationId xmlns:a16="http://schemas.microsoft.com/office/drawing/2014/main" id="{8377D751-74CC-F141-F557-087ABED43947}"/>
                </a:ext>
              </a:extLst>
            </p:cNvPr>
            <p:cNvSpPr/>
            <p:nvPr/>
          </p:nvSpPr>
          <p:spPr>
            <a:xfrm rot="10800000">
              <a:off x="5447747" y="3888375"/>
              <a:ext cx="2012400" cy="253200"/>
            </a:xfrm>
            <a:prstGeom prst="rightArrow">
              <a:avLst>
                <a:gd name="adj1" fmla="val 50000"/>
                <a:gd name="adj2" fmla="val 50000"/>
              </a:avLst>
            </a:prstGeom>
            <a:solidFill>
              <a:srgbClr val="B45F06"/>
            </a:solidFill>
            <a:ln w="3600" cap="flat" cmpd="sng">
              <a:solidFill>
                <a:schemeClr val="dk2"/>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41" name="Google Shape;256;g3ef883ee339_0_273">
              <a:extLst>
                <a:ext uri="{FF2B5EF4-FFF2-40B4-BE49-F238E27FC236}">
                  <a16:creationId xmlns:a16="http://schemas.microsoft.com/office/drawing/2014/main" id="{AEE94EDF-A5F5-2FEF-CBEA-7851369DB3BB}"/>
                </a:ext>
              </a:extLst>
            </p:cNvPr>
            <p:cNvSpPr txBox="1"/>
            <p:nvPr/>
          </p:nvSpPr>
          <p:spPr>
            <a:xfrm>
              <a:off x="8453600" y="1670925"/>
              <a:ext cx="1663800" cy="461700"/>
            </a:xfrm>
            <a:prstGeom prst="rect">
              <a:avLst/>
            </a:prstGeom>
            <a:noFill/>
            <a:ln>
              <a:noFill/>
            </a:ln>
          </p:spPr>
          <p:txBody>
            <a:bodyPr spcFirstLastPara="1" wrap="square" lIns="34600" tIns="17300" rIns="34600" bIns="17300" anchor="t" anchorCtr="0">
              <a:spAutoFit/>
            </a:bodyPr>
            <a:lstStyle/>
            <a:p>
              <a:r>
                <a:rPr lang="en-US" sz="908" b="1">
                  <a:solidFill>
                    <a:schemeClr val="dk1"/>
                  </a:solidFill>
                  <a:latin typeface="Calibri"/>
                  <a:ea typeface="Calibri"/>
                  <a:cs typeface="Calibri"/>
                  <a:sym typeface="Calibri"/>
                </a:rPr>
                <a:t>DRAM Die</a:t>
              </a:r>
              <a:endParaRPr sz="908"/>
            </a:p>
          </p:txBody>
        </p:sp>
        <p:sp>
          <p:nvSpPr>
            <p:cNvPr id="42" name="Google Shape;257;g3ef883ee339_0_273">
              <a:extLst>
                <a:ext uri="{FF2B5EF4-FFF2-40B4-BE49-F238E27FC236}">
                  <a16:creationId xmlns:a16="http://schemas.microsoft.com/office/drawing/2014/main" id="{A535B5B7-D0A3-7FAE-63F3-F6F530962B90}"/>
                </a:ext>
              </a:extLst>
            </p:cNvPr>
            <p:cNvSpPr/>
            <p:nvPr/>
          </p:nvSpPr>
          <p:spPr>
            <a:xfrm>
              <a:off x="8528175" y="2768925"/>
              <a:ext cx="1305600" cy="1651800"/>
            </a:xfrm>
            <a:prstGeom prst="roundRect">
              <a:avLst>
                <a:gd name="adj" fmla="val 16667"/>
              </a:avLst>
            </a:prstGeom>
            <a:solidFill>
              <a:srgbClr val="A4C2F4"/>
            </a:solidFill>
            <a:ln w="10800" cap="flat" cmpd="sng">
              <a:solidFill>
                <a:schemeClr val="dk1"/>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43" name="Google Shape;258;g3ef883ee339_0_273">
              <a:extLst>
                <a:ext uri="{FF2B5EF4-FFF2-40B4-BE49-F238E27FC236}">
                  <a16:creationId xmlns:a16="http://schemas.microsoft.com/office/drawing/2014/main" id="{71B2CD76-5B75-55AC-00BD-493191BCA499}"/>
                </a:ext>
              </a:extLst>
            </p:cNvPr>
            <p:cNvSpPr txBox="1"/>
            <p:nvPr/>
          </p:nvSpPr>
          <p:spPr>
            <a:xfrm>
              <a:off x="8684909" y="3036936"/>
              <a:ext cx="1241100" cy="719700"/>
            </a:xfrm>
            <a:prstGeom prst="rect">
              <a:avLst/>
            </a:prstGeom>
            <a:noFill/>
            <a:ln>
              <a:noFill/>
            </a:ln>
          </p:spPr>
          <p:txBody>
            <a:bodyPr spcFirstLastPara="1" wrap="square" lIns="34600" tIns="34600" rIns="34600" bIns="34600" anchor="t" anchorCtr="0">
              <a:noAutofit/>
            </a:bodyPr>
            <a:lstStyle/>
            <a:p>
              <a:r>
                <a:rPr lang="en-US" sz="1060">
                  <a:solidFill>
                    <a:schemeClr val="dk1"/>
                  </a:solidFill>
                  <a:latin typeface="Calibri"/>
                  <a:ea typeface="Calibri"/>
                  <a:cs typeface="Calibri"/>
                  <a:sym typeface="Calibri"/>
                </a:rPr>
                <a:t>Mem</a:t>
              </a:r>
              <a:br>
                <a:rPr lang="en-US" sz="1060">
                  <a:solidFill>
                    <a:schemeClr val="dk1"/>
                  </a:solidFill>
                  <a:latin typeface="Calibri"/>
                  <a:ea typeface="Calibri"/>
                  <a:cs typeface="Calibri"/>
                  <a:sym typeface="Calibri"/>
                </a:rPr>
              </a:br>
              <a:r>
                <a:rPr lang="en-US" sz="1060">
                  <a:solidFill>
                    <a:schemeClr val="dk1"/>
                  </a:solidFill>
                  <a:latin typeface="Calibri"/>
                  <a:ea typeface="Calibri"/>
                  <a:cs typeface="Calibri"/>
                  <a:sym typeface="Calibri"/>
                </a:rPr>
                <a:t>Array</a:t>
              </a:r>
              <a:endParaRPr sz="1060">
                <a:solidFill>
                  <a:schemeClr val="dk1"/>
                </a:solidFill>
                <a:latin typeface="Calibri"/>
                <a:ea typeface="Calibri"/>
                <a:cs typeface="Calibri"/>
                <a:sym typeface="Calibri"/>
              </a:endParaRPr>
            </a:p>
          </p:txBody>
        </p:sp>
        <p:sp>
          <p:nvSpPr>
            <p:cNvPr id="44" name="Google Shape;259;g3ef883ee339_0_273">
              <a:extLst>
                <a:ext uri="{FF2B5EF4-FFF2-40B4-BE49-F238E27FC236}">
                  <a16:creationId xmlns:a16="http://schemas.microsoft.com/office/drawing/2014/main" id="{B47663FA-C31E-A9CD-C88C-2CA03BC754AD}"/>
                </a:ext>
              </a:extLst>
            </p:cNvPr>
            <p:cNvSpPr/>
            <p:nvPr/>
          </p:nvSpPr>
          <p:spPr>
            <a:xfrm>
              <a:off x="5447747" y="2961825"/>
              <a:ext cx="2052600" cy="253200"/>
            </a:xfrm>
            <a:prstGeom prst="rightArrow">
              <a:avLst>
                <a:gd name="adj1" fmla="val 50000"/>
                <a:gd name="adj2" fmla="val 50000"/>
              </a:avLst>
            </a:prstGeom>
            <a:solidFill>
              <a:srgbClr val="B45F06"/>
            </a:solidFill>
            <a:ln w="3600" cap="flat" cmpd="sng">
              <a:solidFill>
                <a:schemeClr val="dk2"/>
              </a:solidFill>
              <a:prstDash val="solid"/>
              <a:round/>
              <a:headEnd type="none" w="sm" len="sm"/>
              <a:tailEnd type="none" w="sm" len="sm"/>
            </a:ln>
          </p:spPr>
          <p:txBody>
            <a:bodyPr spcFirstLastPara="1" wrap="square" lIns="34600" tIns="34600" rIns="34600" bIns="34600" anchor="ctr" anchorCtr="0">
              <a:noAutofit/>
            </a:bodyPr>
            <a:lstStyle/>
            <a:p>
              <a:pPr algn="ctr"/>
              <a:endParaRPr sz="530">
                <a:latin typeface="Calibri"/>
                <a:ea typeface="Calibri"/>
                <a:cs typeface="Calibri"/>
                <a:sym typeface="Calibri"/>
              </a:endParaRPr>
            </a:p>
          </p:txBody>
        </p:sp>
        <p:sp>
          <p:nvSpPr>
            <p:cNvPr id="45" name="Google Shape;260;g3ef883ee339_0_273">
              <a:extLst>
                <a:ext uri="{FF2B5EF4-FFF2-40B4-BE49-F238E27FC236}">
                  <a16:creationId xmlns:a16="http://schemas.microsoft.com/office/drawing/2014/main" id="{4D38ECA5-3E72-F1D0-ACF4-BA8E482683E8}"/>
                </a:ext>
              </a:extLst>
            </p:cNvPr>
            <p:cNvSpPr txBox="1"/>
            <p:nvPr/>
          </p:nvSpPr>
          <p:spPr>
            <a:xfrm>
              <a:off x="5897417" y="2349261"/>
              <a:ext cx="3183900" cy="604200"/>
            </a:xfrm>
            <a:prstGeom prst="rect">
              <a:avLst/>
            </a:prstGeom>
            <a:noFill/>
            <a:ln>
              <a:noFill/>
            </a:ln>
          </p:spPr>
          <p:txBody>
            <a:bodyPr spcFirstLastPara="1" wrap="square" lIns="34600" tIns="34600" rIns="34600" bIns="34600" anchor="t" anchorCtr="0">
              <a:noAutofit/>
            </a:bodyPr>
            <a:lstStyle/>
            <a:p>
              <a:r>
                <a:rPr lang="en-US" sz="1060" b="1">
                  <a:solidFill>
                    <a:schemeClr val="dk1"/>
                  </a:solidFill>
                  <a:latin typeface="Calibri"/>
                  <a:ea typeface="Calibri"/>
                  <a:cs typeface="Calibri"/>
                  <a:sym typeface="Calibri"/>
                </a:rPr>
                <a:t>Data</a:t>
              </a:r>
              <a:endParaRPr sz="1060" b="1">
                <a:solidFill>
                  <a:schemeClr val="dk1"/>
                </a:solidFill>
                <a:latin typeface="Calibri"/>
                <a:ea typeface="Calibri"/>
                <a:cs typeface="Calibri"/>
                <a:sym typeface="Calibri"/>
              </a:endParaRPr>
            </a:p>
          </p:txBody>
        </p:sp>
        <p:sp>
          <p:nvSpPr>
            <p:cNvPr id="46" name="Google Shape;261;g3ef883ee339_0_273">
              <a:extLst>
                <a:ext uri="{FF2B5EF4-FFF2-40B4-BE49-F238E27FC236}">
                  <a16:creationId xmlns:a16="http://schemas.microsoft.com/office/drawing/2014/main" id="{0BE238D1-8C2A-FC0A-ECCC-0CF46709BC90}"/>
                </a:ext>
              </a:extLst>
            </p:cNvPr>
            <p:cNvSpPr txBox="1"/>
            <p:nvPr/>
          </p:nvSpPr>
          <p:spPr>
            <a:xfrm>
              <a:off x="5897417" y="3036936"/>
              <a:ext cx="3183900" cy="604200"/>
            </a:xfrm>
            <a:prstGeom prst="rect">
              <a:avLst/>
            </a:prstGeom>
            <a:noFill/>
            <a:ln>
              <a:noFill/>
            </a:ln>
          </p:spPr>
          <p:txBody>
            <a:bodyPr spcFirstLastPara="1" wrap="square" lIns="34600" tIns="34600" rIns="34600" bIns="34600" anchor="t" anchorCtr="0">
              <a:noAutofit/>
            </a:bodyPr>
            <a:lstStyle/>
            <a:p>
              <a:r>
                <a:rPr lang="en-US" sz="1060" b="1">
                  <a:solidFill>
                    <a:schemeClr val="dk1"/>
                  </a:solidFill>
                  <a:latin typeface="Calibri"/>
                  <a:ea typeface="Calibri"/>
                  <a:cs typeface="Calibri"/>
                  <a:sym typeface="Calibri"/>
                </a:rPr>
                <a:t>Write </a:t>
              </a:r>
              <a:endParaRPr sz="1060" b="1">
                <a:solidFill>
                  <a:schemeClr val="dk1"/>
                </a:solidFill>
                <a:latin typeface="Calibri"/>
                <a:ea typeface="Calibri"/>
                <a:cs typeface="Calibri"/>
                <a:sym typeface="Calibri"/>
              </a:endParaRPr>
            </a:p>
          </p:txBody>
        </p:sp>
        <p:sp>
          <p:nvSpPr>
            <p:cNvPr id="47" name="Google Shape;262;g3ef883ee339_0_273">
              <a:extLst>
                <a:ext uri="{FF2B5EF4-FFF2-40B4-BE49-F238E27FC236}">
                  <a16:creationId xmlns:a16="http://schemas.microsoft.com/office/drawing/2014/main" id="{7BBAD2F7-DFA3-0CD3-8E48-822D4AC65D05}"/>
                </a:ext>
              </a:extLst>
            </p:cNvPr>
            <p:cNvSpPr txBox="1"/>
            <p:nvPr/>
          </p:nvSpPr>
          <p:spPr>
            <a:xfrm>
              <a:off x="5933875" y="4013999"/>
              <a:ext cx="3183900" cy="666000"/>
            </a:xfrm>
            <a:prstGeom prst="rect">
              <a:avLst/>
            </a:prstGeom>
            <a:noFill/>
            <a:ln>
              <a:noFill/>
            </a:ln>
          </p:spPr>
          <p:txBody>
            <a:bodyPr spcFirstLastPara="1" wrap="square" lIns="34600" tIns="34600" rIns="34600" bIns="34600" anchor="t" anchorCtr="0">
              <a:noAutofit/>
            </a:bodyPr>
            <a:lstStyle/>
            <a:p>
              <a:r>
                <a:rPr lang="en-US" sz="1060" b="1">
                  <a:solidFill>
                    <a:schemeClr val="dk1"/>
                  </a:solidFill>
                  <a:latin typeface="Calibri"/>
                  <a:ea typeface="Calibri"/>
                  <a:cs typeface="Calibri"/>
                  <a:sym typeface="Calibri"/>
                </a:rPr>
                <a:t>Read </a:t>
              </a:r>
              <a:endParaRPr sz="1060" b="1">
                <a:solidFill>
                  <a:schemeClr val="dk1"/>
                </a:solidFill>
                <a:latin typeface="Calibri"/>
                <a:ea typeface="Calibri"/>
                <a:cs typeface="Calibri"/>
                <a:sym typeface="Calibri"/>
              </a:endParaRPr>
            </a:p>
          </p:txBody>
        </p:sp>
        <p:sp>
          <p:nvSpPr>
            <p:cNvPr id="48" name="Google Shape;263;g3ef883ee339_0_273">
              <a:extLst>
                <a:ext uri="{FF2B5EF4-FFF2-40B4-BE49-F238E27FC236}">
                  <a16:creationId xmlns:a16="http://schemas.microsoft.com/office/drawing/2014/main" id="{D9E1D9BC-5882-E8D3-D6DE-409A6F4D80FC}"/>
                </a:ext>
              </a:extLst>
            </p:cNvPr>
            <p:cNvSpPr txBox="1"/>
            <p:nvPr/>
          </p:nvSpPr>
          <p:spPr>
            <a:xfrm>
              <a:off x="5890250" y="1099925"/>
              <a:ext cx="1127400" cy="492900"/>
            </a:xfrm>
            <a:prstGeom prst="rect">
              <a:avLst/>
            </a:prstGeom>
            <a:noFill/>
            <a:ln>
              <a:noFill/>
            </a:ln>
          </p:spPr>
          <p:txBody>
            <a:bodyPr spcFirstLastPara="1" wrap="square" lIns="34600" tIns="34600" rIns="34600" bIns="34600" anchor="t" anchorCtr="0">
              <a:noAutofit/>
            </a:bodyPr>
            <a:lstStyle/>
            <a:p>
              <a:r>
                <a:rPr lang="en-US" sz="984" b="1">
                  <a:solidFill>
                    <a:schemeClr val="dk1"/>
                  </a:solidFill>
                  <a:latin typeface="Calibri"/>
                  <a:ea typeface="Calibri"/>
                  <a:cs typeface="Calibri"/>
                  <a:sym typeface="Calibri"/>
                </a:rPr>
                <a:t>HBM1</a:t>
              </a:r>
              <a:endParaRPr sz="984" b="1">
                <a:solidFill>
                  <a:schemeClr val="dk1"/>
                </a:solidFill>
                <a:latin typeface="Calibri"/>
                <a:ea typeface="Calibri"/>
                <a:cs typeface="Calibri"/>
                <a:sym typeface="Calibri"/>
              </a:endParaRPr>
            </a:p>
          </p:txBody>
        </p:sp>
      </p:grpSp>
      <p:grpSp>
        <p:nvGrpSpPr>
          <p:cNvPr id="49" name="Google Shape;264;g3ef883ee339_0_273">
            <a:extLst>
              <a:ext uri="{FF2B5EF4-FFF2-40B4-BE49-F238E27FC236}">
                <a16:creationId xmlns:a16="http://schemas.microsoft.com/office/drawing/2014/main" id="{8C6FC5BB-3761-9DD5-94AB-68F3F844515F}"/>
              </a:ext>
            </a:extLst>
          </p:cNvPr>
          <p:cNvGrpSpPr/>
          <p:nvPr/>
        </p:nvGrpSpPr>
        <p:grpSpPr>
          <a:xfrm>
            <a:off x="201431" y="3634038"/>
            <a:ext cx="3045706" cy="1420763"/>
            <a:chOff x="2997180" y="1728650"/>
            <a:chExt cx="7985595" cy="3725125"/>
          </a:xfrm>
        </p:grpSpPr>
        <p:sp>
          <p:nvSpPr>
            <p:cNvPr id="50" name="Google Shape;265;g3ef883ee339_0_273">
              <a:extLst>
                <a:ext uri="{FF2B5EF4-FFF2-40B4-BE49-F238E27FC236}">
                  <a16:creationId xmlns:a16="http://schemas.microsoft.com/office/drawing/2014/main" id="{1B09E493-606A-2450-3B3E-63907AC399AB}"/>
                </a:ext>
              </a:extLst>
            </p:cNvPr>
            <p:cNvSpPr/>
            <p:nvPr/>
          </p:nvSpPr>
          <p:spPr>
            <a:xfrm>
              <a:off x="7612275" y="3010875"/>
              <a:ext cx="3370500" cy="2442900"/>
            </a:xfrm>
            <a:prstGeom prst="rect">
              <a:avLst/>
            </a:prstGeom>
            <a:solidFill>
              <a:srgbClr val="D9D9D9"/>
            </a:solidFill>
            <a:ln w="9675" cap="flat" cmpd="sng">
              <a:solidFill>
                <a:srgbClr val="262626"/>
              </a:solidFill>
              <a:prstDash val="solid"/>
              <a:round/>
              <a:headEnd type="none" w="sm" len="sm"/>
              <a:tailEnd type="none" w="sm" len="sm"/>
            </a:ln>
          </p:spPr>
          <p:txBody>
            <a:bodyPr spcFirstLastPara="1" wrap="square" lIns="34875" tIns="17425" rIns="34875" bIns="17425" anchor="ctr" anchorCtr="0">
              <a:noAutofit/>
            </a:bodyPr>
            <a:lstStyle/>
            <a:p>
              <a:pPr algn="ctr"/>
              <a:endParaRPr sz="686">
                <a:solidFill>
                  <a:schemeClr val="lt1"/>
                </a:solidFill>
                <a:latin typeface="Calibri"/>
                <a:ea typeface="Calibri"/>
                <a:cs typeface="Calibri"/>
                <a:sym typeface="Calibri"/>
              </a:endParaRPr>
            </a:p>
          </p:txBody>
        </p:sp>
        <p:sp>
          <p:nvSpPr>
            <p:cNvPr id="51" name="Google Shape;266;g3ef883ee339_0_273">
              <a:extLst>
                <a:ext uri="{FF2B5EF4-FFF2-40B4-BE49-F238E27FC236}">
                  <a16:creationId xmlns:a16="http://schemas.microsoft.com/office/drawing/2014/main" id="{1EB4F401-F75D-FDE1-BF43-69D1CBFF23A4}"/>
                </a:ext>
              </a:extLst>
            </p:cNvPr>
            <p:cNvSpPr/>
            <p:nvPr/>
          </p:nvSpPr>
          <p:spPr>
            <a:xfrm>
              <a:off x="3306790" y="3004286"/>
              <a:ext cx="2020500" cy="2395500"/>
            </a:xfrm>
            <a:prstGeom prst="rect">
              <a:avLst/>
            </a:prstGeom>
            <a:solidFill>
              <a:srgbClr val="D8D8D8"/>
            </a:solidFill>
            <a:ln w="9675" cap="flat" cmpd="sng">
              <a:solidFill>
                <a:srgbClr val="262626"/>
              </a:solidFill>
              <a:prstDash val="solid"/>
              <a:round/>
              <a:headEnd type="none" w="sm" len="sm"/>
              <a:tailEnd type="none" w="sm" len="sm"/>
            </a:ln>
          </p:spPr>
          <p:txBody>
            <a:bodyPr spcFirstLastPara="1" wrap="square" lIns="34875" tIns="17425" rIns="34875" bIns="17425" anchor="ctr" anchorCtr="0">
              <a:noAutofit/>
            </a:bodyPr>
            <a:lstStyle/>
            <a:p>
              <a:pPr algn="ctr"/>
              <a:endParaRPr sz="686">
                <a:solidFill>
                  <a:schemeClr val="lt1"/>
                </a:solidFill>
                <a:latin typeface="Calibri"/>
                <a:ea typeface="Calibri"/>
                <a:cs typeface="Calibri"/>
                <a:sym typeface="Calibri"/>
              </a:endParaRPr>
            </a:p>
          </p:txBody>
        </p:sp>
        <p:sp>
          <p:nvSpPr>
            <p:cNvPr id="52" name="Google Shape;267;g3ef883ee339_0_273">
              <a:extLst>
                <a:ext uri="{FF2B5EF4-FFF2-40B4-BE49-F238E27FC236}">
                  <a16:creationId xmlns:a16="http://schemas.microsoft.com/office/drawing/2014/main" id="{80805419-9D0B-11C7-0AC6-20B05201FDA2}"/>
                </a:ext>
              </a:extLst>
            </p:cNvPr>
            <p:cNvSpPr txBox="1"/>
            <p:nvPr/>
          </p:nvSpPr>
          <p:spPr>
            <a:xfrm>
              <a:off x="2997180" y="2285250"/>
              <a:ext cx="3049200" cy="461700"/>
            </a:xfrm>
            <a:prstGeom prst="rect">
              <a:avLst/>
            </a:prstGeom>
            <a:noFill/>
            <a:ln>
              <a:noFill/>
            </a:ln>
          </p:spPr>
          <p:txBody>
            <a:bodyPr spcFirstLastPara="1" wrap="square" lIns="34875" tIns="17425" rIns="34875" bIns="17425" anchor="t" anchorCtr="0">
              <a:spAutoFit/>
            </a:bodyPr>
            <a:lstStyle/>
            <a:p>
              <a:r>
                <a:rPr lang="en-US" sz="915" b="1">
                  <a:solidFill>
                    <a:schemeClr val="dk1"/>
                  </a:solidFill>
                  <a:latin typeface="Calibri"/>
                  <a:ea typeface="Calibri"/>
                  <a:cs typeface="Calibri"/>
                  <a:sym typeface="Calibri"/>
                </a:rPr>
                <a:t>Memory Controller</a:t>
              </a:r>
              <a:endParaRPr sz="686"/>
            </a:p>
          </p:txBody>
        </p:sp>
        <p:sp>
          <p:nvSpPr>
            <p:cNvPr id="53" name="Google Shape;268;g3ef883ee339_0_273">
              <a:extLst>
                <a:ext uri="{FF2B5EF4-FFF2-40B4-BE49-F238E27FC236}">
                  <a16:creationId xmlns:a16="http://schemas.microsoft.com/office/drawing/2014/main" id="{6831504E-136E-BB72-B741-8C56BCED1B0D}"/>
                </a:ext>
              </a:extLst>
            </p:cNvPr>
            <p:cNvSpPr/>
            <p:nvPr/>
          </p:nvSpPr>
          <p:spPr>
            <a:xfrm>
              <a:off x="3514407" y="3322836"/>
              <a:ext cx="1538700" cy="1651800"/>
            </a:xfrm>
            <a:prstGeom prst="roundRect">
              <a:avLst>
                <a:gd name="adj" fmla="val 16667"/>
              </a:avLst>
            </a:prstGeom>
            <a:solidFill>
              <a:srgbClr val="FF9900"/>
            </a:solidFill>
            <a:ln w="10900" cap="flat" cmpd="sng">
              <a:solidFill>
                <a:srgbClr val="000000"/>
              </a:solidFill>
              <a:prstDash val="solid"/>
              <a:round/>
              <a:headEnd type="none" w="sm" len="sm"/>
              <a:tailEnd type="none" w="sm" len="sm"/>
            </a:ln>
          </p:spPr>
          <p:txBody>
            <a:bodyPr spcFirstLastPara="1" wrap="square" lIns="34875" tIns="34875" rIns="34875" bIns="34875" anchor="ctr" anchorCtr="0">
              <a:noAutofit/>
            </a:bodyPr>
            <a:lstStyle/>
            <a:p>
              <a:pPr algn="ctr"/>
              <a:endParaRPr sz="534">
                <a:latin typeface="Calibri"/>
                <a:ea typeface="Calibri"/>
                <a:cs typeface="Calibri"/>
                <a:sym typeface="Calibri"/>
              </a:endParaRPr>
            </a:p>
          </p:txBody>
        </p:sp>
        <p:sp>
          <p:nvSpPr>
            <p:cNvPr id="54" name="Google Shape;269;g3ef883ee339_0_273">
              <a:extLst>
                <a:ext uri="{FF2B5EF4-FFF2-40B4-BE49-F238E27FC236}">
                  <a16:creationId xmlns:a16="http://schemas.microsoft.com/office/drawing/2014/main" id="{FF850AFD-491E-C23C-644A-2462EFE01742}"/>
                </a:ext>
              </a:extLst>
            </p:cNvPr>
            <p:cNvSpPr txBox="1"/>
            <p:nvPr/>
          </p:nvSpPr>
          <p:spPr>
            <a:xfrm>
              <a:off x="3597937" y="3821493"/>
              <a:ext cx="1485300" cy="812100"/>
            </a:xfrm>
            <a:prstGeom prst="rect">
              <a:avLst/>
            </a:prstGeom>
            <a:noFill/>
            <a:ln>
              <a:noFill/>
            </a:ln>
          </p:spPr>
          <p:txBody>
            <a:bodyPr spcFirstLastPara="1" wrap="square" lIns="34875" tIns="34875" rIns="34875" bIns="34875" anchor="t" anchorCtr="0">
              <a:noAutofit/>
            </a:bodyPr>
            <a:lstStyle/>
            <a:p>
              <a:r>
                <a:rPr lang="en-US" sz="1068" b="1">
                  <a:solidFill>
                    <a:schemeClr val="dk1"/>
                  </a:solidFill>
                  <a:latin typeface="Calibri"/>
                  <a:ea typeface="Calibri"/>
                  <a:cs typeface="Calibri"/>
                  <a:sym typeface="Calibri"/>
                </a:rPr>
                <a:t>SEC-DED</a:t>
              </a:r>
              <a:endParaRPr sz="1068" b="1">
                <a:solidFill>
                  <a:schemeClr val="dk1"/>
                </a:solidFill>
                <a:latin typeface="Calibri"/>
                <a:ea typeface="Calibri"/>
                <a:cs typeface="Calibri"/>
                <a:sym typeface="Calibri"/>
              </a:endParaRPr>
            </a:p>
          </p:txBody>
        </p:sp>
        <p:sp>
          <p:nvSpPr>
            <p:cNvPr id="55" name="Google Shape;270;g3ef883ee339_0_273">
              <a:extLst>
                <a:ext uri="{FF2B5EF4-FFF2-40B4-BE49-F238E27FC236}">
                  <a16:creationId xmlns:a16="http://schemas.microsoft.com/office/drawing/2014/main" id="{4225A488-A0C6-D3A4-C2D5-C13DB16C88A5}"/>
                </a:ext>
              </a:extLst>
            </p:cNvPr>
            <p:cNvSpPr/>
            <p:nvPr/>
          </p:nvSpPr>
          <p:spPr>
            <a:xfrm rot="10800000">
              <a:off x="5331172" y="4489000"/>
              <a:ext cx="2321100" cy="253200"/>
            </a:xfrm>
            <a:prstGeom prst="rightArrow">
              <a:avLst>
                <a:gd name="adj1" fmla="val 50000"/>
                <a:gd name="adj2" fmla="val 50000"/>
              </a:avLst>
            </a:prstGeom>
            <a:solidFill>
              <a:srgbClr val="B45F06"/>
            </a:solidFill>
            <a:ln w="3650" cap="flat" cmpd="sng">
              <a:solidFill>
                <a:schemeClr val="dk2"/>
              </a:solidFill>
              <a:prstDash val="solid"/>
              <a:round/>
              <a:headEnd type="none" w="sm" len="sm"/>
              <a:tailEnd type="none" w="sm" len="sm"/>
            </a:ln>
          </p:spPr>
          <p:txBody>
            <a:bodyPr spcFirstLastPara="1" wrap="square" lIns="34875" tIns="34875" rIns="34875" bIns="34875" anchor="ctr" anchorCtr="0">
              <a:noAutofit/>
            </a:bodyPr>
            <a:lstStyle/>
            <a:p>
              <a:pPr algn="ctr"/>
              <a:endParaRPr sz="534">
                <a:latin typeface="Calibri"/>
                <a:ea typeface="Calibri"/>
                <a:cs typeface="Calibri"/>
                <a:sym typeface="Calibri"/>
              </a:endParaRPr>
            </a:p>
          </p:txBody>
        </p:sp>
        <p:sp>
          <p:nvSpPr>
            <p:cNvPr id="56" name="Google Shape;271;g3ef883ee339_0_273">
              <a:extLst>
                <a:ext uri="{FF2B5EF4-FFF2-40B4-BE49-F238E27FC236}">
                  <a16:creationId xmlns:a16="http://schemas.microsoft.com/office/drawing/2014/main" id="{2D26F4F1-4FE7-230B-342B-99A6D9A85094}"/>
                </a:ext>
              </a:extLst>
            </p:cNvPr>
            <p:cNvSpPr txBox="1"/>
            <p:nvPr/>
          </p:nvSpPr>
          <p:spPr>
            <a:xfrm>
              <a:off x="8645725" y="2271550"/>
              <a:ext cx="1663800" cy="461700"/>
            </a:xfrm>
            <a:prstGeom prst="rect">
              <a:avLst/>
            </a:prstGeom>
            <a:noFill/>
            <a:ln>
              <a:noFill/>
            </a:ln>
          </p:spPr>
          <p:txBody>
            <a:bodyPr spcFirstLastPara="1" wrap="square" lIns="34875" tIns="17425" rIns="34875" bIns="17425" anchor="t" anchorCtr="0">
              <a:spAutoFit/>
            </a:bodyPr>
            <a:lstStyle/>
            <a:p>
              <a:r>
                <a:rPr lang="en-US" sz="915" b="1">
                  <a:solidFill>
                    <a:schemeClr val="dk1"/>
                  </a:solidFill>
                  <a:latin typeface="Calibri"/>
                  <a:ea typeface="Calibri"/>
                  <a:cs typeface="Calibri"/>
                  <a:sym typeface="Calibri"/>
                </a:rPr>
                <a:t>DRAM Die</a:t>
              </a:r>
              <a:endParaRPr sz="915"/>
            </a:p>
          </p:txBody>
        </p:sp>
        <p:sp>
          <p:nvSpPr>
            <p:cNvPr id="57" name="Google Shape;272;g3ef883ee339_0_273">
              <a:extLst>
                <a:ext uri="{FF2B5EF4-FFF2-40B4-BE49-F238E27FC236}">
                  <a16:creationId xmlns:a16="http://schemas.microsoft.com/office/drawing/2014/main" id="{01ABD777-3D25-B0A3-6517-267C42EBE302}"/>
                </a:ext>
              </a:extLst>
            </p:cNvPr>
            <p:cNvSpPr/>
            <p:nvPr/>
          </p:nvSpPr>
          <p:spPr>
            <a:xfrm>
              <a:off x="8632550" y="3369550"/>
              <a:ext cx="1305600" cy="1651800"/>
            </a:xfrm>
            <a:prstGeom prst="roundRect">
              <a:avLst>
                <a:gd name="adj" fmla="val 16667"/>
              </a:avLst>
            </a:prstGeom>
            <a:solidFill>
              <a:srgbClr val="A4C2F4"/>
            </a:solidFill>
            <a:ln w="10900" cap="flat" cmpd="sng">
              <a:solidFill>
                <a:schemeClr val="dk1"/>
              </a:solidFill>
              <a:prstDash val="solid"/>
              <a:round/>
              <a:headEnd type="none" w="sm" len="sm"/>
              <a:tailEnd type="none" w="sm" len="sm"/>
            </a:ln>
          </p:spPr>
          <p:txBody>
            <a:bodyPr spcFirstLastPara="1" wrap="square" lIns="34875" tIns="34875" rIns="34875" bIns="34875" anchor="ctr" anchorCtr="0">
              <a:noAutofit/>
            </a:bodyPr>
            <a:lstStyle/>
            <a:p>
              <a:pPr algn="ctr"/>
              <a:endParaRPr sz="534">
                <a:latin typeface="Calibri"/>
                <a:ea typeface="Calibri"/>
                <a:cs typeface="Calibri"/>
                <a:sym typeface="Calibri"/>
              </a:endParaRPr>
            </a:p>
          </p:txBody>
        </p:sp>
        <p:sp>
          <p:nvSpPr>
            <p:cNvPr id="58" name="Google Shape;273;g3ef883ee339_0_273">
              <a:extLst>
                <a:ext uri="{FF2B5EF4-FFF2-40B4-BE49-F238E27FC236}">
                  <a16:creationId xmlns:a16="http://schemas.microsoft.com/office/drawing/2014/main" id="{FDC3BA69-C043-FE08-DADB-3AFED62632E2}"/>
                </a:ext>
              </a:extLst>
            </p:cNvPr>
            <p:cNvSpPr txBox="1"/>
            <p:nvPr/>
          </p:nvSpPr>
          <p:spPr>
            <a:xfrm>
              <a:off x="8789284" y="3637561"/>
              <a:ext cx="1241100" cy="719700"/>
            </a:xfrm>
            <a:prstGeom prst="rect">
              <a:avLst/>
            </a:prstGeom>
            <a:noFill/>
            <a:ln>
              <a:noFill/>
            </a:ln>
          </p:spPr>
          <p:txBody>
            <a:bodyPr spcFirstLastPara="1" wrap="square" lIns="34875" tIns="34875" rIns="34875" bIns="34875" anchor="t" anchorCtr="0">
              <a:noAutofit/>
            </a:bodyPr>
            <a:lstStyle/>
            <a:p>
              <a:r>
                <a:rPr lang="en-US" sz="1068">
                  <a:solidFill>
                    <a:schemeClr val="dk1"/>
                  </a:solidFill>
                  <a:latin typeface="Calibri"/>
                  <a:ea typeface="Calibri"/>
                  <a:cs typeface="Calibri"/>
                  <a:sym typeface="Calibri"/>
                </a:rPr>
                <a:t>Mem</a:t>
              </a:r>
              <a:br>
                <a:rPr lang="en-US" sz="1068">
                  <a:solidFill>
                    <a:schemeClr val="dk1"/>
                  </a:solidFill>
                  <a:latin typeface="Calibri"/>
                  <a:ea typeface="Calibri"/>
                  <a:cs typeface="Calibri"/>
                  <a:sym typeface="Calibri"/>
                </a:rPr>
              </a:br>
              <a:r>
                <a:rPr lang="en-US" sz="1068">
                  <a:solidFill>
                    <a:schemeClr val="dk1"/>
                  </a:solidFill>
                  <a:latin typeface="Calibri"/>
                  <a:ea typeface="Calibri"/>
                  <a:cs typeface="Calibri"/>
                  <a:sym typeface="Calibri"/>
                </a:rPr>
                <a:t>Array</a:t>
              </a:r>
              <a:endParaRPr sz="1068">
                <a:solidFill>
                  <a:schemeClr val="dk1"/>
                </a:solidFill>
                <a:latin typeface="Calibri"/>
                <a:ea typeface="Calibri"/>
                <a:cs typeface="Calibri"/>
                <a:sym typeface="Calibri"/>
              </a:endParaRPr>
            </a:p>
          </p:txBody>
        </p:sp>
        <p:sp>
          <p:nvSpPr>
            <p:cNvPr id="59" name="Google Shape;274;g3ef883ee339_0_273">
              <a:extLst>
                <a:ext uri="{FF2B5EF4-FFF2-40B4-BE49-F238E27FC236}">
                  <a16:creationId xmlns:a16="http://schemas.microsoft.com/office/drawing/2014/main" id="{DDA49FF5-1496-E8E9-7733-0AB6F5520297}"/>
                </a:ext>
              </a:extLst>
            </p:cNvPr>
            <p:cNvSpPr/>
            <p:nvPr/>
          </p:nvSpPr>
          <p:spPr>
            <a:xfrm>
              <a:off x="5372373" y="3562450"/>
              <a:ext cx="2319900" cy="253200"/>
            </a:xfrm>
            <a:prstGeom prst="rightArrow">
              <a:avLst>
                <a:gd name="adj1" fmla="val 50000"/>
                <a:gd name="adj2" fmla="val 50000"/>
              </a:avLst>
            </a:prstGeom>
            <a:solidFill>
              <a:srgbClr val="B45F06"/>
            </a:solidFill>
            <a:ln w="3650" cap="flat" cmpd="sng">
              <a:solidFill>
                <a:schemeClr val="dk2"/>
              </a:solidFill>
              <a:prstDash val="solid"/>
              <a:round/>
              <a:headEnd type="none" w="sm" len="sm"/>
              <a:tailEnd type="none" w="sm" len="sm"/>
            </a:ln>
          </p:spPr>
          <p:txBody>
            <a:bodyPr spcFirstLastPara="1" wrap="square" lIns="34875" tIns="34875" rIns="34875" bIns="34875" anchor="ctr" anchorCtr="0">
              <a:noAutofit/>
            </a:bodyPr>
            <a:lstStyle/>
            <a:p>
              <a:pPr algn="ctr"/>
              <a:endParaRPr sz="534">
                <a:latin typeface="Calibri"/>
                <a:ea typeface="Calibri"/>
                <a:cs typeface="Calibri"/>
                <a:sym typeface="Calibri"/>
              </a:endParaRPr>
            </a:p>
          </p:txBody>
        </p:sp>
        <p:sp>
          <p:nvSpPr>
            <p:cNvPr id="60" name="Google Shape;275;g3ef883ee339_0_273">
              <a:extLst>
                <a:ext uri="{FF2B5EF4-FFF2-40B4-BE49-F238E27FC236}">
                  <a16:creationId xmlns:a16="http://schemas.microsoft.com/office/drawing/2014/main" id="{E2F2FD72-65E4-1F82-FE40-34F0023B1287}"/>
                </a:ext>
              </a:extLst>
            </p:cNvPr>
            <p:cNvSpPr txBox="1"/>
            <p:nvPr/>
          </p:nvSpPr>
          <p:spPr>
            <a:xfrm>
              <a:off x="5357250" y="2996213"/>
              <a:ext cx="4482900" cy="604200"/>
            </a:xfrm>
            <a:prstGeom prst="rect">
              <a:avLst/>
            </a:prstGeom>
            <a:noFill/>
            <a:ln>
              <a:noFill/>
            </a:ln>
          </p:spPr>
          <p:txBody>
            <a:bodyPr spcFirstLastPara="1" wrap="square" lIns="34875" tIns="34875" rIns="34875" bIns="34875" anchor="t" anchorCtr="0">
              <a:noAutofit/>
            </a:bodyPr>
            <a:lstStyle/>
            <a:p>
              <a:r>
                <a:rPr lang="en-US" sz="1068" b="1">
                  <a:solidFill>
                    <a:schemeClr val="dk1"/>
                  </a:solidFill>
                  <a:latin typeface="Calibri"/>
                  <a:ea typeface="Calibri"/>
                  <a:cs typeface="Calibri"/>
                  <a:sym typeface="Calibri"/>
                </a:rPr>
                <a:t>Data + SysECC </a:t>
              </a:r>
              <a:endParaRPr sz="1068" b="1">
                <a:solidFill>
                  <a:schemeClr val="dk1"/>
                </a:solidFill>
                <a:latin typeface="Calibri"/>
                <a:ea typeface="Calibri"/>
                <a:cs typeface="Calibri"/>
                <a:sym typeface="Calibri"/>
              </a:endParaRPr>
            </a:p>
          </p:txBody>
        </p:sp>
        <p:sp>
          <p:nvSpPr>
            <p:cNvPr id="61" name="Google Shape;276;g3ef883ee339_0_273">
              <a:extLst>
                <a:ext uri="{FF2B5EF4-FFF2-40B4-BE49-F238E27FC236}">
                  <a16:creationId xmlns:a16="http://schemas.microsoft.com/office/drawing/2014/main" id="{6DFADD8A-B4C4-C5CA-3085-33A1EA51FC46}"/>
                </a:ext>
              </a:extLst>
            </p:cNvPr>
            <p:cNvSpPr txBox="1"/>
            <p:nvPr/>
          </p:nvSpPr>
          <p:spPr>
            <a:xfrm>
              <a:off x="5968642" y="3634686"/>
              <a:ext cx="3183900" cy="604200"/>
            </a:xfrm>
            <a:prstGeom prst="rect">
              <a:avLst/>
            </a:prstGeom>
            <a:noFill/>
            <a:ln>
              <a:noFill/>
            </a:ln>
          </p:spPr>
          <p:txBody>
            <a:bodyPr spcFirstLastPara="1" wrap="square" lIns="34875" tIns="34875" rIns="34875" bIns="34875" anchor="t" anchorCtr="0">
              <a:noAutofit/>
            </a:bodyPr>
            <a:lstStyle/>
            <a:p>
              <a:r>
                <a:rPr lang="en-US" sz="1068" b="1">
                  <a:solidFill>
                    <a:schemeClr val="dk1"/>
                  </a:solidFill>
                  <a:latin typeface="Calibri"/>
                  <a:ea typeface="Calibri"/>
                  <a:cs typeface="Calibri"/>
                  <a:sym typeface="Calibri"/>
                </a:rPr>
                <a:t>Write</a:t>
              </a:r>
              <a:endParaRPr sz="1068" b="1">
                <a:solidFill>
                  <a:schemeClr val="dk1"/>
                </a:solidFill>
                <a:latin typeface="Calibri"/>
                <a:ea typeface="Calibri"/>
                <a:cs typeface="Calibri"/>
                <a:sym typeface="Calibri"/>
              </a:endParaRPr>
            </a:p>
          </p:txBody>
        </p:sp>
        <p:sp>
          <p:nvSpPr>
            <p:cNvPr id="62" name="Google Shape;277;g3ef883ee339_0_273">
              <a:extLst>
                <a:ext uri="{FF2B5EF4-FFF2-40B4-BE49-F238E27FC236}">
                  <a16:creationId xmlns:a16="http://schemas.microsoft.com/office/drawing/2014/main" id="{C634F291-A30F-6023-8222-1626B8AD3A1A}"/>
                </a:ext>
              </a:extLst>
            </p:cNvPr>
            <p:cNvSpPr txBox="1"/>
            <p:nvPr/>
          </p:nvSpPr>
          <p:spPr>
            <a:xfrm>
              <a:off x="6006742" y="4610536"/>
              <a:ext cx="3183900" cy="604200"/>
            </a:xfrm>
            <a:prstGeom prst="rect">
              <a:avLst/>
            </a:prstGeom>
            <a:noFill/>
            <a:ln>
              <a:noFill/>
            </a:ln>
          </p:spPr>
          <p:txBody>
            <a:bodyPr spcFirstLastPara="1" wrap="square" lIns="34875" tIns="34875" rIns="34875" bIns="34875" anchor="t" anchorCtr="0">
              <a:noAutofit/>
            </a:bodyPr>
            <a:lstStyle/>
            <a:p>
              <a:r>
                <a:rPr lang="en-US" sz="1068" b="1">
                  <a:solidFill>
                    <a:schemeClr val="dk1"/>
                  </a:solidFill>
                  <a:latin typeface="Calibri"/>
                  <a:ea typeface="Calibri"/>
                  <a:cs typeface="Calibri"/>
                  <a:sym typeface="Calibri"/>
                </a:rPr>
                <a:t>Read </a:t>
              </a:r>
              <a:endParaRPr sz="1068" b="1">
                <a:solidFill>
                  <a:schemeClr val="dk1"/>
                </a:solidFill>
                <a:latin typeface="Calibri"/>
                <a:ea typeface="Calibri"/>
                <a:cs typeface="Calibri"/>
                <a:sym typeface="Calibri"/>
              </a:endParaRPr>
            </a:p>
          </p:txBody>
        </p:sp>
        <p:sp>
          <p:nvSpPr>
            <p:cNvPr id="63" name="Google Shape;278;g3ef883ee339_0_273">
              <a:extLst>
                <a:ext uri="{FF2B5EF4-FFF2-40B4-BE49-F238E27FC236}">
                  <a16:creationId xmlns:a16="http://schemas.microsoft.com/office/drawing/2014/main" id="{41473BEC-054F-4396-8CBA-9384ACE5CD8D}"/>
                </a:ext>
              </a:extLst>
            </p:cNvPr>
            <p:cNvSpPr txBox="1"/>
            <p:nvPr/>
          </p:nvSpPr>
          <p:spPr>
            <a:xfrm>
              <a:off x="5797825" y="1728650"/>
              <a:ext cx="1127400" cy="492900"/>
            </a:xfrm>
            <a:prstGeom prst="rect">
              <a:avLst/>
            </a:prstGeom>
            <a:noFill/>
            <a:ln>
              <a:noFill/>
            </a:ln>
          </p:spPr>
          <p:txBody>
            <a:bodyPr spcFirstLastPara="1" wrap="square" lIns="34875" tIns="34875" rIns="34875" bIns="34875" anchor="t" anchorCtr="0">
              <a:noAutofit/>
            </a:bodyPr>
            <a:lstStyle/>
            <a:p>
              <a:r>
                <a:rPr lang="en-US" sz="991" b="1">
                  <a:solidFill>
                    <a:schemeClr val="dk1"/>
                  </a:solidFill>
                  <a:latin typeface="Calibri"/>
                  <a:ea typeface="Calibri"/>
                  <a:cs typeface="Calibri"/>
                  <a:sym typeface="Calibri"/>
                </a:rPr>
                <a:t>HBM2</a:t>
              </a:r>
              <a:endParaRPr sz="991" b="1">
                <a:solidFill>
                  <a:schemeClr val="dk1"/>
                </a:solidFill>
                <a:latin typeface="Calibri"/>
                <a:ea typeface="Calibri"/>
                <a:cs typeface="Calibri"/>
                <a:sym typeface="Calibri"/>
              </a:endParaRPr>
            </a:p>
          </p:txBody>
        </p:sp>
      </p:grpSp>
      <p:grpSp>
        <p:nvGrpSpPr>
          <p:cNvPr id="64" name="Google Shape;279;g3ef883ee339_0_273">
            <a:extLst>
              <a:ext uri="{FF2B5EF4-FFF2-40B4-BE49-F238E27FC236}">
                <a16:creationId xmlns:a16="http://schemas.microsoft.com/office/drawing/2014/main" id="{7EA33AD8-194D-21B4-244C-BBBE582C3E50}"/>
              </a:ext>
            </a:extLst>
          </p:cNvPr>
          <p:cNvGrpSpPr/>
          <p:nvPr/>
        </p:nvGrpSpPr>
        <p:grpSpPr>
          <a:xfrm>
            <a:off x="3486949" y="2975674"/>
            <a:ext cx="8327853" cy="3256375"/>
            <a:chOff x="2188242" y="1082250"/>
            <a:chExt cx="9734486" cy="3806400"/>
          </a:xfrm>
        </p:grpSpPr>
        <p:sp>
          <p:nvSpPr>
            <p:cNvPr id="65" name="Google Shape;280;g3ef883ee339_0_273">
              <a:extLst>
                <a:ext uri="{FF2B5EF4-FFF2-40B4-BE49-F238E27FC236}">
                  <a16:creationId xmlns:a16="http://schemas.microsoft.com/office/drawing/2014/main" id="{67516788-17DF-DF16-E64B-53E56B69365F}"/>
                </a:ext>
              </a:extLst>
            </p:cNvPr>
            <p:cNvSpPr/>
            <p:nvPr/>
          </p:nvSpPr>
          <p:spPr>
            <a:xfrm>
              <a:off x="6736928" y="2445750"/>
              <a:ext cx="5185800" cy="2442900"/>
            </a:xfrm>
            <a:prstGeom prst="rect">
              <a:avLst/>
            </a:prstGeom>
            <a:solidFill>
              <a:srgbClr val="D9D9D9"/>
            </a:solidFill>
            <a:ln w="21725" cap="flat" cmpd="sng">
              <a:solidFill>
                <a:srgbClr val="262626"/>
              </a:solidFill>
              <a:prstDash val="solid"/>
              <a:round/>
              <a:headEnd type="none" w="sm" len="sm"/>
              <a:tailEnd type="none" w="sm" len="sm"/>
            </a:ln>
          </p:spPr>
          <p:txBody>
            <a:bodyPr spcFirstLastPara="1" wrap="square" lIns="78200" tIns="39100" rIns="78200" bIns="39100" anchor="ctr" anchorCtr="0">
              <a:noAutofit/>
            </a:bodyPr>
            <a:lstStyle/>
            <a:p>
              <a:pPr algn="ctr"/>
              <a:endParaRPr sz="1540">
                <a:solidFill>
                  <a:schemeClr val="lt1"/>
                </a:solidFill>
                <a:latin typeface="Calibri"/>
                <a:ea typeface="Calibri"/>
                <a:cs typeface="Calibri"/>
                <a:sym typeface="Calibri"/>
              </a:endParaRPr>
            </a:p>
          </p:txBody>
        </p:sp>
        <p:sp>
          <p:nvSpPr>
            <p:cNvPr id="66" name="Google Shape;281;g3ef883ee339_0_273">
              <a:extLst>
                <a:ext uri="{FF2B5EF4-FFF2-40B4-BE49-F238E27FC236}">
                  <a16:creationId xmlns:a16="http://schemas.microsoft.com/office/drawing/2014/main" id="{B97C68B6-5088-F6F3-FFA1-C686C1B2C729}"/>
                </a:ext>
              </a:extLst>
            </p:cNvPr>
            <p:cNvSpPr/>
            <p:nvPr/>
          </p:nvSpPr>
          <p:spPr>
            <a:xfrm>
              <a:off x="2532115" y="2350398"/>
              <a:ext cx="2020500" cy="2395500"/>
            </a:xfrm>
            <a:prstGeom prst="rect">
              <a:avLst/>
            </a:prstGeom>
            <a:solidFill>
              <a:srgbClr val="D8D8D8"/>
            </a:solidFill>
            <a:ln w="21725" cap="flat" cmpd="sng">
              <a:solidFill>
                <a:srgbClr val="262626"/>
              </a:solidFill>
              <a:prstDash val="solid"/>
              <a:round/>
              <a:headEnd type="none" w="sm" len="sm"/>
              <a:tailEnd type="none" w="sm" len="sm"/>
            </a:ln>
          </p:spPr>
          <p:txBody>
            <a:bodyPr spcFirstLastPara="1" wrap="square" lIns="78200" tIns="39100" rIns="78200" bIns="39100" anchor="ctr" anchorCtr="0">
              <a:noAutofit/>
            </a:bodyPr>
            <a:lstStyle/>
            <a:p>
              <a:pPr algn="ctr"/>
              <a:endParaRPr sz="1540">
                <a:solidFill>
                  <a:schemeClr val="lt1"/>
                </a:solidFill>
                <a:latin typeface="Calibri"/>
                <a:ea typeface="Calibri"/>
                <a:cs typeface="Calibri"/>
                <a:sym typeface="Calibri"/>
              </a:endParaRPr>
            </a:p>
          </p:txBody>
        </p:sp>
        <p:sp>
          <p:nvSpPr>
            <p:cNvPr id="67" name="Google Shape;282;g3ef883ee339_0_273">
              <a:extLst>
                <a:ext uri="{FF2B5EF4-FFF2-40B4-BE49-F238E27FC236}">
                  <a16:creationId xmlns:a16="http://schemas.microsoft.com/office/drawing/2014/main" id="{5A1D9873-1760-13B4-8F87-0F4511FA0BA4}"/>
                </a:ext>
              </a:extLst>
            </p:cNvPr>
            <p:cNvSpPr txBox="1"/>
            <p:nvPr/>
          </p:nvSpPr>
          <p:spPr>
            <a:xfrm>
              <a:off x="2188242" y="1617658"/>
              <a:ext cx="3049200" cy="461700"/>
            </a:xfrm>
            <a:prstGeom prst="rect">
              <a:avLst/>
            </a:prstGeom>
            <a:noFill/>
            <a:ln>
              <a:noFill/>
            </a:ln>
          </p:spPr>
          <p:txBody>
            <a:bodyPr spcFirstLastPara="1" wrap="square" lIns="78200" tIns="39100" rIns="78200" bIns="39100" anchor="t" anchorCtr="0">
              <a:spAutoFit/>
            </a:bodyPr>
            <a:lstStyle/>
            <a:p>
              <a:r>
                <a:rPr lang="en-US" sz="2053" b="1">
                  <a:solidFill>
                    <a:schemeClr val="dk1"/>
                  </a:solidFill>
                  <a:latin typeface="Calibri"/>
                  <a:ea typeface="Calibri"/>
                  <a:cs typeface="Calibri"/>
                  <a:sym typeface="Calibri"/>
                </a:rPr>
                <a:t>Memory Controller</a:t>
              </a:r>
              <a:endParaRPr sz="1540"/>
            </a:p>
          </p:txBody>
        </p:sp>
        <p:sp>
          <p:nvSpPr>
            <p:cNvPr id="68" name="Google Shape;283;g3ef883ee339_0_273">
              <a:extLst>
                <a:ext uri="{FF2B5EF4-FFF2-40B4-BE49-F238E27FC236}">
                  <a16:creationId xmlns:a16="http://schemas.microsoft.com/office/drawing/2014/main" id="{0E7EA1ED-483E-0CC6-03CE-A02048395A1E}"/>
                </a:ext>
              </a:extLst>
            </p:cNvPr>
            <p:cNvSpPr/>
            <p:nvPr/>
          </p:nvSpPr>
          <p:spPr>
            <a:xfrm>
              <a:off x="2739732" y="2668948"/>
              <a:ext cx="1538700" cy="1651800"/>
            </a:xfrm>
            <a:prstGeom prst="roundRect">
              <a:avLst>
                <a:gd name="adj" fmla="val 16667"/>
              </a:avLst>
            </a:prstGeom>
            <a:solidFill>
              <a:srgbClr val="FF9900"/>
            </a:solidFill>
            <a:ln w="24450" cap="flat" cmpd="sng">
              <a:solidFill>
                <a:srgbClr val="000000"/>
              </a:solidFill>
              <a:prstDash val="solid"/>
              <a:round/>
              <a:headEnd type="none" w="sm" len="sm"/>
              <a:tailEnd type="none" w="sm" len="sm"/>
            </a:ln>
          </p:spPr>
          <p:txBody>
            <a:bodyPr spcFirstLastPara="1" wrap="square" lIns="78200" tIns="78200" rIns="78200" bIns="78200" anchor="ctr" anchorCtr="0">
              <a:noAutofit/>
            </a:bodyPr>
            <a:lstStyle/>
            <a:p>
              <a:pPr algn="ctr"/>
              <a:endParaRPr sz="1198">
                <a:latin typeface="Calibri"/>
                <a:ea typeface="Calibri"/>
                <a:cs typeface="Calibri"/>
                <a:sym typeface="Calibri"/>
              </a:endParaRPr>
            </a:p>
          </p:txBody>
        </p:sp>
        <p:sp>
          <p:nvSpPr>
            <p:cNvPr id="69" name="Google Shape;284;g3ef883ee339_0_273">
              <a:extLst>
                <a:ext uri="{FF2B5EF4-FFF2-40B4-BE49-F238E27FC236}">
                  <a16:creationId xmlns:a16="http://schemas.microsoft.com/office/drawing/2014/main" id="{400FBDD3-781C-ACB6-1067-9393D1D7ABC8}"/>
                </a:ext>
              </a:extLst>
            </p:cNvPr>
            <p:cNvSpPr txBox="1"/>
            <p:nvPr/>
          </p:nvSpPr>
          <p:spPr>
            <a:xfrm>
              <a:off x="2823262" y="3167606"/>
              <a:ext cx="1485300" cy="812100"/>
            </a:xfrm>
            <a:prstGeom prst="rect">
              <a:avLst/>
            </a:prstGeom>
            <a:noFill/>
            <a:ln>
              <a:noFill/>
            </a:ln>
          </p:spPr>
          <p:txBody>
            <a:bodyPr spcFirstLastPara="1" wrap="square" lIns="78200" tIns="78200" rIns="78200" bIns="78200" anchor="t" anchorCtr="0">
              <a:noAutofit/>
            </a:bodyPr>
            <a:lstStyle/>
            <a:p>
              <a:r>
                <a:rPr lang="en-US" sz="2395" b="1">
                  <a:solidFill>
                    <a:schemeClr val="dk1"/>
                  </a:solidFill>
                  <a:latin typeface="Calibri"/>
                  <a:ea typeface="Calibri"/>
                  <a:cs typeface="Calibri"/>
                  <a:sym typeface="Calibri"/>
                </a:rPr>
                <a:t>SEC-DED</a:t>
              </a:r>
              <a:endParaRPr sz="2395" b="1">
                <a:solidFill>
                  <a:schemeClr val="dk1"/>
                </a:solidFill>
                <a:latin typeface="Calibri"/>
                <a:ea typeface="Calibri"/>
                <a:cs typeface="Calibri"/>
                <a:sym typeface="Calibri"/>
              </a:endParaRPr>
            </a:p>
          </p:txBody>
        </p:sp>
        <p:sp>
          <p:nvSpPr>
            <p:cNvPr id="70" name="Google Shape;285;g3ef883ee339_0_273">
              <a:extLst>
                <a:ext uri="{FF2B5EF4-FFF2-40B4-BE49-F238E27FC236}">
                  <a16:creationId xmlns:a16="http://schemas.microsoft.com/office/drawing/2014/main" id="{939F3646-8EA8-5E2E-85DC-6EDAE84172C4}"/>
                </a:ext>
              </a:extLst>
            </p:cNvPr>
            <p:cNvSpPr/>
            <p:nvPr/>
          </p:nvSpPr>
          <p:spPr>
            <a:xfrm rot="10800000">
              <a:off x="4591103" y="3923875"/>
              <a:ext cx="2185800" cy="253200"/>
            </a:xfrm>
            <a:prstGeom prst="rightArrow">
              <a:avLst>
                <a:gd name="adj1" fmla="val 50000"/>
                <a:gd name="adj2" fmla="val 50000"/>
              </a:avLst>
            </a:prstGeom>
            <a:solidFill>
              <a:srgbClr val="B45F06"/>
            </a:solidFill>
            <a:ln w="8150" cap="flat" cmpd="sng">
              <a:solidFill>
                <a:schemeClr val="dk2"/>
              </a:solidFill>
              <a:prstDash val="solid"/>
              <a:round/>
              <a:headEnd type="none" w="sm" len="sm"/>
              <a:tailEnd type="none" w="sm" len="sm"/>
            </a:ln>
          </p:spPr>
          <p:txBody>
            <a:bodyPr spcFirstLastPara="1" wrap="square" lIns="78200" tIns="78200" rIns="78200" bIns="78200" anchor="ctr" anchorCtr="0">
              <a:noAutofit/>
            </a:bodyPr>
            <a:lstStyle/>
            <a:p>
              <a:pPr algn="ctr"/>
              <a:endParaRPr sz="1198">
                <a:latin typeface="Calibri"/>
                <a:ea typeface="Calibri"/>
                <a:cs typeface="Calibri"/>
                <a:sym typeface="Calibri"/>
              </a:endParaRPr>
            </a:p>
          </p:txBody>
        </p:sp>
        <p:sp>
          <p:nvSpPr>
            <p:cNvPr id="71" name="Google Shape;286;g3ef883ee339_0_273">
              <a:extLst>
                <a:ext uri="{FF2B5EF4-FFF2-40B4-BE49-F238E27FC236}">
                  <a16:creationId xmlns:a16="http://schemas.microsoft.com/office/drawing/2014/main" id="{A180547F-25DB-272D-AD70-DE440BF31B81}"/>
                </a:ext>
              </a:extLst>
            </p:cNvPr>
            <p:cNvSpPr txBox="1"/>
            <p:nvPr/>
          </p:nvSpPr>
          <p:spPr>
            <a:xfrm>
              <a:off x="8782787" y="1636375"/>
              <a:ext cx="1663800" cy="461700"/>
            </a:xfrm>
            <a:prstGeom prst="rect">
              <a:avLst/>
            </a:prstGeom>
            <a:noFill/>
            <a:ln>
              <a:noFill/>
            </a:ln>
          </p:spPr>
          <p:txBody>
            <a:bodyPr spcFirstLastPara="1" wrap="square" lIns="78200" tIns="39100" rIns="78200" bIns="39100" anchor="t" anchorCtr="0">
              <a:spAutoFit/>
            </a:bodyPr>
            <a:lstStyle/>
            <a:p>
              <a:r>
                <a:rPr lang="en-US" sz="2053" b="1">
                  <a:solidFill>
                    <a:schemeClr val="dk1"/>
                  </a:solidFill>
                  <a:latin typeface="Calibri"/>
                  <a:ea typeface="Calibri"/>
                  <a:cs typeface="Calibri"/>
                  <a:sym typeface="Calibri"/>
                </a:rPr>
                <a:t>DRAM Die</a:t>
              </a:r>
              <a:endParaRPr sz="2053"/>
            </a:p>
          </p:txBody>
        </p:sp>
        <p:sp>
          <p:nvSpPr>
            <p:cNvPr id="72" name="Google Shape;287;g3ef883ee339_0_273">
              <a:extLst>
                <a:ext uri="{FF2B5EF4-FFF2-40B4-BE49-F238E27FC236}">
                  <a16:creationId xmlns:a16="http://schemas.microsoft.com/office/drawing/2014/main" id="{B961B811-768D-1418-94AF-570026B878EA}"/>
                </a:ext>
              </a:extLst>
            </p:cNvPr>
            <p:cNvSpPr/>
            <p:nvPr/>
          </p:nvSpPr>
          <p:spPr>
            <a:xfrm>
              <a:off x="10413113" y="2778263"/>
              <a:ext cx="1305600" cy="1651800"/>
            </a:xfrm>
            <a:prstGeom prst="roundRect">
              <a:avLst>
                <a:gd name="adj" fmla="val 16667"/>
              </a:avLst>
            </a:prstGeom>
            <a:solidFill>
              <a:srgbClr val="A4C2F4"/>
            </a:solidFill>
            <a:ln w="24450" cap="flat" cmpd="sng">
              <a:solidFill>
                <a:schemeClr val="dk1"/>
              </a:solidFill>
              <a:prstDash val="solid"/>
              <a:round/>
              <a:headEnd type="none" w="sm" len="sm"/>
              <a:tailEnd type="none" w="sm" len="sm"/>
            </a:ln>
          </p:spPr>
          <p:txBody>
            <a:bodyPr spcFirstLastPara="1" wrap="square" lIns="78200" tIns="78200" rIns="78200" bIns="78200" anchor="ctr" anchorCtr="0">
              <a:noAutofit/>
            </a:bodyPr>
            <a:lstStyle/>
            <a:p>
              <a:pPr algn="ctr"/>
              <a:endParaRPr sz="1198">
                <a:latin typeface="Calibri"/>
                <a:ea typeface="Calibri"/>
                <a:cs typeface="Calibri"/>
                <a:sym typeface="Calibri"/>
              </a:endParaRPr>
            </a:p>
          </p:txBody>
        </p:sp>
        <p:sp>
          <p:nvSpPr>
            <p:cNvPr id="73" name="Google Shape;288;g3ef883ee339_0_273">
              <a:extLst>
                <a:ext uri="{FF2B5EF4-FFF2-40B4-BE49-F238E27FC236}">
                  <a16:creationId xmlns:a16="http://schemas.microsoft.com/office/drawing/2014/main" id="{5E5ECC8F-D471-237B-E4A9-69A813B05F3B}"/>
                </a:ext>
              </a:extLst>
            </p:cNvPr>
            <p:cNvSpPr txBox="1"/>
            <p:nvPr/>
          </p:nvSpPr>
          <p:spPr>
            <a:xfrm>
              <a:off x="10600160" y="3068986"/>
              <a:ext cx="1241100" cy="719700"/>
            </a:xfrm>
            <a:prstGeom prst="rect">
              <a:avLst/>
            </a:prstGeom>
            <a:noFill/>
            <a:ln>
              <a:noFill/>
            </a:ln>
          </p:spPr>
          <p:txBody>
            <a:bodyPr spcFirstLastPara="1" wrap="square" lIns="78200" tIns="78200" rIns="78200" bIns="78200" anchor="t" anchorCtr="0">
              <a:noAutofit/>
            </a:bodyPr>
            <a:lstStyle/>
            <a:p>
              <a:r>
                <a:rPr lang="en-US" sz="2395">
                  <a:solidFill>
                    <a:schemeClr val="dk1"/>
                  </a:solidFill>
                  <a:latin typeface="Calibri"/>
                  <a:ea typeface="Calibri"/>
                  <a:cs typeface="Calibri"/>
                  <a:sym typeface="Calibri"/>
                </a:rPr>
                <a:t>Mem</a:t>
              </a:r>
              <a:br>
                <a:rPr lang="en-US" sz="2395">
                  <a:solidFill>
                    <a:schemeClr val="dk1"/>
                  </a:solidFill>
                  <a:latin typeface="Calibri"/>
                  <a:ea typeface="Calibri"/>
                  <a:cs typeface="Calibri"/>
                  <a:sym typeface="Calibri"/>
                </a:rPr>
              </a:br>
              <a:r>
                <a:rPr lang="en-US" sz="2395">
                  <a:solidFill>
                    <a:schemeClr val="dk1"/>
                  </a:solidFill>
                  <a:latin typeface="Calibri"/>
                  <a:ea typeface="Calibri"/>
                  <a:cs typeface="Calibri"/>
                  <a:sym typeface="Calibri"/>
                </a:rPr>
                <a:t>Array</a:t>
              </a:r>
              <a:endParaRPr sz="2395">
                <a:solidFill>
                  <a:schemeClr val="dk1"/>
                </a:solidFill>
                <a:latin typeface="Calibri"/>
                <a:ea typeface="Calibri"/>
                <a:cs typeface="Calibri"/>
                <a:sym typeface="Calibri"/>
              </a:endParaRPr>
            </a:p>
          </p:txBody>
        </p:sp>
        <p:sp>
          <p:nvSpPr>
            <p:cNvPr id="74" name="Google Shape;289;g3ef883ee339_0_273">
              <a:extLst>
                <a:ext uri="{FF2B5EF4-FFF2-40B4-BE49-F238E27FC236}">
                  <a16:creationId xmlns:a16="http://schemas.microsoft.com/office/drawing/2014/main" id="{C0624A17-96A2-A146-EC9F-AFD09DB8581C}"/>
                </a:ext>
              </a:extLst>
            </p:cNvPr>
            <p:cNvSpPr/>
            <p:nvPr/>
          </p:nvSpPr>
          <p:spPr>
            <a:xfrm>
              <a:off x="6859920" y="2804423"/>
              <a:ext cx="1538700" cy="1651800"/>
            </a:xfrm>
            <a:prstGeom prst="roundRect">
              <a:avLst>
                <a:gd name="adj" fmla="val 16667"/>
              </a:avLst>
            </a:prstGeom>
            <a:solidFill>
              <a:srgbClr val="FF9900"/>
            </a:solidFill>
            <a:ln w="24450" cap="flat" cmpd="sng">
              <a:solidFill>
                <a:srgbClr val="000000"/>
              </a:solidFill>
              <a:prstDash val="solid"/>
              <a:round/>
              <a:headEnd type="none" w="sm" len="sm"/>
              <a:tailEnd type="none" w="sm" len="sm"/>
            </a:ln>
          </p:spPr>
          <p:txBody>
            <a:bodyPr spcFirstLastPara="1" wrap="square" lIns="78200" tIns="78200" rIns="78200" bIns="78200" anchor="ctr" anchorCtr="0">
              <a:noAutofit/>
            </a:bodyPr>
            <a:lstStyle/>
            <a:p>
              <a:pPr algn="ctr"/>
              <a:endParaRPr sz="1198">
                <a:latin typeface="Calibri"/>
                <a:ea typeface="Calibri"/>
                <a:cs typeface="Calibri"/>
                <a:sym typeface="Calibri"/>
              </a:endParaRPr>
            </a:p>
          </p:txBody>
        </p:sp>
        <p:sp>
          <p:nvSpPr>
            <p:cNvPr id="75" name="Google Shape;290;g3ef883ee339_0_273">
              <a:extLst>
                <a:ext uri="{FF2B5EF4-FFF2-40B4-BE49-F238E27FC236}">
                  <a16:creationId xmlns:a16="http://schemas.microsoft.com/office/drawing/2014/main" id="{AC109666-3C7C-0D8E-70A3-D38330D0D819}"/>
                </a:ext>
              </a:extLst>
            </p:cNvPr>
            <p:cNvSpPr/>
            <p:nvPr/>
          </p:nvSpPr>
          <p:spPr>
            <a:xfrm>
              <a:off x="4591203" y="2997325"/>
              <a:ext cx="2225700" cy="253200"/>
            </a:xfrm>
            <a:prstGeom prst="rightArrow">
              <a:avLst>
                <a:gd name="adj1" fmla="val 50000"/>
                <a:gd name="adj2" fmla="val 50000"/>
              </a:avLst>
            </a:prstGeom>
            <a:solidFill>
              <a:srgbClr val="B45F06"/>
            </a:solidFill>
            <a:ln w="8150" cap="flat" cmpd="sng">
              <a:solidFill>
                <a:schemeClr val="dk2"/>
              </a:solidFill>
              <a:prstDash val="solid"/>
              <a:round/>
              <a:headEnd type="none" w="sm" len="sm"/>
              <a:tailEnd type="none" w="sm" len="sm"/>
            </a:ln>
          </p:spPr>
          <p:txBody>
            <a:bodyPr spcFirstLastPara="1" wrap="square" lIns="78200" tIns="78200" rIns="78200" bIns="78200" anchor="ctr" anchorCtr="0">
              <a:noAutofit/>
            </a:bodyPr>
            <a:lstStyle/>
            <a:p>
              <a:pPr algn="ctr"/>
              <a:endParaRPr sz="1198">
                <a:latin typeface="Calibri"/>
                <a:ea typeface="Calibri"/>
                <a:cs typeface="Calibri"/>
                <a:sym typeface="Calibri"/>
              </a:endParaRPr>
            </a:p>
          </p:txBody>
        </p:sp>
        <p:sp>
          <p:nvSpPr>
            <p:cNvPr id="76" name="Google Shape;291;g3ef883ee339_0_273">
              <a:extLst>
                <a:ext uri="{FF2B5EF4-FFF2-40B4-BE49-F238E27FC236}">
                  <a16:creationId xmlns:a16="http://schemas.microsoft.com/office/drawing/2014/main" id="{39EEBCA6-2AC6-6820-F544-60428296FC27}"/>
                </a:ext>
              </a:extLst>
            </p:cNvPr>
            <p:cNvSpPr txBox="1"/>
            <p:nvPr/>
          </p:nvSpPr>
          <p:spPr>
            <a:xfrm>
              <a:off x="4524762" y="2401063"/>
              <a:ext cx="4482900" cy="604200"/>
            </a:xfrm>
            <a:prstGeom prst="rect">
              <a:avLst/>
            </a:prstGeom>
            <a:noFill/>
            <a:ln>
              <a:noFill/>
            </a:ln>
          </p:spPr>
          <p:txBody>
            <a:bodyPr spcFirstLastPara="1" wrap="square" lIns="78200" tIns="78200" rIns="78200" bIns="78200" anchor="t" anchorCtr="0">
              <a:noAutofit/>
            </a:bodyPr>
            <a:lstStyle/>
            <a:p>
              <a:r>
                <a:rPr lang="en-US" sz="2395">
                  <a:solidFill>
                    <a:schemeClr val="dk1"/>
                  </a:solidFill>
                  <a:latin typeface="Calibri"/>
                  <a:ea typeface="Calibri"/>
                  <a:cs typeface="Calibri"/>
                  <a:sym typeface="Calibri"/>
                </a:rPr>
                <a:t>Data + SysECC</a:t>
              </a:r>
              <a:endParaRPr sz="2395" b="1">
                <a:solidFill>
                  <a:schemeClr val="dk1"/>
                </a:solidFill>
                <a:latin typeface="Calibri"/>
                <a:ea typeface="Calibri"/>
                <a:cs typeface="Calibri"/>
                <a:sym typeface="Calibri"/>
              </a:endParaRPr>
            </a:p>
          </p:txBody>
        </p:sp>
        <p:sp>
          <p:nvSpPr>
            <p:cNvPr id="77" name="Google Shape;292;g3ef883ee339_0_273">
              <a:extLst>
                <a:ext uri="{FF2B5EF4-FFF2-40B4-BE49-F238E27FC236}">
                  <a16:creationId xmlns:a16="http://schemas.microsoft.com/office/drawing/2014/main" id="{850CAF79-6952-31C1-A6F3-F75E47DDD41E}"/>
                </a:ext>
              </a:extLst>
            </p:cNvPr>
            <p:cNvSpPr txBox="1"/>
            <p:nvPr/>
          </p:nvSpPr>
          <p:spPr>
            <a:xfrm>
              <a:off x="5132267" y="3037036"/>
              <a:ext cx="3183900" cy="604200"/>
            </a:xfrm>
            <a:prstGeom prst="rect">
              <a:avLst/>
            </a:prstGeom>
            <a:noFill/>
            <a:ln>
              <a:noFill/>
            </a:ln>
          </p:spPr>
          <p:txBody>
            <a:bodyPr spcFirstLastPara="1" wrap="square" lIns="78200" tIns="78200" rIns="78200" bIns="78200" anchor="t" anchorCtr="0">
              <a:noAutofit/>
            </a:bodyPr>
            <a:lstStyle/>
            <a:p>
              <a:r>
                <a:rPr lang="en-US" sz="2395" b="1">
                  <a:solidFill>
                    <a:schemeClr val="dk1"/>
                  </a:solidFill>
                  <a:latin typeface="Calibri"/>
                  <a:ea typeface="Calibri"/>
                  <a:cs typeface="Calibri"/>
                  <a:sym typeface="Calibri"/>
                </a:rPr>
                <a:t>Write </a:t>
              </a:r>
              <a:endParaRPr sz="2395" b="1">
                <a:solidFill>
                  <a:schemeClr val="dk1"/>
                </a:solidFill>
                <a:latin typeface="Calibri"/>
                <a:ea typeface="Calibri"/>
                <a:cs typeface="Calibri"/>
                <a:sym typeface="Calibri"/>
              </a:endParaRPr>
            </a:p>
          </p:txBody>
        </p:sp>
        <p:sp>
          <p:nvSpPr>
            <p:cNvPr id="78" name="Google Shape;293;g3ef883ee339_0_273">
              <a:extLst>
                <a:ext uri="{FF2B5EF4-FFF2-40B4-BE49-F238E27FC236}">
                  <a16:creationId xmlns:a16="http://schemas.microsoft.com/office/drawing/2014/main" id="{2EA5D140-6E22-56A0-EAF1-9432DE9314FC}"/>
                </a:ext>
              </a:extLst>
            </p:cNvPr>
            <p:cNvSpPr txBox="1"/>
            <p:nvPr/>
          </p:nvSpPr>
          <p:spPr>
            <a:xfrm>
              <a:off x="5100242" y="3975723"/>
              <a:ext cx="3183900" cy="604200"/>
            </a:xfrm>
            <a:prstGeom prst="rect">
              <a:avLst/>
            </a:prstGeom>
            <a:noFill/>
            <a:ln>
              <a:noFill/>
            </a:ln>
          </p:spPr>
          <p:txBody>
            <a:bodyPr spcFirstLastPara="1" wrap="square" lIns="78200" tIns="78200" rIns="78200" bIns="78200" anchor="t" anchorCtr="0">
              <a:noAutofit/>
            </a:bodyPr>
            <a:lstStyle/>
            <a:p>
              <a:r>
                <a:rPr lang="en-US" sz="2395" b="1">
                  <a:solidFill>
                    <a:schemeClr val="dk1"/>
                  </a:solidFill>
                  <a:latin typeface="Calibri"/>
                  <a:ea typeface="Calibri"/>
                  <a:cs typeface="Calibri"/>
                  <a:sym typeface="Calibri"/>
                </a:rPr>
                <a:t>Read </a:t>
              </a:r>
              <a:endParaRPr sz="2395" b="1">
                <a:solidFill>
                  <a:schemeClr val="dk1"/>
                </a:solidFill>
                <a:latin typeface="Calibri"/>
                <a:ea typeface="Calibri"/>
                <a:cs typeface="Calibri"/>
                <a:sym typeface="Calibri"/>
              </a:endParaRPr>
            </a:p>
          </p:txBody>
        </p:sp>
        <p:sp>
          <p:nvSpPr>
            <p:cNvPr id="79" name="Google Shape;294;g3ef883ee339_0_273">
              <a:extLst>
                <a:ext uri="{FF2B5EF4-FFF2-40B4-BE49-F238E27FC236}">
                  <a16:creationId xmlns:a16="http://schemas.microsoft.com/office/drawing/2014/main" id="{BFC5FA9F-A93A-13FC-2D42-7DE2D64C3C6C}"/>
                </a:ext>
              </a:extLst>
            </p:cNvPr>
            <p:cNvSpPr txBox="1"/>
            <p:nvPr/>
          </p:nvSpPr>
          <p:spPr>
            <a:xfrm>
              <a:off x="4552613" y="1082250"/>
              <a:ext cx="2053200" cy="492900"/>
            </a:xfrm>
            <a:prstGeom prst="rect">
              <a:avLst/>
            </a:prstGeom>
            <a:noFill/>
            <a:ln>
              <a:noFill/>
            </a:ln>
          </p:spPr>
          <p:txBody>
            <a:bodyPr spcFirstLastPara="1" wrap="square" lIns="78200" tIns="78200" rIns="78200" bIns="78200" anchor="t" anchorCtr="0">
              <a:noAutofit/>
            </a:bodyPr>
            <a:lstStyle/>
            <a:p>
              <a:r>
                <a:rPr lang="en-US" sz="2224" b="1">
                  <a:solidFill>
                    <a:schemeClr val="dk1"/>
                  </a:solidFill>
                  <a:latin typeface="Calibri"/>
                  <a:ea typeface="Calibri"/>
                  <a:cs typeface="Calibri"/>
                  <a:sym typeface="Calibri"/>
                </a:rPr>
                <a:t>HBM2E</a:t>
              </a:r>
              <a:endParaRPr sz="2224" b="1">
                <a:solidFill>
                  <a:schemeClr val="dk1"/>
                </a:solidFill>
                <a:latin typeface="Calibri"/>
                <a:ea typeface="Calibri"/>
                <a:cs typeface="Calibri"/>
                <a:sym typeface="Calibri"/>
              </a:endParaRPr>
            </a:p>
          </p:txBody>
        </p:sp>
        <p:sp>
          <p:nvSpPr>
            <p:cNvPr id="80" name="Google Shape;295;g3ef883ee339_0_273">
              <a:extLst>
                <a:ext uri="{FF2B5EF4-FFF2-40B4-BE49-F238E27FC236}">
                  <a16:creationId xmlns:a16="http://schemas.microsoft.com/office/drawing/2014/main" id="{E02A45BF-95F4-465E-0D88-C41F5799D09D}"/>
                </a:ext>
              </a:extLst>
            </p:cNvPr>
            <p:cNvSpPr txBox="1"/>
            <p:nvPr/>
          </p:nvSpPr>
          <p:spPr>
            <a:xfrm>
              <a:off x="6927410" y="3321327"/>
              <a:ext cx="1485300" cy="812100"/>
            </a:xfrm>
            <a:prstGeom prst="rect">
              <a:avLst/>
            </a:prstGeom>
            <a:noFill/>
            <a:ln>
              <a:noFill/>
            </a:ln>
          </p:spPr>
          <p:txBody>
            <a:bodyPr spcFirstLastPara="1" wrap="square" lIns="78200" tIns="78200" rIns="78200" bIns="78200" anchor="t" anchorCtr="0">
              <a:noAutofit/>
            </a:bodyPr>
            <a:lstStyle/>
            <a:p>
              <a:r>
                <a:rPr lang="en-US" sz="2395" b="1">
                  <a:solidFill>
                    <a:schemeClr val="dk1"/>
                  </a:solidFill>
                  <a:latin typeface="Calibri"/>
                  <a:ea typeface="Calibri"/>
                  <a:cs typeface="Calibri"/>
                  <a:sym typeface="Calibri"/>
                </a:rPr>
                <a:t>SEC-DED</a:t>
              </a:r>
              <a:endParaRPr sz="2395" b="1">
                <a:solidFill>
                  <a:schemeClr val="dk1"/>
                </a:solidFill>
                <a:latin typeface="Calibri"/>
                <a:ea typeface="Calibri"/>
                <a:cs typeface="Calibri"/>
                <a:sym typeface="Calibri"/>
              </a:endParaRPr>
            </a:p>
          </p:txBody>
        </p:sp>
        <p:sp>
          <p:nvSpPr>
            <p:cNvPr id="81" name="Google Shape;296;g3ef883ee339_0_273">
              <a:extLst>
                <a:ext uri="{FF2B5EF4-FFF2-40B4-BE49-F238E27FC236}">
                  <a16:creationId xmlns:a16="http://schemas.microsoft.com/office/drawing/2014/main" id="{1C285C88-1700-860F-DC19-C29297A58FAD}"/>
                </a:ext>
              </a:extLst>
            </p:cNvPr>
            <p:cNvSpPr/>
            <p:nvPr/>
          </p:nvSpPr>
          <p:spPr>
            <a:xfrm>
              <a:off x="8425550" y="3037025"/>
              <a:ext cx="1945500" cy="289500"/>
            </a:xfrm>
            <a:prstGeom prst="rightArrow">
              <a:avLst>
                <a:gd name="adj1" fmla="val 50000"/>
                <a:gd name="adj2" fmla="val 50000"/>
              </a:avLst>
            </a:prstGeom>
            <a:solidFill>
              <a:srgbClr val="666666"/>
            </a:solidFill>
            <a:ln w="8150" cap="flat" cmpd="sng">
              <a:solidFill>
                <a:schemeClr val="dk2"/>
              </a:solidFill>
              <a:prstDash val="solid"/>
              <a:round/>
              <a:headEnd type="none" w="sm" len="sm"/>
              <a:tailEnd type="none" w="sm" len="sm"/>
            </a:ln>
          </p:spPr>
          <p:txBody>
            <a:bodyPr spcFirstLastPara="1" wrap="square" lIns="78200" tIns="78200" rIns="78200" bIns="78200" anchor="ctr" anchorCtr="0">
              <a:noAutofit/>
            </a:bodyPr>
            <a:lstStyle/>
            <a:p>
              <a:pPr algn="ctr"/>
              <a:endParaRPr sz="1198">
                <a:latin typeface="Calibri"/>
                <a:ea typeface="Calibri"/>
                <a:cs typeface="Calibri"/>
                <a:sym typeface="Calibri"/>
              </a:endParaRPr>
            </a:p>
          </p:txBody>
        </p:sp>
        <p:sp>
          <p:nvSpPr>
            <p:cNvPr id="82" name="Google Shape;297;g3ef883ee339_0_273">
              <a:extLst>
                <a:ext uri="{FF2B5EF4-FFF2-40B4-BE49-F238E27FC236}">
                  <a16:creationId xmlns:a16="http://schemas.microsoft.com/office/drawing/2014/main" id="{7E97637A-3C02-62D8-795F-3077A438C95D}"/>
                </a:ext>
              </a:extLst>
            </p:cNvPr>
            <p:cNvSpPr/>
            <p:nvPr/>
          </p:nvSpPr>
          <p:spPr>
            <a:xfrm rot="10800000">
              <a:off x="8412700" y="3860013"/>
              <a:ext cx="1945500" cy="289500"/>
            </a:xfrm>
            <a:prstGeom prst="rightArrow">
              <a:avLst>
                <a:gd name="adj1" fmla="val 50000"/>
                <a:gd name="adj2" fmla="val 50000"/>
              </a:avLst>
            </a:prstGeom>
            <a:solidFill>
              <a:srgbClr val="666666"/>
            </a:solidFill>
            <a:ln w="8150" cap="flat" cmpd="sng">
              <a:solidFill>
                <a:schemeClr val="dk2"/>
              </a:solidFill>
              <a:prstDash val="solid"/>
              <a:round/>
              <a:headEnd type="none" w="sm" len="sm"/>
              <a:tailEnd type="none" w="sm" len="sm"/>
            </a:ln>
          </p:spPr>
          <p:txBody>
            <a:bodyPr spcFirstLastPara="1" wrap="square" lIns="78200" tIns="78200" rIns="78200" bIns="78200" anchor="ctr" anchorCtr="0">
              <a:noAutofit/>
            </a:bodyPr>
            <a:lstStyle/>
            <a:p>
              <a:pPr algn="ctr"/>
              <a:endParaRPr sz="1198">
                <a:latin typeface="Calibri"/>
                <a:ea typeface="Calibri"/>
                <a:cs typeface="Calibri"/>
                <a:sym typeface="Calibri"/>
              </a:endParaRPr>
            </a:p>
          </p:txBody>
        </p:sp>
        <p:sp>
          <p:nvSpPr>
            <p:cNvPr id="83" name="Google Shape;298;g3ef883ee339_0_273">
              <a:extLst>
                <a:ext uri="{FF2B5EF4-FFF2-40B4-BE49-F238E27FC236}">
                  <a16:creationId xmlns:a16="http://schemas.microsoft.com/office/drawing/2014/main" id="{7E2B9990-27B6-A171-F9DF-8B92124548A8}"/>
                </a:ext>
              </a:extLst>
            </p:cNvPr>
            <p:cNvSpPr txBox="1"/>
            <p:nvPr/>
          </p:nvSpPr>
          <p:spPr>
            <a:xfrm>
              <a:off x="7383788" y="2393125"/>
              <a:ext cx="4029000" cy="604200"/>
            </a:xfrm>
            <a:prstGeom prst="rect">
              <a:avLst/>
            </a:prstGeom>
            <a:noFill/>
            <a:ln>
              <a:noFill/>
            </a:ln>
          </p:spPr>
          <p:txBody>
            <a:bodyPr spcFirstLastPara="1" wrap="square" lIns="78200" tIns="78200" rIns="78200" bIns="78200" anchor="t" anchorCtr="0">
              <a:noAutofit/>
            </a:bodyPr>
            <a:lstStyle/>
            <a:p>
              <a:pPr algn="ctr"/>
              <a:r>
                <a:rPr lang="en-US" sz="1882" b="1">
                  <a:solidFill>
                    <a:schemeClr val="dk1"/>
                  </a:solidFill>
                  <a:latin typeface="Calibri"/>
                  <a:ea typeface="Calibri"/>
                  <a:cs typeface="Calibri"/>
                  <a:sym typeface="Calibri"/>
                </a:rPr>
                <a:t>Data + SysECC + ODECC</a:t>
              </a:r>
              <a:endParaRPr sz="1882" b="1">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57294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additive="base">
                                        <p:cTn id="7" dur="1000"/>
                                        <p:tgtEl>
                                          <p:spTgt spid="64"/>
                                        </p:tgtEl>
                                        <p:attrNameLst>
                                          <p:attrName>ppt_w</p:attrName>
                                        </p:attrNameLst>
                                      </p:cBhvr>
                                      <p:tavLst>
                                        <p:tav tm="0">
                                          <p:val>
                                            <p:strVal val="0"/>
                                          </p:val>
                                        </p:tav>
                                        <p:tav tm="100000">
                                          <p:val>
                                            <p:strVal val="#ppt_w"/>
                                          </p:val>
                                        </p:tav>
                                      </p:tavLst>
                                    </p:anim>
                                    <p:anim calcmode="lin" valueType="num">
                                      <p:cBhvr additive="base">
                                        <p:cTn id="8" dur="1000"/>
                                        <p:tgtEl>
                                          <p:spTgt spid="6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8" fill="hold" nodeType="clickEffect">
                                  <p:stCondLst>
                                    <p:cond delay="0"/>
                                  </p:stCondLst>
                                  <p:childTnLst>
                                    <p:anim calcmode="lin" valueType="num">
                                      <p:cBhvr additive="base">
                                        <p:cTn id="12" dur="1000"/>
                                        <p:tgtEl>
                                          <p:spTgt spid="64"/>
                                        </p:tgtEl>
                                        <p:attrNameLst>
                                          <p:attrName>ppt_x</p:attrName>
                                        </p:attrNameLst>
                                      </p:cBhvr>
                                      <p:tavLst>
                                        <p:tav tm="0">
                                          <p:val>
                                            <p:strVal val="#ppt_x"/>
                                          </p:val>
                                        </p:tav>
                                        <p:tav tm="100000">
                                          <p:val>
                                            <p:strVal val="#ppt_x-1"/>
                                          </p:val>
                                        </p:tav>
                                      </p:tavLst>
                                    </p:anim>
                                    <p:set>
                                      <p:cBhvr>
                                        <p:cTn id="13" dur="1" fill="hold">
                                          <p:stCondLst>
                                            <p:cond delay="1000"/>
                                          </p:stCondLst>
                                        </p:cTn>
                                        <p:tgtEl>
                                          <p:spTgt spid="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CACE6-C4B1-D4D2-5863-502EFA805DA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8A4DA0-CE5F-B8FE-D836-833EB60F3A70}"/>
              </a:ext>
            </a:extLst>
          </p:cNvPr>
          <p:cNvSpPr>
            <a:spLocks noGrp="1"/>
          </p:cNvSpPr>
          <p:nvPr>
            <p:ph type="sldNum" sz="quarter" idx="12"/>
          </p:nvPr>
        </p:nvSpPr>
        <p:spPr/>
        <p:txBody>
          <a:bodyPr/>
          <a:lstStyle/>
          <a:p>
            <a:fld id="{D5244C39-EA1C-4830-B3FA-E06130CB504B}" type="slidenum">
              <a:rPr lang="en-US" smtClean="0"/>
              <a:pPr/>
              <a:t>8</a:t>
            </a:fld>
            <a:endParaRPr lang="en-US"/>
          </a:p>
        </p:txBody>
      </p:sp>
      <p:sp>
        <p:nvSpPr>
          <p:cNvPr id="4" name="Title 3">
            <a:extLst>
              <a:ext uri="{FF2B5EF4-FFF2-40B4-BE49-F238E27FC236}">
                <a16:creationId xmlns:a16="http://schemas.microsoft.com/office/drawing/2014/main" id="{D114A960-BB6A-B04C-BFF8-A2CB6DB893DA}"/>
              </a:ext>
            </a:extLst>
          </p:cNvPr>
          <p:cNvSpPr>
            <a:spLocks noGrp="1"/>
          </p:cNvSpPr>
          <p:nvPr>
            <p:ph type="title"/>
          </p:nvPr>
        </p:nvSpPr>
        <p:spPr/>
        <p:txBody>
          <a:bodyPr/>
          <a:lstStyle/>
          <a:p>
            <a:r>
              <a:rPr lang="en-US" dirty="0"/>
              <a:t>HBM Generation Evolution</a:t>
            </a:r>
          </a:p>
        </p:txBody>
      </p:sp>
      <p:grpSp>
        <p:nvGrpSpPr>
          <p:cNvPr id="6" name="Google Shape;317;g3ef883ee339_0_401">
            <a:extLst>
              <a:ext uri="{FF2B5EF4-FFF2-40B4-BE49-F238E27FC236}">
                <a16:creationId xmlns:a16="http://schemas.microsoft.com/office/drawing/2014/main" id="{3C394BB8-B503-1E0A-2570-35C6C9C20B1F}"/>
              </a:ext>
            </a:extLst>
          </p:cNvPr>
          <p:cNvGrpSpPr/>
          <p:nvPr/>
        </p:nvGrpSpPr>
        <p:grpSpPr>
          <a:xfrm>
            <a:off x="320128" y="2121559"/>
            <a:ext cx="2614640" cy="1289608"/>
            <a:chOff x="3181105" y="1099925"/>
            <a:chExt cx="7609545" cy="3753225"/>
          </a:xfrm>
        </p:grpSpPr>
        <p:sp>
          <p:nvSpPr>
            <p:cNvPr id="7" name="Google Shape;318;g3ef883ee339_0_401">
              <a:extLst>
                <a:ext uri="{FF2B5EF4-FFF2-40B4-BE49-F238E27FC236}">
                  <a16:creationId xmlns:a16="http://schemas.microsoft.com/office/drawing/2014/main" id="{7B11E8B6-1DC2-FD71-592D-758983C70BAA}"/>
                </a:ext>
              </a:extLst>
            </p:cNvPr>
            <p:cNvSpPr/>
            <p:nvPr/>
          </p:nvSpPr>
          <p:spPr>
            <a:xfrm>
              <a:off x="7420150" y="2410250"/>
              <a:ext cx="3370500" cy="2442900"/>
            </a:xfrm>
            <a:prstGeom prst="rect">
              <a:avLst/>
            </a:prstGeom>
            <a:solidFill>
              <a:srgbClr val="D9D9D9"/>
            </a:solidFill>
            <a:ln w="8725" cap="flat" cmpd="sng">
              <a:solidFill>
                <a:srgbClr val="262626"/>
              </a:solidFill>
              <a:prstDash val="solid"/>
              <a:round/>
              <a:headEnd type="none" w="sm" len="sm"/>
              <a:tailEnd type="none" w="sm" len="sm"/>
            </a:ln>
          </p:spPr>
          <p:txBody>
            <a:bodyPr spcFirstLastPara="1" wrap="square" lIns="31400" tIns="15700" rIns="31400" bIns="15700" anchor="ctr" anchorCtr="0">
              <a:noAutofit/>
            </a:bodyPr>
            <a:lstStyle/>
            <a:p>
              <a:pPr algn="ctr"/>
              <a:endParaRPr sz="618">
                <a:solidFill>
                  <a:schemeClr val="lt1"/>
                </a:solidFill>
                <a:latin typeface="Calibri"/>
                <a:ea typeface="Calibri"/>
                <a:cs typeface="Calibri"/>
                <a:sym typeface="Calibri"/>
              </a:endParaRPr>
            </a:p>
          </p:txBody>
        </p:sp>
        <p:sp>
          <p:nvSpPr>
            <p:cNvPr id="8" name="Google Shape;319;g3ef883ee339_0_401">
              <a:extLst>
                <a:ext uri="{FF2B5EF4-FFF2-40B4-BE49-F238E27FC236}">
                  <a16:creationId xmlns:a16="http://schemas.microsoft.com/office/drawing/2014/main" id="{BB05F68F-2245-9193-99C4-A7AC8EE0B8D2}"/>
                </a:ext>
              </a:extLst>
            </p:cNvPr>
            <p:cNvSpPr/>
            <p:nvPr/>
          </p:nvSpPr>
          <p:spPr>
            <a:xfrm>
              <a:off x="3427240" y="2349261"/>
              <a:ext cx="2020500" cy="2395500"/>
            </a:xfrm>
            <a:prstGeom prst="rect">
              <a:avLst/>
            </a:prstGeom>
            <a:solidFill>
              <a:srgbClr val="D8D8D8"/>
            </a:solidFill>
            <a:ln w="8725" cap="flat" cmpd="sng">
              <a:solidFill>
                <a:srgbClr val="262626"/>
              </a:solidFill>
              <a:prstDash val="solid"/>
              <a:round/>
              <a:headEnd type="none" w="sm" len="sm"/>
              <a:tailEnd type="none" w="sm" len="sm"/>
            </a:ln>
          </p:spPr>
          <p:txBody>
            <a:bodyPr spcFirstLastPara="1" wrap="square" lIns="31400" tIns="15700" rIns="31400" bIns="15700" anchor="ctr" anchorCtr="0">
              <a:noAutofit/>
            </a:bodyPr>
            <a:lstStyle/>
            <a:p>
              <a:pPr algn="ctr"/>
              <a:endParaRPr sz="618">
                <a:solidFill>
                  <a:schemeClr val="lt1"/>
                </a:solidFill>
                <a:latin typeface="Calibri"/>
                <a:ea typeface="Calibri"/>
                <a:cs typeface="Calibri"/>
                <a:sym typeface="Calibri"/>
              </a:endParaRPr>
            </a:p>
          </p:txBody>
        </p:sp>
        <p:sp>
          <p:nvSpPr>
            <p:cNvPr id="9" name="Google Shape;320;g3ef883ee339_0_401">
              <a:extLst>
                <a:ext uri="{FF2B5EF4-FFF2-40B4-BE49-F238E27FC236}">
                  <a16:creationId xmlns:a16="http://schemas.microsoft.com/office/drawing/2014/main" id="{60DE3C63-656B-5F08-7C35-AFADD9EC904E}"/>
                </a:ext>
              </a:extLst>
            </p:cNvPr>
            <p:cNvSpPr txBox="1"/>
            <p:nvPr/>
          </p:nvSpPr>
          <p:spPr>
            <a:xfrm>
              <a:off x="3181105" y="1693408"/>
              <a:ext cx="3049200" cy="461700"/>
            </a:xfrm>
            <a:prstGeom prst="rect">
              <a:avLst/>
            </a:prstGeom>
            <a:noFill/>
            <a:ln>
              <a:noFill/>
            </a:ln>
          </p:spPr>
          <p:txBody>
            <a:bodyPr spcFirstLastPara="1" wrap="square" lIns="31400" tIns="15700" rIns="31400" bIns="15700" anchor="t" anchorCtr="0">
              <a:spAutoFit/>
            </a:bodyPr>
            <a:lstStyle/>
            <a:p>
              <a:r>
                <a:rPr lang="en-US" sz="825" b="1">
                  <a:solidFill>
                    <a:schemeClr val="dk1"/>
                  </a:solidFill>
                  <a:latin typeface="Calibri"/>
                  <a:ea typeface="Calibri"/>
                  <a:cs typeface="Calibri"/>
                  <a:sym typeface="Calibri"/>
                </a:rPr>
                <a:t>Memory Controller</a:t>
              </a:r>
              <a:endParaRPr sz="618"/>
            </a:p>
          </p:txBody>
        </p:sp>
        <p:sp>
          <p:nvSpPr>
            <p:cNvPr id="10" name="Google Shape;321;g3ef883ee339_0_401">
              <a:extLst>
                <a:ext uri="{FF2B5EF4-FFF2-40B4-BE49-F238E27FC236}">
                  <a16:creationId xmlns:a16="http://schemas.microsoft.com/office/drawing/2014/main" id="{7A1996B9-B97B-2993-F8B4-4E0D61565BE7}"/>
                </a:ext>
              </a:extLst>
            </p:cNvPr>
            <p:cNvSpPr/>
            <p:nvPr/>
          </p:nvSpPr>
          <p:spPr>
            <a:xfrm>
              <a:off x="3634857" y="2667811"/>
              <a:ext cx="1538700" cy="1651800"/>
            </a:xfrm>
            <a:prstGeom prst="roundRect">
              <a:avLst>
                <a:gd name="adj" fmla="val 16667"/>
              </a:avLst>
            </a:prstGeom>
            <a:solidFill>
              <a:srgbClr val="FF9900"/>
            </a:solidFill>
            <a:ln w="9800" cap="flat" cmpd="sng">
              <a:solidFill>
                <a:srgbClr val="000000"/>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11" name="Google Shape;322;g3ef883ee339_0_401">
              <a:extLst>
                <a:ext uri="{FF2B5EF4-FFF2-40B4-BE49-F238E27FC236}">
                  <a16:creationId xmlns:a16="http://schemas.microsoft.com/office/drawing/2014/main" id="{963D7EB7-A86E-306D-C9CC-BECFC853C477}"/>
                </a:ext>
              </a:extLst>
            </p:cNvPr>
            <p:cNvSpPr txBox="1"/>
            <p:nvPr/>
          </p:nvSpPr>
          <p:spPr>
            <a:xfrm>
              <a:off x="3694825" y="2974938"/>
              <a:ext cx="1485300" cy="812100"/>
            </a:xfrm>
            <a:prstGeom prst="rect">
              <a:avLst/>
            </a:prstGeom>
            <a:noFill/>
            <a:ln>
              <a:noFill/>
            </a:ln>
          </p:spPr>
          <p:txBody>
            <a:bodyPr spcFirstLastPara="1" wrap="square" lIns="31400" tIns="31400" rIns="31400" bIns="31400" anchor="t" anchorCtr="0">
              <a:noAutofit/>
            </a:bodyPr>
            <a:lstStyle/>
            <a:p>
              <a:pPr algn="ctr"/>
              <a:r>
                <a:rPr lang="en-US" sz="962" b="1">
                  <a:solidFill>
                    <a:schemeClr val="dk1"/>
                  </a:solidFill>
                  <a:latin typeface="Calibri"/>
                  <a:ea typeface="Calibri"/>
                  <a:cs typeface="Calibri"/>
                  <a:sym typeface="Calibri"/>
                </a:rPr>
                <a:t>Optiannl ECC</a:t>
              </a:r>
              <a:endParaRPr sz="962" b="1">
                <a:solidFill>
                  <a:schemeClr val="dk1"/>
                </a:solidFill>
                <a:latin typeface="Calibri"/>
                <a:ea typeface="Calibri"/>
                <a:cs typeface="Calibri"/>
                <a:sym typeface="Calibri"/>
              </a:endParaRPr>
            </a:p>
          </p:txBody>
        </p:sp>
        <p:sp>
          <p:nvSpPr>
            <p:cNvPr id="13" name="Google Shape;323;g3ef883ee339_0_401">
              <a:extLst>
                <a:ext uri="{FF2B5EF4-FFF2-40B4-BE49-F238E27FC236}">
                  <a16:creationId xmlns:a16="http://schemas.microsoft.com/office/drawing/2014/main" id="{6E6A20EF-FD3B-E0F2-FE8F-C3085C98C023}"/>
                </a:ext>
              </a:extLst>
            </p:cNvPr>
            <p:cNvSpPr/>
            <p:nvPr/>
          </p:nvSpPr>
          <p:spPr>
            <a:xfrm rot="10800000">
              <a:off x="5447747" y="3888375"/>
              <a:ext cx="2012400" cy="253200"/>
            </a:xfrm>
            <a:prstGeom prst="rightArrow">
              <a:avLst>
                <a:gd name="adj1" fmla="val 50000"/>
                <a:gd name="adj2" fmla="val 50000"/>
              </a:avLst>
            </a:prstGeom>
            <a:solidFill>
              <a:srgbClr val="B45F06"/>
            </a:solidFill>
            <a:ln w="3275" cap="flat" cmpd="sng">
              <a:solidFill>
                <a:schemeClr val="dk2"/>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14" name="Google Shape;324;g3ef883ee339_0_401">
              <a:extLst>
                <a:ext uri="{FF2B5EF4-FFF2-40B4-BE49-F238E27FC236}">
                  <a16:creationId xmlns:a16="http://schemas.microsoft.com/office/drawing/2014/main" id="{AF4E1A33-9C04-61B4-13CB-6CEDF8332EE3}"/>
                </a:ext>
              </a:extLst>
            </p:cNvPr>
            <p:cNvSpPr txBox="1"/>
            <p:nvPr/>
          </p:nvSpPr>
          <p:spPr>
            <a:xfrm>
              <a:off x="8453600" y="1670925"/>
              <a:ext cx="1663800" cy="461700"/>
            </a:xfrm>
            <a:prstGeom prst="rect">
              <a:avLst/>
            </a:prstGeom>
            <a:noFill/>
            <a:ln>
              <a:noFill/>
            </a:ln>
          </p:spPr>
          <p:txBody>
            <a:bodyPr spcFirstLastPara="1" wrap="square" lIns="31400" tIns="15700" rIns="31400" bIns="15700" anchor="t" anchorCtr="0">
              <a:spAutoFit/>
            </a:bodyPr>
            <a:lstStyle/>
            <a:p>
              <a:r>
                <a:rPr lang="en-US" sz="825" b="1">
                  <a:solidFill>
                    <a:schemeClr val="dk1"/>
                  </a:solidFill>
                  <a:latin typeface="Calibri"/>
                  <a:ea typeface="Calibri"/>
                  <a:cs typeface="Calibri"/>
                  <a:sym typeface="Calibri"/>
                </a:rPr>
                <a:t>DRAM Die</a:t>
              </a:r>
              <a:endParaRPr sz="825"/>
            </a:p>
          </p:txBody>
        </p:sp>
        <p:sp>
          <p:nvSpPr>
            <p:cNvPr id="15" name="Google Shape;325;g3ef883ee339_0_401">
              <a:extLst>
                <a:ext uri="{FF2B5EF4-FFF2-40B4-BE49-F238E27FC236}">
                  <a16:creationId xmlns:a16="http://schemas.microsoft.com/office/drawing/2014/main" id="{DD56A430-533B-9D46-B9BF-4BD4B486E15D}"/>
                </a:ext>
              </a:extLst>
            </p:cNvPr>
            <p:cNvSpPr/>
            <p:nvPr/>
          </p:nvSpPr>
          <p:spPr>
            <a:xfrm>
              <a:off x="8528175" y="2768925"/>
              <a:ext cx="1305600" cy="1651800"/>
            </a:xfrm>
            <a:prstGeom prst="roundRect">
              <a:avLst>
                <a:gd name="adj" fmla="val 16667"/>
              </a:avLst>
            </a:prstGeom>
            <a:solidFill>
              <a:srgbClr val="A4C2F4"/>
            </a:solidFill>
            <a:ln w="9800" cap="flat" cmpd="sng">
              <a:solidFill>
                <a:schemeClr val="dk1"/>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16" name="Google Shape;326;g3ef883ee339_0_401">
              <a:extLst>
                <a:ext uri="{FF2B5EF4-FFF2-40B4-BE49-F238E27FC236}">
                  <a16:creationId xmlns:a16="http://schemas.microsoft.com/office/drawing/2014/main" id="{6647FE81-A9CD-8958-4293-C2253C2C4DFE}"/>
                </a:ext>
              </a:extLst>
            </p:cNvPr>
            <p:cNvSpPr txBox="1"/>
            <p:nvPr/>
          </p:nvSpPr>
          <p:spPr>
            <a:xfrm>
              <a:off x="8684909" y="3036936"/>
              <a:ext cx="1241100" cy="719700"/>
            </a:xfrm>
            <a:prstGeom prst="rect">
              <a:avLst/>
            </a:prstGeom>
            <a:noFill/>
            <a:ln>
              <a:noFill/>
            </a:ln>
          </p:spPr>
          <p:txBody>
            <a:bodyPr spcFirstLastPara="1" wrap="square" lIns="31400" tIns="31400" rIns="31400" bIns="31400" anchor="t" anchorCtr="0">
              <a:noAutofit/>
            </a:bodyPr>
            <a:lstStyle/>
            <a:p>
              <a:r>
                <a:rPr lang="en-US" sz="962">
                  <a:solidFill>
                    <a:schemeClr val="dk1"/>
                  </a:solidFill>
                  <a:latin typeface="Calibri"/>
                  <a:ea typeface="Calibri"/>
                  <a:cs typeface="Calibri"/>
                  <a:sym typeface="Calibri"/>
                </a:rPr>
                <a:t>Mem</a:t>
              </a:r>
              <a:br>
                <a:rPr lang="en-US" sz="962">
                  <a:solidFill>
                    <a:schemeClr val="dk1"/>
                  </a:solidFill>
                  <a:latin typeface="Calibri"/>
                  <a:ea typeface="Calibri"/>
                  <a:cs typeface="Calibri"/>
                  <a:sym typeface="Calibri"/>
                </a:rPr>
              </a:br>
              <a:r>
                <a:rPr lang="en-US" sz="962">
                  <a:solidFill>
                    <a:schemeClr val="dk1"/>
                  </a:solidFill>
                  <a:latin typeface="Calibri"/>
                  <a:ea typeface="Calibri"/>
                  <a:cs typeface="Calibri"/>
                  <a:sym typeface="Calibri"/>
                </a:rPr>
                <a:t>Array</a:t>
              </a:r>
              <a:endParaRPr sz="962">
                <a:solidFill>
                  <a:schemeClr val="dk1"/>
                </a:solidFill>
                <a:latin typeface="Calibri"/>
                <a:ea typeface="Calibri"/>
                <a:cs typeface="Calibri"/>
                <a:sym typeface="Calibri"/>
              </a:endParaRPr>
            </a:p>
          </p:txBody>
        </p:sp>
        <p:sp>
          <p:nvSpPr>
            <p:cNvPr id="17" name="Google Shape;327;g3ef883ee339_0_401">
              <a:extLst>
                <a:ext uri="{FF2B5EF4-FFF2-40B4-BE49-F238E27FC236}">
                  <a16:creationId xmlns:a16="http://schemas.microsoft.com/office/drawing/2014/main" id="{9F337C84-67D4-1A4A-E89A-FE1F03D0969D}"/>
                </a:ext>
              </a:extLst>
            </p:cNvPr>
            <p:cNvSpPr/>
            <p:nvPr/>
          </p:nvSpPr>
          <p:spPr>
            <a:xfrm>
              <a:off x="5447747" y="2961825"/>
              <a:ext cx="2052600" cy="253200"/>
            </a:xfrm>
            <a:prstGeom prst="rightArrow">
              <a:avLst>
                <a:gd name="adj1" fmla="val 50000"/>
                <a:gd name="adj2" fmla="val 50000"/>
              </a:avLst>
            </a:prstGeom>
            <a:solidFill>
              <a:srgbClr val="B45F06"/>
            </a:solidFill>
            <a:ln w="3275" cap="flat" cmpd="sng">
              <a:solidFill>
                <a:schemeClr val="dk2"/>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18" name="Google Shape;328;g3ef883ee339_0_401">
              <a:extLst>
                <a:ext uri="{FF2B5EF4-FFF2-40B4-BE49-F238E27FC236}">
                  <a16:creationId xmlns:a16="http://schemas.microsoft.com/office/drawing/2014/main" id="{F586A5C3-B6C5-9DB1-2CCE-3B338B6403E4}"/>
                </a:ext>
              </a:extLst>
            </p:cNvPr>
            <p:cNvSpPr txBox="1"/>
            <p:nvPr/>
          </p:nvSpPr>
          <p:spPr>
            <a:xfrm>
              <a:off x="5897417" y="2349261"/>
              <a:ext cx="3183900" cy="604200"/>
            </a:xfrm>
            <a:prstGeom prst="rect">
              <a:avLst/>
            </a:prstGeom>
            <a:noFill/>
            <a:ln>
              <a:noFill/>
            </a:ln>
          </p:spPr>
          <p:txBody>
            <a:bodyPr spcFirstLastPara="1" wrap="square" lIns="31400" tIns="31400" rIns="31400" bIns="31400" anchor="t" anchorCtr="0">
              <a:noAutofit/>
            </a:bodyPr>
            <a:lstStyle/>
            <a:p>
              <a:r>
                <a:rPr lang="en-US" sz="962" b="1">
                  <a:solidFill>
                    <a:schemeClr val="dk1"/>
                  </a:solidFill>
                  <a:latin typeface="Calibri"/>
                  <a:ea typeface="Calibri"/>
                  <a:cs typeface="Calibri"/>
                  <a:sym typeface="Calibri"/>
                </a:rPr>
                <a:t>Data</a:t>
              </a:r>
              <a:endParaRPr sz="962" b="1">
                <a:solidFill>
                  <a:schemeClr val="dk1"/>
                </a:solidFill>
                <a:latin typeface="Calibri"/>
                <a:ea typeface="Calibri"/>
                <a:cs typeface="Calibri"/>
                <a:sym typeface="Calibri"/>
              </a:endParaRPr>
            </a:p>
          </p:txBody>
        </p:sp>
        <p:sp>
          <p:nvSpPr>
            <p:cNvPr id="19" name="Google Shape;329;g3ef883ee339_0_401">
              <a:extLst>
                <a:ext uri="{FF2B5EF4-FFF2-40B4-BE49-F238E27FC236}">
                  <a16:creationId xmlns:a16="http://schemas.microsoft.com/office/drawing/2014/main" id="{98250804-98B2-6893-C2A3-F203BEBB4360}"/>
                </a:ext>
              </a:extLst>
            </p:cNvPr>
            <p:cNvSpPr txBox="1"/>
            <p:nvPr/>
          </p:nvSpPr>
          <p:spPr>
            <a:xfrm>
              <a:off x="5897417" y="3036936"/>
              <a:ext cx="3183900" cy="604200"/>
            </a:xfrm>
            <a:prstGeom prst="rect">
              <a:avLst/>
            </a:prstGeom>
            <a:noFill/>
            <a:ln>
              <a:noFill/>
            </a:ln>
          </p:spPr>
          <p:txBody>
            <a:bodyPr spcFirstLastPara="1" wrap="square" lIns="31400" tIns="31400" rIns="31400" bIns="31400" anchor="t" anchorCtr="0">
              <a:noAutofit/>
            </a:bodyPr>
            <a:lstStyle/>
            <a:p>
              <a:r>
                <a:rPr lang="en-US" sz="962" b="1">
                  <a:solidFill>
                    <a:schemeClr val="dk1"/>
                  </a:solidFill>
                  <a:latin typeface="Calibri"/>
                  <a:ea typeface="Calibri"/>
                  <a:cs typeface="Calibri"/>
                  <a:sym typeface="Calibri"/>
                </a:rPr>
                <a:t>Write </a:t>
              </a:r>
              <a:endParaRPr sz="962" b="1">
                <a:solidFill>
                  <a:schemeClr val="dk1"/>
                </a:solidFill>
                <a:latin typeface="Calibri"/>
                <a:ea typeface="Calibri"/>
                <a:cs typeface="Calibri"/>
                <a:sym typeface="Calibri"/>
              </a:endParaRPr>
            </a:p>
          </p:txBody>
        </p:sp>
        <p:sp>
          <p:nvSpPr>
            <p:cNvPr id="20" name="Google Shape;330;g3ef883ee339_0_401">
              <a:extLst>
                <a:ext uri="{FF2B5EF4-FFF2-40B4-BE49-F238E27FC236}">
                  <a16:creationId xmlns:a16="http://schemas.microsoft.com/office/drawing/2014/main" id="{C04BB49E-B0A4-8798-6983-7E8FB5E97584}"/>
                </a:ext>
              </a:extLst>
            </p:cNvPr>
            <p:cNvSpPr txBox="1"/>
            <p:nvPr/>
          </p:nvSpPr>
          <p:spPr>
            <a:xfrm>
              <a:off x="5933875" y="4013999"/>
              <a:ext cx="3183900" cy="666000"/>
            </a:xfrm>
            <a:prstGeom prst="rect">
              <a:avLst/>
            </a:prstGeom>
            <a:noFill/>
            <a:ln>
              <a:noFill/>
            </a:ln>
          </p:spPr>
          <p:txBody>
            <a:bodyPr spcFirstLastPara="1" wrap="square" lIns="31400" tIns="31400" rIns="31400" bIns="31400" anchor="t" anchorCtr="0">
              <a:noAutofit/>
            </a:bodyPr>
            <a:lstStyle/>
            <a:p>
              <a:r>
                <a:rPr lang="en-US" sz="962" b="1">
                  <a:solidFill>
                    <a:schemeClr val="dk1"/>
                  </a:solidFill>
                  <a:latin typeface="Calibri"/>
                  <a:ea typeface="Calibri"/>
                  <a:cs typeface="Calibri"/>
                  <a:sym typeface="Calibri"/>
                </a:rPr>
                <a:t>Read </a:t>
              </a:r>
              <a:endParaRPr sz="962" b="1">
                <a:solidFill>
                  <a:schemeClr val="dk1"/>
                </a:solidFill>
                <a:latin typeface="Calibri"/>
                <a:ea typeface="Calibri"/>
                <a:cs typeface="Calibri"/>
                <a:sym typeface="Calibri"/>
              </a:endParaRPr>
            </a:p>
          </p:txBody>
        </p:sp>
        <p:sp>
          <p:nvSpPr>
            <p:cNvPr id="21" name="Google Shape;331;g3ef883ee339_0_401">
              <a:extLst>
                <a:ext uri="{FF2B5EF4-FFF2-40B4-BE49-F238E27FC236}">
                  <a16:creationId xmlns:a16="http://schemas.microsoft.com/office/drawing/2014/main" id="{D9567E18-69FF-5BC8-30E9-E41550E29F5D}"/>
                </a:ext>
              </a:extLst>
            </p:cNvPr>
            <p:cNvSpPr txBox="1"/>
            <p:nvPr/>
          </p:nvSpPr>
          <p:spPr>
            <a:xfrm>
              <a:off x="5890250" y="1099925"/>
              <a:ext cx="1127400" cy="492900"/>
            </a:xfrm>
            <a:prstGeom prst="rect">
              <a:avLst/>
            </a:prstGeom>
            <a:noFill/>
            <a:ln>
              <a:noFill/>
            </a:ln>
          </p:spPr>
          <p:txBody>
            <a:bodyPr spcFirstLastPara="1" wrap="square" lIns="31400" tIns="31400" rIns="31400" bIns="31400" anchor="t" anchorCtr="0">
              <a:noAutofit/>
            </a:bodyPr>
            <a:lstStyle/>
            <a:p>
              <a:r>
                <a:rPr lang="en-US" sz="893" b="1">
                  <a:solidFill>
                    <a:schemeClr val="dk1"/>
                  </a:solidFill>
                  <a:latin typeface="Calibri"/>
                  <a:ea typeface="Calibri"/>
                  <a:cs typeface="Calibri"/>
                  <a:sym typeface="Calibri"/>
                </a:rPr>
                <a:t>HBM1</a:t>
              </a:r>
              <a:endParaRPr sz="893" b="1">
                <a:solidFill>
                  <a:schemeClr val="dk1"/>
                </a:solidFill>
                <a:latin typeface="Calibri"/>
                <a:ea typeface="Calibri"/>
                <a:cs typeface="Calibri"/>
                <a:sym typeface="Calibri"/>
              </a:endParaRPr>
            </a:p>
          </p:txBody>
        </p:sp>
      </p:grpSp>
      <p:grpSp>
        <p:nvGrpSpPr>
          <p:cNvPr id="22" name="Google Shape;332;g3ef883ee339_0_401">
            <a:extLst>
              <a:ext uri="{FF2B5EF4-FFF2-40B4-BE49-F238E27FC236}">
                <a16:creationId xmlns:a16="http://schemas.microsoft.com/office/drawing/2014/main" id="{49BFED6C-3AD1-AF00-3CEE-EBE87EC50DA8}"/>
              </a:ext>
            </a:extLst>
          </p:cNvPr>
          <p:cNvGrpSpPr/>
          <p:nvPr/>
        </p:nvGrpSpPr>
        <p:grpSpPr>
          <a:xfrm>
            <a:off x="201440" y="3634032"/>
            <a:ext cx="2764613" cy="1289638"/>
            <a:chOff x="2997180" y="1728650"/>
            <a:chExt cx="7985595" cy="3725125"/>
          </a:xfrm>
        </p:grpSpPr>
        <p:sp>
          <p:nvSpPr>
            <p:cNvPr id="23" name="Google Shape;333;g3ef883ee339_0_401">
              <a:extLst>
                <a:ext uri="{FF2B5EF4-FFF2-40B4-BE49-F238E27FC236}">
                  <a16:creationId xmlns:a16="http://schemas.microsoft.com/office/drawing/2014/main" id="{0D4E48BF-2E98-F29A-D86E-98DF5C6F10FC}"/>
                </a:ext>
              </a:extLst>
            </p:cNvPr>
            <p:cNvSpPr/>
            <p:nvPr/>
          </p:nvSpPr>
          <p:spPr>
            <a:xfrm>
              <a:off x="7612275" y="3010875"/>
              <a:ext cx="3370500" cy="2442900"/>
            </a:xfrm>
            <a:prstGeom prst="rect">
              <a:avLst/>
            </a:prstGeom>
            <a:solidFill>
              <a:srgbClr val="D9D9D9"/>
            </a:solidFill>
            <a:ln w="8775" cap="flat" cmpd="sng">
              <a:solidFill>
                <a:srgbClr val="262626"/>
              </a:solidFill>
              <a:prstDash val="solid"/>
              <a:round/>
              <a:headEnd type="none" w="sm" len="sm"/>
              <a:tailEnd type="none" w="sm" len="sm"/>
            </a:ln>
          </p:spPr>
          <p:txBody>
            <a:bodyPr spcFirstLastPara="1" wrap="square" lIns="31650" tIns="15825" rIns="31650" bIns="15825" anchor="ctr" anchorCtr="0">
              <a:noAutofit/>
            </a:bodyPr>
            <a:lstStyle/>
            <a:p>
              <a:pPr algn="ctr"/>
              <a:endParaRPr sz="623">
                <a:solidFill>
                  <a:schemeClr val="lt1"/>
                </a:solidFill>
                <a:latin typeface="Calibri"/>
                <a:ea typeface="Calibri"/>
                <a:cs typeface="Calibri"/>
                <a:sym typeface="Calibri"/>
              </a:endParaRPr>
            </a:p>
          </p:txBody>
        </p:sp>
        <p:sp>
          <p:nvSpPr>
            <p:cNvPr id="24" name="Google Shape;334;g3ef883ee339_0_401">
              <a:extLst>
                <a:ext uri="{FF2B5EF4-FFF2-40B4-BE49-F238E27FC236}">
                  <a16:creationId xmlns:a16="http://schemas.microsoft.com/office/drawing/2014/main" id="{4C55BA5A-A750-4181-EBC2-D9DDF2FBDA49}"/>
                </a:ext>
              </a:extLst>
            </p:cNvPr>
            <p:cNvSpPr/>
            <p:nvPr/>
          </p:nvSpPr>
          <p:spPr>
            <a:xfrm>
              <a:off x="3306790" y="3004286"/>
              <a:ext cx="2020500" cy="2395500"/>
            </a:xfrm>
            <a:prstGeom prst="rect">
              <a:avLst/>
            </a:prstGeom>
            <a:solidFill>
              <a:srgbClr val="D8D8D8"/>
            </a:solidFill>
            <a:ln w="8775" cap="flat" cmpd="sng">
              <a:solidFill>
                <a:srgbClr val="262626"/>
              </a:solidFill>
              <a:prstDash val="solid"/>
              <a:round/>
              <a:headEnd type="none" w="sm" len="sm"/>
              <a:tailEnd type="none" w="sm" len="sm"/>
            </a:ln>
          </p:spPr>
          <p:txBody>
            <a:bodyPr spcFirstLastPara="1" wrap="square" lIns="31650" tIns="15825" rIns="31650" bIns="15825" anchor="ctr" anchorCtr="0">
              <a:noAutofit/>
            </a:bodyPr>
            <a:lstStyle/>
            <a:p>
              <a:pPr algn="ctr"/>
              <a:endParaRPr sz="623">
                <a:solidFill>
                  <a:schemeClr val="lt1"/>
                </a:solidFill>
                <a:latin typeface="Calibri"/>
                <a:ea typeface="Calibri"/>
                <a:cs typeface="Calibri"/>
                <a:sym typeface="Calibri"/>
              </a:endParaRPr>
            </a:p>
          </p:txBody>
        </p:sp>
        <p:sp>
          <p:nvSpPr>
            <p:cNvPr id="25" name="Google Shape;335;g3ef883ee339_0_401">
              <a:extLst>
                <a:ext uri="{FF2B5EF4-FFF2-40B4-BE49-F238E27FC236}">
                  <a16:creationId xmlns:a16="http://schemas.microsoft.com/office/drawing/2014/main" id="{00C3B8F4-CDED-187F-CFA6-A3E4035780B6}"/>
                </a:ext>
              </a:extLst>
            </p:cNvPr>
            <p:cNvSpPr txBox="1"/>
            <p:nvPr/>
          </p:nvSpPr>
          <p:spPr>
            <a:xfrm>
              <a:off x="2997180" y="2285250"/>
              <a:ext cx="3049200" cy="461700"/>
            </a:xfrm>
            <a:prstGeom prst="rect">
              <a:avLst/>
            </a:prstGeom>
            <a:noFill/>
            <a:ln>
              <a:noFill/>
            </a:ln>
          </p:spPr>
          <p:txBody>
            <a:bodyPr spcFirstLastPara="1" wrap="square" lIns="31650" tIns="15825" rIns="31650" bIns="15825" anchor="t" anchorCtr="0">
              <a:spAutoFit/>
            </a:bodyPr>
            <a:lstStyle/>
            <a:p>
              <a:r>
                <a:rPr lang="en-US" sz="831" b="1">
                  <a:solidFill>
                    <a:schemeClr val="dk1"/>
                  </a:solidFill>
                  <a:latin typeface="Calibri"/>
                  <a:ea typeface="Calibri"/>
                  <a:cs typeface="Calibri"/>
                  <a:sym typeface="Calibri"/>
                </a:rPr>
                <a:t>Memory Controller</a:t>
              </a:r>
              <a:endParaRPr sz="623"/>
            </a:p>
          </p:txBody>
        </p:sp>
        <p:sp>
          <p:nvSpPr>
            <p:cNvPr id="26" name="Google Shape;336;g3ef883ee339_0_401">
              <a:extLst>
                <a:ext uri="{FF2B5EF4-FFF2-40B4-BE49-F238E27FC236}">
                  <a16:creationId xmlns:a16="http://schemas.microsoft.com/office/drawing/2014/main" id="{58F8F1CE-3F43-D54F-7A80-8F2C5DDBE24F}"/>
                </a:ext>
              </a:extLst>
            </p:cNvPr>
            <p:cNvSpPr/>
            <p:nvPr/>
          </p:nvSpPr>
          <p:spPr>
            <a:xfrm>
              <a:off x="3514407" y="3322836"/>
              <a:ext cx="1538700" cy="1651800"/>
            </a:xfrm>
            <a:prstGeom prst="roundRect">
              <a:avLst>
                <a:gd name="adj" fmla="val 16667"/>
              </a:avLst>
            </a:prstGeom>
            <a:solidFill>
              <a:srgbClr val="FF9900"/>
            </a:solidFill>
            <a:ln w="9900" cap="flat" cmpd="sng">
              <a:solidFill>
                <a:srgbClr val="000000"/>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27" name="Google Shape;337;g3ef883ee339_0_401">
              <a:extLst>
                <a:ext uri="{FF2B5EF4-FFF2-40B4-BE49-F238E27FC236}">
                  <a16:creationId xmlns:a16="http://schemas.microsoft.com/office/drawing/2014/main" id="{40A5579F-8337-D324-481B-138B76E5C423}"/>
                </a:ext>
              </a:extLst>
            </p:cNvPr>
            <p:cNvSpPr txBox="1"/>
            <p:nvPr/>
          </p:nvSpPr>
          <p:spPr>
            <a:xfrm>
              <a:off x="3597937" y="3821493"/>
              <a:ext cx="1485300" cy="8121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SEC-DED</a:t>
              </a:r>
              <a:endParaRPr sz="969" b="1">
                <a:solidFill>
                  <a:schemeClr val="dk1"/>
                </a:solidFill>
                <a:latin typeface="Calibri"/>
                <a:ea typeface="Calibri"/>
                <a:cs typeface="Calibri"/>
                <a:sym typeface="Calibri"/>
              </a:endParaRPr>
            </a:p>
          </p:txBody>
        </p:sp>
        <p:sp>
          <p:nvSpPr>
            <p:cNvPr id="28" name="Google Shape;338;g3ef883ee339_0_401">
              <a:extLst>
                <a:ext uri="{FF2B5EF4-FFF2-40B4-BE49-F238E27FC236}">
                  <a16:creationId xmlns:a16="http://schemas.microsoft.com/office/drawing/2014/main" id="{DBFB7F8D-15D3-7867-AEB1-F65D343436BA}"/>
                </a:ext>
              </a:extLst>
            </p:cNvPr>
            <p:cNvSpPr/>
            <p:nvPr/>
          </p:nvSpPr>
          <p:spPr>
            <a:xfrm rot="10800000">
              <a:off x="5331172" y="4489000"/>
              <a:ext cx="2321100" cy="253200"/>
            </a:xfrm>
            <a:prstGeom prst="rightArrow">
              <a:avLst>
                <a:gd name="adj1" fmla="val 50000"/>
                <a:gd name="adj2" fmla="val 50000"/>
              </a:avLst>
            </a:prstGeom>
            <a:solidFill>
              <a:srgbClr val="B45F06"/>
            </a:solidFill>
            <a:ln w="3325" cap="flat" cmpd="sng">
              <a:solidFill>
                <a:schemeClr val="dk2"/>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29" name="Google Shape;339;g3ef883ee339_0_401">
              <a:extLst>
                <a:ext uri="{FF2B5EF4-FFF2-40B4-BE49-F238E27FC236}">
                  <a16:creationId xmlns:a16="http://schemas.microsoft.com/office/drawing/2014/main" id="{A07B1CD0-2773-4F3F-458A-C6762FA37FFA}"/>
                </a:ext>
              </a:extLst>
            </p:cNvPr>
            <p:cNvSpPr txBox="1"/>
            <p:nvPr/>
          </p:nvSpPr>
          <p:spPr>
            <a:xfrm>
              <a:off x="8645725" y="2271550"/>
              <a:ext cx="1663800" cy="461700"/>
            </a:xfrm>
            <a:prstGeom prst="rect">
              <a:avLst/>
            </a:prstGeom>
            <a:noFill/>
            <a:ln>
              <a:noFill/>
            </a:ln>
          </p:spPr>
          <p:txBody>
            <a:bodyPr spcFirstLastPara="1" wrap="square" lIns="31650" tIns="15825" rIns="31650" bIns="15825" anchor="t" anchorCtr="0">
              <a:spAutoFit/>
            </a:bodyPr>
            <a:lstStyle/>
            <a:p>
              <a:r>
                <a:rPr lang="en-US" sz="831" b="1">
                  <a:solidFill>
                    <a:schemeClr val="dk1"/>
                  </a:solidFill>
                  <a:latin typeface="Calibri"/>
                  <a:ea typeface="Calibri"/>
                  <a:cs typeface="Calibri"/>
                  <a:sym typeface="Calibri"/>
                </a:rPr>
                <a:t>DRAM Die</a:t>
              </a:r>
              <a:endParaRPr sz="831"/>
            </a:p>
          </p:txBody>
        </p:sp>
        <p:sp>
          <p:nvSpPr>
            <p:cNvPr id="30" name="Google Shape;340;g3ef883ee339_0_401">
              <a:extLst>
                <a:ext uri="{FF2B5EF4-FFF2-40B4-BE49-F238E27FC236}">
                  <a16:creationId xmlns:a16="http://schemas.microsoft.com/office/drawing/2014/main" id="{5A0C4B33-9709-1558-8039-2E7CC7847C0E}"/>
                </a:ext>
              </a:extLst>
            </p:cNvPr>
            <p:cNvSpPr/>
            <p:nvPr/>
          </p:nvSpPr>
          <p:spPr>
            <a:xfrm>
              <a:off x="8632550" y="3369550"/>
              <a:ext cx="1305600" cy="1651800"/>
            </a:xfrm>
            <a:prstGeom prst="roundRect">
              <a:avLst>
                <a:gd name="adj" fmla="val 16667"/>
              </a:avLst>
            </a:prstGeom>
            <a:solidFill>
              <a:srgbClr val="A4C2F4"/>
            </a:solidFill>
            <a:ln w="9900" cap="flat" cmpd="sng">
              <a:solidFill>
                <a:schemeClr val="dk1"/>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31" name="Google Shape;341;g3ef883ee339_0_401">
              <a:extLst>
                <a:ext uri="{FF2B5EF4-FFF2-40B4-BE49-F238E27FC236}">
                  <a16:creationId xmlns:a16="http://schemas.microsoft.com/office/drawing/2014/main" id="{DB5939CC-AB56-9A6D-2611-F4DCB01E3C9B}"/>
                </a:ext>
              </a:extLst>
            </p:cNvPr>
            <p:cNvSpPr txBox="1"/>
            <p:nvPr/>
          </p:nvSpPr>
          <p:spPr>
            <a:xfrm>
              <a:off x="8789284" y="3637561"/>
              <a:ext cx="1241100" cy="719700"/>
            </a:xfrm>
            <a:prstGeom prst="rect">
              <a:avLst/>
            </a:prstGeom>
            <a:noFill/>
            <a:ln>
              <a:noFill/>
            </a:ln>
          </p:spPr>
          <p:txBody>
            <a:bodyPr spcFirstLastPara="1" wrap="square" lIns="31650" tIns="31650" rIns="31650" bIns="31650" anchor="t" anchorCtr="0">
              <a:noAutofit/>
            </a:bodyPr>
            <a:lstStyle/>
            <a:p>
              <a:r>
                <a:rPr lang="en-US" sz="969">
                  <a:solidFill>
                    <a:schemeClr val="dk1"/>
                  </a:solidFill>
                  <a:latin typeface="Calibri"/>
                  <a:ea typeface="Calibri"/>
                  <a:cs typeface="Calibri"/>
                  <a:sym typeface="Calibri"/>
                </a:rPr>
                <a:t>Mem</a:t>
              </a:r>
              <a:br>
                <a:rPr lang="en-US" sz="969">
                  <a:solidFill>
                    <a:schemeClr val="dk1"/>
                  </a:solidFill>
                  <a:latin typeface="Calibri"/>
                  <a:ea typeface="Calibri"/>
                  <a:cs typeface="Calibri"/>
                  <a:sym typeface="Calibri"/>
                </a:rPr>
              </a:br>
              <a:r>
                <a:rPr lang="en-US" sz="969">
                  <a:solidFill>
                    <a:schemeClr val="dk1"/>
                  </a:solidFill>
                  <a:latin typeface="Calibri"/>
                  <a:ea typeface="Calibri"/>
                  <a:cs typeface="Calibri"/>
                  <a:sym typeface="Calibri"/>
                </a:rPr>
                <a:t>Array</a:t>
              </a:r>
              <a:endParaRPr sz="969">
                <a:solidFill>
                  <a:schemeClr val="dk1"/>
                </a:solidFill>
                <a:latin typeface="Calibri"/>
                <a:ea typeface="Calibri"/>
                <a:cs typeface="Calibri"/>
                <a:sym typeface="Calibri"/>
              </a:endParaRPr>
            </a:p>
          </p:txBody>
        </p:sp>
        <p:sp>
          <p:nvSpPr>
            <p:cNvPr id="32" name="Google Shape;342;g3ef883ee339_0_401">
              <a:extLst>
                <a:ext uri="{FF2B5EF4-FFF2-40B4-BE49-F238E27FC236}">
                  <a16:creationId xmlns:a16="http://schemas.microsoft.com/office/drawing/2014/main" id="{5FA54947-F731-B926-585E-36B1BCE15A6C}"/>
                </a:ext>
              </a:extLst>
            </p:cNvPr>
            <p:cNvSpPr/>
            <p:nvPr/>
          </p:nvSpPr>
          <p:spPr>
            <a:xfrm>
              <a:off x="5372373" y="3562450"/>
              <a:ext cx="2319900" cy="253200"/>
            </a:xfrm>
            <a:prstGeom prst="rightArrow">
              <a:avLst>
                <a:gd name="adj1" fmla="val 50000"/>
                <a:gd name="adj2" fmla="val 50000"/>
              </a:avLst>
            </a:prstGeom>
            <a:solidFill>
              <a:srgbClr val="B45F06"/>
            </a:solidFill>
            <a:ln w="3325" cap="flat" cmpd="sng">
              <a:solidFill>
                <a:schemeClr val="dk2"/>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33" name="Google Shape;343;g3ef883ee339_0_401">
              <a:extLst>
                <a:ext uri="{FF2B5EF4-FFF2-40B4-BE49-F238E27FC236}">
                  <a16:creationId xmlns:a16="http://schemas.microsoft.com/office/drawing/2014/main" id="{118EBE41-2F1C-91C5-9417-CEEBC0452E5A}"/>
                </a:ext>
              </a:extLst>
            </p:cNvPr>
            <p:cNvSpPr txBox="1"/>
            <p:nvPr/>
          </p:nvSpPr>
          <p:spPr>
            <a:xfrm>
              <a:off x="5357250" y="2996213"/>
              <a:ext cx="4482900" cy="6042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Data + SysECC </a:t>
              </a:r>
              <a:endParaRPr sz="969" b="1">
                <a:solidFill>
                  <a:schemeClr val="dk1"/>
                </a:solidFill>
                <a:latin typeface="Calibri"/>
                <a:ea typeface="Calibri"/>
                <a:cs typeface="Calibri"/>
                <a:sym typeface="Calibri"/>
              </a:endParaRPr>
            </a:p>
          </p:txBody>
        </p:sp>
        <p:sp>
          <p:nvSpPr>
            <p:cNvPr id="34" name="Google Shape;344;g3ef883ee339_0_401">
              <a:extLst>
                <a:ext uri="{FF2B5EF4-FFF2-40B4-BE49-F238E27FC236}">
                  <a16:creationId xmlns:a16="http://schemas.microsoft.com/office/drawing/2014/main" id="{7CDBED94-02E9-E9B1-ED2E-6CA09FA53808}"/>
                </a:ext>
              </a:extLst>
            </p:cNvPr>
            <p:cNvSpPr txBox="1"/>
            <p:nvPr/>
          </p:nvSpPr>
          <p:spPr>
            <a:xfrm>
              <a:off x="5968642" y="3634686"/>
              <a:ext cx="3183900" cy="6042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Write</a:t>
              </a:r>
              <a:endParaRPr sz="969" b="1">
                <a:solidFill>
                  <a:schemeClr val="dk1"/>
                </a:solidFill>
                <a:latin typeface="Calibri"/>
                <a:ea typeface="Calibri"/>
                <a:cs typeface="Calibri"/>
                <a:sym typeface="Calibri"/>
              </a:endParaRPr>
            </a:p>
          </p:txBody>
        </p:sp>
        <p:sp>
          <p:nvSpPr>
            <p:cNvPr id="35" name="Google Shape;345;g3ef883ee339_0_401">
              <a:extLst>
                <a:ext uri="{FF2B5EF4-FFF2-40B4-BE49-F238E27FC236}">
                  <a16:creationId xmlns:a16="http://schemas.microsoft.com/office/drawing/2014/main" id="{392093A7-3730-D73A-A0AE-AFE63C584EC9}"/>
                </a:ext>
              </a:extLst>
            </p:cNvPr>
            <p:cNvSpPr txBox="1"/>
            <p:nvPr/>
          </p:nvSpPr>
          <p:spPr>
            <a:xfrm>
              <a:off x="6006742" y="4610536"/>
              <a:ext cx="3183900" cy="6042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Read </a:t>
              </a:r>
              <a:endParaRPr sz="969" b="1">
                <a:solidFill>
                  <a:schemeClr val="dk1"/>
                </a:solidFill>
                <a:latin typeface="Calibri"/>
                <a:ea typeface="Calibri"/>
                <a:cs typeface="Calibri"/>
                <a:sym typeface="Calibri"/>
              </a:endParaRPr>
            </a:p>
          </p:txBody>
        </p:sp>
        <p:sp>
          <p:nvSpPr>
            <p:cNvPr id="84" name="Google Shape;346;g3ef883ee339_0_401">
              <a:extLst>
                <a:ext uri="{FF2B5EF4-FFF2-40B4-BE49-F238E27FC236}">
                  <a16:creationId xmlns:a16="http://schemas.microsoft.com/office/drawing/2014/main" id="{94623E01-0EE0-4220-9DE7-4F5956AFF7D3}"/>
                </a:ext>
              </a:extLst>
            </p:cNvPr>
            <p:cNvSpPr txBox="1"/>
            <p:nvPr/>
          </p:nvSpPr>
          <p:spPr>
            <a:xfrm>
              <a:off x="5797825" y="1728650"/>
              <a:ext cx="1127400" cy="492900"/>
            </a:xfrm>
            <a:prstGeom prst="rect">
              <a:avLst/>
            </a:prstGeom>
            <a:noFill/>
            <a:ln>
              <a:noFill/>
            </a:ln>
          </p:spPr>
          <p:txBody>
            <a:bodyPr spcFirstLastPara="1" wrap="square" lIns="31650" tIns="31650" rIns="31650" bIns="31650" anchor="t" anchorCtr="0">
              <a:noAutofit/>
            </a:bodyPr>
            <a:lstStyle/>
            <a:p>
              <a:r>
                <a:rPr lang="en-US" sz="900" b="1">
                  <a:solidFill>
                    <a:schemeClr val="dk1"/>
                  </a:solidFill>
                  <a:latin typeface="Calibri"/>
                  <a:ea typeface="Calibri"/>
                  <a:cs typeface="Calibri"/>
                  <a:sym typeface="Calibri"/>
                </a:rPr>
                <a:t>HBM2</a:t>
              </a:r>
              <a:endParaRPr sz="900" b="1">
                <a:solidFill>
                  <a:schemeClr val="dk1"/>
                </a:solidFill>
                <a:latin typeface="Calibri"/>
                <a:ea typeface="Calibri"/>
                <a:cs typeface="Calibri"/>
                <a:sym typeface="Calibri"/>
              </a:endParaRPr>
            </a:p>
          </p:txBody>
        </p:sp>
      </p:grpSp>
      <p:grpSp>
        <p:nvGrpSpPr>
          <p:cNvPr id="85" name="Google Shape;347;g3ef883ee339_0_401">
            <a:extLst>
              <a:ext uri="{FF2B5EF4-FFF2-40B4-BE49-F238E27FC236}">
                <a16:creationId xmlns:a16="http://schemas.microsoft.com/office/drawing/2014/main" id="{807CADBB-88CA-BFE2-4FD9-AE921D450901}"/>
              </a:ext>
            </a:extLst>
          </p:cNvPr>
          <p:cNvGrpSpPr/>
          <p:nvPr/>
        </p:nvGrpSpPr>
        <p:grpSpPr>
          <a:xfrm>
            <a:off x="173909" y="5146630"/>
            <a:ext cx="3484946" cy="1362691"/>
            <a:chOff x="2188242" y="1082250"/>
            <a:chExt cx="9734486" cy="3806400"/>
          </a:xfrm>
        </p:grpSpPr>
        <p:sp>
          <p:nvSpPr>
            <p:cNvPr id="86" name="Google Shape;348;g3ef883ee339_0_401">
              <a:extLst>
                <a:ext uri="{FF2B5EF4-FFF2-40B4-BE49-F238E27FC236}">
                  <a16:creationId xmlns:a16="http://schemas.microsoft.com/office/drawing/2014/main" id="{EE2FB6E6-D43C-FA3E-D184-7D01029F14A1}"/>
                </a:ext>
              </a:extLst>
            </p:cNvPr>
            <p:cNvSpPr/>
            <p:nvPr/>
          </p:nvSpPr>
          <p:spPr>
            <a:xfrm>
              <a:off x="6736928" y="2445750"/>
              <a:ext cx="5185800" cy="2442900"/>
            </a:xfrm>
            <a:prstGeom prst="rect">
              <a:avLst/>
            </a:prstGeom>
            <a:solidFill>
              <a:srgbClr val="D9D9D9"/>
            </a:solidFill>
            <a:ln w="9075" cap="flat" cmpd="sng">
              <a:solidFill>
                <a:srgbClr val="262626"/>
              </a:solidFill>
              <a:prstDash val="solid"/>
              <a:round/>
              <a:headEnd type="none" w="sm" len="sm"/>
              <a:tailEnd type="none" w="sm" len="sm"/>
            </a:ln>
          </p:spPr>
          <p:txBody>
            <a:bodyPr spcFirstLastPara="1" wrap="square" lIns="32725" tIns="16350" rIns="32725" bIns="16350" anchor="ctr" anchorCtr="0">
              <a:noAutofit/>
            </a:bodyPr>
            <a:lstStyle/>
            <a:p>
              <a:pPr algn="ctr"/>
              <a:endParaRPr sz="645">
                <a:solidFill>
                  <a:schemeClr val="lt1"/>
                </a:solidFill>
                <a:latin typeface="Calibri"/>
                <a:ea typeface="Calibri"/>
                <a:cs typeface="Calibri"/>
                <a:sym typeface="Calibri"/>
              </a:endParaRPr>
            </a:p>
          </p:txBody>
        </p:sp>
        <p:sp>
          <p:nvSpPr>
            <p:cNvPr id="87" name="Google Shape;349;g3ef883ee339_0_401">
              <a:extLst>
                <a:ext uri="{FF2B5EF4-FFF2-40B4-BE49-F238E27FC236}">
                  <a16:creationId xmlns:a16="http://schemas.microsoft.com/office/drawing/2014/main" id="{3E0E16CA-305C-B55A-47CD-43A106D4F38F}"/>
                </a:ext>
              </a:extLst>
            </p:cNvPr>
            <p:cNvSpPr/>
            <p:nvPr/>
          </p:nvSpPr>
          <p:spPr>
            <a:xfrm>
              <a:off x="2532115" y="2350398"/>
              <a:ext cx="2020500" cy="2395500"/>
            </a:xfrm>
            <a:prstGeom prst="rect">
              <a:avLst/>
            </a:prstGeom>
            <a:solidFill>
              <a:srgbClr val="D8D8D8"/>
            </a:solidFill>
            <a:ln w="9075" cap="flat" cmpd="sng">
              <a:solidFill>
                <a:srgbClr val="262626"/>
              </a:solidFill>
              <a:prstDash val="solid"/>
              <a:round/>
              <a:headEnd type="none" w="sm" len="sm"/>
              <a:tailEnd type="none" w="sm" len="sm"/>
            </a:ln>
          </p:spPr>
          <p:txBody>
            <a:bodyPr spcFirstLastPara="1" wrap="square" lIns="32725" tIns="16350" rIns="32725" bIns="16350" anchor="ctr" anchorCtr="0">
              <a:noAutofit/>
            </a:bodyPr>
            <a:lstStyle/>
            <a:p>
              <a:pPr algn="ctr"/>
              <a:endParaRPr sz="645">
                <a:solidFill>
                  <a:schemeClr val="lt1"/>
                </a:solidFill>
                <a:latin typeface="Calibri"/>
                <a:ea typeface="Calibri"/>
                <a:cs typeface="Calibri"/>
                <a:sym typeface="Calibri"/>
              </a:endParaRPr>
            </a:p>
          </p:txBody>
        </p:sp>
        <p:sp>
          <p:nvSpPr>
            <p:cNvPr id="88" name="Google Shape;350;g3ef883ee339_0_401">
              <a:extLst>
                <a:ext uri="{FF2B5EF4-FFF2-40B4-BE49-F238E27FC236}">
                  <a16:creationId xmlns:a16="http://schemas.microsoft.com/office/drawing/2014/main" id="{0A54C4CA-DF57-94BA-665A-72BFC44ABBD6}"/>
                </a:ext>
              </a:extLst>
            </p:cNvPr>
            <p:cNvSpPr txBox="1"/>
            <p:nvPr/>
          </p:nvSpPr>
          <p:spPr>
            <a:xfrm>
              <a:off x="2188242" y="1617658"/>
              <a:ext cx="3049200" cy="461700"/>
            </a:xfrm>
            <a:prstGeom prst="rect">
              <a:avLst/>
            </a:prstGeom>
            <a:noFill/>
            <a:ln>
              <a:noFill/>
            </a:ln>
          </p:spPr>
          <p:txBody>
            <a:bodyPr spcFirstLastPara="1" wrap="square" lIns="32725" tIns="16350" rIns="32725" bIns="16350" anchor="t" anchorCtr="0">
              <a:spAutoFit/>
            </a:bodyPr>
            <a:lstStyle/>
            <a:p>
              <a:r>
                <a:rPr lang="en-US" sz="859" b="1">
                  <a:solidFill>
                    <a:schemeClr val="dk1"/>
                  </a:solidFill>
                  <a:latin typeface="Calibri"/>
                  <a:ea typeface="Calibri"/>
                  <a:cs typeface="Calibri"/>
                  <a:sym typeface="Calibri"/>
                </a:rPr>
                <a:t>Memory Controller</a:t>
              </a:r>
              <a:endParaRPr sz="645"/>
            </a:p>
          </p:txBody>
        </p:sp>
        <p:sp>
          <p:nvSpPr>
            <p:cNvPr id="89" name="Google Shape;351;g3ef883ee339_0_401">
              <a:extLst>
                <a:ext uri="{FF2B5EF4-FFF2-40B4-BE49-F238E27FC236}">
                  <a16:creationId xmlns:a16="http://schemas.microsoft.com/office/drawing/2014/main" id="{BAC3F72C-4C36-340A-8DE4-E2317058F84C}"/>
                </a:ext>
              </a:extLst>
            </p:cNvPr>
            <p:cNvSpPr/>
            <p:nvPr/>
          </p:nvSpPr>
          <p:spPr>
            <a:xfrm>
              <a:off x="2739732" y="2668948"/>
              <a:ext cx="1538700" cy="1651800"/>
            </a:xfrm>
            <a:prstGeom prst="roundRect">
              <a:avLst>
                <a:gd name="adj" fmla="val 16667"/>
              </a:avLst>
            </a:prstGeom>
            <a:solidFill>
              <a:srgbClr val="FF9900"/>
            </a:solidFill>
            <a:ln w="10250" cap="flat" cmpd="sng">
              <a:solidFill>
                <a:srgbClr val="000000"/>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90" name="Google Shape;352;g3ef883ee339_0_401">
              <a:extLst>
                <a:ext uri="{FF2B5EF4-FFF2-40B4-BE49-F238E27FC236}">
                  <a16:creationId xmlns:a16="http://schemas.microsoft.com/office/drawing/2014/main" id="{078E3FF5-5BBF-6B5A-9372-3CB40BA62B13}"/>
                </a:ext>
              </a:extLst>
            </p:cNvPr>
            <p:cNvSpPr txBox="1"/>
            <p:nvPr/>
          </p:nvSpPr>
          <p:spPr>
            <a:xfrm>
              <a:off x="2823262" y="3167606"/>
              <a:ext cx="1485300" cy="8121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SEC-DED</a:t>
              </a:r>
              <a:endParaRPr sz="1003" b="1">
                <a:solidFill>
                  <a:schemeClr val="dk1"/>
                </a:solidFill>
                <a:latin typeface="Calibri"/>
                <a:ea typeface="Calibri"/>
                <a:cs typeface="Calibri"/>
                <a:sym typeface="Calibri"/>
              </a:endParaRPr>
            </a:p>
          </p:txBody>
        </p:sp>
        <p:sp>
          <p:nvSpPr>
            <p:cNvPr id="91" name="Google Shape;353;g3ef883ee339_0_401">
              <a:extLst>
                <a:ext uri="{FF2B5EF4-FFF2-40B4-BE49-F238E27FC236}">
                  <a16:creationId xmlns:a16="http://schemas.microsoft.com/office/drawing/2014/main" id="{12FA67A1-3556-51F3-77DB-A4C0DB822CA9}"/>
                </a:ext>
              </a:extLst>
            </p:cNvPr>
            <p:cNvSpPr/>
            <p:nvPr/>
          </p:nvSpPr>
          <p:spPr>
            <a:xfrm rot="10800000">
              <a:off x="4591103" y="3923875"/>
              <a:ext cx="2185800" cy="253200"/>
            </a:xfrm>
            <a:prstGeom prst="rightArrow">
              <a:avLst>
                <a:gd name="adj1" fmla="val 50000"/>
                <a:gd name="adj2" fmla="val 50000"/>
              </a:avLst>
            </a:prstGeom>
            <a:solidFill>
              <a:srgbClr val="B45F0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92" name="Google Shape;354;g3ef883ee339_0_401">
              <a:extLst>
                <a:ext uri="{FF2B5EF4-FFF2-40B4-BE49-F238E27FC236}">
                  <a16:creationId xmlns:a16="http://schemas.microsoft.com/office/drawing/2014/main" id="{2F06A2D1-9753-2A0D-8905-6E8024967118}"/>
                </a:ext>
              </a:extLst>
            </p:cNvPr>
            <p:cNvSpPr txBox="1"/>
            <p:nvPr/>
          </p:nvSpPr>
          <p:spPr>
            <a:xfrm>
              <a:off x="8782787" y="1636375"/>
              <a:ext cx="1663800" cy="461700"/>
            </a:xfrm>
            <a:prstGeom prst="rect">
              <a:avLst/>
            </a:prstGeom>
            <a:noFill/>
            <a:ln>
              <a:noFill/>
            </a:ln>
          </p:spPr>
          <p:txBody>
            <a:bodyPr spcFirstLastPara="1" wrap="square" lIns="32725" tIns="16350" rIns="32725" bIns="16350" anchor="t" anchorCtr="0">
              <a:spAutoFit/>
            </a:bodyPr>
            <a:lstStyle/>
            <a:p>
              <a:r>
                <a:rPr lang="en-US" sz="859" b="1">
                  <a:solidFill>
                    <a:schemeClr val="dk1"/>
                  </a:solidFill>
                  <a:latin typeface="Calibri"/>
                  <a:ea typeface="Calibri"/>
                  <a:cs typeface="Calibri"/>
                  <a:sym typeface="Calibri"/>
                </a:rPr>
                <a:t>DRAM Die</a:t>
              </a:r>
              <a:endParaRPr sz="859"/>
            </a:p>
          </p:txBody>
        </p:sp>
        <p:sp>
          <p:nvSpPr>
            <p:cNvPr id="93" name="Google Shape;355;g3ef883ee339_0_401">
              <a:extLst>
                <a:ext uri="{FF2B5EF4-FFF2-40B4-BE49-F238E27FC236}">
                  <a16:creationId xmlns:a16="http://schemas.microsoft.com/office/drawing/2014/main" id="{46EA8953-4252-123F-E180-9594EB39BDF1}"/>
                </a:ext>
              </a:extLst>
            </p:cNvPr>
            <p:cNvSpPr/>
            <p:nvPr/>
          </p:nvSpPr>
          <p:spPr>
            <a:xfrm>
              <a:off x="10413113" y="2778263"/>
              <a:ext cx="1305600" cy="1651800"/>
            </a:xfrm>
            <a:prstGeom prst="roundRect">
              <a:avLst>
                <a:gd name="adj" fmla="val 16667"/>
              </a:avLst>
            </a:prstGeom>
            <a:solidFill>
              <a:srgbClr val="A4C2F4"/>
            </a:solidFill>
            <a:ln w="10250" cap="flat" cmpd="sng">
              <a:solidFill>
                <a:schemeClr val="dk1"/>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94" name="Google Shape;356;g3ef883ee339_0_401">
              <a:extLst>
                <a:ext uri="{FF2B5EF4-FFF2-40B4-BE49-F238E27FC236}">
                  <a16:creationId xmlns:a16="http://schemas.microsoft.com/office/drawing/2014/main" id="{9383EC1F-7FE1-9B67-61F9-28242B93E2BB}"/>
                </a:ext>
              </a:extLst>
            </p:cNvPr>
            <p:cNvSpPr txBox="1"/>
            <p:nvPr/>
          </p:nvSpPr>
          <p:spPr>
            <a:xfrm>
              <a:off x="10600160" y="3068986"/>
              <a:ext cx="1241100" cy="719700"/>
            </a:xfrm>
            <a:prstGeom prst="rect">
              <a:avLst/>
            </a:prstGeom>
            <a:noFill/>
            <a:ln>
              <a:noFill/>
            </a:ln>
          </p:spPr>
          <p:txBody>
            <a:bodyPr spcFirstLastPara="1" wrap="square" lIns="32725" tIns="32725" rIns="32725" bIns="32725" anchor="t" anchorCtr="0">
              <a:noAutofit/>
            </a:bodyPr>
            <a:lstStyle/>
            <a:p>
              <a:r>
                <a:rPr lang="en-US" sz="1003">
                  <a:solidFill>
                    <a:schemeClr val="dk1"/>
                  </a:solidFill>
                  <a:latin typeface="Calibri"/>
                  <a:ea typeface="Calibri"/>
                  <a:cs typeface="Calibri"/>
                  <a:sym typeface="Calibri"/>
                </a:rPr>
                <a:t>Mem</a:t>
              </a:r>
              <a:br>
                <a:rPr lang="en-US" sz="1003">
                  <a:solidFill>
                    <a:schemeClr val="dk1"/>
                  </a:solidFill>
                  <a:latin typeface="Calibri"/>
                  <a:ea typeface="Calibri"/>
                  <a:cs typeface="Calibri"/>
                  <a:sym typeface="Calibri"/>
                </a:rPr>
              </a:br>
              <a:r>
                <a:rPr lang="en-US" sz="1003">
                  <a:solidFill>
                    <a:schemeClr val="dk1"/>
                  </a:solidFill>
                  <a:latin typeface="Calibri"/>
                  <a:ea typeface="Calibri"/>
                  <a:cs typeface="Calibri"/>
                  <a:sym typeface="Calibri"/>
                </a:rPr>
                <a:t>Array</a:t>
              </a:r>
              <a:endParaRPr sz="1003">
                <a:solidFill>
                  <a:schemeClr val="dk1"/>
                </a:solidFill>
                <a:latin typeface="Calibri"/>
                <a:ea typeface="Calibri"/>
                <a:cs typeface="Calibri"/>
                <a:sym typeface="Calibri"/>
              </a:endParaRPr>
            </a:p>
          </p:txBody>
        </p:sp>
        <p:sp>
          <p:nvSpPr>
            <p:cNvPr id="95" name="Google Shape;357;g3ef883ee339_0_401">
              <a:extLst>
                <a:ext uri="{FF2B5EF4-FFF2-40B4-BE49-F238E27FC236}">
                  <a16:creationId xmlns:a16="http://schemas.microsoft.com/office/drawing/2014/main" id="{39A2904F-36C0-E477-809B-D07F1FD49569}"/>
                </a:ext>
              </a:extLst>
            </p:cNvPr>
            <p:cNvSpPr/>
            <p:nvPr/>
          </p:nvSpPr>
          <p:spPr>
            <a:xfrm>
              <a:off x="6859920" y="2804423"/>
              <a:ext cx="1538700" cy="1651800"/>
            </a:xfrm>
            <a:prstGeom prst="roundRect">
              <a:avLst>
                <a:gd name="adj" fmla="val 16667"/>
              </a:avLst>
            </a:prstGeom>
            <a:solidFill>
              <a:srgbClr val="FF9900"/>
            </a:solidFill>
            <a:ln w="10250" cap="flat" cmpd="sng">
              <a:solidFill>
                <a:srgbClr val="000000"/>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96" name="Google Shape;358;g3ef883ee339_0_401">
              <a:extLst>
                <a:ext uri="{FF2B5EF4-FFF2-40B4-BE49-F238E27FC236}">
                  <a16:creationId xmlns:a16="http://schemas.microsoft.com/office/drawing/2014/main" id="{D8880038-9271-71BB-DB59-FAE24F3676ED}"/>
                </a:ext>
              </a:extLst>
            </p:cNvPr>
            <p:cNvSpPr/>
            <p:nvPr/>
          </p:nvSpPr>
          <p:spPr>
            <a:xfrm>
              <a:off x="4591203" y="2997325"/>
              <a:ext cx="2225700" cy="253200"/>
            </a:xfrm>
            <a:prstGeom prst="rightArrow">
              <a:avLst>
                <a:gd name="adj1" fmla="val 50000"/>
                <a:gd name="adj2" fmla="val 50000"/>
              </a:avLst>
            </a:prstGeom>
            <a:solidFill>
              <a:srgbClr val="B45F0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97" name="Google Shape;359;g3ef883ee339_0_401">
              <a:extLst>
                <a:ext uri="{FF2B5EF4-FFF2-40B4-BE49-F238E27FC236}">
                  <a16:creationId xmlns:a16="http://schemas.microsoft.com/office/drawing/2014/main" id="{1A726975-572B-AAC7-A901-0C4111090C38}"/>
                </a:ext>
              </a:extLst>
            </p:cNvPr>
            <p:cNvSpPr txBox="1"/>
            <p:nvPr/>
          </p:nvSpPr>
          <p:spPr>
            <a:xfrm>
              <a:off x="4524762" y="2401063"/>
              <a:ext cx="4482900" cy="604200"/>
            </a:xfrm>
            <a:prstGeom prst="rect">
              <a:avLst/>
            </a:prstGeom>
            <a:noFill/>
            <a:ln>
              <a:noFill/>
            </a:ln>
          </p:spPr>
          <p:txBody>
            <a:bodyPr spcFirstLastPara="1" wrap="square" lIns="32725" tIns="32725" rIns="32725" bIns="32725" anchor="t" anchorCtr="0">
              <a:noAutofit/>
            </a:bodyPr>
            <a:lstStyle/>
            <a:p>
              <a:r>
                <a:rPr lang="en-US" sz="1003">
                  <a:solidFill>
                    <a:schemeClr val="dk1"/>
                  </a:solidFill>
                  <a:latin typeface="Calibri"/>
                  <a:ea typeface="Calibri"/>
                  <a:cs typeface="Calibri"/>
                  <a:sym typeface="Calibri"/>
                </a:rPr>
                <a:t>Data + SysECC</a:t>
              </a:r>
              <a:endParaRPr sz="1003" b="1">
                <a:solidFill>
                  <a:schemeClr val="dk1"/>
                </a:solidFill>
                <a:latin typeface="Calibri"/>
                <a:ea typeface="Calibri"/>
                <a:cs typeface="Calibri"/>
                <a:sym typeface="Calibri"/>
              </a:endParaRPr>
            </a:p>
          </p:txBody>
        </p:sp>
        <p:sp>
          <p:nvSpPr>
            <p:cNvPr id="98" name="Google Shape;360;g3ef883ee339_0_401">
              <a:extLst>
                <a:ext uri="{FF2B5EF4-FFF2-40B4-BE49-F238E27FC236}">
                  <a16:creationId xmlns:a16="http://schemas.microsoft.com/office/drawing/2014/main" id="{162812F7-2817-EC6A-396D-C309F66CFFBD}"/>
                </a:ext>
              </a:extLst>
            </p:cNvPr>
            <p:cNvSpPr txBox="1"/>
            <p:nvPr/>
          </p:nvSpPr>
          <p:spPr>
            <a:xfrm>
              <a:off x="5132267" y="3037036"/>
              <a:ext cx="3183900" cy="6042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Write </a:t>
              </a:r>
              <a:endParaRPr sz="1003" b="1">
                <a:solidFill>
                  <a:schemeClr val="dk1"/>
                </a:solidFill>
                <a:latin typeface="Calibri"/>
                <a:ea typeface="Calibri"/>
                <a:cs typeface="Calibri"/>
                <a:sym typeface="Calibri"/>
              </a:endParaRPr>
            </a:p>
          </p:txBody>
        </p:sp>
        <p:sp>
          <p:nvSpPr>
            <p:cNvPr id="99" name="Google Shape;361;g3ef883ee339_0_401">
              <a:extLst>
                <a:ext uri="{FF2B5EF4-FFF2-40B4-BE49-F238E27FC236}">
                  <a16:creationId xmlns:a16="http://schemas.microsoft.com/office/drawing/2014/main" id="{68300E22-0EDA-B624-CAD4-941CDE38AF79}"/>
                </a:ext>
              </a:extLst>
            </p:cNvPr>
            <p:cNvSpPr txBox="1"/>
            <p:nvPr/>
          </p:nvSpPr>
          <p:spPr>
            <a:xfrm>
              <a:off x="5100242" y="3975723"/>
              <a:ext cx="3183900" cy="6042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Read </a:t>
              </a:r>
              <a:endParaRPr sz="1003" b="1">
                <a:solidFill>
                  <a:schemeClr val="dk1"/>
                </a:solidFill>
                <a:latin typeface="Calibri"/>
                <a:ea typeface="Calibri"/>
                <a:cs typeface="Calibri"/>
                <a:sym typeface="Calibri"/>
              </a:endParaRPr>
            </a:p>
          </p:txBody>
        </p:sp>
        <p:sp>
          <p:nvSpPr>
            <p:cNvPr id="100" name="Google Shape;362;g3ef883ee339_0_401">
              <a:extLst>
                <a:ext uri="{FF2B5EF4-FFF2-40B4-BE49-F238E27FC236}">
                  <a16:creationId xmlns:a16="http://schemas.microsoft.com/office/drawing/2014/main" id="{8D439B97-B475-5365-B1B0-A8FEF62AF06E}"/>
                </a:ext>
              </a:extLst>
            </p:cNvPr>
            <p:cNvSpPr txBox="1"/>
            <p:nvPr/>
          </p:nvSpPr>
          <p:spPr>
            <a:xfrm>
              <a:off x="4806700" y="1082250"/>
              <a:ext cx="2053200" cy="492900"/>
            </a:xfrm>
            <a:prstGeom prst="rect">
              <a:avLst/>
            </a:prstGeom>
            <a:noFill/>
            <a:ln>
              <a:noFill/>
            </a:ln>
          </p:spPr>
          <p:txBody>
            <a:bodyPr spcFirstLastPara="1" wrap="square" lIns="32725" tIns="32725" rIns="32725" bIns="32725" anchor="t" anchorCtr="0">
              <a:noAutofit/>
            </a:bodyPr>
            <a:lstStyle/>
            <a:p>
              <a:r>
                <a:rPr lang="en-US" sz="931" b="1">
                  <a:solidFill>
                    <a:schemeClr val="dk1"/>
                  </a:solidFill>
                  <a:latin typeface="Calibri"/>
                  <a:ea typeface="Calibri"/>
                  <a:cs typeface="Calibri"/>
                  <a:sym typeface="Calibri"/>
                </a:rPr>
                <a:t>HBM2E</a:t>
              </a:r>
              <a:endParaRPr sz="931" b="1">
                <a:solidFill>
                  <a:schemeClr val="dk1"/>
                </a:solidFill>
                <a:latin typeface="Calibri"/>
                <a:ea typeface="Calibri"/>
                <a:cs typeface="Calibri"/>
                <a:sym typeface="Calibri"/>
              </a:endParaRPr>
            </a:p>
          </p:txBody>
        </p:sp>
        <p:sp>
          <p:nvSpPr>
            <p:cNvPr id="101" name="Google Shape;363;g3ef883ee339_0_401">
              <a:extLst>
                <a:ext uri="{FF2B5EF4-FFF2-40B4-BE49-F238E27FC236}">
                  <a16:creationId xmlns:a16="http://schemas.microsoft.com/office/drawing/2014/main" id="{D1245339-16BA-96E4-A47E-8DBED5505FE9}"/>
                </a:ext>
              </a:extLst>
            </p:cNvPr>
            <p:cNvSpPr txBox="1"/>
            <p:nvPr/>
          </p:nvSpPr>
          <p:spPr>
            <a:xfrm>
              <a:off x="6927410" y="3321327"/>
              <a:ext cx="1485300" cy="8121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SEC-DED</a:t>
              </a:r>
              <a:endParaRPr sz="1003" b="1">
                <a:solidFill>
                  <a:schemeClr val="dk1"/>
                </a:solidFill>
                <a:latin typeface="Calibri"/>
                <a:ea typeface="Calibri"/>
                <a:cs typeface="Calibri"/>
                <a:sym typeface="Calibri"/>
              </a:endParaRPr>
            </a:p>
          </p:txBody>
        </p:sp>
        <p:sp>
          <p:nvSpPr>
            <p:cNvPr id="102" name="Google Shape;364;g3ef883ee339_0_401">
              <a:extLst>
                <a:ext uri="{FF2B5EF4-FFF2-40B4-BE49-F238E27FC236}">
                  <a16:creationId xmlns:a16="http://schemas.microsoft.com/office/drawing/2014/main" id="{E16D009A-0CA5-6C4A-29F9-81FE44741A02}"/>
                </a:ext>
              </a:extLst>
            </p:cNvPr>
            <p:cNvSpPr/>
            <p:nvPr/>
          </p:nvSpPr>
          <p:spPr>
            <a:xfrm>
              <a:off x="8425550" y="3037025"/>
              <a:ext cx="1945500" cy="289500"/>
            </a:xfrm>
            <a:prstGeom prst="rightArrow">
              <a:avLst>
                <a:gd name="adj1" fmla="val 50000"/>
                <a:gd name="adj2" fmla="val 50000"/>
              </a:avLst>
            </a:prstGeom>
            <a:solidFill>
              <a:srgbClr val="66666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103" name="Google Shape;365;g3ef883ee339_0_401">
              <a:extLst>
                <a:ext uri="{FF2B5EF4-FFF2-40B4-BE49-F238E27FC236}">
                  <a16:creationId xmlns:a16="http://schemas.microsoft.com/office/drawing/2014/main" id="{C24CD859-A317-419B-B637-4632B2D106B5}"/>
                </a:ext>
              </a:extLst>
            </p:cNvPr>
            <p:cNvSpPr/>
            <p:nvPr/>
          </p:nvSpPr>
          <p:spPr>
            <a:xfrm rot="10800000">
              <a:off x="8412700" y="3860013"/>
              <a:ext cx="1945500" cy="289500"/>
            </a:xfrm>
            <a:prstGeom prst="rightArrow">
              <a:avLst>
                <a:gd name="adj1" fmla="val 50000"/>
                <a:gd name="adj2" fmla="val 50000"/>
              </a:avLst>
            </a:prstGeom>
            <a:solidFill>
              <a:srgbClr val="66666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104" name="Google Shape;366;g3ef883ee339_0_401">
              <a:extLst>
                <a:ext uri="{FF2B5EF4-FFF2-40B4-BE49-F238E27FC236}">
                  <a16:creationId xmlns:a16="http://schemas.microsoft.com/office/drawing/2014/main" id="{3C384613-120D-B172-B81D-67B377860F27}"/>
                </a:ext>
              </a:extLst>
            </p:cNvPr>
            <p:cNvSpPr txBox="1"/>
            <p:nvPr/>
          </p:nvSpPr>
          <p:spPr>
            <a:xfrm>
              <a:off x="7383788" y="2393125"/>
              <a:ext cx="4029000" cy="604200"/>
            </a:xfrm>
            <a:prstGeom prst="rect">
              <a:avLst/>
            </a:prstGeom>
            <a:noFill/>
            <a:ln>
              <a:noFill/>
            </a:ln>
          </p:spPr>
          <p:txBody>
            <a:bodyPr spcFirstLastPara="1" wrap="square" lIns="32725" tIns="32725" rIns="32725" bIns="32725" anchor="t" anchorCtr="0">
              <a:noAutofit/>
            </a:bodyPr>
            <a:lstStyle/>
            <a:p>
              <a:pPr algn="ctr"/>
              <a:r>
                <a:rPr lang="en-US" sz="788" b="1">
                  <a:solidFill>
                    <a:schemeClr val="dk1"/>
                  </a:solidFill>
                  <a:latin typeface="Calibri"/>
                  <a:ea typeface="Calibri"/>
                  <a:cs typeface="Calibri"/>
                  <a:sym typeface="Calibri"/>
                </a:rPr>
                <a:t>Data + SysECC + ODECC</a:t>
              </a:r>
              <a:endParaRPr sz="788" b="1">
                <a:solidFill>
                  <a:schemeClr val="dk1"/>
                </a:solidFill>
                <a:latin typeface="Calibri"/>
                <a:ea typeface="Calibri"/>
                <a:cs typeface="Calibri"/>
                <a:sym typeface="Calibri"/>
              </a:endParaRPr>
            </a:p>
          </p:txBody>
        </p:sp>
      </p:grpSp>
      <p:grpSp>
        <p:nvGrpSpPr>
          <p:cNvPr id="105" name="Google Shape;367;g3ef883ee339_0_401">
            <a:extLst>
              <a:ext uri="{FF2B5EF4-FFF2-40B4-BE49-F238E27FC236}">
                <a16:creationId xmlns:a16="http://schemas.microsoft.com/office/drawing/2014/main" id="{4376C7DE-A71D-7135-E600-17236B204A85}"/>
              </a:ext>
            </a:extLst>
          </p:cNvPr>
          <p:cNvGrpSpPr/>
          <p:nvPr/>
        </p:nvGrpSpPr>
        <p:grpSpPr>
          <a:xfrm>
            <a:off x="3892426" y="2694306"/>
            <a:ext cx="7949478" cy="3250488"/>
            <a:chOff x="2552317" y="1085525"/>
            <a:chExt cx="9288943" cy="3798187"/>
          </a:xfrm>
        </p:grpSpPr>
        <p:sp>
          <p:nvSpPr>
            <p:cNvPr id="106" name="Google Shape;368;g3ef883ee339_0_401">
              <a:extLst>
                <a:ext uri="{FF2B5EF4-FFF2-40B4-BE49-F238E27FC236}">
                  <a16:creationId xmlns:a16="http://schemas.microsoft.com/office/drawing/2014/main" id="{70060815-FEE1-B72C-A2E5-A84AFA3D973B}"/>
                </a:ext>
              </a:extLst>
            </p:cNvPr>
            <p:cNvSpPr/>
            <p:nvPr/>
          </p:nvSpPr>
          <p:spPr>
            <a:xfrm>
              <a:off x="6467822" y="2440812"/>
              <a:ext cx="5365500" cy="2442900"/>
            </a:xfrm>
            <a:prstGeom prst="rect">
              <a:avLst/>
            </a:prstGeom>
            <a:solidFill>
              <a:srgbClr val="D9D9D9"/>
            </a:solidFill>
            <a:ln w="21725" cap="flat" cmpd="sng">
              <a:solidFill>
                <a:srgbClr val="262626"/>
              </a:solidFill>
              <a:prstDash val="solid"/>
              <a:round/>
              <a:headEnd type="none" w="sm" len="sm"/>
              <a:tailEnd type="none" w="sm" len="sm"/>
            </a:ln>
          </p:spPr>
          <p:txBody>
            <a:bodyPr spcFirstLastPara="1" wrap="square" lIns="78225" tIns="39100" rIns="78225" bIns="39100" anchor="ctr" anchorCtr="0">
              <a:noAutofit/>
            </a:bodyPr>
            <a:lstStyle/>
            <a:p>
              <a:pPr algn="ctr"/>
              <a:endParaRPr sz="1540">
                <a:solidFill>
                  <a:schemeClr val="lt1"/>
                </a:solidFill>
                <a:latin typeface="Calibri"/>
                <a:ea typeface="Calibri"/>
                <a:cs typeface="Calibri"/>
                <a:sym typeface="Calibri"/>
              </a:endParaRPr>
            </a:p>
          </p:txBody>
        </p:sp>
        <p:sp>
          <p:nvSpPr>
            <p:cNvPr id="107" name="Google Shape;369;g3ef883ee339_0_401">
              <a:extLst>
                <a:ext uri="{FF2B5EF4-FFF2-40B4-BE49-F238E27FC236}">
                  <a16:creationId xmlns:a16="http://schemas.microsoft.com/office/drawing/2014/main" id="{AC47B769-62D4-1C87-E816-6AE2F5552241}"/>
                </a:ext>
              </a:extLst>
            </p:cNvPr>
            <p:cNvSpPr/>
            <p:nvPr/>
          </p:nvSpPr>
          <p:spPr>
            <a:xfrm>
              <a:off x="2896198" y="2369113"/>
              <a:ext cx="1629900" cy="2395500"/>
            </a:xfrm>
            <a:prstGeom prst="rect">
              <a:avLst/>
            </a:prstGeom>
            <a:solidFill>
              <a:srgbClr val="D8D8D8"/>
            </a:solidFill>
            <a:ln w="21725" cap="flat" cmpd="sng">
              <a:solidFill>
                <a:srgbClr val="262626"/>
              </a:solidFill>
              <a:prstDash val="solid"/>
              <a:round/>
              <a:headEnd type="none" w="sm" len="sm"/>
              <a:tailEnd type="none" w="sm" len="sm"/>
            </a:ln>
          </p:spPr>
          <p:txBody>
            <a:bodyPr spcFirstLastPara="1" wrap="square" lIns="78225" tIns="39100" rIns="78225" bIns="39100" anchor="ctr" anchorCtr="0">
              <a:noAutofit/>
            </a:bodyPr>
            <a:lstStyle/>
            <a:p>
              <a:pPr algn="ctr"/>
              <a:endParaRPr sz="1540">
                <a:solidFill>
                  <a:schemeClr val="lt1"/>
                </a:solidFill>
                <a:latin typeface="Calibri"/>
                <a:ea typeface="Calibri"/>
                <a:cs typeface="Calibri"/>
                <a:sym typeface="Calibri"/>
              </a:endParaRPr>
            </a:p>
          </p:txBody>
        </p:sp>
        <p:sp>
          <p:nvSpPr>
            <p:cNvPr id="108" name="Google Shape;370;g3ef883ee339_0_401">
              <a:extLst>
                <a:ext uri="{FF2B5EF4-FFF2-40B4-BE49-F238E27FC236}">
                  <a16:creationId xmlns:a16="http://schemas.microsoft.com/office/drawing/2014/main" id="{87FCCDFB-8A66-4714-BFDE-5A3981884AB1}"/>
                </a:ext>
              </a:extLst>
            </p:cNvPr>
            <p:cNvSpPr txBox="1"/>
            <p:nvPr/>
          </p:nvSpPr>
          <p:spPr>
            <a:xfrm>
              <a:off x="2552317" y="1636383"/>
              <a:ext cx="3049200" cy="461700"/>
            </a:xfrm>
            <a:prstGeom prst="rect">
              <a:avLst/>
            </a:prstGeom>
            <a:noFill/>
            <a:ln>
              <a:noFill/>
            </a:ln>
          </p:spPr>
          <p:txBody>
            <a:bodyPr spcFirstLastPara="1" wrap="square" lIns="78225" tIns="39100" rIns="78225" bIns="39100" anchor="t" anchorCtr="0">
              <a:spAutoFit/>
            </a:bodyPr>
            <a:lstStyle/>
            <a:p>
              <a:r>
                <a:rPr lang="en-US" sz="2054" b="1">
                  <a:solidFill>
                    <a:schemeClr val="dk1"/>
                  </a:solidFill>
                  <a:latin typeface="Calibri"/>
                  <a:ea typeface="Calibri"/>
                  <a:cs typeface="Calibri"/>
                  <a:sym typeface="Calibri"/>
                </a:rPr>
                <a:t>Memory Controller</a:t>
              </a:r>
              <a:endParaRPr sz="1540"/>
            </a:p>
          </p:txBody>
        </p:sp>
        <p:sp>
          <p:nvSpPr>
            <p:cNvPr id="109" name="Google Shape;371;g3ef883ee339_0_401">
              <a:extLst>
                <a:ext uri="{FF2B5EF4-FFF2-40B4-BE49-F238E27FC236}">
                  <a16:creationId xmlns:a16="http://schemas.microsoft.com/office/drawing/2014/main" id="{52396708-BBE9-BC26-A624-B23B53F5E77B}"/>
                </a:ext>
              </a:extLst>
            </p:cNvPr>
            <p:cNvSpPr/>
            <p:nvPr/>
          </p:nvSpPr>
          <p:spPr>
            <a:xfrm>
              <a:off x="3245328" y="3091692"/>
              <a:ext cx="872100" cy="915600"/>
            </a:xfrm>
            <a:prstGeom prst="roundRect">
              <a:avLst>
                <a:gd name="adj" fmla="val 16667"/>
              </a:avLst>
            </a:prstGeom>
            <a:solidFill>
              <a:srgbClr val="F9CB9C"/>
            </a:solidFill>
            <a:ln w="24450" cap="flat" cmpd="sng">
              <a:solidFill>
                <a:srgbClr val="000000"/>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10" name="Google Shape;372;g3ef883ee339_0_401">
              <a:extLst>
                <a:ext uri="{FF2B5EF4-FFF2-40B4-BE49-F238E27FC236}">
                  <a16:creationId xmlns:a16="http://schemas.microsoft.com/office/drawing/2014/main" id="{91E3AA83-DF26-6CC2-E13B-92E0D246AEC2}"/>
                </a:ext>
              </a:extLst>
            </p:cNvPr>
            <p:cNvSpPr txBox="1"/>
            <p:nvPr/>
          </p:nvSpPr>
          <p:spPr>
            <a:xfrm>
              <a:off x="3296536" y="3195188"/>
              <a:ext cx="926700" cy="812100"/>
            </a:xfrm>
            <a:prstGeom prst="rect">
              <a:avLst/>
            </a:prstGeom>
            <a:noFill/>
            <a:ln>
              <a:noFill/>
            </a:ln>
          </p:spPr>
          <p:txBody>
            <a:bodyPr spcFirstLastPara="1" wrap="square" lIns="78225" tIns="78225" rIns="78225" bIns="78225" anchor="t" anchorCtr="0">
              <a:noAutofit/>
            </a:bodyPr>
            <a:lstStyle/>
            <a:p>
              <a:r>
                <a:rPr lang="en-US" sz="2396" b="1">
                  <a:solidFill>
                    <a:schemeClr val="dk1"/>
                  </a:solidFill>
                  <a:latin typeface="Calibri"/>
                  <a:ea typeface="Calibri"/>
                  <a:cs typeface="Calibri"/>
                  <a:sym typeface="Calibri"/>
                </a:rPr>
                <a:t>CRC</a:t>
              </a:r>
              <a:endParaRPr sz="2396" b="1">
                <a:solidFill>
                  <a:schemeClr val="dk1"/>
                </a:solidFill>
                <a:latin typeface="Calibri"/>
                <a:ea typeface="Calibri"/>
                <a:cs typeface="Calibri"/>
                <a:sym typeface="Calibri"/>
              </a:endParaRPr>
            </a:p>
          </p:txBody>
        </p:sp>
        <p:sp>
          <p:nvSpPr>
            <p:cNvPr id="111" name="Google Shape;373;g3ef883ee339_0_401">
              <a:extLst>
                <a:ext uri="{FF2B5EF4-FFF2-40B4-BE49-F238E27FC236}">
                  <a16:creationId xmlns:a16="http://schemas.microsoft.com/office/drawing/2014/main" id="{53F8E96E-C05F-90C6-40D5-E7ABD2520B16}"/>
                </a:ext>
              </a:extLst>
            </p:cNvPr>
            <p:cNvSpPr/>
            <p:nvPr/>
          </p:nvSpPr>
          <p:spPr>
            <a:xfrm rot="10800000">
              <a:off x="4509048" y="3982900"/>
              <a:ext cx="2065200" cy="180600"/>
            </a:xfrm>
            <a:prstGeom prst="rightArrow">
              <a:avLst>
                <a:gd name="adj1" fmla="val 50000"/>
                <a:gd name="adj2" fmla="val 50000"/>
              </a:avLst>
            </a:prstGeom>
            <a:solidFill>
              <a:srgbClr val="E69138"/>
            </a:solidFill>
            <a:ln w="8150" cap="flat" cmpd="sng">
              <a:solidFill>
                <a:schemeClr val="dk2"/>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12" name="Google Shape;374;g3ef883ee339_0_401">
              <a:extLst>
                <a:ext uri="{FF2B5EF4-FFF2-40B4-BE49-F238E27FC236}">
                  <a16:creationId xmlns:a16="http://schemas.microsoft.com/office/drawing/2014/main" id="{5B38A461-2261-4C5E-C7B9-2BBB8FB819E8}"/>
                </a:ext>
              </a:extLst>
            </p:cNvPr>
            <p:cNvSpPr txBox="1"/>
            <p:nvPr/>
          </p:nvSpPr>
          <p:spPr>
            <a:xfrm>
              <a:off x="8782787" y="1636375"/>
              <a:ext cx="1663800" cy="461700"/>
            </a:xfrm>
            <a:prstGeom prst="rect">
              <a:avLst/>
            </a:prstGeom>
            <a:noFill/>
            <a:ln>
              <a:noFill/>
            </a:ln>
          </p:spPr>
          <p:txBody>
            <a:bodyPr spcFirstLastPara="1" wrap="square" lIns="78225" tIns="39100" rIns="78225" bIns="39100" anchor="t" anchorCtr="0">
              <a:spAutoFit/>
            </a:bodyPr>
            <a:lstStyle/>
            <a:p>
              <a:r>
                <a:rPr lang="en-US" sz="2054" b="1">
                  <a:solidFill>
                    <a:schemeClr val="dk1"/>
                  </a:solidFill>
                  <a:latin typeface="Calibri"/>
                  <a:ea typeface="Calibri"/>
                  <a:cs typeface="Calibri"/>
                  <a:sym typeface="Calibri"/>
                </a:rPr>
                <a:t>DRAM Die</a:t>
              </a:r>
              <a:endParaRPr sz="2054"/>
            </a:p>
          </p:txBody>
        </p:sp>
        <p:sp>
          <p:nvSpPr>
            <p:cNvPr id="113" name="Google Shape;375;g3ef883ee339_0_401">
              <a:extLst>
                <a:ext uri="{FF2B5EF4-FFF2-40B4-BE49-F238E27FC236}">
                  <a16:creationId xmlns:a16="http://schemas.microsoft.com/office/drawing/2014/main" id="{CD89FC5B-07B6-8BC4-B16B-FF815D328ABB}"/>
                </a:ext>
              </a:extLst>
            </p:cNvPr>
            <p:cNvSpPr/>
            <p:nvPr/>
          </p:nvSpPr>
          <p:spPr>
            <a:xfrm>
              <a:off x="10413113" y="2778263"/>
              <a:ext cx="1305600" cy="1651800"/>
            </a:xfrm>
            <a:prstGeom prst="roundRect">
              <a:avLst>
                <a:gd name="adj" fmla="val 16667"/>
              </a:avLst>
            </a:prstGeom>
            <a:solidFill>
              <a:srgbClr val="A4C2F4"/>
            </a:solidFill>
            <a:ln w="24450" cap="flat" cmpd="sng">
              <a:solidFill>
                <a:schemeClr val="dk1"/>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14" name="Google Shape;376;g3ef883ee339_0_401">
              <a:extLst>
                <a:ext uri="{FF2B5EF4-FFF2-40B4-BE49-F238E27FC236}">
                  <a16:creationId xmlns:a16="http://schemas.microsoft.com/office/drawing/2014/main" id="{BEE2943F-5B09-7A76-CFF8-5052CF115D2E}"/>
                </a:ext>
              </a:extLst>
            </p:cNvPr>
            <p:cNvSpPr txBox="1"/>
            <p:nvPr/>
          </p:nvSpPr>
          <p:spPr>
            <a:xfrm>
              <a:off x="10600160" y="3068986"/>
              <a:ext cx="1241100" cy="719700"/>
            </a:xfrm>
            <a:prstGeom prst="rect">
              <a:avLst/>
            </a:prstGeom>
            <a:noFill/>
            <a:ln>
              <a:noFill/>
            </a:ln>
          </p:spPr>
          <p:txBody>
            <a:bodyPr spcFirstLastPara="1" wrap="square" lIns="78225" tIns="78225" rIns="78225" bIns="78225" anchor="t" anchorCtr="0">
              <a:noAutofit/>
            </a:bodyPr>
            <a:lstStyle/>
            <a:p>
              <a:r>
                <a:rPr lang="en-US" sz="2396">
                  <a:solidFill>
                    <a:schemeClr val="dk1"/>
                  </a:solidFill>
                  <a:latin typeface="Calibri"/>
                  <a:ea typeface="Calibri"/>
                  <a:cs typeface="Calibri"/>
                  <a:sym typeface="Calibri"/>
                </a:rPr>
                <a:t>Mem</a:t>
              </a:r>
              <a:br>
                <a:rPr lang="en-US" sz="2396">
                  <a:solidFill>
                    <a:schemeClr val="dk1"/>
                  </a:solidFill>
                  <a:latin typeface="Calibri"/>
                  <a:ea typeface="Calibri"/>
                  <a:cs typeface="Calibri"/>
                  <a:sym typeface="Calibri"/>
                </a:rPr>
              </a:br>
              <a:r>
                <a:rPr lang="en-US" sz="2396">
                  <a:solidFill>
                    <a:schemeClr val="dk1"/>
                  </a:solidFill>
                  <a:latin typeface="Calibri"/>
                  <a:ea typeface="Calibri"/>
                  <a:cs typeface="Calibri"/>
                  <a:sym typeface="Calibri"/>
                </a:rPr>
                <a:t>Array</a:t>
              </a:r>
              <a:endParaRPr sz="2396">
                <a:solidFill>
                  <a:schemeClr val="dk1"/>
                </a:solidFill>
                <a:latin typeface="Calibri"/>
                <a:ea typeface="Calibri"/>
                <a:cs typeface="Calibri"/>
                <a:sym typeface="Calibri"/>
              </a:endParaRPr>
            </a:p>
          </p:txBody>
        </p:sp>
        <p:sp>
          <p:nvSpPr>
            <p:cNvPr id="115" name="Google Shape;377;g3ef883ee339_0_401">
              <a:extLst>
                <a:ext uri="{FF2B5EF4-FFF2-40B4-BE49-F238E27FC236}">
                  <a16:creationId xmlns:a16="http://schemas.microsoft.com/office/drawing/2014/main" id="{9C7B1ABF-C571-9C44-1D81-1B61097A6219}"/>
                </a:ext>
              </a:extLst>
            </p:cNvPr>
            <p:cNvSpPr/>
            <p:nvPr/>
          </p:nvSpPr>
          <p:spPr>
            <a:xfrm>
              <a:off x="7559523" y="2804425"/>
              <a:ext cx="1019700" cy="1651800"/>
            </a:xfrm>
            <a:prstGeom prst="roundRect">
              <a:avLst>
                <a:gd name="adj" fmla="val 16667"/>
              </a:avLst>
            </a:prstGeom>
            <a:solidFill>
              <a:srgbClr val="B45F06"/>
            </a:solidFill>
            <a:ln w="24450" cap="flat" cmpd="sng">
              <a:solidFill>
                <a:srgbClr val="000000"/>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16" name="Google Shape;378;g3ef883ee339_0_401">
              <a:extLst>
                <a:ext uri="{FF2B5EF4-FFF2-40B4-BE49-F238E27FC236}">
                  <a16:creationId xmlns:a16="http://schemas.microsoft.com/office/drawing/2014/main" id="{E3D131F8-E23A-AB77-9044-0EEF1816803B}"/>
                </a:ext>
              </a:extLst>
            </p:cNvPr>
            <p:cNvSpPr/>
            <p:nvPr/>
          </p:nvSpPr>
          <p:spPr>
            <a:xfrm>
              <a:off x="4551850" y="3155150"/>
              <a:ext cx="2053200" cy="190500"/>
            </a:xfrm>
            <a:prstGeom prst="rightArrow">
              <a:avLst>
                <a:gd name="adj1" fmla="val 50000"/>
                <a:gd name="adj2" fmla="val 50000"/>
              </a:avLst>
            </a:prstGeom>
            <a:solidFill>
              <a:srgbClr val="E69138"/>
            </a:solidFill>
            <a:ln w="8150" cap="flat" cmpd="sng">
              <a:solidFill>
                <a:schemeClr val="dk2"/>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17" name="Google Shape;379;g3ef883ee339_0_401">
              <a:extLst>
                <a:ext uri="{FF2B5EF4-FFF2-40B4-BE49-F238E27FC236}">
                  <a16:creationId xmlns:a16="http://schemas.microsoft.com/office/drawing/2014/main" id="{F98A7B0E-A483-A6E4-BE1A-AA672BDD2FF8}"/>
                </a:ext>
              </a:extLst>
            </p:cNvPr>
            <p:cNvSpPr txBox="1"/>
            <p:nvPr/>
          </p:nvSpPr>
          <p:spPr>
            <a:xfrm>
              <a:off x="4614051" y="2527150"/>
              <a:ext cx="4091400" cy="604200"/>
            </a:xfrm>
            <a:prstGeom prst="rect">
              <a:avLst/>
            </a:prstGeom>
            <a:noFill/>
            <a:ln>
              <a:noFill/>
            </a:ln>
          </p:spPr>
          <p:txBody>
            <a:bodyPr spcFirstLastPara="1" wrap="square" lIns="78225" tIns="78225" rIns="78225" bIns="78225" anchor="t" anchorCtr="0">
              <a:noAutofit/>
            </a:bodyPr>
            <a:lstStyle/>
            <a:p>
              <a:r>
                <a:rPr lang="en-US" sz="2396" b="1">
                  <a:solidFill>
                    <a:schemeClr val="dk1"/>
                  </a:solidFill>
                  <a:latin typeface="Calibri"/>
                  <a:ea typeface="Calibri"/>
                  <a:cs typeface="Calibri"/>
                  <a:sym typeface="Calibri"/>
                </a:rPr>
                <a:t>Data + CRC </a:t>
              </a:r>
              <a:endParaRPr sz="2396" b="1">
                <a:solidFill>
                  <a:schemeClr val="dk1"/>
                </a:solidFill>
                <a:latin typeface="Calibri"/>
                <a:ea typeface="Calibri"/>
                <a:cs typeface="Calibri"/>
                <a:sym typeface="Calibri"/>
              </a:endParaRPr>
            </a:p>
          </p:txBody>
        </p:sp>
        <p:sp>
          <p:nvSpPr>
            <p:cNvPr id="118" name="Google Shape;380;g3ef883ee339_0_401">
              <a:extLst>
                <a:ext uri="{FF2B5EF4-FFF2-40B4-BE49-F238E27FC236}">
                  <a16:creationId xmlns:a16="http://schemas.microsoft.com/office/drawing/2014/main" id="{5D4AB222-E667-29D4-CBD4-D51237C4B3C1}"/>
                </a:ext>
              </a:extLst>
            </p:cNvPr>
            <p:cNvSpPr txBox="1"/>
            <p:nvPr/>
          </p:nvSpPr>
          <p:spPr>
            <a:xfrm>
              <a:off x="5067792" y="3165573"/>
              <a:ext cx="3183900" cy="604200"/>
            </a:xfrm>
            <a:prstGeom prst="rect">
              <a:avLst/>
            </a:prstGeom>
            <a:noFill/>
            <a:ln>
              <a:noFill/>
            </a:ln>
          </p:spPr>
          <p:txBody>
            <a:bodyPr spcFirstLastPara="1" wrap="square" lIns="78225" tIns="78225" rIns="78225" bIns="78225" anchor="t" anchorCtr="0">
              <a:noAutofit/>
            </a:bodyPr>
            <a:lstStyle/>
            <a:p>
              <a:r>
                <a:rPr lang="en-US" sz="2396" b="1">
                  <a:solidFill>
                    <a:schemeClr val="dk1"/>
                  </a:solidFill>
                  <a:latin typeface="Calibri"/>
                  <a:ea typeface="Calibri"/>
                  <a:cs typeface="Calibri"/>
                  <a:sym typeface="Calibri"/>
                </a:rPr>
                <a:t>Write </a:t>
              </a:r>
              <a:endParaRPr sz="2396" b="1">
                <a:solidFill>
                  <a:schemeClr val="dk1"/>
                </a:solidFill>
                <a:latin typeface="Calibri"/>
                <a:ea typeface="Calibri"/>
                <a:cs typeface="Calibri"/>
                <a:sym typeface="Calibri"/>
              </a:endParaRPr>
            </a:p>
          </p:txBody>
        </p:sp>
        <p:sp>
          <p:nvSpPr>
            <p:cNvPr id="119" name="Google Shape;381;g3ef883ee339_0_401">
              <a:extLst>
                <a:ext uri="{FF2B5EF4-FFF2-40B4-BE49-F238E27FC236}">
                  <a16:creationId xmlns:a16="http://schemas.microsoft.com/office/drawing/2014/main" id="{1DB0D67D-74D6-1AA0-A45D-D2650051146D}"/>
                </a:ext>
              </a:extLst>
            </p:cNvPr>
            <p:cNvSpPr txBox="1"/>
            <p:nvPr/>
          </p:nvSpPr>
          <p:spPr>
            <a:xfrm>
              <a:off x="5101267" y="4020761"/>
              <a:ext cx="3183900" cy="604200"/>
            </a:xfrm>
            <a:prstGeom prst="rect">
              <a:avLst/>
            </a:prstGeom>
            <a:noFill/>
            <a:ln>
              <a:noFill/>
            </a:ln>
          </p:spPr>
          <p:txBody>
            <a:bodyPr spcFirstLastPara="1" wrap="square" lIns="78225" tIns="78225" rIns="78225" bIns="78225" anchor="t" anchorCtr="0">
              <a:noAutofit/>
            </a:bodyPr>
            <a:lstStyle/>
            <a:p>
              <a:r>
                <a:rPr lang="en-US" sz="2396" b="1">
                  <a:solidFill>
                    <a:schemeClr val="dk1"/>
                  </a:solidFill>
                  <a:latin typeface="Calibri"/>
                  <a:ea typeface="Calibri"/>
                  <a:cs typeface="Calibri"/>
                  <a:sym typeface="Calibri"/>
                </a:rPr>
                <a:t>Read </a:t>
              </a:r>
              <a:endParaRPr sz="2396" b="1">
                <a:solidFill>
                  <a:schemeClr val="dk1"/>
                </a:solidFill>
                <a:latin typeface="Calibri"/>
                <a:ea typeface="Calibri"/>
                <a:cs typeface="Calibri"/>
                <a:sym typeface="Calibri"/>
              </a:endParaRPr>
            </a:p>
          </p:txBody>
        </p:sp>
        <p:sp>
          <p:nvSpPr>
            <p:cNvPr id="120" name="Google Shape;382;g3ef883ee339_0_401">
              <a:extLst>
                <a:ext uri="{FF2B5EF4-FFF2-40B4-BE49-F238E27FC236}">
                  <a16:creationId xmlns:a16="http://schemas.microsoft.com/office/drawing/2014/main" id="{DBDD7FB9-5992-5CBC-E37C-55B71937DC23}"/>
                </a:ext>
              </a:extLst>
            </p:cNvPr>
            <p:cNvSpPr txBox="1"/>
            <p:nvPr/>
          </p:nvSpPr>
          <p:spPr>
            <a:xfrm>
              <a:off x="5069088" y="1085525"/>
              <a:ext cx="2053200" cy="492900"/>
            </a:xfrm>
            <a:prstGeom prst="rect">
              <a:avLst/>
            </a:prstGeom>
            <a:noFill/>
            <a:ln>
              <a:noFill/>
            </a:ln>
          </p:spPr>
          <p:txBody>
            <a:bodyPr spcFirstLastPara="1" wrap="square" lIns="78225" tIns="78225" rIns="78225" bIns="78225" anchor="t" anchorCtr="0">
              <a:noAutofit/>
            </a:bodyPr>
            <a:lstStyle/>
            <a:p>
              <a:r>
                <a:rPr lang="en-US" sz="2225" b="1">
                  <a:solidFill>
                    <a:schemeClr val="dk1"/>
                  </a:solidFill>
                  <a:latin typeface="Calibri"/>
                  <a:ea typeface="Calibri"/>
                  <a:cs typeface="Calibri"/>
                  <a:sym typeface="Calibri"/>
                </a:rPr>
                <a:t>HBM3</a:t>
              </a:r>
              <a:endParaRPr sz="2225" b="1">
                <a:solidFill>
                  <a:schemeClr val="dk1"/>
                </a:solidFill>
                <a:latin typeface="Calibri"/>
                <a:ea typeface="Calibri"/>
                <a:cs typeface="Calibri"/>
                <a:sym typeface="Calibri"/>
              </a:endParaRPr>
            </a:p>
          </p:txBody>
        </p:sp>
        <p:sp>
          <p:nvSpPr>
            <p:cNvPr id="121" name="Google Shape;383;g3ef883ee339_0_401">
              <a:extLst>
                <a:ext uri="{FF2B5EF4-FFF2-40B4-BE49-F238E27FC236}">
                  <a16:creationId xmlns:a16="http://schemas.microsoft.com/office/drawing/2014/main" id="{10051AFD-2702-A465-4785-521CC6D2D4F6}"/>
                </a:ext>
              </a:extLst>
            </p:cNvPr>
            <p:cNvSpPr txBox="1"/>
            <p:nvPr/>
          </p:nvSpPr>
          <p:spPr>
            <a:xfrm>
              <a:off x="7540832" y="3155150"/>
              <a:ext cx="1075800" cy="812100"/>
            </a:xfrm>
            <a:prstGeom prst="rect">
              <a:avLst/>
            </a:prstGeom>
            <a:noFill/>
            <a:ln>
              <a:noFill/>
            </a:ln>
          </p:spPr>
          <p:txBody>
            <a:bodyPr spcFirstLastPara="1" wrap="square" lIns="78225" tIns="78225" rIns="78225" bIns="78225" anchor="t" anchorCtr="0">
              <a:noAutofit/>
            </a:bodyPr>
            <a:lstStyle/>
            <a:p>
              <a:pPr algn="ctr"/>
              <a:r>
                <a:rPr lang="en-US" sz="2396" b="1">
                  <a:solidFill>
                    <a:schemeClr val="dk1"/>
                  </a:solidFill>
                  <a:latin typeface="Calibri"/>
                  <a:ea typeface="Calibri"/>
                  <a:cs typeface="Calibri"/>
                  <a:sym typeface="Calibri"/>
                </a:rPr>
                <a:t>Small RS</a:t>
              </a:r>
              <a:endParaRPr sz="2396" b="1">
                <a:solidFill>
                  <a:schemeClr val="dk1"/>
                </a:solidFill>
                <a:latin typeface="Calibri"/>
                <a:ea typeface="Calibri"/>
                <a:cs typeface="Calibri"/>
                <a:sym typeface="Calibri"/>
              </a:endParaRPr>
            </a:p>
          </p:txBody>
        </p:sp>
        <p:sp>
          <p:nvSpPr>
            <p:cNvPr id="122" name="Google Shape;384;g3ef883ee339_0_401">
              <a:extLst>
                <a:ext uri="{FF2B5EF4-FFF2-40B4-BE49-F238E27FC236}">
                  <a16:creationId xmlns:a16="http://schemas.microsoft.com/office/drawing/2014/main" id="{EF62A0C3-1735-9A6A-3AC7-0E44E0BB27F0}"/>
                </a:ext>
              </a:extLst>
            </p:cNvPr>
            <p:cNvSpPr/>
            <p:nvPr/>
          </p:nvSpPr>
          <p:spPr>
            <a:xfrm>
              <a:off x="8631275" y="3155150"/>
              <a:ext cx="1729800" cy="190500"/>
            </a:xfrm>
            <a:prstGeom prst="rightArrow">
              <a:avLst>
                <a:gd name="adj1" fmla="val 50000"/>
                <a:gd name="adj2" fmla="val 50000"/>
              </a:avLst>
            </a:prstGeom>
            <a:solidFill>
              <a:srgbClr val="666666"/>
            </a:solidFill>
            <a:ln w="8150" cap="flat" cmpd="sng">
              <a:solidFill>
                <a:schemeClr val="dk2"/>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23" name="Google Shape;385;g3ef883ee339_0_401">
              <a:extLst>
                <a:ext uri="{FF2B5EF4-FFF2-40B4-BE49-F238E27FC236}">
                  <a16:creationId xmlns:a16="http://schemas.microsoft.com/office/drawing/2014/main" id="{11A9D3D3-BA57-9028-5A79-A831CF89BCD3}"/>
                </a:ext>
              </a:extLst>
            </p:cNvPr>
            <p:cNvSpPr/>
            <p:nvPr/>
          </p:nvSpPr>
          <p:spPr>
            <a:xfrm rot="10800000">
              <a:off x="8633675" y="3953938"/>
              <a:ext cx="1725000" cy="195600"/>
            </a:xfrm>
            <a:prstGeom prst="rightArrow">
              <a:avLst>
                <a:gd name="adj1" fmla="val 50000"/>
                <a:gd name="adj2" fmla="val 50000"/>
              </a:avLst>
            </a:prstGeom>
            <a:solidFill>
              <a:srgbClr val="666666"/>
            </a:solidFill>
            <a:ln w="8150" cap="flat" cmpd="sng">
              <a:solidFill>
                <a:schemeClr val="dk2"/>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24" name="Google Shape;386;g3ef883ee339_0_401">
              <a:extLst>
                <a:ext uri="{FF2B5EF4-FFF2-40B4-BE49-F238E27FC236}">
                  <a16:creationId xmlns:a16="http://schemas.microsoft.com/office/drawing/2014/main" id="{50FDCE14-71FE-9534-71AB-B491B6A24EBB}"/>
                </a:ext>
              </a:extLst>
            </p:cNvPr>
            <p:cNvSpPr txBox="1"/>
            <p:nvPr/>
          </p:nvSpPr>
          <p:spPr>
            <a:xfrm>
              <a:off x="7507818" y="2634963"/>
              <a:ext cx="4029000" cy="604200"/>
            </a:xfrm>
            <a:prstGeom prst="rect">
              <a:avLst/>
            </a:prstGeom>
            <a:noFill/>
            <a:ln>
              <a:noFill/>
            </a:ln>
          </p:spPr>
          <p:txBody>
            <a:bodyPr spcFirstLastPara="1" wrap="square" lIns="78225" tIns="78225" rIns="78225" bIns="78225" anchor="t" anchorCtr="0">
              <a:noAutofit/>
            </a:bodyPr>
            <a:lstStyle/>
            <a:p>
              <a:pPr algn="ctr"/>
              <a:r>
                <a:rPr lang="en-US" sz="1883" b="1">
                  <a:solidFill>
                    <a:schemeClr val="dk1"/>
                  </a:solidFill>
                  <a:latin typeface="Calibri"/>
                  <a:ea typeface="Calibri"/>
                  <a:cs typeface="Calibri"/>
                  <a:sym typeface="Calibri"/>
                </a:rPr>
                <a:t>Data + ODECC  </a:t>
              </a:r>
              <a:endParaRPr sz="1883" b="1">
                <a:solidFill>
                  <a:schemeClr val="dk1"/>
                </a:solidFill>
                <a:latin typeface="Calibri"/>
                <a:ea typeface="Calibri"/>
                <a:cs typeface="Calibri"/>
                <a:sym typeface="Calibri"/>
              </a:endParaRPr>
            </a:p>
            <a:p>
              <a:pPr algn="ctr"/>
              <a:endParaRPr sz="1883" b="1">
                <a:solidFill>
                  <a:schemeClr val="dk1"/>
                </a:solidFill>
                <a:latin typeface="Calibri"/>
                <a:ea typeface="Calibri"/>
                <a:cs typeface="Calibri"/>
                <a:sym typeface="Calibri"/>
              </a:endParaRPr>
            </a:p>
          </p:txBody>
        </p:sp>
        <p:sp>
          <p:nvSpPr>
            <p:cNvPr id="125" name="Google Shape;387;g3ef883ee339_0_401">
              <a:extLst>
                <a:ext uri="{FF2B5EF4-FFF2-40B4-BE49-F238E27FC236}">
                  <a16:creationId xmlns:a16="http://schemas.microsoft.com/office/drawing/2014/main" id="{76B2CAD3-45CD-C004-8C43-8E805431D7FE}"/>
                </a:ext>
              </a:extLst>
            </p:cNvPr>
            <p:cNvSpPr/>
            <p:nvPr/>
          </p:nvSpPr>
          <p:spPr>
            <a:xfrm>
              <a:off x="6620389" y="3200604"/>
              <a:ext cx="872100" cy="915600"/>
            </a:xfrm>
            <a:prstGeom prst="roundRect">
              <a:avLst>
                <a:gd name="adj" fmla="val 16667"/>
              </a:avLst>
            </a:prstGeom>
            <a:solidFill>
              <a:srgbClr val="F9CB9C"/>
            </a:solidFill>
            <a:ln w="24450" cap="flat" cmpd="sng">
              <a:solidFill>
                <a:srgbClr val="000000"/>
              </a:solidFill>
              <a:prstDash val="solid"/>
              <a:round/>
              <a:headEnd type="none" w="sm" len="sm"/>
              <a:tailEnd type="none" w="sm" len="sm"/>
            </a:ln>
          </p:spPr>
          <p:txBody>
            <a:bodyPr spcFirstLastPara="1" wrap="square" lIns="78225" tIns="78225" rIns="78225" bIns="78225" anchor="ctr" anchorCtr="0">
              <a:noAutofit/>
            </a:bodyPr>
            <a:lstStyle/>
            <a:p>
              <a:pPr algn="ctr"/>
              <a:endParaRPr sz="1198">
                <a:latin typeface="Calibri"/>
                <a:ea typeface="Calibri"/>
                <a:cs typeface="Calibri"/>
                <a:sym typeface="Calibri"/>
              </a:endParaRPr>
            </a:p>
          </p:txBody>
        </p:sp>
        <p:sp>
          <p:nvSpPr>
            <p:cNvPr id="126" name="Google Shape;388;g3ef883ee339_0_401">
              <a:extLst>
                <a:ext uri="{FF2B5EF4-FFF2-40B4-BE49-F238E27FC236}">
                  <a16:creationId xmlns:a16="http://schemas.microsoft.com/office/drawing/2014/main" id="{DC85148F-7566-3E1C-882A-4979772ED49E}"/>
                </a:ext>
              </a:extLst>
            </p:cNvPr>
            <p:cNvSpPr txBox="1"/>
            <p:nvPr/>
          </p:nvSpPr>
          <p:spPr>
            <a:xfrm>
              <a:off x="6653040" y="3304099"/>
              <a:ext cx="926700" cy="812100"/>
            </a:xfrm>
            <a:prstGeom prst="rect">
              <a:avLst/>
            </a:prstGeom>
            <a:noFill/>
            <a:ln>
              <a:noFill/>
            </a:ln>
          </p:spPr>
          <p:txBody>
            <a:bodyPr spcFirstLastPara="1" wrap="square" lIns="78225" tIns="78225" rIns="78225" bIns="78225" anchor="t" anchorCtr="0">
              <a:noAutofit/>
            </a:bodyPr>
            <a:lstStyle/>
            <a:p>
              <a:r>
                <a:rPr lang="en-US" sz="2396" b="1">
                  <a:solidFill>
                    <a:schemeClr val="dk1"/>
                  </a:solidFill>
                  <a:latin typeface="Calibri"/>
                  <a:ea typeface="Calibri"/>
                  <a:cs typeface="Calibri"/>
                  <a:sym typeface="Calibri"/>
                </a:rPr>
                <a:t>CRC</a:t>
              </a:r>
              <a:endParaRPr sz="2396" b="1">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85311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additive="base">
                                        <p:cTn id="7" dur="1200"/>
                                        <p:tgtEl>
                                          <p:spTgt spid="105"/>
                                        </p:tgtEl>
                                        <p:attrNameLst>
                                          <p:attrName>ppt_w</p:attrName>
                                        </p:attrNameLst>
                                      </p:cBhvr>
                                      <p:tavLst>
                                        <p:tav tm="0">
                                          <p:val>
                                            <p:strVal val="0"/>
                                          </p:val>
                                        </p:tav>
                                        <p:tav tm="100000">
                                          <p:val>
                                            <p:strVal val="#ppt_w"/>
                                          </p:val>
                                        </p:tav>
                                      </p:tavLst>
                                    </p:anim>
                                    <p:anim calcmode="lin" valueType="num">
                                      <p:cBhvr additive="base">
                                        <p:cTn id="8" dur="1200"/>
                                        <p:tgtEl>
                                          <p:spTgt spid="10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8" fill="hold" nodeType="clickEffect">
                                  <p:stCondLst>
                                    <p:cond delay="0"/>
                                  </p:stCondLst>
                                  <p:childTnLst>
                                    <p:anim calcmode="lin" valueType="num">
                                      <p:cBhvr additive="base">
                                        <p:cTn id="12" dur="1200"/>
                                        <p:tgtEl>
                                          <p:spTgt spid="105"/>
                                        </p:tgtEl>
                                        <p:attrNameLst>
                                          <p:attrName>ppt_x</p:attrName>
                                        </p:attrNameLst>
                                      </p:cBhvr>
                                      <p:tavLst>
                                        <p:tav tm="0">
                                          <p:val>
                                            <p:strVal val="#ppt_x"/>
                                          </p:val>
                                        </p:tav>
                                        <p:tav tm="100000">
                                          <p:val>
                                            <p:strVal val="#ppt_x-1"/>
                                          </p:val>
                                        </p:tav>
                                      </p:tavLst>
                                    </p:anim>
                                    <p:set>
                                      <p:cBhvr>
                                        <p:cTn id="13" dur="1" fill="hold">
                                          <p:stCondLst>
                                            <p:cond delay="1200"/>
                                          </p:stCondLst>
                                        </p:cTn>
                                        <p:tgtEl>
                                          <p:spTgt spid="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DCCD8-B1BC-9F19-DD54-7DCDE0495C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A43A449-60C2-1DC6-4F88-146F34611E5F}"/>
              </a:ext>
            </a:extLst>
          </p:cNvPr>
          <p:cNvSpPr>
            <a:spLocks noGrp="1"/>
          </p:cNvSpPr>
          <p:nvPr>
            <p:ph type="sldNum" sz="quarter" idx="12"/>
          </p:nvPr>
        </p:nvSpPr>
        <p:spPr/>
        <p:txBody>
          <a:bodyPr/>
          <a:lstStyle/>
          <a:p>
            <a:fld id="{D5244C39-EA1C-4830-B3FA-E06130CB504B}" type="slidenum">
              <a:rPr lang="en-US" smtClean="0"/>
              <a:pPr/>
              <a:t>9</a:t>
            </a:fld>
            <a:endParaRPr lang="en-US"/>
          </a:p>
        </p:txBody>
      </p:sp>
      <p:sp>
        <p:nvSpPr>
          <p:cNvPr id="4" name="Title 3">
            <a:extLst>
              <a:ext uri="{FF2B5EF4-FFF2-40B4-BE49-F238E27FC236}">
                <a16:creationId xmlns:a16="http://schemas.microsoft.com/office/drawing/2014/main" id="{33134E20-6064-15F1-4F9E-5152EC102171}"/>
              </a:ext>
            </a:extLst>
          </p:cNvPr>
          <p:cNvSpPr>
            <a:spLocks noGrp="1"/>
          </p:cNvSpPr>
          <p:nvPr>
            <p:ph type="title"/>
          </p:nvPr>
        </p:nvSpPr>
        <p:spPr/>
        <p:txBody>
          <a:bodyPr/>
          <a:lstStyle/>
          <a:p>
            <a:r>
              <a:rPr lang="en-US" dirty="0"/>
              <a:t>HBM Generation Evolution</a:t>
            </a:r>
          </a:p>
        </p:txBody>
      </p:sp>
      <p:grpSp>
        <p:nvGrpSpPr>
          <p:cNvPr id="37" name="Google Shape;407;g3ef883ee339_0_599">
            <a:extLst>
              <a:ext uri="{FF2B5EF4-FFF2-40B4-BE49-F238E27FC236}">
                <a16:creationId xmlns:a16="http://schemas.microsoft.com/office/drawing/2014/main" id="{DB2ED147-DC34-BB15-F09D-D1A07EC35A1B}"/>
              </a:ext>
            </a:extLst>
          </p:cNvPr>
          <p:cNvGrpSpPr/>
          <p:nvPr/>
        </p:nvGrpSpPr>
        <p:grpSpPr>
          <a:xfrm>
            <a:off x="320128" y="2121559"/>
            <a:ext cx="2614640" cy="1289608"/>
            <a:chOff x="3181105" y="1099925"/>
            <a:chExt cx="7609545" cy="3753225"/>
          </a:xfrm>
        </p:grpSpPr>
        <p:sp>
          <p:nvSpPr>
            <p:cNvPr id="38" name="Google Shape;408;g3ef883ee339_0_599">
              <a:extLst>
                <a:ext uri="{FF2B5EF4-FFF2-40B4-BE49-F238E27FC236}">
                  <a16:creationId xmlns:a16="http://schemas.microsoft.com/office/drawing/2014/main" id="{D00A7FEC-2727-454F-A8B9-2930DCBEF200}"/>
                </a:ext>
              </a:extLst>
            </p:cNvPr>
            <p:cNvSpPr/>
            <p:nvPr/>
          </p:nvSpPr>
          <p:spPr>
            <a:xfrm>
              <a:off x="7420150" y="2410250"/>
              <a:ext cx="3370500" cy="2442900"/>
            </a:xfrm>
            <a:prstGeom prst="rect">
              <a:avLst/>
            </a:prstGeom>
            <a:solidFill>
              <a:srgbClr val="D9D9D9"/>
            </a:solidFill>
            <a:ln w="8725" cap="flat" cmpd="sng">
              <a:solidFill>
                <a:srgbClr val="262626"/>
              </a:solidFill>
              <a:prstDash val="solid"/>
              <a:round/>
              <a:headEnd type="none" w="sm" len="sm"/>
              <a:tailEnd type="none" w="sm" len="sm"/>
            </a:ln>
          </p:spPr>
          <p:txBody>
            <a:bodyPr spcFirstLastPara="1" wrap="square" lIns="31400" tIns="15700" rIns="31400" bIns="15700" anchor="ctr" anchorCtr="0">
              <a:noAutofit/>
            </a:bodyPr>
            <a:lstStyle/>
            <a:p>
              <a:pPr algn="ctr"/>
              <a:endParaRPr sz="618">
                <a:solidFill>
                  <a:schemeClr val="lt1"/>
                </a:solidFill>
                <a:latin typeface="Calibri"/>
                <a:ea typeface="Calibri"/>
                <a:cs typeface="Calibri"/>
                <a:sym typeface="Calibri"/>
              </a:endParaRPr>
            </a:p>
          </p:txBody>
        </p:sp>
        <p:sp>
          <p:nvSpPr>
            <p:cNvPr id="39" name="Google Shape;409;g3ef883ee339_0_599">
              <a:extLst>
                <a:ext uri="{FF2B5EF4-FFF2-40B4-BE49-F238E27FC236}">
                  <a16:creationId xmlns:a16="http://schemas.microsoft.com/office/drawing/2014/main" id="{F0A04E74-FA29-DC90-D9D8-FA367B677EBE}"/>
                </a:ext>
              </a:extLst>
            </p:cNvPr>
            <p:cNvSpPr/>
            <p:nvPr/>
          </p:nvSpPr>
          <p:spPr>
            <a:xfrm>
              <a:off x="3427240" y="2349261"/>
              <a:ext cx="2020500" cy="2395500"/>
            </a:xfrm>
            <a:prstGeom prst="rect">
              <a:avLst/>
            </a:prstGeom>
            <a:solidFill>
              <a:srgbClr val="D8D8D8"/>
            </a:solidFill>
            <a:ln w="8725" cap="flat" cmpd="sng">
              <a:solidFill>
                <a:srgbClr val="262626"/>
              </a:solidFill>
              <a:prstDash val="solid"/>
              <a:round/>
              <a:headEnd type="none" w="sm" len="sm"/>
              <a:tailEnd type="none" w="sm" len="sm"/>
            </a:ln>
          </p:spPr>
          <p:txBody>
            <a:bodyPr spcFirstLastPara="1" wrap="square" lIns="31400" tIns="15700" rIns="31400" bIns="15700" anchor="ctr" anchorCtr="0">
              <a:noAutofit/>
            </a:bodyPr>
            <a:lstStyle/>
            <a:p>
              <a:pPr algn="ctr"/>
              <a:endParaRPr sz="618">
                <a:solidFill>
                  <a:schemeClr val="lt1"/>
                </a:solidFill>
                <a:latin typeface="Calibri"/>
                <a:ea typeface="Calibri"/>
                <a:cs typeface="Calibri"/>
                <a:sym typeface="Calibri"/>
              </a:endParaRPr>
            </a:p>
          </p:txBody>
        </p:sp>
        <p:sp>
          <p:nvSpPr>
            <p:cNvPr id="40" name="Google Shape;410;g3ef883ee339_0_599">
              <a:extLst>
                <a:ext uri="{FF2B5EF4-FFF2-40B4-BE49-F238E27FC236}">
                  <a16:creationId xmlns:a16="http://schemas.microsoft.com/office/drawing/2014/main" id="{12C454F4-38AE-6CB5-0AC8-FB0062A31931}"/>
                </a:ext>
              </a:extLst>
            </p:cNvPr>
            <p:cNvSpPr txBox="1"/>
            <p:nvPr/>
          </p:nvSpPr>
          <p:spPr>
            <a:xfrm>
              <a:off x="3181105" y="1693408"/>
              <a:ext cx="3049200" cy="461700"/>
            </a:xfrm>
            <a:prstGeom prst="rect">
              <a:avLst/>
            </a:prstGeom>
            <a:noFill/>
            <a:ln>
              <a:noFill/>
            </a:ln>
          </p:spPr>
          <p:txBody>
            <a:bodyPr spcFirstLastPara="1" wrap="square" lIns="31400" tIns="15700" rIns="31400" bIns="15700" anchor="t" anchorCtr="0">
              <a:spAutoFit/>
            </a:bodyPr>
            <a:lstStyle/>
            <a:p>
              <a:r>
                <a:rPr lang="en-US" sz="825" b="1">
                  <a:solidFill>
                    <a:schemeClr val="dk1"/>
                  </a:solidFill>
                  <a:latin typeface="Calibri"/>
                  <a:ea typeface="Calibri"/>
                  <a:cs typeface="Calibri"/>
                  <a:sym typeface="Calibri"/>
                </a:rPr>
                <a:t>Memory Controller</a:t>
              </a:r>
              <a:endParaRPr sz="618"/>
            </a:p>
          </p:txBody>
        </p:sp>
        <p:sp>
          <p:nvSpPr>
            <p:cNvPr id="41" name="Google Shape;411;g3ef883ee339_0_599">
              <a:extLst>
                <a:ext uri="{FF2B5EF4-FFF2-40B4-BE49-F238E27FC236}">
                  <a16:creationId xmlns:a16="http://schemas.microsoft.com/office/drawing/2014/main" id="{BE4EC274-6E02-453D-C1CF-104926AE015D}"/>
                </a:ext>
              </a:extLst>
            </p:cNvPr>
            <p:cNvSpPr/>
            <p:nvPr/>
          </p:nvSpPr>
          <p:spPr>
            <a:xfrm>
              <a:off x="3634857" y="2667811"/>
              <a:ext cx="1538700" cy="1651800"/>
            </a:xfrm>
            <a:prstGeom prst="roundRect">
              <a:avLst>
                <a:gd name="adj" fmla="val 16667"/>
              </a:avLst>
            </a:prstGeom>
            <a:solidFill>
              <a:srgbClr val="FF9900"/>
            </a:solidFill>
            <a:ln w="9800" cap="flat" cmpd="sng">
              <a:solidFill>
                <a:srgbClr val="000000"/>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42" name="Google Shape;412;g3ef883ee339_0_599">
              <a:extLst>
                <a:ext uri="{FF2B5EF4-FFF2-40B4-BE49-F238E27FC236}">
                  <a16:creationId xmlns:a16="http://schemas.microsoft.com/office/drawing/2014/main" id="{4C3CC287-B03D-FE59-343E-A88AF54A6129}"/>
                </a:ext>
              </a:extLst>
            </p:cNvPr>
            <p:cNvSpPr txBox="1"/>
            <p:nvPr/>
          </p:nvSpPr>
          <p:spPr>
            <a:xfrm>
              <a:off x="3694825" y="2974938"/>
              <a:ext cx="1485300" cy="812100"/>
            </a:xfrm>
            <a:prstGeom prst="rect">
              <a:avLst/>
            </a:prstGeom>
            <a:noFill/>
            <a:ln>
              <a:noFill/>
            </a:ln>
          </p:spPr>
          <p:txBody>
            <a:bodyPr spcFirstLastPara="1" wrap="square" lIns="31400" tIns="31400" rIns="31400" bIns="31400" anchor="t" anchorCtr="0">
              <a:noAutofit/>
            </a:bodyPr>
            <a:lstStyle/>
            <a:p>
              <a:pPr algn="ctr"/>
              <a:r>
                <a:rPr lang="en-US" sz="962" b="1">
                  <a:solidFill>
                    <a:schemeClr val="dk1"/>
                  </a:solidFill>
                  <a:latin typeface="Calibri"/>
                  <a:ea typeface="Calibri"/>
                  <a:cs typeface="Calibri"/>
                  <a:sym typeface="Calibri"/>
                </a:rPr>
                <a:t>Optiannl ECC</a:t>
              </a:r>
              <a:endParaRPr sz="962" b="1">
                <a:solidFill>
                  <a:schemeClr val="dk1"/>
                </a:solidFill>
                <a:latin typeface="Calibri"/>
                <a:ea typeface="Calibri"/>
                <a:cs typeface="Calibri"/>
                <a:sym typeface="Calibri"/>
              </a:endParaRPr>
            </a:p>
          </p:txBody>
        </p:sp>
        <p:sp>
          <p:nvSpPr>
            <p:cNvPr id="43" name="Google Shape;413;g3ef883ee339_0_599">
              <a:extLst>
                <a:ext uri="{FF2B5EF4-FFF2-40B4-BE49-F238E27FC236}">
                  <a16:creationId xmlns:a16="http://schemas.microsoft.com/office/drawing/2014/main" id="{DA8F3DF3-6727-9F36-EADC-01E1B3066BD9}"/>
                </a:ext>
              </a:extLst>
            </p:cNvPr>
            <p:cNvSpPr/>
            <p:nvPr/>
          </p:nvSpPr>
          <p:spPr>
            <a:xfrm rot="10800000">
              <a:off x="5447747" y="3888375"/>
              <a:ext cx="2012400" cy="253200"/>
            </a:xfrm>
            <a:prstGeom prst="rightArrow">
              <a:avLst>
                <a:gd name="adj1" fmla="val 50000"/>
                <a:gd name="adj2" fmla="val 50000"/>
              </a:avLst>
            </a:prstGeom>
            <a:solidFill>
              <a:srgbClr val="B45F06"/>
            </a:solidFill>
            <a:ln w="3275" cap="flat" cmpd="sng">
              <a:solidFill>
                <a:schemeClr val="dk2"/>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44" name="Google Shape;414;g3ef883ee339_0_599">
              <a:extLst>
                <a:ext uri="{FF2B5EF4-FFF2-40B4-BE49-F238E27FC236}">
                  <a16:creationId xmlns:a16="http://schemas.microsoft.com/office/drawing/2014/main" id="{2877356F-05C5-3CEC-BEF1-709834C68196}"/>
                </a:ext>
              </a:extLst>
            </p:cNvPr>
            <p:cNvSpPr txBox="1"/>
            <p:nvPr/>
          </p:nvSpPr>
          <p:spPr>
            <a:xfrm>
              <a:off x="8453600" y="1670925"/>
              <a:ext cx="1663800" cy="461700"/>
            </a:xfrm>
            <a:prstGeom prst="rect">
              <a:avLst/>
            </a:prstGeom>
            <a:noFill/>
            <a:ln>
              <a:noFill/>
            </a:ln>
          </p:spPr>
          <p:txBody>
            <a:bodyPr spcFirstLastPara="1" wrap="square" lIns="31400" tIns="15700" rIns="31400" bIns="15700" anchor="t" anchorCtr="0">
              <a:spAutoFit/>
            </a:bodyPr>
            <a:lstStyle/>
            <a:p>
              <a:r>
                <a:rPr lang="en-US" sz="825" b="1">
                  <a:solidFill>
                    <a:schemeClr val="dk1"/>
                  </a:solidFill>
                  <a:latin typeface="Calibri"/>
                  <a:ea typeface="Calibri"/>
                  <a:cs typeface="Calibri"/>
                  <a:sym typeface="Calibri"/>
                </a:rPr>
                <a:t>DRAM Die</a:t>
              </a:r>
              <a:endParaRPr sz="825"/>
            </a:p>
          </p:txBody>
        </p:sp>
        <p:sp>
          <p:nvSpPr>
            <p:cNvPr id="45" name="Google Shape;415;g3ef883ee339_0_599">
              <a:extLst>
                <a:ext uri="{FF2B5EF4-FFF2-40B4-BE49-F238E27FC236}">
                  <a16:creationId xmlns:a16="http://schemas.microsoft.com/office/drawing/2014/main" id="{E3086A14-130D-6FB9-45AC-7137A2FBB2D8}"/>
                </a:ext>
              </a:extLst>
            </p:cNvPr>
            <p:cNvSpPr/>
            <p:nvPr/>
          </p:nvSpPr>
          <p:spPr>
            <a:xfrm>
              <a:off x="8528175" y="2768925"/>
              <a:ext cx="1305600" cy="1651800"/>
            </a:xfrm>
            <a:prstGeom prst="roundRect">
              <a:avLst>
                <a:gd name="adj" fmla="val 16667"/>
              </a:avLst>
            </a:prstGeom>
            <a:solidFill>
              <a:srgbClr val="A4C2F4"/>
            </a:solidFill>
            <a:ln w="9800" cap="flat" cmpd="sng">
              <a:solidFill>
                <a:schemeClr val="dk1"/>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46" name="Google Shape;416;g3ef883ee339_0_599">
              <a:extLst>
                <a:ext uri="{FF2B5EF4-FFF2-40B4-BE49-F238E27FC236}">
                  <a16:creationId xmlns:a16="http://schemas.microsoft.com/office/drawing/2014/main" id="{399255E9-2542-C71E-D6EB-4207AAE75530}"/>
                </a:ext>
              </a:extLst>
            </p:cNvPr>
            <p:cNvSpPr txBox="1"/>
            <p:nvPr/>
          </p:nvSpPr>
          <p:spPr>
            <a:xfrm>
              <a:off x="8684909" y="3036936"/>
              <a:ext cx="1241100" cy="719700"/>
            </a:xfrm>
            <a:prstGeom prst="rect">
              <a:avLst/>
            </a:prstGeom>
            <a:noFill/>
            <a:ln>
              <a:noFill/>
            </a:ln>
          </p:spPr>
          <p:txBody>
            <a:bodyPr spcFirstLastPara="1" wrap="square" lIns="31400" tIns="31400" rIns="31400" bIns="31400" anchor="t" anchorCtr="0">
              <a:noAutofit/>
            </a:bodyPr>
            <a:lstStyle/>
            <a:p>
              <a:r>
                <a:rPr lang="en-US" sz="962">
                  <a:solidFill>
                    <a:schemeClr val="dk1"/>
                  </a:solidFill>
                  <a:latin typeface="Calibri"/>
                  <a:ea typeface="Calibri"/>
                  <a:cs typeface="Calibri"/>
                  <a:sym typeface="Calibri"/>
                </a:rPr>
                <a:t>Mem</a:t>
              </a:r>
              <a:br>
                <a:rPr lang="en-US" sz="962">
                  <a:solidFill>
                    <a:schemeClr val="dk1"/>
                  </a:solidFill>
                  <a:latin typeface="Calibri"/>
                  <a:ea typeface="Calibri"/>
                  <a:cs typeface="Calibri"/>
                  <a:sym typeface="Calibri"/>
                </a:rPr>
              </a:br>
              <a:r>
                <a:rPr lang="en-US" sz="962">
                  <a:solidFill>
                    <a:schemeClr val="dk1"/>
                  </a:solidFill>
                  <a:latin typeface="Calibri"/>
                  <a:ea typeface="Calibri"/>
                  <a:cs typeface="Calibri"/>
                  <a:sym typeface="Calibri"/>
                </a:rPr>
                <a:t>Array</a:t>
              </a:r>
              <a:endParaRPr sz="962">
                <a:solidFill>
                  <a:schemeClr val="dk1"/>
                </a:solidFill>
                <a:latin typeface="Calibri"/>
                <a:ea typeface="Calibri"/>
                <a:cs typeface="Calibri"/>
                <a:sym typeface="Calibri"/>
              </a:endParaRPr>
            </a:p>
          </p:txBody>
        </p:sp>
        <p:sp>
          <p:nvSpPr>
            <p:cNvPr id="47" name="Google Shape;417;g3ef883ee339_0_599">
              <a:extLst>
                <a:ext uri="{FF2B5EF4-FFF2-40B4-BE49-F238E27FC236}">
                  <a16:creationId xmlns:a16="http://schemas.microsoft.com/office/drawing/2014/main" id="{9C9F87EB-46D1-2AC7-EF8C-1C5725E17C0D}"/>
                </a:ext>
              </a:extLst>
            </p:cNvPr>
            <p:cNvSpPr/>
            <p:nvPr/>
          </p:nvSpPr>
          <p:spPr>
            <a:xfrm>
              <a:off x="5447747" y="2961825"/>
              <a:ext cx="2052600" cy="253200"/>
            </a:xfrm>
            <a:prstGeom prst="rightArrow">
              <a:avLst>
                <a:gd name="adj1" fmla="val 50000"/>
                <a:gd name="adj2" fmla="val 50000"/>
              </a:avLst>
            </a:prstGeom>
            <a:solidFill>
              <a:srgbClr val="B45F06"/>
            </a:solidFill>
            <a:ln w="3275" cap="flat" cmpd="sng">
              <a:solidFill>
                <a:schemeClr val="dk2"/>
              </a:solidFill>
              <a:prstDash val="solid"/>
              <a:round/>
              <a:headEnd type="none" w="sm" len="sm"/>
              <a:tailEnd type="none" w="sm" len="sm"/>
            </a:ln>
          </p:spPr>
          <p:txBody>
            <a:bodyPr spcFirstLastPara="1" wrap="square" lIns="31400" tIns="31400" rIns="31400" bIns="31400" anchor="ctr" anchorCtr="0">
              <a:noAutofit/>
            </a:bodyPr>
            <a:lstStyle/>
            <a:p>
              <a:pPr algn="ctr"/>
              <a:endParaRPr sz="481">
                <a:latin typeface="Calibri"/>
                <a:ea typeface="Calibri"/>
                <a:cs typeface="Calibri"/>
                <a:sym typeface="Calibri"/>
              </a:endParaRPr>
            </a:p>
          </p:txBody>
        </p:sp>
        <p:sp>
          <p:nvSpPr>
            <p:cNvPr id="48" name="Google Shape;418;g3ef883ee339_0_599">
              <a:extLst>
                <a:ext uri="{FF2B5EF4-FFF2-40B4-BE49-F238E27FC236}">
                  <a16:creationId xmlns:a16="http://schemas.microsoft.com/office/drawing/2014/main" id="{30447AED-AD4B-FAEC-B2E8-F3BFC0FBD79A}"/>
                </a:ext>
              </a:extLst>
            </p:cNvPr>
            <p:cNvSpPr txBox="1"/>
            <p:nvPr/>
          </p:nvSpPr>
          <p:spPr>
            <a:xfrm>
              <a:off x="5897417" y="2349261"/>
              <a:ext cx="3183900" cy="604200"/>
            </a:xfrm>
            <a:prstGeom prst="rect">
              <a:avLst/>
            </a:prstGeom>
            <a:noFill/>
            <a:ln>
              <a:noFill/>
            </a:ln>
          </p:spPr>
          <p:txBody>
            <a:bodyPr spcFirstLastPara="1" wrap="square" lIns="31400" tIns="31400" rIns="31400" bIns="31400" anchor="t" anchorCtr="0">
              <a:noAutofit/>
            </a:bodyPr>
            <a:lstStyle/>
            <a:p>
              <a:r>
                <a:rPr lang="en-US" sz="962" b="1">
                  <a:solidFill>
                    <a:schemeClr val="dk1"/>
                  </a:solidFill>
                  <a:latin typeface="Calibri"/>
                  <a:ea typeface="Calibri"/>
                  <a:cs typeface="Calibri"/>
                  <a:sym typeface="Calibri"/>
                </a:rPr>
                <a:t>Data</a:t>
              </a:r>
              <a:endParaRPr sz="962" b="1">
                <a:solidFill>
                  <a:schemeClr val="dk1"/>
                </a:solidFill>
                <a:latin typeface="Calibri"/>
                <a:ea typeface="Calibri"/>
                <a:cs typeface="Calibri"/>
                <a:sym typeface="Calibri"/>
              </a:endParaRPr>
            </a:p>
          </p:txBody>
        </p:sp>
        <p:sp>
          <p:nvSpPr>
            <p:cNvPr id="49" name="Google Shape;419;g3ef883ee339_0_599">
              <a:extLst>
                <a:ext uri="{FF2B5EF4-FFF2-40B4-BE49-F238E27FC236}">
                  <a16:creationId xmlns:a16="http://schemas.microsoft.com/office/drawing/2014/main" id="{DD25D71E-B859-6C83-BB09-E1B993D4A913}"/>
                </a:ext>
              </a:extLst>
            </p:cNvPr>
            <p:cNvSpPr txBox="1"/>
            <p:nvPr/>
          </p:nvSpPr>
          <p:spPr>
            <a:xfrm>
              <a:off x="5897417" y="3036936"/>
              <a:ext cx="3183900" cy="604200"/>
            </a:xfrm>
            <a:prstGeom prst="rect">
              <a:avLst/>
            </a:prstGeom>
            <a:noFill/>
            <a:ln>
              <a:noFill/>
            </a:ln>
          </p:spPr>
          <p:txBody>
            <a:bodyPr spcFirstLastPara="1" wrap="square" lIns="31400" tIns="31400" rIns="31400" bIns="31400" anchor="t" anchorCtr="0">
              <a:noAutofit/>
            </a:bodyPr>
            <a:lstStyle/>
            <a:p>
              <a:r>
                <a:rPr lang="en-US" sz="962" b="1">
                  <a:solidFill>
                    <a:schemeClr val="dk1"/>
                  </a:solidFill>
                  <a:latin typeface="Calibri"/>
                  <a:ea typeface="Calibri"/>
                  <a:cs typeface="Calibri"/>
                  <a:sym typeface="Calibri"/>
                </a:rPr>
                <a:t>Write </a:t>
              </a:r>
              <a:endParaRPr sz="962" b="1">
                <a:solidFill>
                  <a:schemeClr val="dk1"/>
                </a:solidFill>
                <a:latin typeface="Calibri"/>
                <a:ea typeface="Calibri"/>
                <a:cs typeface="Calibri"/>
                <a:sym typeface="Calibri"/>
              </a:endParaRPr>
            </a:p>
          </p:txBody>
        </p:sp>
        <p:sp>
          <p:nvSpPr>
            <p:cNvPr id="50" name="Google Shape;420;g3ef883ee339_0_599">
              <a:extLst>
                <a:ext uri="{FF2B5EF4-FFF2-40B4-BE49-F238E27FC236}">
                  <a16:creationId xmlns:a16="http://schemas.microsoft.com/office/drawing/2014/main" id="{240ACA23-09D9-5A72-F62E-387851CB13B0}"/>
                </a:ext>
              </a:extLst>
            </p:cNvPr>
            <p:cNvSpPr txBox="1"/>
            <p:nvPr/>
          </p:nvSpPr>
          <p:spPr>
            <a:xfrm>
              <a:off x="5933875" y="4013999"/>
              <a:ext cx="3183900" cy="666000"/>
            </a:xfrm>
            <a:prstGeom prst="rect">
              <a:avLst/>
            </a:prstGeom>
            <a:noFill/>
            <a:ln>
              <a:noFill/>
            </a:ln>
          </p:spPr>
          <p:txBody>
            <a:bodyPr spcFirstLastPara="1" wrap="square" lIns="31400" tIns="31400" rIns="31400" bIns="31400" anchor="t" anchorCtr="0">
              <a:noAutofit/>
            </a:bodyPr>
            <a:lstStyle/>
            <a:p>
              <a:r>
                <a:rPr lang="en-US" sz="962" b="1">
                  <a:solidFill>
                    <a:schemeClr val="dk1"/>
                  </a:solidFill>
                  <a:latin typeface="Calibri"/>
                  <a:ea typeface="Calibri"/>
                  <a:cs typeface="Calibri"/>
                  <a:sym typeface="Calibri"/>
                </a:rPr>
                <a:t>Read </a:t>
              </a:r>
              <a:endParaRPr sz="962" b="1">
                <a:solidFill>
                  <a:schemeClr val="dk1"/>
                </a:solidFill>
                <a:latin typeface="Calibri"/>
                <a:ea typeface="Calibri"/>
                <a:cs typeface="Calibri"/>
                <a:sym typeface="Calibri"/>
              </a:endParaRPr>
            </a:p>
          </p:txBody>
        </p:sp>
        <p:sp>
          <p:nvSpPr>
            <p:cNvPr id="51" name="Google Shape;421;g3ef883ee339_0_599">
              <a:extLst>
                <a:ext uri="{FF2B5EF4-FFF2-40B4-BE49-F238E27FC236}">
                  <a16:creationId xmlns:a16="http://schemas.microsoft.com/office/drawing/2014/main" id="{547E7179-EA98-895A-1DC5-FB52538C6BB8}"/>
                </a:ext>
              </a:extLst>
            </p:cNvPr>
            <p:cNvSpPr txBox="1"/>
            <p:nvPr/>
          </p:nvSpPr>
          <p:spPr>
            <a:xfrm>
              <a:off x="5890250" y="1099925"/>
              <a:ext cx="1127400" cy="492900"/>
            </a:xfrm>
            <a:prstGeom prst="rect">
              <a:avLst/>
            </a:prstGeom>
            <a:noFill/>
            <a:ln>
              <a:noFill/>
            </a:ln>
          </p:spPr>
          <p:txBody>
            <a:bodyPr spcFirstLastPara="1" wrap="square" lIns="31400" tIns="31400" rIns="31400" bIns="31400" anchor="t" anchorCtr="0">
              <a:noAutofit/>
            </a:bodyPr>
            <a:lstStyle/>
            <a:p>
              <a:r>
                <a:rPr lang="en-US" sz="893" b="1">
                  <a:solidFill>
                    <a:schemeClr val="dk1"/>
                  </a:solidFill>
                  <a:latin typeface="Calibri"/>
                  <a:ea typeface="Calibri"/>
                  <a:cs typeface="Calibri"/>
                  <a:sym typeface="Calibri"/>
                </a:rPr>
                <a:t>HBM1</a:t>
              </a:r>
              <a:endParaRPr sz="893" b="1">
                <a:solidFill>
                  <a:schemeClr val="dk1"/>
                </a:solidFill>
                <a:latin typeface="Calibri"/>
                <a:ea typeface="Calibri"/>
                <a:cs typeface="Calibri"/>
                <a:sym typeface="Calibri"/>
              </a:endParaRPr>
            </a:p>
          </p:txBody>
        </p:sp>
      </p:grpSp>
      <p:grpSp>
        <p:nvGrpSpPr>
          <p:cNvPr id="52" name="Google Shape;422;g3ef883ee339_0_599">
            <a:extLst>
              <a:ext uri="{FF2B5EF4-FFF2-40B4-BE49-F238E27FC236}">
                <a16:creationId xmlns:a16="http://schemas.microsoft.com/office/drawing/2014/main" id="{7EFB24D4-AA2C-A841-EED1-30E455775E72}"/>
              </a:ext>
            </a:extLst>
          </p:cNvPr>
          <p:cNvGrpSpPr/>
          <p:nvPr/>
        </p:nvGrpSpPr>
        <p:grpSpPr>
          <a:xfrm>
            <a:off x="290465" y="3503057"/>
            <a:ext cx="2764613" cy="1289638"/>
            <a:chOff x="2997180" y="1728650"/>
            <a:chExt cx="7985595" cy="3725125"/>
          </a:xfrm>
        </p:grpSpPr>
        <p:sp>
          <p:nvSpPr>
            <p:cNvPr id="53" name="Google Shape;423;g3ef883ee339_0_599">
              <a:extLst>
                <a:ext uri="{FF2B5EF4-FFF2-40B4-BE49-F238E27FC236}">
                  <a16:creationId xmlns:a16="http://schemas.microsoft.com/office/drawing/2014/main" id="{235987FF-AC35-2CCF-5C38-AE3A3B6D4076}"/>
                </a:ext>
              </a:extLst>
            </p:cNvPr>
            <p:cNvSpPr/>
            <p:nvPr/>
          </p:nvSpPr>
          <p:spPr>
            <a:xfrm>
              <a:off x="7612275" y="3010875"/>
              <a:ext cx="3370500" cy="2442900"/>
            </a:xfrm>
            <a:prstGeom prst="rect">
              <a:avLst/>
            </a:prstGeom>
            <a:solidFill>
              <a:srgbClr val="D9D9D9"/>
            </a:solidFill>
            <a:ln w="8775" cap="flat" cmpd="sng">
              <a:solidFill>
                <a:srgbClr val="262626"/>
              </a:solidFill>
              <a:prstDash val="solid"/>
              <a:round/>
              <a:headEnd type="none" w="sm" len="sm"/>
              <a:tailEnd type="none" w="sm" len="sm"/>
            </a:ln>
          </p:spPr>
          <p:txBody>
            <a:bodyPr spcFirstLastPara="1" wrap="square" lIns="31650" tIns="15825" rIns="31650" bIns="15825" anchor="ctr" anchorCtr="0">
              <a:noAutofit/>
            </a:bodyPr>
            <a:lstStyle/>
            <a:p>
              <a:pPr algn="ctr"/>
              <a:endParaRPr sz="623">
                <a:solidFill>
                  <a:schemeClr val="lt1"/>
                </a:solidFill>
                <a:latin typeface="Calibri"/>
                <a:ea typeface="Calibri"/>
                <a:cs typeface="Calibri"/>
                <a:sym typeface="Calibri"/>
              </a:endParaRPr>
            </a:p>
          </p:txBody>
        </p:sp>
        <p:sp>
          <p:nvSpPr>
            <p:cNvPr id="54" name="Google Shape;424;g3ef883ee339_0_599">
              <a:extLst>
                <a:ext uri="{FF2B5EF4-FFF2-40B4-BE49-F238E27FC236}">
                  <a16:creationId xmlns:a16="http://schemas.microsoft.com/office/drawing/2014/main" id="{BA30FF71-7C46-280D-024F-C0243A3A5705}"/>
                </a:ext>
              </a:extLst>
            </p:cNvPr>
            <p:cNvSpPr/>
            <p:nvPr/>
          </p:nvSpPr>
          <p:spPr>
            <a:xfrm>
              <a:off x="3306790" y="3004286"/>
              <a:ext cx="2020500" cy="2395500"/>
            </a:xfrm>
            <a:prstGeom prst="rect">
              <a:avLst/>
            </a:prstGeom>
            <a:solidFill>
              <a:srgbClr val="D8D8D8"/>
            </a:solidFill>
            <a:ln w="8775" cap="flat" cmpd="sng">
              <a:solidFill>
                <a:srgbClr val="262626"/>
              </a:solidFill>
              <a:prstDash val="solid"/>
              <a:round/>
              <a:headEnd type="none" w="sm" len="sm"/>
              <a:tailEnd type="none" w="sm" len="sm"/>
            </a:ln>
          </p:spPr>
          <p:txBody>
            <a:bodyPr spcFirstLastPara="1" wrap="square" lIns="31650" tIns="15825" rIns="31650" bIns="15825" anchor="ctr" anchorCtr="0">
              <a:noAutofit/>
            </a:bodyPr>
            <a:lstStyle/>
            <a:p>
              <a:pPr algn="ctr"/>
              <a:endParaRPr sz="623">
                <a:solidFill>
                  <a:schemeClr val="lt1"/>
                </a:solidFill>
                <a:latin typeface="Calibri"/>
                <a:ea typeface="Calibri"/>
                <a:cs typeface="Calibri"/>
                <a:sym typeface="Calibri"/>
              </a:endParaRPr>
            </a:p>
          </p:txBody>
        </p:sp>
        <p:sp>
          <p:nvSpPr>
            <p:cNvPr id="55" name="Google Shape;425;g3ef883ee339_0_599">
              <a:extLst>
                <a:ext uri="{FF2B5EF4-FFF2-40B4-BE49-F238E27FC236}">
                  <a16:creationId xmlns:a16="http://schemas.microsoft.com/office/drawing/2014/main" id="{20D4DC87-FD8C-24F4-9FA2-8CD39371FAA9}"/>
                </a:ext>
              </a:extLst>
            </p:cNvPr>
            <p:cNvSpPr txBox="1"/>
            <p:nvPr/>
          </p:nvSpPr>
          <p:spPr>
            <a:xfrm>
              <a:off x="2997180" y="2285250"/>
              <a:ext cx="3049200" cy="461700"/>
            </a:xfrm>
            <a:prstGeom prst="rect">
              <a:avLst/>
            </a:prstGeom>
            <a:noFill/>
            <a:ln>
              <a:noFill/>
            </a:ln>
          </p:spPr>
          <p:txBody>
            <a:bodyPr spcFirstLastPara="1" wrap="square" lIns="31650" tIns="15825" rIns="31650" bIns="15825" anchor="t" anchorCtr="0">
              <a:spAutoFit/>
            </a:bodyPr>
            <a:lstStyle/>
            <a:p>
              <a:r>
                <a:rPr lang="en-US" sz="831" b="1">
                  <a:solidFill>
                    <a:schemeClr val="dk1"/>
                  </a:solidFill>
                  <a:latin typeface="Calibri"/>
                  <a:ea typeface="Calibri"/>
                  <a:cs typeface="Calibri"/>
                  <a:sym typeface="Calibri"/>
                </a:rPr>
                <a:t>Memory Controller</a:t>
              </a:r>
              <a:endParaRPr sz="623"/>
            </a:p>
          </p:txBody>
        </p:sp>
        <p:sp>
          <p:nvSpPr>
            <p:cNvPr id="56" name="Google Shape;426;g3ef883ee339_0_599">
              <a:extLst>
                <a:ext uri="{FF2B5EF4-FFF2-40B4-BE49-F238E27FC236}">
                  <a16:creationId xmlns:a16="http://schemas.microsoft.com/office/drawing/2014/main" id="{B582EB08-4E1C-0624-65F5-850893AC556E}"/>
                </a:ext>
              </a:extLst>
            </p:cNvPr>
            <p:cNvSpPr/>
            <p:nvPr/>
          </p:nvSpPr>
          <p:spPr>
            <a:xfrm>
              <a:off x="3514407" y="3322836"/>
              <a:ext cx="1538700" cy="1651800"/>
            </a:xfrm>
            <a:prstGeom prst="roundRect">
              <a:avLst>
                <a:gd name="adj" fmla="val 16667"/>
              </a:avLst>
            </a:prstGeom>
            <a:solidFill>
              <a:srgbClr val="FF9900"/>
            </a:solidFill>
            <a:ln w="9900" cap="flat" cmpd="sng">
              <a:solidFill>
                <a:srgbClr val="000000"/>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57" name="Google Shape;427;g3ef883ee339_0_599">
              <a:extLst>
                <a:ext uri="{FF2B5EF4-FFF2-40B4-BE49-F238E27FC236}">
                  <a16:creationId xmlns:a16="http://schemas.microsoft.com/office/drawing/2014/main" id="{600AA5D1-2943-F339-C539-2FAC6295A925}"/>
                </a:ext>
              </a:extLst>
            </p:cNvPr>
            <p:cNvSpPr txBox="1"/>
            <p:nvPr/>
          </p:nvSpPr>
          <p:spPr>
            <a:xfrm>
              <a:off x="3597937" y="3821493"/>
              <a:ext cx="1485300" cy="8121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SEC-DED</a:t>
              </a:r>
              <a:endParaRPr sz="969" b="1">
                <a:solidFill>
                  <a:schemeClr val="dk1"/>
                </a:solidFill>
                <a:latin typeface="Calibri"/>
                <a:ea typeface="Calibri"/>
                <a:cs typeface="Calibri"/>
                <a:sym typeface="Calibri"/>
              </a:endParaRPr>
            </a:p>
          </p:txBody>
        </p:sp>
        <p:sp>
          <p:nvSpPr>
            <p:cNvPr id="58" name="Google Shape;428;g3ef883ee339_0_599">
              <a:extLst>
                <a:ext uri="{FF2B5EF4-FFF2-40B4-BE49-F238E27FC236}">
                  <a16:creationId xmlns:a16="http://schemas.microsoft.com/office/drawing/2014/main" id="{4A63F8D8-879F-EAA0-D809-59D1796A266C}"/>
                </a:ext>
              </a:extLst>
            </p:cNvPr>
            <p:cNvSpPr/>
            <p:nvPr/>
          </p:nvSpPr>
          <p:spPr>
            <a:xfrm rot="10800000">
              <a:off x="5331172" y="4489000"/>
              <a:ext cx="2321100" cy="253200"/>
            </a:xfrm>
            <a:prstGeom prst="rightArrow">
              <a:avLst>
                <a:gd name="adj1" fmla="val 50000"/>
                <a:gd name="adj2" fmla="val 50000"/>
              </a:avLst>
            </a:prstGeom>
            <a:solidFill>
              <a:srgbClr val="B45F06"/>
            </a:solidFill>
            <a:ln w="3325" cap="flat" cmpd="sng">
              <a:solidFill>
                <a:schemeClr val="dk2"/>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59" name="Google Shape;429;g3ef883ee339_0_599">
              <a:extLst>
                <a:ext uri="{FF2B5EF4-FFF2-40B4-BE49-F238E27FC236}">
                  <a16:creationId xmlns:a16="http://schemas.microsoft.com/office/drawing/2014/main" id="{B4EF5E3F-2F94-DAD9-68A4-DEDAAC27E394}"/>
                </a:ext>
              </a:extLst>
            </p:cNvPr>
            <p:cNvSpPr txBox="1"/>
            <p:nvPr/>
          </p:nvSpPr>
          <p:spPr>
            <a:xfrm>
              <a:off x="8645725" y="2271550"/>
              <a:ext cx="1663800" cy="461700"/>
            </a:xfrm>
            <a:prstGeom prst="rect">
              <a:avLst/>
            </a:prstGeom>
            <a:noFill/>
            <a:ln>
              <a:noFill/>
            </a:ln>
          </p:spPr>
          <p:txBody>
            <a:bodyPr spcFirstLastPara="1" wrap="square" lIns="31650" tIns="15825" rIns="31650" bIns="15825" anchor="t" anchorCtr="0">
              <a:spAutoFit/>
            </a:bodyPr>
            <a:lstStyle/>
            <a:p>
              <a:r>
                <a:rPr lang="en-US" sz="831" b="1">
                  <a:solidFill>
                    <a:schemeClr val="dk1"/>
                  </a:solidFill>
                  <a:latin typeface="Calibri"/>
                  <a:ea typeface="Calibri"/>
                  <a:cs typeface="Calibri"/>
                  <a:sym typeface="Calibri"/>
                </a:rPr>
                <a:t>DRAM Die</a:t>
              </a:r>
              <a:endParaRPr sz="831"/>
            </a:p>
          </p:txBody>
        </p:sp>
        <p:sp>
          <p:nvSpPr>
            <p:cNvPr id="60" name="Google Shape;430;g3ef883ee339_0_599">
              <a:extLst>
                <a:ext uri="{FF2B5EF4-FFF2-40B4-BE49-F238E27FC236}">
                  <a16:creationId xmlns:a16="http://schemas.microsoft.com/office/drawing/2014/main" id="{FD22BA86-958C-B10C-94E0-A414DE7FC6BB}"/>
                </a:ext>
              </a:extLst>
            </p:cNvPr>
            <p:cNvSpPr/>
            <p:nvPr/>
          </p:nvSpPr>
          <p:spPr>
            <a:xfrm>
              <a:off x="8632550" y="3369550"/>
              <a:ext cx="1305600" cy="1651800"/>
            </a:xfrm>
            <a:prstGeom prst="roundRect">
              <a:avLst>
                <a:gd name="adj" fmla="val 16667"/>
              </a:avLst>
            </a:prstGeom>
            <a:solidFill>
              <a:srgbClr val="A4C2F4"/>
            </a:solidFill>
            <a:ln w="9900" cap="flat" cmpd="sng">
              <a:solidFill>
                <a:schemeClr val="dk1"/>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61" name="Google Shape;431;g3ef883ee339_0_599">
              <a:extLst>
                <a:ext uri="{FF2B5EF4-FFF2-40B4-BE49-F238E27FC236}">
                  <a16:creationId xmlns:a16="http://schemas.microsoft.com/office/drawing/2014/main" id="{5ED3ED3E-41F8-C97F-8814-131D9CE31100}"/>
                </a:ext>
              </a:extLst>
            </p:cNvPr>
            <p:cNvSpPr txBox="1"/>
            <p:nvPr/>
          </p:nvSpPr>
          <p:spPr>
            <a:xfrm>
              <a:off x="8789284" y="3637561"/>
              <a:ext cx="1241100" cy="719700"/>
            </a:xfrm>
            <a:prstGeom prst="rect">
              <a:avLst/>
            </a:prstGeom>
            <a:noFill/>
            <a:ln>
              <a:noFill/>
            </a:ln>
          </p:spPr>
          <p:txBody>
            <a:bodyPr spcFirstLastPara="1" wrap="square" lIns="31650" tIns="31650" rIns="31650" bIns="31650" anchor="t" anchorCtr="0">
              <a:noAutofit/>
            </a:bodyPr>
            <a:lstStyle/>
            <a:p>
              <a:r>
                <a:rPr lang="en-US" sz="969">
                  <a:solidFill>
                    <a:schemeClr val="dk1"/>
                  </a:solidFill>
                  <a:latin typeface="Calibri"/>
                  <a:ea typeface="Calibri"/>
                  <a:cs typeface="Calibri"/>
                  <a:sym typeface="Calibri"/>
                </a:rPr>
                <a:t>Mem</a:t>
              </a:r>
              <a:br>
                <a:rPr lang="en-US" sz="969">
                  <a:solidFill>
                    <a:schemeClr val="dk1"/>
                  </a:solidFill>
                  <a:latin typeface="Calibri"/>
                  <a:ea typeface="Calibri"/>
                  <a:cs typeface="Calibri"/>
                  <a:sym typeface="Calibri"/>
                </a:rPr>
              </a:br>
              <a:r>
                <a:rPr lang="en-US" sz="969">
                  <a:solidFill>
                    <a:schemeClr val="dk1"/>
                  </a:solidFill>
                  <a:latin typeface="Calibri"/>
                  <a:ea typeface="Calibri"/>
                  <a:cs typeface="Calibri"/>
                  <a:sym typeface="Calibri"/>
                </a:rPr>
                <a:t>Array</a:t>
              </a:r>
              <a:endParaRPr sz="969">
                <a:solidFill>
                  <a:schemeClr val="dk1"/>
                </a:solidFill>
                <a:latin typeface="Calibri"/>
                <a:ea typeface="Calibri"/>
                <a:cs typeface="Calibri"/>
                <a:sym typeface="Calibri"/>
              </a:endParaRPr>
            </a:p>
          </p:txBody>
        </p:sp>
        <p:sp>
          <p:nvSpPr>
            <p:cNvPr id="62" name="Google Shape;432;g3ef883ee339_0_599">
              <a:extLst>
                <a:ext uri="{FF2B5EF4-FFF2-40B4-BE49-F238E27FC236}">
                  <a16:creationId xmlns:a16="http://schemas.microsoft.com/office/drawing/2014/main" id="{13E27B51-699C-C10C-F844-FFD92A545909}"/>
                </a:ext>
              </a:extLst>
            </p:cNvPr>
            <p:cNvSpPr/>
            <p:nvPr/>
          </p:nvSpPr>
          <p:spPr>
            <a:xfrm>
              <a:off x="5372373" y="3562450"/>
              <a:ext cx="2319900" cy="253200"/>
            </a:xfrm>
            <a:prstGeom prst="rightArrow">
              <a:avLst>
                <a:gd name="adj1" fmla="val 50000"/>
                <a:gd name="adj2" fmla="val 50000"/>
              </a:avLst>
            </a:prstGeom>
            <a:solidFill>
              <a:srgbClr val="B45F06"/>
            </a:solidFill>
            <a:ln w="3325" cap="flat" cmpd="sng">
              <a:solidFill>
                <a:schemeClr val="dk2"/>
              </a:solidFill>
              <a:prstDash val="solid"/>
              <a:round/>
              <a:headEnd type="none" w="sm" len="sm"/>
              <a:tailEnd type="none" w="sm" len="sm"/>
            </a:ln>
          </p:spPr>
          <p:txBody>
            <a:bodyPr spcFirstLastPara="1" wrap="square" lIns="31650" tIns="31650" rIns="31650" bIns="31650" anchor="ctr" anchorCtr="0">
              <a:noAutofit/>
            </a:bodyPr>
            <a:lstStyle/>
            <a:p>
              <a:pPr algn="ctr"/>
              <a:endParaRPr sz="485">
                <a:latin typeface="Calibri"/>
                <a:ea typeface="Calibri"/>
                <a:cs typeface="Calibri"/>
                <a:sym typeface="Calibri"/>
              </a:endParaRPr>
            </a:p>
          </p:txBody>
        </p:sp>
        <p:sp>
          <p:nvSpPr>
            <p:cNvPr id="63" name="Google Shape;433;g3ef883ee339_0_599">
              <a:extLst>
                <a:ext uri="{FF2B5EF4-FFF2-40B4-BE49-F238E27FC236}">
                  <a16:creationId xmlns:a16="http://schemas.microsoft.com/office/drawing/2014/main" id="{69836058-6CA7-51DD-667F-F4938CF72584}"/>
                </a:ext>
              </a:extLst>
            </p:cNvPr>
            <p:cNvSpPr txBox="1"/>
            <p:nvPr/>
          </p:nvSpPr>
          <p:spPr>
            <a:xfrm>
              <a:off x="5357250" y="2996213"/>
              <a:ext cx="4482900" cy="6042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Data + SysECC </a:t>
              </a:r>
              <a:endParaRPr sz="969" b="1">
                <a:solidFill>
                  <a:schemeClr val="dk1"/>
                </a:solidFill>
                <a:latin typeface="Calibri"/>
                <a:ea typeface="Calibri"/>
                <a:cs typeface="Calibri"/>
                <a:sym typeface="Calibri"/>
              </a:endParaRPr>
            </a:p>
          </p:txBody>
        </p:sp>
        <p:sp>
          <p:nvSpPr>
            <p:cNvPr id="64" name="Google Shape;434;g3ef883ee339_0_599">
              <a:extLst>
                <a:ext uri="{FF2B5EF4-FFF2-40B4-BE49-F238E27FC236}">
                  <a16:creationId xmlns:a16="http://schemas.microsoft.com/office/drawing/2014/main" id="{9708F611-A868-C92D-C345-0EBAF69918E1}"/>
                </a:ext>
              </a:extLst>
            </p:cNvPr>
            <p:cNvSpPr txBox="1"/>
            <p:nvPr/>
          </p:nvSpPr>
          <p:spPr>
            <a:xfrm>
              <a:off x="5968642" y="3634686"/>
              <a:ext cx="3183900" cy="6042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Write</a:t>
              </a:r>
              <a:endParaRPr sz="969" b="1">
                <a:solidFill>
                  <a:schemeClr val="dk1"/>
                </a:solidFill>
                <a:latin typeface="Calibri"/>
                <a:ea typeface="Calibri"/>
                <a:cs typeface="Calibri"/>
                <a:sym typeface="Calibri"/>
              </a:endParaRPr>
            </a:p>
          </p:txBody>
        </p:sp>
        <p:sp>
          <p:nvSpPr>
            <p:cNvPr id="65" name="Google Shape;435;g3ef883ee339_0_599">
              <a:extLst>
                <a:ext uri="{FF2B5EF4-FFF2-40B4-BE49-F238E27FC236}">
                  <a16:creationId xmlns:a16="http://schemas.microsoft.com/office/drawing/2014/main" id="{8B30F07B-B6A0-4634-7D5A-6B66540CD745}"/>
                </a:ext>
              </a:extLst>
            </p:cNvPr>
            <p:cNvSpPr txBox="1"/>
            <p:nvPr/>
          </p:nvSpPr>
          <p:spPr>
            <a:xfrm>
              <a:off x="6006742" y="4610536"/>
              <a:ext cx="3183900" cy="604200"/>
            </a:xfrm>
            <a:prstGeom prst="rect">
              <a:avLst/>
            </a:prstGeom>
            <a:noFill/>
            <a:ln>
              <a:noFill/>
            </a:ln>
          </p:spPr>
          <p:txBody>
            <a:bodyPr spcFirstLastPara="1" wrap="square" lIns="31650" tIns="31650" rIns="31650" bIns="31650" anchor="t" anchorCtr="0">
              <a:noAutofit/>
            </a:bodyPr>
            <a:lstStyle/>
            <a:p>
              <a:r>
                <a:rPr lang="en-US" sz="969" b="1">
                  <a:solidFill>
                    <a:schemeClr val="dk1"/>
                  </a:solidFill>
                  <a:latin typeface="Calibri"/>
                  <a:ea typeface="Calibri"/>
                  <a:cs typeface="Calibri"/>
                  <a:sym typeface="Calibri"/>
                </a:rPr>
                <a:t>Read </a:t>
              </a:r>
              <a:endParaRPr sz="969" b="1">
                <a:solidFill>
                  <a:schemeClr val="dk1"/>
                </a:solidFill>
                <a:latin typeface="Calibri"/>
                <a:ea typeface="Calibri"/>
                <a:cs typeface="Calibri"/>
                <a:sym typeface="Calibri"/>
              </a:endParaRPr>
            </a:p>
          </p:txBody>
        </p:sp>
        <p:sp>
          <p:nvSpPr>
            <p:cNvPr id="66" name="Google Shape;436;g3ef883ee339_0_599">
              <a:extLst>
                <a:ext uri="{FF2B5EF4-FFF2-40B4-BE49-F238E27FC236}">
                  <a16:creationId xmlns:a16="http://schemas.microsoft.com/office/drawing/2014/main" id="{029E4B63-42C6-7D8D-1133-0EB9E9FB6944}"/>
                </a:ext>
              </a:extLst>
            </p:cNvPr>
            <p:cNvSpPr txBox="1"/>
            <p:nvPr/>
          </p:nvSpPr>
          <p:spPr>
            <a:xfrm>
              <a:off x="5797825" y="1728650"/>
              <a:ext cx="1127400" cy="492900"/>
            </a:xfrm>
            <a:prstGeom prst="rect">
              <a:avLst/>
            </a:prstGeom>
            <a:noFill/>
            <a:ln>
              <a:noFill/>
            </a:ln>
          </p:spPr>
          <p:txBody>
            <a:bodyPr spcFirstLastPara="1" wrap="square" lIns="31650" tIns="31650" rIns="31650" bIns="31650" anchor="t" anchorCtr="0">
              <a:noAutofit/>
            </a:bodyPr>
            <a:lstStyle/>
            <a:p>
              <a:r>
                <a:rPr lang="en-US" sz="900" b="1">
                  <a:solidFill>
                    <a:schemeClr val="dk1"/>
                  </a:solidFill>
                  <a:latin typeface="Calibri"/>
                  <a:ea typeface="Calibri"/>
                  <a:cs typeface="Calibri"/>
                  <a:sym typeface="Calibri"/>
                </a:rPr>
                <a:t>HBM2</a:t>
              </a:r>
              <a:endParaRPr sz="900" b="1">
                <a:solidFill>
                  <a:schemeClr val="dk1"/>
                </a:solidFill>
                <a:latin typeface="Calibri"/>
                <a:ea typeface="Calibri"/>
                <a:cs typeface="Calibri"/>
                <a:sym typeface="Calibri"/>
              </a:endParaRPr>
            </a:p>
          </p:txBody>
        </p:sp>
      </p:grpSp>
      <p:grpSp>
        <p:nvGrpSpPr>
          <p:cNvPr id="67" name="Google Shape;437;g3ef883ee339_0_599">
            <a:extLst>
              <a:ext uri="{FF2B5EF4-FFF2-40B4-BE49-F238E27FC236}">
                <a16:creationId xmlns:a16="http://schemas.microsoft.com/office/drawing/2014/main" id="{A29CAED4-1CF9-55FC-8E85-5A9AB98C5D50}"/>
              </a:ext>
            </a:extLst>
          </p:cNvPr>
          <p:cNvGrpSpPr/>
          <p:nvPr/>
        </p:nvGrpSpPr>
        <p:grpSpPr>
          <a:xfrm>
            <a:off x="158599" y="4858540"/>
            <a:ext cx="3484946" cy="1331679"/>
            <a:chOff x="2188242" y="1168877"/>
            <a:chExt cx="9734486" cy="3719773"/>
          </a:xfrm>
        </p:grpSpPr>
        <p:sp>
          <p:nvSpPr>
            <p:cNvPr id="68" name="Google Shape;438;g3ef883ee339_0_599">
              <a:extLst>
                <a:ext uri="{FF2B5EF4-FFF2-40B4-BE49-F238E27FC236}">
                  <a16:creationId xmlns:a16="http://schemas.microsoft.com/office/drawing/2014/main" id="{072A0325-B608-F39E-F6B8-4936BBFC0CC0}"/>
                </a:ext>
              </a:extLst>
            </p:cNvPr>
            <p:cNvSpPr/>
            <p:nvPr/>
          </p:nvSpPr>
          <p:spPr>
            <a:xfrm>
              <a:off x="6736928" y="2445750"/>
              <a:ext cx="5185800" cy="2442900"/>
            </a:xfrm>
            <a:prstGeom prst="rect">
              <a:avLst/>
            </a:prstGeom>
            <a:solidFill>
              <a:srgbClr val="D9D9D9"/>
            </a:solidFill>
            <a:ln w="9075" cap="flat" cmpd="sng">
              <a:solidFill>
                <a:srgbClr val="262626"/>
              </a:solidFill>
              <a:prstDash val="solid"/>
              <a:round/>
              <a:headEnd type="none" w="sm" len="sm"/>
              <a:tailEnd type="none" w="sm" len="sm"/>
            </a:ln>
          </p:spPr>
          <p:txBody>
            <a:bodyPr spcFirstLastPara="1" wrap="square" lIns="32725" tIns="16350" rIns="32725" bIns="16350" anchor="ctr" anchorCtr="0">
              <a:noAutofit/>
            </a:bodyPr>
            <a:lstStyle/>
            <a:p>
              <a:pPr algn="ctr"/>
              <a:endParaRPr sz="645">
                <a:solidFill>
                  <a:schemeClr val="lt1"/>
                </a:solidFill>
                <a:latin typeface="Calibri"/>
                <a:ea typeface="Calibri"/>
                <a:cs typeface="Calibri"/>
                <a:sym typeface="Calibri"/>
              </a:endParaRPr>
            </a:p>
          </p:txBody>
        </p:sp>
        <p:sp>
          <p:nvSpPr>
            <p:cNvPr id="69" name="Google Shape;439;g3ef883ee339_0_599">
              <a:extLst>
                <a:ext uri="{FF2B5EF4-FFF2-40B4-BE49-F238E27FC236}">
                  <a16:creationId xmlns:a16="http://schemas.microsoft.com/office/drawing/2014/main" id="{82DAB9E5-4329-9472-88C1-E06477A67C98}"/>
                </a:ext>
              </a:extLst>
            </p:cNvPr>
            <p:cNvSpPr/>
            <p:nvPr/>
          </p:nvSpPr>
          <p:spPr>
            <a:xfrm>
              <a:off x="2532115" y="2350398"/>
              <a:ext cx="2020500" cy="2395500"/>
            </a:xfrm>
            <a:prstGeom prst="rect">
              <a:avLst/>
            </a:prstGeom>
            <a:solidFill>
              <a:srgbClr val="D8D8D8"/>
            </a:solidFill>
            <a:ln w="9075" cap="flat" cmpd="sng">
              <a:solidFill>
                <a:srgbClr val="262626"/>
              </a:solidFill>
              <a:prstDash val="solid"/>
              <a:round/>
              <a:headEnd type="none" w="sm" len="sm"/>
              <a:tailEnd type="none" w="sm" len="sm"/>
            </a:ln>
          </p:spPr>
          <p:txBody>
            <a:bodyPr spcFirstLastPara="1" wrap="square" lIns="32725" tIns="16350" rIns="32725" bIns="16350" anchor="ctr" anchorCtr="0">
              <a:noAutofit/>
            </a:bodyPr>
            <a:lstStyle/>
            <a:p>
              <a:pPr algn="ctr"/>
              <a:endParaRPr sz="645">
                <a:solidFill>
                  <a:schemeClr val="lt1"/>
                </a:solidFill>
                <a:latin typeface="Calibri"/>
                <a:ea typeface="Calibri"/>
                <a:cs typeface="Calibri"/>
                <a:sym typeface="Calibri"/>
              </a:endParaRPr>
            </a:p>
          </p:txBody>
        </p:sp>
        <p:sp>
          <p:nvSpPr>
            <p:cNvPr id="70" name="Google Shape;440;g3ef883ee339_0_599">
              <a:extLst>
                <a:ext uri="{FF2B5EF4-FFF2-40B4-BE49-F238E27FC236}">
                  <a16:creationId xmlns:a16="http://schemas.microsoft.com/office/drawing/2014/main" id="{5F6A7280-4AF4-75D7-6EB0-597102345C77}"/>
                </a:ext>
              </a:extLst>
            </p:cNvPr>
            <p:cNvSpPr txBox="1"/>
            <p:nvPr/>
          </p:nvSpPr>
          <p:spPr>
            <a:xfrm>
              <a:off x="2188242" y="1617658"/>
              <a:ext cx="3049200" cy="461700"/>
            </a:xfrm>
            <a:prstGeom prst="rect">
              <a:avLst/>
            </a:prstGeom>
            <a:noFill/>
            <a:ln>
              <a:noFill/>
            </a:ln>
          </p:spPr>
          <p:txBody>
            <a:bodyPr spcFirstLastPara="1" wrap="square" lIns="32725" tIns="16350" rIns="32725" bIns="16350" anchor="t" anchorCtr="0">
              <a:spAutoFit/>
            </a:bodyPr>
            <a:lstStyle/>
            <a:p>
              <a:r>
                <a:rPr lang="en-US" sz="859" b="1">
                  <a:solidFill>
                    <a:schemeClr val="dk1"/>
                  </a:solidFill>
                  <a:latin typeface="Calibri"/>
                  <a:ea typeface="Calibri"/>
                  <a:cs typeface="Calibri"/>
                  <a:sym typeface="Calibri"/>
                </a:rPr>
                <a:t>Memory Controller</a:t>
              </a:r>
              <a:endParaRPr sz="645"/>
            </a:p>
          </p:txBody>
        </p:sp>
        <p:sp>
          <p:nvSpPr>
            <p:cNvPr id="71" name="Google Shape;441;g3ef883ee339_0_599">
              <a:extLst>
                <a:ext uri="{FF2B5EF4-FFF2-40B4-BE49-F238E27FC236}">
                  <a16:creationId xmlns:a16="http://schemas.microsoft.com/office/drawing/2014/main" id="{180D630E-24EF-DD07-166C-71012DE28940}"/>
                </a:ext>
              </a:extLst>
            </p:cNvPr>
            <p:cNvSpPr/>
            <p:nvPr/>
          </p:nvSpPr>
          <p:spPr>
            <a:xfrm>
              <a:off x="2739732" y="2668948"/>
              <a:ext cx="1538700" cy="1651800"/>
            </a:xfrm>
            <a:prstGeom prst="roundRect">
              <a:avLst>
                <a:gd name="adj" fmla="val 16667"/>
              </a:avLst>
            </a:prstGeom>
            <a:solidFill>
              <a:srgbClr val="FF9900"/>
            </a:solidFill>
            <a:ln w="10250" cap="flat" cmpd="sng">
              <a:solidFill>
                <a:srgbClr val="000000"/>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72" name="Google Shape;442;g3ef883ee339_0_599">
              <a:extLst>
                <a:ext uri="{FF2B5EF4-FFF2-40B4-BE49-F238E27FC236}">
                  <a16:creationId xmlns:a16="http://schemas.microsoft.com/office/drawing/2014/main" id="{C6899E85-014A-5EC7-28D5-5E2D3243216E}"/>
                </a:ext>
              </a:extLst>
            </p:cNvPr>
            <p:cNvSpPr txBox="1"/>
            <p:nvPr/>
          </p:nvSpPr>
          <p:spPr>
            <a:xfrm>
              <a:off x="2823262" y="3167606"/>
              <a:ext cx="1485300" cy="8121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SEC-DED</a:t>
              </a:r>
              <a:endParaRPr sz="1003" b="1">
                <a:solidFill>
                  <a:schemeClr val="dk1"/>
                </a:solidFill>
                <a:latin typeface="Calibri"/>
                <a:ea typeface="Calibri"/>
                <a:cs typeface="Calibri"/>
                <a:sym typeface="Calibri"/>
              </a:endParaRPr>
            </a:p>
          </p:txBody>
        </p:sp>
        <p:sp>
          <p:nvSpPr>
            <p:cNvPr id="73" name="Google Shape;443;g3ef883ee339_0_599">
              <a:extLst>
                <a:ext uri="{FF2B5EF4-FFF2-40B4-BE49-F238E27FC236}">
                  <a16:creationId xmlns:a16="http://schemas.microsoft.com/office/drawing/2014/main" id="{1AA24302-240F-8240-C600-A33FFED26C64}"/>
                </a:ext>
              </a:extLst>
            </p:cNvPr>
            <p:cNvSpPr/>
            <p:nvPr/>
          </p:nvSpPr>
          <p:spPr>
            <a:xfrm rot="10800000">
              <a:off x="4591103" y="3923875"/>
              <a:ext cx="2185800" cy="253200"/>
            </a:xfrm>
            <a:prstGeom prst="rightArrow">
              <a:avLst>
                <a:gd name="adj1" fmla="val 50000"/>
                <a:gd name="adj2" fmla="val 50000"/>
              </a:avLst>
            </a:prstGeom>
            <a:solidFill>
              <a:srgbClr val="B45F0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74" name="Google Shape;444;g3ef883ee339_0_599">
              <a:extLst>
                <a:ext uri="{FF2B5EF4-FFF2-40B4-BE49-F238E27FC236}">
                  <a16:creationId xmlns:a16="http://schemas.microsoft.com/office/drawing/2014/main" id="{9173922D-B9EC-9F6E-B067-BA3A93CE28DF}"/>
                </a:ext>
              </a:extLst>
            </p:cNvPr>
            <p:cNvSpPr txBox="1"/>
            <p:nvPr/>
          </p:nvSpPr>
          <p:spPr>
            <a:xfrm>
              <a:off x="8782787" y="1636375"/>
              <a:ext cx="1663800" cy="461700"/>
            </a:xfrm>
            <a:prstGeom prst="rect">
              <a:avLst/>
            </a:prstGeom>
            <a:noFill/>
            <a:ln>
              <a:noFill/>
            </a:ln>
          </p:spPr>
          <p:txBody>
            <a:bodyPr spcFirstLastPara="1" wrap="square" lIns="32725" tIns="16350" rIns="32725" bIns="16350" anchor="t" anchorCtr="0">
              <a:spAutoFit/>
            </a:bodyPr>
            <a:lstStyle/>
            <a:p>
              <a:r>
                <a:rPr lang="en-US" sz="859" b="1">
                  <a:solidFill>
                    <a:schemeClr val="dk1"/>
                  </a:solidFill>
                  <a:latin typeface="Calibri"/>
                  <a:ea typeface="Calibri"/>
                  <a:cs typeface="Calibri"/>
                  <a:sym typeface="Calibri"/>
                </a:rPr>
                <a:t>DRAM Die</a:t>
              </a:r>
              <a:endParaRPr sz="859"/>
            </a:p>
          </p:txBody>
        </p:sp>
        <p:sp>
          <p:nvSpPr>
            <p:cNvPr id="75" name="Google Shape;445;g3ef883ee339_0_599">
              <a:extLst>
                <a:ext uri="{FF2B5EF4-FFF2-40B4-BE49-F238E27FC236}">
                  <a16:creationId xmlns:a16="http://schemas.microsoft.com/office/drawing/2014/main" id="{CE7BD616-E04E-0382-032A-3F4D1B42A5EB}"/>
                </a:ext>
              </a:extLst>
            </p:cNvPr>
            <p:cNvSpPr/>
            <p:nvPr/>
          </p:nvSpPr>
          <p:spPr>
            <a:xfrm>
              <a:off x="10413113" y="2778263"/>
              <a:ext cx="1305600" cy="1651800"/>
            </a:xfrm>
            <a:prstGeom prst="roundRect">
              <a:avLst>
                <a:gd name="adj" fmla="val 16667"/>
              </a:avLst>
            </a:prstGeom>
            <a:solidFill>
              <a:srgbClr val="A4C2F4"/>
            </a:solidFill>
            <a:ln w="10250" cap="flat" cmpd="sng">
              <a:solidFill>
                <a:schemeClr val="dk1"/>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76" name="Google Shape;446;g3ef883ee339_0_599">
              <a:extLst>
                <a:ext uri="{FF2B5EF4-FFF2-40B4-BE49-F238E27FC236}">
                  <a16:creationId xmlns:a16="http://schemas.microsoft.com/office/drawing/2014/main" id="{893A6349-D0A0-B130-F6FA-584CFC9C96D1}"/>
                </a:ext>
              </a:extLst>
            </p:cNvPr>
            <p:cNvSpPr txBox="1"/>
            <p:nvPr/>
          </p:nvSpPr>
          <p:spPr>
            <a:xfrm>
              <a:off x="10600160" y="3068986"/>
              <a:ext cx="1241100" cy="719700"/>
            </a:xfrm>
            <a:prstGeom prst="rect">
              <a:avLst/>
            </a:prstGeom>
            <a:noFill/>
            <a:ln>
              <a:noFill/>
            </a:ln>
          </p:spPr>
          <p:txBody>
            <a:bodyPr spcFirstLastPara="1" wrap="square" lIns="32725" tIns="32725" rIns="32725" bIns="32725" anchor="t" anchorCtr="0">
              <a:noAutofit/>
            </a:bodyPr>
            <a:lstStyle/>
            <a:p>
              <a:r>
                <a:rPr lang="en-US" sz="1003">
                  <a:solidFill>
                    <a:schemeClr val="dk1"/>
                  </a:solidFill>
                  <a:latin typeface="Calibri"/>
                  <a:ea typeface="Calibri"/>
                  <a:cs typeface="Calibri"/>
                  <a:sym typeface="Calibri"/>
                </a:rPr>
                <a:t>Mem</a:t>
              </a:r>
              <a:br>
                <a:rPr lang="en-US" sz="1003">
                  <a:solidFill>
                    <a:schemeClr val="dk1"/>
                  </a:solidFill>
                  <a:latin typeface="Calibri"/>
                  <a:ea typeface="Calibri"/>
                  <a:cs typeface="Calibri"/>
                  <a:sym typeface="Calibri"/>
                </a:rPr>
              </a:br>
              <a:r>
                <a:rPr lang="en-US" sz="1003">
                  <a:solidFill>
                    <a:schemeClr val="dk1"/>
                  </a:solidFill>
                  <a:latin typeface="Calibri"/>
                  <a:ea typeface="Calibri"/>
                  <a:cs typeface="Calibri"/>
                  <a:sym typeface="Calibri"/>
                </a:rPr>
                <a:t>Array</a:t>
              </a:r>
              <a:endParaRPr sz="1003">
                <a:solidFill>
                  <a:schemeClr val="dk1"/>
                </a:solidFill>
                <a:latin typeface="Calibri"/>
                <a:ea typeface="Calibri"/>
                <a:cs typeface="Calibri"/>
                <a:sym typeface="Calibri"/>
              </a:endParaRPr>
            </a:p>
          </p:txBody>
        </p:sp>
        <p:sp>
          <p:nvSpPr>
            <p:cNvPr id="77" name="Google Shape;447;g3ef883ee339_0_599">
              <a:extLst>
                <a:ext uri="{FF2B5EF4-FFF2-40B4-BE49-F238E27FC236}">
                  <a16:creationId xmlns:a16="http://schemas.microsoft.com/office/drawing/2014/main" id="{6CAA726D-2A56-615F-BF55-A3D5A8AB347A}"/>
                </a:ext>
              </a:extLst>
            </p:cNvPr>
            <p:cNvSpPr/>
            <p:nvPr/>
          </p:nvSpPr>
          <p:spPr>
            <a:xfrm>
              <a:off x="6859920" y="2804423"/>
              <a:ext cx="1538700" cy="1651800"/>
            </a:xfrm>
            <a:prstGeom prst="roundRect">
              <a:avLst>
                <a:gd name="adj" fmla="val 16667"/>
              </a:avLst>
            </a:prstGeom>
            <a:solidFill>
              <a:srgbClr val="FF9900"/>
            </a:solidFill>
            <a:ln w="10250" cap="flat" cmpd="sng">
              <a:solidFill>
                <a:srgbClr val="000000"/>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78" name="Google Shape;448;g3ef883ee339_0_599">
              <a:extLst>
                <a:ext uri="{FF2B5EF4-FFF2-40B4-BE49-F238E27FC236}">
                  <a16:creationId xmlns:a16="http://schemas.microsoft.com/office/drawing/2014/main" id="{1CAF0765-04A4-526A-35BE-973A87F389B5}"/>
                </a:ext>
              </a:extLst>
            </p:cNvPr>
            <p:cNvSpPr/>
            <p:nvPr/>
          </p:nvSpPr>
          <p:spPr>
            <a:xfrm>
              <a:off x="4591203" y="2997325"/>
              <a:ext cx="2225700" cy="253200"/>
            </a:xfrm>
            <a:prstGeom prst="rightArrow">
              <a:avLst>
                <a:gd name="adj1" fmla="val 50000"/>
                <a:gd name="adj2" fmla="val 50000"/>
              </a:avLst>
            </a:prstGeom>
            <a:solidFill>
              <a:srgbClr val="B45F0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79" name="Google Shape;449;g3ef883ee339_0_599">
              <a:extLst>
                <a:ext uri="{FF2B5EF4-FFF2-40B4-BE49-F238E27FC236}">
                  <a16:creationId xmlns:a16="http://schemas.microsoft.com/office/drawing/2014/main" id="{C490CA7E-5FE3-2A87-34BF-F232BA28AF7C}"/>
                </a:ext>
              </a:extLst>
            </p:cNvPr>
            <p:cNvSpPr txBox="1"/>
            <p:nvPr/>
          </p:nvSpPr>
          <p:spPr>
            <a:xfrm>
              <a:off x="4524762" y="2401063"/>
              <a:ext cx="4482900" cy="604200"/>
            </a:xfrm>
            <a:prstGeom prst="rect">
              <a:avLst/>
            </a:prstGeom>
            <a:noFill/>
            <a:ln>
              <a:noFill/>
            </a:ln>
          </p:spPr>
          <p:txBody>
            <a:bodyPr spcFirstLastPara="1" wrap="square" lIns="32725" tIns="32725" rIns="32725" bIns="32725" anchor="t" anchorCtr="0">
              <a:noAutofit/>
            </a:bodyPr>
            <a:lstStyle/>
            <a:p>
              <a:r>
                <a:rPr lang="en-US" sz="1003">
                  <a:solidFill>
                    <a:schemeClr val="dk1"/>
                  </a:solidFill>
                  <a:latin typeface="Calibri"/>
                  <a:ea typeface="Calibri"/>
                  <a:cs typeface="Calibri"/>
                  <a:sym typeface="Calibri"/>
                </a:rPr>
                <a:t>Data + SysECC</a:t>
              </a:r>
              <a:endParaRPr sz="1003" b="1">
                <a:solidFill>
                  <a:schemeClr val="dk1"/>
                </a:solidFill>
                <a:latin typeface="Calibri"/>
                <a:ea typeface="Calibri"/>
                <a:cs typeface="Calibri"/>
                <a:sym typeface="Calibri"/>
              </a:endParaRPr>
            </a:p>
          </p:txBody>
        </p:sp>
        <p:sp>
          <p:nvSpPr>
            <p:cNvPr id="80" name="Google Shape;450;g3ef883ee339_0_599">
              <a:extLst>
                <a:ext uri="{FF2B5EF4-FFF2-40B4-BE49-F238E27FC236}">
                  <a16:creationId xmlns:a16="http://schemas.microsoft.com/office/drawing/2014/main" id="{67AE12B6-49BD-31D3-040A-A55411D16B8C}"/>
                </a:ext>
              </a:extLst>
            </p:cNvPr>
            <p:cNvSpPr txBox="1"/>
            <p:nvPr/>
          </p:nvSpPr>
          <p:spPr>
            <a:xfrm>
              <a:off x="5132267" y="3037036"/>
              <a:ext cx="3183900" cy="6042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Write </a:t>
              </a:r>
              <a:endParaRPr sz="1003" b="1">
                <a:solidFill>
                  <a:schemeClr val="dk1"/>
                </a:solidFill>
                <a:latin typeface="Calibri"/>
                <a:ea typeface="Calibri"/>
                <a:cs typeface="Calibri"/>
                <a:sym typeface="Calibri"/>
              </a:endParaRPr>
            </a:p>
          </p:txBody>
        </p:sp>
        <p:sp>
          <p:nvSpPr>
            <p:cNvPr id="81" name="Google Shape;451;g3ef883ee339_0_599">
              <a:extLst>
                <a:ext uri="{FF2B5EF4-FFF2-40B4-BE49-F238E27FC236}">
                  <a16:creationId xmlns:a16="http://schemas.microsoft.com/office/drawing/2014/main" id="{4D2FB682-16CF-5A9B-A7B9-EEB3BB20E697}"/>
                </a:ext>
              </a:extLst>
            </p:cNvPr>
            <p:cNvSpPr txBox="1"/>
            <p:nvPr/>
          </p:nvSpPr>
          <p:spPr>
            <a:xfrm>
              <a:off x="5100242" y="3975723"/>
              <a:ext cx="3183900" cy="6042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Read </a:t>
              </a:r>
              <a:endParaRPr sz="1003" b="1">
                <a:solidFill>
                  <a:schemeClr val="dk1"/>
                </a:solidFill>
                <a:latin typeface="Calibri"/>
                <a:ea typeface="Calibri"/>
                <a:cs typeface="Calibri"/>
                <a:sym typeface="Calibri"/>
              </a:endParaRPr>
            </a:p>
          </p:txBody>
        </p:sp>
        <p:sp>
          <p:nvSpPr>
            <p:cNvPr id="82" name="Google Shape;452;g3ef883ee339_0_599">
              <a:extLst>
                <a:ext uri="{FF2B5EF4-FFF2-40B4-BE49-F238E27FC236}">
                  <a16:creationId xmlns:a16="http://schemas.microsoft.com/office/drawing/2014/main" id="{CD68011A-E119-BAD0-6592-4A9A7AE27629}"/>
                </a:ext>
              </a:extLst>
            </p:cNvPr>
            <p:cNvSpPr txBox="1"/>
            <p:nvPr/>
          </p:nvSpPr>
          <p:spPr>
            <a:xfrm>
              <a:off x="5132259" y="1168877"/>
              <a:ext cx="2053200" cy="492900"/>
            </a:xfrm>
            <a:prstGeom prst="rect">
              <a:avLst/>
            </a:prstGeom>
            <a:noFill/>
            <a:ln>
              <a:noFill/>
            </a:ln>
          </p:spPr>
          <p:txBody>
            <a:bodyPr spcFirstLastPara="1" wrap="square" lIns="32725" tIns="32725" rIns="32725" bIns="32725" anchor="t" anchorCtr="0">
              <a:noAutofit/>
            </a:bodyPr>
            <a:lstStyle/>
            <a:p>
              <a:r>
                <a:rPr lang="en-US" sz="931" b="1">
                  <a:solidFill>
                    <a:schemeClr val="dk1"/>
                  </a:solidFill>
                  <a:latin typeface="Calibri"/>
                  <a:ea typeface="Calibri"/>
                  <a:cs typeface="Calibri"/>
                  <a:sym typeface="Calibri"/>
                </a:rPr>
                <a:t>HBM2E</a:t>
              </a:r>
              <a:endParaRPr sz="931" b="1">
                <a:solidFill>
                  <a:schemeClr val="dk1"/>
                </a:solidFill>
                <a:latin typeface="Calibri"/>
                <a:ea typeface="Calibri"/>
                <a:cs typeface="Calibri"/>
                <a:sym typeface="Calibri"/>
              </a:endParaRPr>
            </a:p>
          </p:txBody>
        </p:sp>
        <p:sp>
          <p:nvSpPr>
            <p:cNvPr id="83" name="Google Shape;453;g3ef883ee339_0_599">
              <a:extLst>
                <a:ext uri="{FF2B5EF4-FFF2-40B4-BE49-F238E27FC236}">
                  <a16:creationId xmlns:a16="http://schemas.microsoft.com/office/drawing/2014/main" id="{F61E4F21-109D-0D72-3ADF-B39AC5449695}"/>
                </a:ext>
              </a:extLst>
            </p:cNvPr>
            <p:cNvSpPr txBox="1"/>
            <p:nvPr/>
          </p:nvSpPr>
          <p:spPr>
            <a:xfrm>
              <a:off x="6927410" y="3321327"/>
              <a:ext cx="1485300" cy="812100"/>
            </a:xfrm>
            <a:prstGeom prst="rect">
              <a:avLst/>
            </a:prstGeom>
            <a:noFill/>
            <a:ln>
              <a:noFill/>
            </a:ln>
          </p:spPr>
          <p:txBody>
            <a:bodyPr spcFirstLastPara="1" wrap="square" lIns="32725" tIns="32725" rIns="32725" bIns="32725" anchor="t" anchorCtr="0">
              <a:noAutofit/>
            </a:bodyPr>
            <a:lstStyle/>
            <a:p>
              <a:r>
                <a:rPr lang="en-US" sz="1003" b="1">
                  <a:solidFill>
                    <a:schemeClr val="dk1"/>
                  </a:solidFill>
                  <a:latin typeface="Calibri"/>
                  <a:ea typeface="Calibri"/>
                  <a:cs typeface="Calibri"/>
                  <a:sym typeface="Calibri"/>
                </a:rPr>
                <a:t>SEC-DED</a:t>
              </a:r>
              <a:endParaRPr sz="1003" b="1">
                <a:solidFill>
                  <a:schemeClr val="dk1"/>
                </a:solidFill>
                <a:latin typeface="Calibri"/>
                <a:ea typeface="Calibri"/>
                <a:cs typeface="Calibri"/>
                <a:sym typeface="Calibri"/>
              </a:endParaRPr>
            </a:p>
          </p:txBody>
        </p:sp>
        <p:sp>
          <p:nvSpPr>
            <p:cNvPr id="127" name="Google Shape;454;g3ef883ee339_0_599">
              <a:extLst>
                <a:ext uri="{FF2B5EF4-FFF2-40B4-BE49-F238E27FC236}">
                  <a16:creationId xmlns:a16="http://schemas.microsoft.com/office/drawing/2014/main" id="{9B1FA1A9-084A-4009-1FAC-ACB97FB7A9B0}"/>
                </a:ext>
              </a:extLst>
            </p:cNvPr>
            <p:cNvSpPr/>
            <p:nvPr/>
          </p:nvSpPr>
          <p:spPr>
            <a:xfrm>
              <a:off x="8425550" y="3037025"/>
              <a:ext cx="1945500" cy="289500"/>
            </a:xfrm>
            <a:prstGeom prst="rightArrow">
              <a:avLst>
                <a:gd name="adj1" fmla="val 50000"/>
                <a:gd name="adj2" fmla="val 50000"/>
              </a:avLst>
            </a:prstGeom>
            <a:solidFill>
              <a:srgbClr val="66666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128" name="Google Shape;455;g3ef883ee339_0_599">
              <a:extLst>
                <a:ext uri="{FF2B5EF4-FFF2-40B4-BE49-F238E27FC236}">
                  <a16:creationId xmlns:a16="http://schemas.microsoft.com/office/drawing/2014/main" id="{D1D068BC-CFAA-B5D6-91DE-EC6DEDD278D7}"/>
                </a:ext>
              </a:extLst>
            </p:cNvPr>
            <p:cNvSpPr/>
            <p:nvPr/>
          </p:nvSpPr>
          <p:spPr>
            <a:xfrm rot="10800000">
              <a:off x="8412700" y="3860013"/>
              <a:ext cx="1945500" cy="289500"/>
            </a:xfrm>
            <a:prstGeom prst="rightArrow">
              <a:avLst>
                <a:gd name="adj1" fmla="val 50000"/>
                <a:gd name="adj2" fmla="val 50000"/>
              </a:avLst>
            </a:prstGeom>
            <a:solidFill>
              <a:srgbClr val="666666"/>
            </a:solidFill>
            <a:ln w="3400" cap="flat" cmpd="sng">
              <a:solidFill>
                <a:schemeClr val="dk2"/>
              </a:solidFill>
              <a:prstDash val="solid"/>
              <a:round/>
              <a:headEnd type="none" w="sm" len="sm"/>
              <a:tailEnd type="none" w="sm" len="sm"/>
            </a:ln>
          </p:spPr>
          <p:txBody>
            <a:bodyPr spcFirstLastPara="1" wrap="square" lIns="32725" tIns="32725" rIns="32725" bIns="32725" anchor="ctr" anchorCtr="0">
              <a:noAutofit/>
            </a:bodyPr>
            <a:lstStyle/>
            <a:p>
              <a:pPr algn="ctr"/>
              <a:endParaRPr sz="501">
                <a:latin typeface="Calibri"/>
                <a:ea typeface="Calibri"/>
                <a:cs typeface="Calibri"/>
                <a:sym typeface="Calibri"/>
              </a:endParaRPr>
            </a:p>
          </p:txBody>
        </p:sp>
        <p:sp>
          <p:nvSpPr>
            <p:cNvPr id="129" name="Google Shape;456;g3ef883ee339_0_599">
              <a:extLst>
                <a:ext uri="{FF2B5EF4-FFF2-40B4-BE49-F238E27FC236}">
                  <a16:creationId xmlns:a16="http://schemas.microsoft.com/office/drawing/2014/main" id="{5AED328B-6467-9521-C000-3A44F6D11D89}"/>
                </a:ext>
              </a:extLst>
            </p:cNvPr>
            <p:cNvSpPr txBox="1"/>
            <p:nvPr/>
          </p:nvSpPr>
          <p:spPr>
            <a:xfrm>
              <a:off x="7383788" y="2393125"/>
              <a:ext cx="4029000" cy="604200"/>
            </a:xfrm>
            <a:prstGeom prst="rect">
              <a:avLst/>
            </a:prstGeom>
            <a:noFill/>
            <a:ln>
              <a:noFill/>
            </a:ln>
          </p:spPr>
          <p:txBody>
            <a:bodyPr spcFirstLastPara="1" wrap="square" lIns="32725" tIns="32725" rIns="32725" bIns="32725" anchor="t" anchorCtr="0">
              <a:noAutofit/>
            </a:bodyPr>
            <a:lstStyle/>
            <a:p>
              <a:pPr algn="ctr"/>
              <a:r>
                <a:rPr lang="en-US" sz="788" b="1">
                  <a:solidFill>
                    <a:schemeClr val="dk1"/>
                  </a:solidFill>
                  <a:latin typeface="Calibri"/>
                  <a:ea typeface="Calibri"/>
                  <a:cs typeface="Calibri"/>
                  <a:sym typeface="Calibri"/>
                </a:rPr>
                <a:t>Data + SysECC + ODECC</a:t>
              </a:r>
              <a:endParaRPr sz="788" b="1">
                <a:solidFill>
                  <a:schemeClr val="dk1"/>
                </a:solidFill>
                <a:latin typeface="Calibri"/>
                <a:ea typeface="Calibri"/>
                <a:cs typeface="Calibri"/>
                <a:sym typeface="Calibri"/>
              </a:endParaRPr>
            </a:p>
          </p:txBody>
        </p:sp>
      </p:grpSp>
      <p:grpSp>
        <p:nvGrpSpPr>
          <p:cNvPr id="130" name="Google Shape;457;g3ef883ee339_0_599">
            <a:extLst>
              <a:ext uri="{FF2B5EF4-FFF2-40B4-BE49-F238E27FC236}">
                <a16:creationId xmlns:a16="http://schemas.microsoft.com/office/drawing/2014/main" id="{9F07F37F-DCB1-4685-8081-45AA27A06283}"/>
              </a:ext>
            </a:extLst>
          </p:cNvPr>
          <p:cNvGrpSpPr/>
          <p:nvPr/>
        </p:nvGrpSpPr>
        <p:grpSpPr>
          <a:xfrm>
            <a:off x="152473" y="6298966"/>
            <a:ext cx="3485211" cy="1414150"/>
            <a:chOff x="2552317" y="1182718"/>
            <a:chExt cx="9288943" cy="3700994"/>
          </a:xfrm>
        </p:grpSpPr>
        <p:sp>
          <p:nvSpPr>
            <p:cNvPr id="131" name="Google Shape;458;g3ef883ee339_0_599">
              <a:extLst>
                <a:ext uri="{FF2B5EF4-FFF2-40B4-BE49-F238E27FC236}">
                  <a16:creationId xmlns:a16="http://schemas.microsoft.com/office/drawing/2014/main" id="{3DB19A14-FC33-6C9E-D698-663965455EA6}"/>
                </a:ext>
              </a:extLst>
            </p:cNvPr>
            <p:cNvSpPr/>
            <p:nvPr/>
          </p:nvSpPr>
          <p:spPr>
            <a:xfrm>
              <a:off x="6467822" y="2440812"/>
              <a:ext cx="5365500" cy="2442900"/>
            </a:xfrm>
            <a:prstGeom prst="rect">
              <a:avLst/>
            </a:prstGeom>
            <a:solidFill>
              <a:srgbClr val="D9D9D9"/>
            </a:solidFill>
            <a:ln w="9700" cap="flat" cmpd="sng">
              <a:solidFill>
                <a:srgbClr val="262626"/>
              </a:solidFill>
              <a:prstDash val="solid"/>
              <a:round/>
              <a:headEnd type="none" w="sm" len="sm"/>
              <a:tailEnd type="none" w="sm" len="sm"/>
            </a:ln>
          </p:spPr>
          <p:txBody>
            <a:bodyPr spcFirstLastPara="1" wrap="square" lIns="34925" tIns="17450" rIns="34925" bIns="17450" anchor="ctr" anchorCtr="0">
              <a:noAutofit/>
            </a:bodyPr>
            <a:lstStyle/>
            <a:p>
              <a:pPr algn="ctr"/>
              <a:endParaRPr sz="688">
                <a:solidFill>
                  <a:schemeClr val="lt1"/>
                </a:solidFill>
                <a:latin typeface="Calibri"/>
                <a:ea typeface="Calibri"/>
                <a:cs typeface="Calibri"/>
                <a:sym typeface="Calibri"/>
              </a:endParaRPr>
            </a:p>
          </p:txBody>
        </p:sp>
        <p:sp>
          <p:nvSpPr>
            <p:cNvPr id="132" name="Google Shape;459;g3ef883ee339_0_599">
              <a:extLst>
                <a:ext uri="{FF2B5EF4-FFF2-40B4-BE49-F238E27FC236}">
                  <a16:creationId xmlns:a16="http://schemas.microsoft.com/office/drawing/2014/main" id="{C3EEE0AD-91D3-361B-6BE0-1E448FDC838F}"/>
                </a:ext>
              </a:extLst>
            </p:cNvPr>
            <p:cNvSpPr/>
            <p:nvPr/>
          </p:nvSpPr>
          <p:spPr>
            <a:xfrm>
              <a:off x="2896198" y="2369113"/>
              <a:ext cx="1629900" cy="2395500"/>
            </a:xfrm>
            <a:prstGeom prst="rect">
              <a:avLst/>
            </a:prstGeom>
            <a:solidFill>
              <a:srgbClr val="D8D8D8"/>
            </a:solidFill>
            <a:ln w="9700" cap="flat" cmpd="sng">
              <a:solidFill>
                <a:srgbClr val="262626"/>
              </a:solidFill>
              <a:prstDash val="solid"/>
              <a:round/>
              <a:headEnd type="none" w="sm" len="sm"/>
              <a:tailEnd type="none" w="sm" len="sm"/>
            </a:ln>
          </p:spPr>
          <p:txBody>
            <a:bodyPr spcFirstLastPara="1" wrap="square" lIns="34925" tIns="17450" rIns="34925" bIns="17450" anchor="ctr" anchorCtr="0">
              <a:noAutofit/>
            </a:bodyPr>
            <a:lstStyle/>
            <a:p>
              <a:pPr algn="ctr"/>
              <a:endParaRPr sz="688">
                <a:solidFill>
                  <a:schemeClr val="lt1"/>
                </a:solidFill>
                <a:latin typeface="Calibri"/>
                <a:ea typeface="Calibri"/>
                <a:cs typeface="Calibri"/>
                <a:sym typeface="Calibri"/>
              </a:endParaRPr>
            </a:p>
          </p:txBody>
        </p:sp>
        <p:sp>
          <p:nvSpPr>
            <p:cNvPr id="133" name="Google Shape;460;g3ef883ee339_0_599">
              <a:extLst>
                <a:ext uri="{FF2B5EF4-FFF2-40B4-BE49-F238E27FC236}">
                  <a16:creationId xmlns:a16="http://schemas.microsoft.com/office/drawing/2014/main" id="{DC8D9721-4FB9-16BA-2893-39E802010D92}"/>
                </a:ext>
              </a:extLst>
            </p:cNvPr>
            <p:cNvSpPr txBox="1"/>
            <p:nvPr/>
          </p:nvSpPr>
          <p:spPr>
            <a:xfrm>
              <a:off x="2552317" y="1636383"/>
              <a:ext cx="3049200" cy="461700"/>
            </a:xfrm>
            <a:prstGeom prst="rect">
              <a:avLst/>
            </a:prstGeom>
            <a:noFill/>
            <a:ln>
              <a:noFill/>
            </a:ln>
          </p:spPr>
          <p:txBody>
            <a:bodyPr spcFirstLastPara="1" wrap="square" lIns="34925" tIns="17450" rIns="34925" bIns="17450" anchor="t" anchorCtr="0">
              <a:spAutoFit/>
            </a:bodyPr>
            <a:lstStyle/>
            <a:p>
              <a:r>
                <a:rPr lang="en-US" sz="917" b="1">
                  <a:solidFill>
                    <a:schemeClr val="dk1"/>
                  </a:solidFill>
                  <a:latin typeface="Calibri"/>
                  <a:ea typeface="Calibri"/>
                  <a:cs typeface="Calibri"/>
                  <a:sym typeface="Calibri"/>
                </a:rPr>
                <a:t>Memory Controller</a:t>
              </a:r>
              <a:endParaRPr sz="688"/>
            </a:p>
          </p:txBody>
        </p:sp>
        <p:sp>
          <p:nvSpPr>
            <p:cNvPr id="134" name="Google Shape;461;g3ef883ee339_0_599">
              <a:extLst>
                <a:ext uri="{FF2B5EF4-FFF2-40B4-BE49-F238E27FC236}">
                  <a16:creationId xmlns:a16="http://schemas.microsoft.com/office/drawing/2014/main" id="{88CB217E-6BC5-720C-FDC6-5C954067DCE1}"/>
                </a:ext>
              </a:extLst>
            </p:cNvPr>
            <p:cNvSpPr/>
            <p:nvPr/>
          </p:nvSpPr>
          <p:spPr>
            <a:xfrm>
              <a:off x="3245328" y="3091692"/>
              <a:ext cx="872100" cy="915600"/>
            </a:xfrm>
            <a:prstGeom prst="roundRect">
              <a:avLst>
                <a:gd name="adj" fmla="val 16667"/>
              </a:avLst>
            </a:prstGeom>
            <a:solidFill>
              <a:srgbClr val="F9CB9C"/>
            </a:solidFill>
            <a:ln w="10900" cap="flat" cmpd="sng">
              <a:solidFill>
                <a:srgbClr val="000000"/>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35" name="Google Shape;462;g3ef883ee339_0_599">
              <a:extLst>
                <a:ext uri="{FF2B5EF4-FFF2-40B4-BE49-F238E27FC236}">
                  <a16:creationId xmlns:a16="http://schemas.microsoft.com/office/drawing/2014/main" id="{C8650A9D-2F2E-3726-9F4B-3A617FFF5D4E}"/>
                </a:ext>
              </a:extLst>
            </p:cNvPr>
            <p:cNvSpPr txBox="1"/>
            <p:nvPr/>
          </p:nvSpPr>
          <p:spPr>
            <a:xfrm>
              <a:off x="3296536" y="3195188"/>
              <a:ext cx="926700" cy="812100"/>
            </a:xfrm>
            <a:prstGeom prst="rect">
              <a:avLst/>
            </a:prstGeom>
            <a:noFill/>
            <a:ln>
              <a:noFill/>
            </a:ln>
          </p:spPr>
          <p:txBody>
            <a:bodyPr spcFirstLastPara="1" wrap="square" lIns="34925" tIns="34925" rIns="34925" bIns="34925" anchor="t" anchorCtr="0">
              <a:noAutofit/>
            </a:bodyPr>
            <a:lstStyle/>
            <a:p>
              <a:r>
                <a:rPr lang="en-US" sz="1070" b="1">
                  <a:solidFill>
                    <a:schemeClr val="dk1"/>
                  </a:solidFill>
                  <a:latin typeface="Calibri"/>
                  <a:ea typeface="Calibri"/>
                  <a:cs typeface="Calibri"/>
                  <a:sym typeface="Calibri"/>
                </a:rPr>
                <a:t>CRC</a:t>
              </a:r>
              <a:endParaRPr sz="1070" b="1">
                <a:solidFill>
                  <a:schemeClr val="dk1"/>
                </a:solidFill>
                <a:latin typeface="Calibri"/>
                <a:ea typeface="Calibri"/>
                <a:cs typeface="Calibri"/>
                <a:sym typeface="Calibri"/>
              </a:endParaRPr>
            </a:p>
          </p:txBody>
        </p:sp>
        <p:sp>
          <p:nvSpPr>
            <p:cNvPr id="136" name="Google Shape;463;g3ef883ee339_0_599">
              <a:extLst>
                <a:ext uri="{FF2B5EF4-FFF2-40B4-BE49-F238E27FC236}">
                  <a16:creationId xmlns:a16="http://schemas.microsoft.com/office/drawing/2014/main" id="{6B2AC2C2-0AFB-AB37-F08F-3919A6ED9FC6}"/>
                </a:ext>
              </a:extLst>
            </p:cNvPr>
            <p:cNvSpPr/>
            <p:nvPr/>
          </p:nvSpPr>
          <p:spPr>
            <a:xfrm rot="10800000">
              <a:off x="4509048" y="3982900"/>
              <a:ext cx="2065200" cy="180600"/>
            </a:xfrm>
            <a:prstGeom prst="rightArrow">
              <a:avLst>
                <a:gd name="adj1" fmla="val 50000"/>
                <a:gd name="adj2" fmla="val 50000"/>
              </a:avLst>
            </a:prstGeom>
            <a:solidFill>
              <a:srgbClr val="E69138"/>
            </a:solidFill>
            <a:ln w="3650" cap="flat" cmpd="sng">
              <a:solidFill>
                <a:schemeClr val="dk2"/>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37" name="Google Shape;464;g3ef883ee339_0_599">
              <a:extLst>
                <a:ext uri="{FF2B5EF4-FFF2-40B4-BE49-F238E27FC236}">
                  <a16:creationId xmlns:a16="http://schemas.microsoft.com/office/drawing/2014/main" id="{1B68FA90-4B36-465D-DD5B-DC532E688491}"/>
                </a:ext>
              </a:extLst>
            </p:cNvPr>
            <p:cNvSpPr txBox="1"/>
            <p:nvPr/>
          </p:nvSpPr>
          <p:spPr>
            <a:xfrm>
              <a:off x="8782787" y="1636375"/>
              <a:ext cx="1663800" cy="461700"/>
            </a:xfrm>
            <a:prstGeom prst="rect">
              <a:avLst/>
            </a:prstGeom>
            <a:noFill/>
            <a:ln>
              <a:noFill/>
            </a:ln>
          </p:spPr>
          <p:txBody>
            <a:bodyPr spcFirstLastPara="1" wrap="square" lIns="34925" tIns="17450" rIns="34925" bIns="17450" anchor="t" anchorCtr="0">
              <a:spAutoFit/>
            </a:bodyPr>
            <a:lstStyle/>
            <a:p>
              <a:r>
                <a:rPr lang="en-US" sz="917" b="1">
                  <a:solidFill>
                    <a:schemeClr val="dk1"/>
                  </a:solidFill>
                  <a:latin typeface="Calibri"/>
                  <a:ea typeface="Calibri"/>
                  <a:cs typeface="Calibri"/>
                  <a:sym typeface="Calibri"/>
                </a:rPr>
                <a:t>DRAM Die</a:t>
              </a:r>
              <a:endParaRPr sz="917"/>
            </a:p>
          </p:txBody>
        </p:sp>
        <p:sp>
          <p:nvSpPr>
            <p:cNvPr id="138" name="Google Shape;465;g3ef883ee339_0_599">
              <a:extLst>
                <a:ext uri="{FF2B5EF4-FFF2-40B4-BE49-F238E27FC236}">
                  <a16:creationId xmlns:a16="http://schemas.microsoft.com/office/drawing/2014/main" id="{07FA27B3-0301-CD37-52EF-36B0458A3DA9}"/>
                </a:ext>
              </a:extLst>
            </p:cNvPr>
            <p:cNvSpPr/>
            <p:nvPr/>
          </p:nvSpPr>
          <p:spPr>
            <a:xfrm>
              <a:off x="10413113" y="2778263"/>
              <a:ext cx="1305600" cy="1651800"/>
            </a:xfrm>
            <a:prstGeom prst="roundRect">
              <a:avLst>
                <a:gd name="adj" fmla="val 16667"/>
              </a:avLst>
            </a:prstGeom>
            <a:solidFill>
              <a:srgbClr val="A4C2F4"/>
            </a:solidFill>
            <a:ln w="10900" cap="flat" cmpd="sng">
              <a:solidFill>
                <a:schemeClr val="dk1"/>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39" name="Google Shape;466;g3ef883ee339_0_599">
              <a:extLst>
                <a:ext uri="{FF2B5EF4-FFF2-40B4-BE49-F238E27FC236}">
                  <a16:creationId xmlns:a16="http://schemas.microsoft.com/office/drawing/2014/main" id="{EFE706E1-F97E-6722-903A-EF13062EC858}"/>
                </a:ext>
              </a:extLst>
            </p:cNvPr>
            <p:cNvSpPr txBox="1"/>
            <p:nvPr/>
          </p:nvSpPr>
          <p:spPr>
            <a:xfrm>
              <a:off x="10600160" y="3068986"/>
              <a:ext cx="1241100" cy="719700"/>
            </a:xfrm>
            <a:prstGeom prst="rect">
              <a:avLst/>
            </a:prstGeom>
            <a:noFill/>
            <a:ln>
              <a:noFill/>
            </a:ln>
          </p:spPr>
          <p:txBody>
            <a:bodyPr spcFirstLastPara="1" wrap="square" lIns="34925" tIns="34925" rIns="34925" bIns="34925" anchor="t" anchorCtr="0">
              <a:noAutofit/>
            </a:bodyPr>
            <a:lstStyle/>
            <a:p>
              <a:r>
                <a:rPr lang="en-US" sz="1070">
                  <a:solidFill>
                    <a:schemeClr val="dk1"/>
                  </a:solidFill>
                  <a:latin typeface="Calibri"/>
                  <a:ea typeface="Calibri"/>
                  <a:cs typeface="Calibri"/>
                  <a:sym typeface="Calibri"/>
                </a:rPr>
                <a:t>Mem</a:t>
              </a:r>
              <a:br>
                <a:rPr lang="en-US" sz="1070">
                  <a:solidFill>
                    <a:schemeClr val="dk1"/>
                  </a:solidFill>
                  <a:latin typeface="Calibri"/>
                  <a:ea typeface="Calibri"/>
                  <a:cs typeface="Calibri"/>
                  <a:sym typeface="Calibri"/>
                </a:rPr>
              </a:br>
              <a:r>
                <a:rPr lang="en-US" sz="1070">
                  <a:solidFill>
                    <a:schemeClr val="dk1"/>
                  </a:solidFill>
                  <a:latin typeface="Calibri"/>
                  <a:ea typeface="Calibri"/>
                  <a:cs typeface="Calibri"/>
                  <a:sym typeface="Calibri"/>
                </a:rPr>
                <a:t>Array</a:t>
              </a:r>
              <a:endParaRPr sz="1070">
                <a:solidFill>
                  <a:schemeClr val="dk1"/>
                </a:solidFill>
                <a:latin typeface="Calibri"/>
                <a:ea typeface="Calibri"/>
                <a:cs typeface="Calibri"/>
                <a:sym typeface="Calibri"/>
              </a:endParaRPr>
            </a:p>
          </p:txBody>
        </p:sp>
        <p:sp>
          <p:nvSpPr>
            <p:cNvPr id="140" name="Google Shape;467;g3ef883ee339_0_599">
              <a:extLst>
                <a:ext uri="{FF2B5EF4-FFF2-40B4-BE49-F238E27FC236}">
                  <a16:creationId xmlns:a16="http://schemas.microsoft.com/office/drawing/2014/main" id="{320EEC09-ECF6-8F94-90BE-2A5B5D2374D1}"/>
                </a:ext>
              </a:extLst>
            </p:cNvPr>
            <p:cNvSpPr/>
            <p:nvPr/>
          </p:nvSpPr>
          <p:spPr>
            <a:xfrm>
              <a:off x="7559523" y="2804425"/>
              <a:ext cx="1019700" cy="1651800"/>
            </a:xfrm>
            <a:prstGeom prst="roundRect">
              <a:avLst>
                <a:gd name="adj" fmla="val 16667"/>
              </a:avLst>
            </a:prstGeom>
            <a:solidFill>
              <a:srgbClr val="B45F06"/>
            </a:solidFill>
            <a:ln w="10900" cap="flat" cmpd="sng">
              <a:solidFill>
                <a:srgbClr val="000000"/>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41" name="Google Shape;468;g3ef883ee339_0_599">
              <a:extLst>
                <a:ext uri="{FF2B5EF4-FFF2-40B4-BE49-F238E27FC236}">
                  <a16:creationId xmlns:a16="http://schemas.microsoft.com/office/drawing/2014/main" id="{8FADC9F3-A5C4-5A1C-CAC0-57CC32234DB1}"/>
                </a:ext>
              </a:extLst>
            </p:cNvPr>
            <p:cNvSpPr/>
            <p:nvPr/>
          </p:nvSpPr>
          <p:spPr>
            <a:xfrm>
              <a:off x="4551850" y="3155150"/>
              <a:ext cx="2053200" cy="190500"/>
            </a:xfrm>
            <a:prstGeom prst="rightArrow">
              <a:avLst>
                <a:gd name="adj1" fmla="val 50000"/>
                <a:gd name="adj2" fmla="val 50000"/>
              </a:avLst>
            </a:prstGeom>
            <a:solidFill>
              <a:srgbClr val="E69138"/>
            </a:solidFill>
            <a:ln w="3650" cap="flat" cmpd="sng">
              <a:solidFill>
                <a:schemeClr val="dk2"/>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42" name="Google Shape;469;g3ef883ee339_0_599">
              <a:extLst>
                <a:ext uri="{FF2B5EF4-FFF2-40B4-BE49-F238E27FC236}">
                  <a16:creationId xmlns:a16="http://schemas.microsoft.com/office/drawing/2014/main" id="{DC130456-485B-0D7D-9749-4C50AAAB6229}"/>
                </a:ext>
              </a:extLst>
            </p:cNvPr>
            <p:cNvSpPr txBox="1"/>
            <p:nvPr/>
          </p:nvSpPr>
          <p:spPr>
            <a:xfrm>
              <a:off x="4614051" y="2527150"/>
              <a:ext cx="4091400" cy="604200"/>
            </a:xfrm>
            <a:prstGeom prst="rect">
              <a:avLst/>
            </a:prstGeom>
            <a:noFill/>
            <a:ln>
              <a:noFill/>
            </a:ln>
          </p:spPr>
          <p:txBody>
            <a:bodyPr spcFirstLastPara="1" wrap="square" lIns="34925" tIns="34925" rIns="34925" bIns="34925" anchor="t" anchorCtr="0">
              <a:noAutofit/>
            </a:bodyPr>
            <a:lstStyle/>
            <a:p>
              <a:r>
                <a:rPr lang="en-US" sz="1070" b="1">
                  <a:solidFill>
                    <a:schemeClr val="dk1"/>
                  </a:solidFill>
                  <a:latin typeface="Calibri"/>
                  <a:ea typeface="Calibri"/>
                  <a:cs typeface="Calibri"/>
                  <a:sym typeface="Calibri"/>
                </a:rPr>
                <a:t>Data + CRC </a:t>
              </a:r>
              <a:endParaRPr sz="1070" b="1">
                <a:solidFill>
                  <a:schemeClr val="dk1"/>
                </a:solidFill>
                <a:latin typeface="Calibri"/>
                <a:ea typeface="Calibri"/>
                <a:cs typeface="Calibri"/>
                <a:sym typeface="Calibri"/>
              </a:endParaRPr>
            </a:p>
          </p:txBody>
        </p:sp>
        <p:sp>
          <p:nvSpPr>
            <p:cNvPr id="143" name="Google Shape;470;g3ef883ee339_0_599">
              <a:extLst>
                <a:ext uri="{FF2B5EF4-FFF2-40B4-BE49-F238E27FC236}">
                  <a16:creationId xmlns:a16="http://schemas.microsoft.com/office/drawing/2014/main" id="{965BCA06-41BE-2260-56AA-D6CC1E298FBF}"/>
                </a:ext>
              </a:extLst>
            </p:cNvPr>
            <p:cNvSpPr txBox="1"/>
            <p:nvPr/>
          </p:nvSpPr>
          <p:spPr>
            <a:xfrm>
              <a:off x="5067792" y="3165573"/>
              <a:ext cx="3183900" cy="604200"/>
            </a:xfrm>
            <a:prstGeom prst="rect">
              <a:avLst/>
            </a:prstGeom>
            <a:noFill/>
            <a:ln>
              <a:noFill/>
            </a:ln>
          </p:spPr>
          <p:txBody>
            <a:bodyPr spcFirstLastPara="1" wrap="square" lIns="34925" tIns="34925" rIns="34925" bIns="34925" anchor="t" anchorCtr="0">
              <a:noAutofit/>
            </a:bodyPr>
            <a:lstStyle/>
            <a:p>
              <a:r>
                <a:rPr lang="en-US" sz="1070" b="1">
                  <a:solidFill>
                    <a:schemeClr val="dk1"/>
                  </a:solidFill>
                  <a:latin typeface="Calibri"/>
                  <a:ea typeface="Calibri"/>
                  <a:cs typeface="Calibri"/>
                  <a:sym typeface="Calibri"/>
                </a:rPr>
                <a:t>Write </a:t>
              </a:r>
              <a:endParaRPr sz="1070" b="1">
                <a:solidFill>
                  <a:schemeClr val="dk1"/>
                </a:solidFill>
                <a:latin typeface="Calibri"/>
                <a:ea typeface="Calibri"/>
                <a:cs typeface="Calibri"/>
                <a:sym typeface="Calibri"/>
              </a:endParaRPr>
            </a:p>
          </p:txBody>
        </p:sp>
        <p:sp>
          <p:nvSpPr>
            <p:cNvPr id="144" name="Google Shape;471;g3ef883ee339_0_599">
              <a:extLst>
                <a:ext uri="{FF2B5EF4-FFF2-40B4-BE49-F238E27FC236}">
                  <a16:creationId xmlns:a16="http://schemas.microsoft.com/office/drawing/2014/main" id="{50D2D533-712F-6D3F-A191-32AE455F71A5}"/>
                </a:ext>
              </a:extLst>
            </p:cNvPr>
            <p:cNvSpPr txBox="1"/>
            <p:nvPr/>
          </p:nvSpPr>
          <p:spPr>
            <a:xfrm>
              <a:off x="5101267" y="4020761"/>
              <a:ext cx="3183900" cy="604200"/>
            </a:xfrm>
            <a:prstGeom prst="rect">
              <a:avLst/>
            </a:prstGeom>
            <a:noFill/>
            <a:ln>
              <a:noFill/>
            </a:ln>
          </p:spPr>
          <p:txBody>
            <a:bodyPr spcFirstLastPara="1" wrap="square" lIns="34925" tIns="34925" rIns="34925" bIns="34925" anchor="t" anchorCtr="0">
              <a:noAutofit/>
            </a:bodyPr>
            <a:lstStyle/>
            <a:p>
              <a:r>
                <a:rPr lang="en-US" sz="1070" b="1">
                  <a:solidFill>
                    <a:schemeClr val="dk1"/>
                  </a:solidFill>
                  <a:latin typeface="Calibri"/>
                  <a:ea typeface="Calibri"/>
                  <a:cs typeface="Calibri"/>
                  <a:sym typeface="Calibri"/>
                </a:rPr>
                <a:t>Read </a:t>
              </a:r>
              <a:endParaRPr sz="1070" b="1">
                <a:solidFill>
                  <a:schemeClr val="dk1"/>
                </a:solidFill>
                <a:latin typeface="Calibri"/>
                <a:ea typeface="Calibri"/>
                <a:cs typeface="Calibri"/>
                <a:sym typeface="Calibri"/>
              </a:endParaRPr>
            </a:p>
          </p:txBody>
        </p:sp>
        <p:sp>
          <p:nvSpPr>
            <p:cNvPr id="145" name="Google Shape;472;g3ef883ee339_0_599">
              <a:extLst>
                <a:ext uri="{FF2B5EF4-FFF2-40B4-BE49-F238E27FC236}">
                  <a16:creationId xmlns:a16="http://schemas.microsoft.com/office/drawing/2014/main" id="{F94E81F0-5FDD-E3C5-8EC4-333E0C6FE71E}"/>
                </a:ext>
              </a:extLst>
            </p:cNvPr>
            <p:cNvSpPr txBox="1"/>
            <p:nvPr/>
          </p:nvSpPr>
          <p:spPr>
            <a:xfrm>
              <a:off x="5314690" y="1182718"/>
              <a:ext cx="2053200" cy="492900"/>
            </a:xfrm>
            <a:prstGeom prst="rect">
              <a:avLst/>
            </a:prstGeom>
            <a:noFill/>
            <a:ln>
              <a:noFill/>
            </a:ln>
          </p:spPr>
          <p:txBody>
            <a:bodyPr spcFirstLastPara="1" wrap="square" lIns="34925" tIns="34925" rIns="34925" bIns="34925" anchor="t" anchorCtr="0">
              <a:noAutofit/>
            </a:bodyPr>
            <a:lstStyle/>
            <a:p>
              <a:r>
                <a:rPr lang="en-US" sz="993" b="1">
                  <a:solidFill>
                    <a:schemeClr val="dk1"/>
                  </a:solidFill>
                  <a:latin typeface="Calibri"/>
                  <a:ea typeface="Calibri"/>
                  <a:cs typeface="Calibri"/>
                  <a:sym typeface="Calibri"/>
                </a:rPr>
                <a:t>HBM3</a:t>
              </a:r>
              <a:endParaRPr sz="993" b="1">
                <a:solidFill>
                  <a:schemeClr val="dk1"/>
                </a:solidFill>
                <a:latin typeface="Calibri"/>
                <a:ea typeface="Calibri"/>
                <a:cs typeface="Calibri"/>
                <a:sym typeface="Calibri"/>
              </a:endParaRPr>
            </a:p>
          </p:txBody>
        </p:sp>
        <p:sp>
          <p:nvSpPr>
            <p:cNvPr id="146" name="Google Shape;473;g3ef883ee339_0_599">
              <a:extLst>
                <a:ext uri="{FF2B5EF4-FFF2-40B4-BE49-F238E27FC236}">
                  <a16:creationId xmlns:a16="http://schemas.microsoft.com/office/drawing/2014/main" id="{8060E4FC-18A9-F0BD-1E20-961311492DDD}"/>
                </a:ext>
              </a:extLst>
            </p:cNvPr>
            <p:cNvSpPr txBox="1"/>
            <p:nvPr/>
          </p:nvSpPr>
          <p:spPr>
            <a:xfrm>
              <a:off x="7540832" y="3155150"/>
              <a:ext cx="1075800" cy="812100"/>
            </a:xfrm>
            <a:prstGeom prst="rect">
              <a:avLst/>
            </a:prstGeom>
            <a:noFill/>
            <a:ln>
              <a:noFill/>
            </a:ln>
          </p:spPr>
          <p:txBody>
            <a:bodyPr spcFirstLastPara="1" wrap="square" lIns="34925" tIns="34925" rIns="34925" bIns="34925" anchor="t" anchorCtr="0">
              <a:noAutofit/>
            </a:bodyPr>
            <a:lstStyle/>
            <a:p>
              <a:pPr algn="ctr"/>
              <a:r>
                <a:rPr lang="en-US" sz="1070" b="1">
                  <a:solidFill>
                    <a:schemeClr val="dk1"/>
                  </a:solidFill>
                  <a:latin typeface="Calibri"/>
                  <a:ea typeface="Calibri"/>
                  <a:cs typeface="Calibri"/>
                  <a:sym typeface="Calibri"/>
                </a:rPr>
                <a:t>Small RS</a:t>
              </a:r>
              <a:endParaRPr sz="1070" b="1">
                <a:solidFill>
                  <a:schemeClr val="dk1"/>
                </a:solidFill>
                <a:latin typeface="Calibri"/>
                <a:ea typeface="Calibri"/>
                <a:cs typeface="Calibri"/>
                <a:sym typeface="Calibri"/>
              </a:endParaRPr>
            </a:p>
          </p:txBody>
        </p:sp>
        <p:sp>
          <p:nvSpPr>
            <p:cNvPr id="147" name="Google Shape;474;g3ef883ee339_0_599">
              <a:extLst>
                <a:ext uri="{FF2B5EF4-FFF2-40B4-BE49-F238E27FC236}">
                  <a16:creationId xmlns:a16="http://schemas.microsoft.com/office/drawing/2014/main" id="{721C5E85-F7D5-98B5-63B4-0E3EC2FB851F}"/>
                </a:ext>
              </a:extLst>
            </p:cNvPr>
            <p:cNvSpPr/>
            <p:nvPr/>
          </p:nvSpPr>
          <p:spPr>
            <a:xfrm>
              <a:off x="8631275" y="3155150"/>
              <a:ext cx="1729800" cy="190500"/>
            </a:xfrm>
            <a:prstGeom prst="rightArrow">
              <a:avLst>
                <a:gd name="adj1" fmla="val 50000"/>
                <a:gd name="adj2" fmla="val 50000"/>
              </a:avLst>
            </a:prstGeom>
            <a:solidFill>
              <a:srgbClr val="666666"/>
            </a:solidFill>
            <a:ln w="3650" cap="flat" cmpd="sng">
              <a:solidFill>
                <a:schemeClr val="dk2"/>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48" name="Google Shape;475;g3ef883ee339_0_599">
              <a:extLst>
                <a:ext uri="{FF2B5EF4-FFF2-40B4-BE49-F238E27FC236}">
                  <a16:creationId xmlns:a16="http://schemas.microsoft.com/office/drawing/2014/main" id="{4D28A86F-5913-6922-F9FF-24C95D3D7EB2}"/>
                </a:ext>
              </a:extLst>
            </p:cNvPr>
            <p:cNvSpPr/>
            <p:nvPr/>
          </p:nvSpPr>
          <p:spPr>
            <a:xfrm rot="10800000">
              <a:off x="8633675" y="3953938"/>
              <a:ext cx="1725000" cy="195600"/>
            </a:xfrm>
            <a:prstGeom prst="rightArrow">
              <a:avLst>
                <a:gd name="adj1" fmla="val 50000"/>
                <a:gd name="adj2" fmla="val 50000"/>
              </a:avLst>
            </a:prstGeom>
            <a:solidFill>
              <a:srgbClr val="666666"/>
            </a:solidFill>
            <a:ln w="3650" cap="flat" cmpd="sng">
              <a:solidFill>
                <a:schemeClr val="dk2"/>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49" name="Google Shape;476;g3ef883ee339_0_599">
              <a:extLst>
                <a:ext uri="{FF2B5EF4-FFF2-40B4-BE49-F238E27FC236}">
                  <a16:creationId xmlns:a16="http://schemas.microsoft.com/office/drawing/2014/main" id="{AD2C7270-BB0A-908C-07CC-AF7CA02D44AE}"/>
                </a:ext>
              </a:extLst>
            </p:cNvPr>
            <p:cNvSpPr txBox="1"/>
            <p:nvPr/>
          </p:nvSpPr>
          <p:spPr>
            <a:xfrm>
              <a:off x="7481682" y="2497404"/>
              <a:ext cx="4029000" cy="604200"/>
            </a:xfrm>
            <a:prstGeom prst="rect">
              <a:avLst/>
            </a:prstGeom>
            <a:noFill/>
            <a:ln>
              <a:noFill/>
            </a:ln>
          </p:spPr>
          <p:txBody>
            <a:bodyPr spcFirstLastPara="1" wrap="square" lIns="34925" tIns="34925" rIns="34925" bIns="34925" anchor="t" anchorCtr="0">
              <a:noAutofit/>
            </a:bodyPr>
            <a:lstStyle/>
            <a:p>
              <a:pPr algn="ctr"/>
              <a:r>
                <a:rPr lang="en-US" sz="840" b="1">
                  <a:solidFill>
                    <a:schemeClr val="dk1"/>
                  </a:solidFill>
                  <a:latin typeface="Calibri"/>
                  <a:ea typeface="Calibri"/>
                  <a:cs typeface="Calibri"/>
                  <a:sym typeface="Calibri"/>
                </a:rPr>
                <a:t>Data + ODECC  </a:t>
              </a:r>
              <a:endParaRPr sz="840" b="1">
                <a:solidFill>
                  <a:schemeClr val="dk1"/>
                </a:solidFill>
                <a:latin typeface="Calibri"/>
                <a:ea typeface="Calibri"/>
                <a:cs typeface="Calibri"/>
                <a:sym typeface="Calibri"/>
              </a:endParaRPr>
            </a:p>
            <a:p>
              <a:endParaRPr sz="840" b="1">
                <a:solidFill>
                  <a:schemeClr val="dk1"/>
                </a:solidFill>
                <a:latin typeface="Calibri"/>
                <a:ea typeface="Calibri"/>
                <a:cs typeface="Calibri"/>
                <a:sym typeface="Calibri"/>
              </a:endParaRPr>
            </a:p>
          </p:txBody>
        </p:sp>
        <p:sp>
          <p:nvSpPr>
            <p:cNvPr id="150" name="Google Shape;477;g3ef883ee339_0_599">
              <a:extLst>
                <a:ext uri="{FF2B5EF4-FFF2-40B4-BE49-F238E27FC236}">
                  <a16:creationId xmlns:a16="http://schemas.microsoft.com/office/drawing/2014/main" id="{EDDFBAE4-D671-755E-C603-9DCDF55BB061}"/>
                </a:ext>
              </a:extLst>
            </p:cNvPr>
            <p:cNvSpPr/>
            <p:nvPr/>
          </p:nvSpPr>
          <p:spPr>
            <a:xfrm>
              <a:off x="6620389" y="3200604"/>
              <a:ext cx="872100" cy="915600"/>
            </a:xfrm>
            <a:prstGeom prst="roundRect">
              <a:avLst>
                <a:gd name="adj" fmla="val 16667"/>
              </a:avLst>
            </a:prstGeom>
            <a:solidFill>
              <a:srgbClr val="F9CB9C"/>
            </a:solidFill>
            <a:ln w="10900" cap="flat" cmpd="sng">
              <a:solidFill>
                <a:srgbClr val="000000"/>
              </a:solidFill>
              <a:prstDash val="solid"/>
              <a:round/>
              <a:headEnd type="none" w="sm" len="sm"/>
              <a:tailEnd type="none" w="sm" len="sm"/>
            </a:ln>
          </p:spPr>
          <p:txBody>
            <a:bodyPr spcFirstLastPara="1" wrap="square" lIns="34925" tIns="34925" rIns="34925" bIns="34925" anchor="ctr" anchorCtr="0">
              <a:noAutofit/>
            </a:bodyPr>
            <a:lstStyle/>
            <a:p>
              <a:pPr algn="ctr"/>
              <a:endParaRPr sz="535">
                <a:latin typeface="Calibri"/>
                <a:ea typeface="Calibri"/>
                <a:cs typeface="Calibri"/>
                <a:sym typeface="Calibri"/>
              </a:endParaRPr>
            </a:p>
          </p:txBody>
        </p:sp>
        <p:sp>
          <p:nvSpPr>
            <p:cNvPr id="151" name="Google Shape;478;g3ef883ee339_0_599">
              <a:extLst>
                <a:ext uri="{FF2B5EF4-FFF2-40B4-BE49-F238E27FC236}">
                  <a16:creationId xmlns:a16="http://schemas.microsoft.com/office/drawing/2014/main" id="{CE90EB66-81FE-8086-C59B-8811BABF81DF}"/>
                </a:ext>
              </a:extLst>
            </p:cNvPr>
            <p:cNvSpPr txBox="1"/>
            <p:nvPr/>
          </p:nvSpPr>
          <p:spPr>
            <a:xfrm>
              <a:off x="6653040" y="3304099"/>
              <a:ext cx="926700" cy="812100"/>
            </a:xfrm>
            <a:prstGeom prst="rect">
              <a:avLst/>
            </a:prstGeom>
            <a:noFill/>
            <a:ln>
              <a:noFill/>
            </a:ln>
          </p:spPr>
          <p:txBody>
            <a:bodyPr spcFirstLastPara="1" wrap="square" lIns="34925" tIns="34925" rIns="34925" bIns="34925" anchor="t" anchorCtr="0">
              <a:noAutofit/>
            </a:bodyPr>
            <a:lstStyle/>
            <a:p>
              <a:r>
                <a:rPr lang="en-US" sz="1070" b="1">
                  <a:solidFill>
                    <a:schemeClr val="dk1"/>
                  </a:solidFill>
                  <a:latin typeface="Calibri"/>
                  <a:ea typeface="Calibri"/>
                  <a:cs typeface="Calibri"/>
                  <a:sym typeface="Calibri"/>
                </a:rPr>
                <a:t>CRC</a:t>
              </a:r>
              <a:endParaRPr sz="1070" b="1">
                <a:solidFill>
                  <a:schemeClr val="dk1"/>
                </a:solidFill>
                <a:latin typeface="Calibri"/>
                <a:ea typeface="Calibri"/>
                <a:cs typeface="Calibri"/>
                <a:sym typeface="Calibri"/>
              </a:endParaRPr>
            </a:p>
          </p:txBody>
        </p:sp>
      </p:grpSp>
      <p:pic>
        <p:nvPicPr>
          <p:cNvPr id="152" name="Google Shape;479;g3ef883ee339_0_599" descr="Question_people.png">
            <a:extLst>
              <a:ext uri="{FF2B5EF4-FFF2-40B4-BE49-F238E27FC236}">
                <a16:creationId xmlns:a16="http://schemas.microsoft.com/office/drawing/2014/main" id="{2C6C26C0-50B0-81FC-DA14-C146BF46D1F2}"/>
              </a:ext>
            </a:extLst>
          </p:cNvPr>
          <p:cNvPicPr preferRelativeResize="0"/>
          <p:nvPr/>
        </p:nvPicPr>
        <p:blipFill rotWithShape="1">
          <a:blip r:embed="rId2">
            <a:clrChange>
              <a:clrFrom>
                <a:srgbClr val="FEFDFD"/>
              </a:clrFrom>
              <a:clrTo>
                <a:srgbClr val="FEFDFD">
                  <a:alpha val="0"/>
                </a:srgbClr>
              </a:clrTo>
            </a:clrChange>
            <a:alphaModFix/>
          </a:blip>
          <a:srcRect/>
          <a:stretch/>
        </p:blipFill>
        <p:spPr>
          <a:xfrm>
            <a:off x="4298551" y="2488136"/>
            <a:ext cx="3137605" cy="4706600"/>
          </a:xfrm>
          <a:prstGeom prst="rect">
            <a:avLst/>
          </a:prstGeom>
          <a:noFill/>
          <a:ln>
            <a:noFill/>
          </a:ln>
        </p:spPr>
      </p:pic>
      <p:sp>
        <p:nvSpPr>
          <p:cNvPr id="153" name="Google Shape;480;g3ef883ee339_0_599">
            <a:extLst>
              <a:ext uri="{FF2B5EF4-FFF2-40B4-BE49-F238E27FC236}">
                <a16:creationId xmlns:a16="http://schemas.microsoft.com/office/drawing/2014/main" id="{FFEE350C-568B-3398-A546-D5532DC4BA0D}"/>
              </a:ext>
            </a:extLst>
          </p:cNvPr>
          <p:cNvSpPr/>
          <p:nvPr/>
        </p:nvSpPr>
        <p:spPr>
          <a:xfrm>
            <a:off x="3565475" y="4150100"/>
            <a:ext cx="8319300" cy="532800"/>
          </a:xfrm>
          <a:prstGeom prst="roundRect">
            <a:avLst>
              <a:gd name="adj" fmla="val 23752"/>
            </a:avLst>
          </a:prstGeom>
          <a:solidFill>
            <a:srgbClr val="FFD966"/>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sz="1900" b="1">
                <a:latin typeface="Calibri"/>
                <a:ea typeface="Calibri"/>
                <a:cs typeface="Calibri"/>
                <a:sym typeface="Calibri"/>
              </a:rPr>
              <a:t>ECC responsibility gradually shifts from the memory controller to the DRAM die</a:t>
            </a:r>
            <a:endParaRPr sz="1900" b="1">
              <a:latin typeface="Calibri"/>
              <a:ea typeface="Calibri"/>
              <a:cs typeface="Calibri"/>
              <a:sym typeface="Calibri"/>
            </a:endParaRPr>
          </a:p>
        </p:txBody>
      </p:sp>
      <p:sp>
        <p:nvSpPr>
          <p:cNvPr id="154" name="Google Shape;481;g3ef883ee339_0_599">
            <a:extLst>
              <a:ext uri="{FF2B5EF4-FFF2-40B4-BE49-F238E27FC236}">
                <a16:creationId xmlns:a16="http://schemas.microsoft.com/office/drawing/2014/main" id="{2AA85AC6-00A6-F3B6-9DB0-752DFA28E9D0}"/>
              </a:ext>
            </a:extLst>
          </p:cNvPr>
          <p:cNvSpPr/>
          <p:nvPr/>
        </p:nvSpPr>
        <p:spPr>
          <a:xfrm>
            <a:off x="7858200" y="3113775"/>
            <a:ext cx="4196400" cy="3149100"/>
          </a:xfrm>
          <a:prstGeom prst="roundRect">
            <a:avLst>
              <a:gd name="adj" fmla="val 16667"/>
            </a:avLst>
          </a:prstGeom>
          <a:solidFill>
            <a:srgbClr val="FDF5D5"/>
          </a:solidFill>
          <a:ln w="38100" cap="flat" cmpd="sng">
            <a:solidFill>
              <a:srgbClr val="FCC200"/>
            </a:solidFill>
            <a:prstDash val="solid"/>
            <a:round/>
            <a:headEnd type="none" w="sm" len="sm"/>
            <a:tailEnd type="none" w="sm" len="sm"/>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r>
              <a:rPr lang="en-US" sz="3300" b="1">
                <a:solidFill>
                  <a:srgbClr val="1A1A1A"/>
                </a:solidFill>
                <a:latin typeface="Calibri"/>
                <a:ea typeface="Calibri"/>
                <a:cs typeface="Calibri"/>
                <a:sym typeface="Calibri"/>
              </a:rPr>
              <a:t>What if processors are willing to provide stronger ECC?</a:t>
            </a:r>
            <a:endParaRPr sz="3500" b="1">
              <a:solidFill>
                <a:srgbClr val="000000"/>
              </a:solidFill>
            </a:endParaRPr>
          </a:p>
        </p:txBody>
      </p:sp>
    </p:spTree>
    <p:extLst>
      <p:ext uri="{BB962C8B-B14F-4D97-AF65-F5344CB8AC3E}">
        <p14:creationId xmlns:p14="http://schemas.microsoft.com/office/powerpoint/2010/main" val="3511787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 calcmode="lin" valueType="num">
                                      <p:cBhvr additive="base">
                                        <p:cTn id="7" dur="1000"/>
                                        <p:tgtEl>
                                          <p:spTgt spid="153"/>
                                        </p:tgtEl>
                                        <p:attrNameLst>
                                          <p:attrName>ppt_w</p:attrName>
                                        </p:attrNameLst>
                                      </p:cBhvr>
                                      <p:tavLst>
                                        <p:tav tm="0">
                                          <p:val>
                                            <p:strVal val="0"/>
                                          </p:val>
                                        </p:tav>
                                        <p:tav tm="100000">
                                          <p:val>
                                            <p:strVal val="#ppt_w"/>
                                          </p:val>
                                        </p:tav>
                                      </p:tavLst>
                                    </p:anim>
                                    <p:anim calcmode="lin" valueType="num">
                                      <p:cBhvr additive="base">
                                        <p:cTn id="8" dur="1000"/>
                                        <p:tgtEl>
                                          <p:spTgt spid="15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53"/>
                                        </p:tgtEl>
                                        <p:attrNameLst>
                                          <p:attrName>style.visibility</p:attrName>
                                        </p:attrNameLst>
                                      </p:cBhvr>
                                      <p:to>
                                        <p:strVal val="hidden"/>
                                      </p:to>
                                    </p:set>
                                  </p:childTnLst>
                                </p:cTn>
                              </p:par>
                              <p:par>
                                <p:cTn id="13" presetID="23" presetClass="entr" presetSubtype="16" fill="hold" nodeType="withEffect">
                                  <p:stCondLst>
                                    <p:cond delay="0"/>
                                  </p:stCondLst>
                                  <p:childTnLst>
                                    <p:set>
                                      <p:cBhvr>
                                        <p:cTn id="14" dur="1" fill="hold">
                                          <p:stCondLst>
                                            <p:cond delay="0"/>
                                          </p:stCondLst>
                                        </p:cTn>
                                        <p:tgtEl>
                                          <p:spTgt spid="152"/>
                                        </p:tgtEl>
                                        <p:attrNameLst>
                                          <p:attrName>style.visibility</p:attrName>
                                        </p:attrNameLst>
                                      </p:cBhvr>
                                      <p:to>
                                        <p:strVal val="visible"/>
                                      </p:to>
                                    </p:set>
                                    <p:anim calcmode="lin" valueType="num">
                                      <p:cBhvr additive="base">
                                        <p:cTn id="15" dur="1000"/>
                                        <p:tgtEl>
                                          <p:spTgt spid="152"/>
                                        </p:tgtEl>
                                        <p:attrNameLst>
                                          <p:attrName>ppt_w</p:attrName>
                                        </p:attrNameLst>
                                      </p:cBhvr>
                                      <p:tavLst>
                                        <p:tav tm="0">
                                          <p:val>
                                            <p:strVal val="0"/>
                                          </p:val>
                                        </p:tav>
                                        <p:tav tm="100000">
                                          <p:val>
                                            <p:strVal val="#ppt_w"/>
                                          </p:val>
                                        </p:tav>
                                      </p:tavLst>
                                    </p:anim>
                                    <p:anim calcmode="lin" valueType="num">
                                      <p:cBhvr additive="base">
                                        <p:cTn id="16" dur="1000"/>
                                        <p:tgtEl>
                                          <p:spTgt spid="152"/>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CAD99-CFC8-CA64-FA33-E6150404C91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E44EF4D-AC6E-B51A-0767-1B92C14E792B}"/>
              </a:ext>
            </a:extLst>
          </p:cNvPr>
          <p:cNvSpPr>
            <a:spLocks noGrp="1"/>
          </p:cNvSpPr>
          <p:nvPr>
            <p:ph type="sldNum" sz="quarter" idx="12"/>
          </p:nvPr>
        </p:nvSpPr>
        <p:spPr/>
        <p:txBody>
          <a:bodyPr/>
          <a:lstStyle/>
          <a:p>
            <a:fld id="{D5244C39-EA1C-4830-B3FA-E06130CB504B}" type="slidenum">
              <a:rPr lang="en-US" smtClean="0"/>
              <a:pPr/>
              <a:t>10</a:t>
            </a:fld>
            <a:endParaRPr lang="en-US"/>
          </a:p>
        </p:txBody>
      </p:sp>
      <p:sp>
        <p:nvSpPr>
          <p:cNvPr id="4" name="Title 3">
            <a:extLst>
              <a:ext uri="{FF2B5EF4-FFF2-40B4-BE49-F238E27FC236}">
                <a16:creationId xmlns:a16="http://schemas.microsoft.com/office/drawing/2014/main" id="{EAC4A4EB-EC23-73BB-C235-49E2BC3BE277}"/>
              </a:ext>
            </a:extLst>
          </p:cNvPr>
          <p:cNvSpPr>
            <a:spLocks noGrp="1"/>
          </p:cNvSpPr>
          <p:nvPr>
            <p:ph type="title"/>
          </p:nvPr>
        </p:nvSpPr>
        <p:spPr/>
        <p:txBody>
          <a:bodyPr/>
          <a:lstStyle/>
          <a:p>
            <a:r>
              <a:rPr lang="en-US" dirty="0"/>
              <a:t>HBM Generation Evolution</a:t>
            </a:r>
          </a:p>
        </p:txBody>
      </p:sp>
      <p:grpSp>
        <p:nvGrpSpPr>
          <p:cNvPr id="2" name="Google Shape;500;g3ef08ae9b0d_0_150">
            <a:extLst>
              <a:ext uri="{FF2B5EF4-FFF2-40B4-BE49-F238E27FC236}">
                <a16:creationId xmlns:a16="http://schemas.microsoft.com/office/drawing/2014/main" id="{4274F413-2C47-9E07-A92E-F820E2D9C388}"/>
              </a:ext>
            </a:extLst>
          </p:cNvPr>
          <p:cNvGrpSpPr/>
          <p:nvPr/>
        </p:nvGrpSpPr>
        <p:grpSpPr>
          <a:xfrm>
            <a:off x="333268" y="2262239"/>
            <a:ext cx="11507993" cy="3769413"/>
            <a:chOff x="333267" y="1119238"/>
            <a:chExt cx="11507993" cy="3769413"/>
          </a:xfrm>
        </p:grpSpPr>
        <p:sp>
          <p:nvSpPr>
            <p:cNvPr id="5" name="Google Shape;501;g3ef08ae9b0d_0_150">
              <a:extLst>
                <a:ext uri="{FF2B5EF4-FFF2-40B4-BE49-F238E27FC236}">
                  <a16:creationId xmlns:a16="http://schemas.microsoft.com/office/drawing/2014/main" id="{A04E5C51-017B-327F-0153-DACED70252BB}"/>
                </a:ext>
              </a:extLst>
            </p:cNvPr>
            <p:cNvSpPr/>
            <p:nvPr/>
          </p:nvSpPr>
          <p:spPr>
            <a:xfrm>
              <a:off x="6455550" y="2445750"/>
              <a:ext cx="5365500" cy="2442900"/>
            </a:xfrm>
            <a:prstGeom prst="rect">
              <a:avLst/>
            </a:prstGeom>
            <a:solidFill>
              <a:srgbClr val="D9D9D9"/>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 name="Google Shape;502;g3ef08ae9b0d_0_150">
              <a:extLst>
                <a:ext uri="{FF2B5EF4-FFF2-40B4-BE49-F238E27FC236}">
                  <a16:creationId xmlns:a16="http://schemas.microsoft.com/office/drawing/2014/main" id="{06B288DF-86C2-D95F-D900-0C76C49ABADD}"/>
                </a:ext>
              </a:extLst>
            </p:cNvPr>
            <p:cNvSpPr/>
            <p:nvPr/>
          </p:nvSpPr>
          <p:spPr>
            <a:xfrm>
              <a:off x="548650" y="2406425"/>
              <a:ext cx="1888200" cy="2395500"/>
            </a:xfrm>
            <a:prstGeom prst="rect">
              <a:avLst/>
            </a:prstGeom>
            <a:solidFill>
              <a:srgbClr val="D8D8D8"/>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7" name="Google Shape;503;g3ef08ae9b0d_0_150">
              <a:extLst>
                <a:ext uri="{FF2B5EF4-FFF2-40B4-BE49-F238E27FC236}">
                  <a16:creationId xmlns:a16="http://schemas.microsoft.com/office/drawing/2014/main" id="{1AE0E214-4ADF-7AEA-24AD-3C3DFE86BCF8}"/>
                </a:ext>
              </a:extLst>
            </p:cNvPr>
            <p:cNvSpPr txBox="1"/>
            <p:nvPr/>
          </p:nvSpPr>
          <p:spPr>
            <a:xfrm>
              <a:off x="333267" y="1699845"/>
              <a:ext cx="3049200" cy="4617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Calibri"/>
                  <a:ea typeface="Calibri"/>
                  <a:cs typeface="Calibri"/>
                  <a:sym typeface="Calibri"/>
                </a:rPr>
                <a:t>Memory Controller</a:t>
              </a:r>
              <a:endParaRPr/>
            </a:p>
          </p:txBody>
        </p:sp>
        <p:sp>
          <p:nvSpPr>
            <p:cNvPr id="8" name="Google Shape;504;g3ef08ae9b0d_0_150">
              <a:extLst>
                <a:ext uri="{FF2B5EF4-FFF2-40B4-BE49-F238E27FC236}">
                  <a16:creationId xmlns:a16="http://schemas.microsoft.com/office/drawing/2014/main" id="{09AA4037-F5E5-55C4-D0F5-C3BF76965F28}"/>
                </a:ext>
              </a:extLst>
            </p:cNvPr>
            <p:cNvSpPr/>
            <p:nvPr/>
          </p:nvSpPr>
          <p:spPr>
            <a:xfrm>
              <a:off x="738842" y="2846979"/>
              <a:ext cx="1521000" cy="1581000"/>
            </a:xfrm>
            <a:prstGeom prst="roundRect">
              <a:avLst>
                <a:gd name="adj" fmla="val 16667"/>
              </a:avLst>
            </a:prstGeom>
            <a:solidFill>
              <a:srgbClr val="E0666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 name="Google Shape;505;g3ef08ae9b0d_0_150">
              <a:extLst>
                <a:ext uri="{FF2B5EF4-FFF2-40B4-BE49-F238E27FC236}">
                  <a16:creationId xmlns:a16="http://schemas.microsoft.com/office/drawing/2014/main" id="{73E82150-FE9E-4CEB-CB15-C35DD196D2D8}"/>
                </a:ext>
              </a:extLst>
            </p:cNvPr>
            <p:cNvSpPr txBox="1"/>
            <p:nvPr/>
          </p:nvSpPr>
          <p:spPr>
            <a:xfrm>
              <a:off x="379150" y="3126725"/>
              <a:ext cx="2246400" cy="604200"/>
            </a:xfrm>
            <a:prstGeom prst="rect">
              <a:avLst/>
            </a:prstGeom>
            <a:noFill/>
            <a:ln>
              <a:noFill/>
            </a:ln>
          </p:spPr>
          <p:txBody>
            <a:bodyPr spcFirstLastPara="1" wrap="square" lIns="91425" tIns="91425" rIns="91425" bIns="91425" anchor="t" anchorCtr="0">
              <a:noAutofit/>
            </a:bodyPr>
            <a:lstStyle/>
            <a:p>
              <a:pPr algn="ctr"/>
              <a:r>
                <a:rPr lang="en-US" sz="2800" b="1">
                  <a:solidFill>
                    <a:schemeClr val="dk1"/>
                  </a:solidFill>
                  <a:latin typeface="Calibri"/>
                  <a:ea typeface="Calibri"/>
                  <a:cs typeface="Calibri"/>
                  <a:sym typeface="Calibri"/>
                </a:rPr>
                <a:t>Advanced</a:t>
              </a:r>
              <a:endParaRPr sz="2800" b="1">
                <a:solidFill>
                  <a:schemeClr val="dk1"/>
                </a:solidFill>
                <a:latin typeface="Calibri"/>
                <a:ea typeface="Calibri"/>
                <a:cs typeface="Calibri"/>
                <a:sym typeface="Calibri"/>
              </a:endParaRPr>
            </a:p>
            <a:p>
              <a:pPr algn="ctr"/>
              <a:r>
                <a:rPr lang="en-US" sz="2800" b="1">
                  <a:solidFill>
                    <a:schemeClr val="dk1"/>
                  </a:solidFill>
                  <a:latin typeface="Calibri"/>
                  <a:ea typeface="Calibri"/>
                  <a:cs typeface="Calibri"/>
                  <a:sym typeface="Calibri"/>
                </a:rPr>
                <a:t> RS</a:t>
              </a:r>
              <a:endParaRPr sz="2800" b="1">
                <a:solidFill>
                  <a:schemeClr val="dk1"/>
                </a:solidFill>
                <a:latin typeface="Calibri"/>
                <a:ea typeface="Calibri"/>
                <a:cs typeface="Calibri"/>
                <a:sym typeface="Calibri"/>
              </a:endParaRPr>
            </a:p>
          </p:txBody>
        </p:sp>
        <p:sp>
          <p:nvSpPr>
            <p:cNvPr id="10" name="Google Shape;506;g3ef08ae9b0d_0_150">
              <a:extLst>
                <a:ext uri="{FF2B5EF4-FFF2-40B4-BE49-F238E27FC236}">
                  <a16:creationId xmlns:a16="http://schemas.microsoft.com/office/drawing/2014/main" id="{0C3B3E90-FBD1-48BF-AD73-0CFB8453113A}"/>
                </a:ext>
              </a:extLst>
            </p:cNvPr>
            <p:cNvSpPr/>
            <p:nvPr/>
          </p:nvSpPr>
          <p:spPr>
            <a:xfrm rot="10800000">
              <a:off x="2346347" y="3982900"/>
              <a:ext cx="4227900" cy="1806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 name="Google Shape;507;g3ef08ae9b0d_0_150">
              <a:extLst>
                <a:ext uri="{FF2B5EF4-FFF2-40B4-BE49-F238E27FC236}">
                  <a16:creationId xmlns:a16="http://schemas.microsoft.com/office/drawing/2014/main" id="{FBE3B88C-EC12-F695-38F6-CD7F18C7312B}"/>
                </a:ext>
              </a:extLst>
            </p:cNvPr>
            <p:cNvSpPr txBox="1"/>
            <p:nvPr/>
          </p:nvSpPr>
          <p:spPr>
            <a:xfrm>
              <a:off x="8782787" y="1636375"/>
              <a:ext cx="1663800" cy="4617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Calibri"/>
                  <a:ea typeface="Calibri"/>
                  <a:cs typeface="Calibri"/>
                  <a:sym typeface="Calibri"/>
                </a:rPr>
                <a:t>DRAM Die</a:t>
              </a:r>
              <a:endParaRPr sz="2400"/>
            </a:p>
          </p:txBody>
        </p:sp>
        <p:sp>
          <p:nvSpPr>
            <p:cNvPr id="12" name="Google Shape;508;g3ef08ae9b0d_0_150">
              <a:extLst>
                <a:ext uri="{FF2B5EF4-FFF2-40B4-BE49-F238E27FC236}">
                  <a16:creationId xmlns:a16="http://schemas.microsoft.com/office/drawing/2014/main" id="{709578F8-5DC9-35B9-4DC1-4AF4F6C418B0}"/>
                </a:ext>
              </a:extLst>
            </p:cNvPr>
            <p:cNvSpPr/>
            <p:nvPr/>
          </p:nvSpPr>
          <p:spPr>
            <a:xfrm>
              <a:off x="10413113" y="2778263"/>
              <a:ext cx="1305600" cy="1651800"/>
            </a:xfrm>
            <a:prstGeom prst="roundRect">
              <a:avLst>
                <a:gd name="adj" fmla="val 16667"/>
              </a:avLst>
            </a:prstGeom>
            <a:solidFill>
              <a:srgbClr val="A4C2F4"/>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 name="Google Shape;509;g3ef08ae9b0d_0_150">
              <a:extLst>
                <a:ext uri="{FF2B5EF4-FFF2-40B4-BE49-F238E27FC236}">
                  <a16:creationId xmlns:a16="http://schemas.microsoft.com/office/drawing/2014/main" id="{59B3ED1E-4F1B-79C8-9942-68B2908481FB}"/>
                </a:ext>
              </a:extLst>
            </p:cNvPr>
            <p:cNvSpPr txBox="1"/>
            <p:nvPr/>
          </p:nvSpPr>
          <p:spPr>
            <a:xfrm>
              <a:off x="10600160" y="3068986"/>
              <a:ext cx="1241100" cy="719700"/>
            </a:xfrm>
            <a:prstGeom prst="rect">
              <a:avLst/>
            </a:prstGeom>
            <a:noFill/>
            <a:ln>
              <a:noFill/>
            </a:ln>
          </p:spPr>
          <p:txBody>
            <a:bodyPr spcFirstLastPara="1" wrap="square" lIns="91425" tIns="91425" rIns="91425" bIns="91425" anchor="t" anchorCtr="0">
              <a:noAutofit/>
            </a:bodyPr>
            <a:lstStyle/>
            <a:p>
              <a:r>
                <a:rPr lang="en-US" sz="2800">
                  <a:solidFill>
                    <a:schemeClr val="dk1"/>
                  </a:solidFill>
                  <a:latin typeface="Calibri"/>
                  <a:ea typeface="Calibri"/>
                  <a:cs typeface="Calibri"/>
                  <a:sym typeface="Calibri"/>
                </a:rPr>
                <a:t>Mem</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Array</a:t>
              </a:r>
              <a:endParaRPr sz="2800">
                <a:solidFill>
                  <a:schemeClr val="dk1"/>
                </a:solidFill>
                <a:latin typeface="Calibri"/>
                <a:ea typeface="Calibri"/>
                <a:cs typeface="Calibri"/>
                <a:sym typeface="Calibri"/>
              </a:endParaRPr>
            </a:p>
          </p:txBody>
        </p:sp>
        <p:sp>
          <p:nvSpPr>
            <p:cNvPr id="14" name="Google Shape;510;g3ef08ae9b0d_0_150">
              <a:extLst>
                <a:ext uri="{FF2B5EF4-FFF2-40B4-BE49-F238E27FC236}">
                  <a16:creationId xmlns:a16="http://schemas.microsoft.com/office/drawing/2014/main" id="{3A9EA841-036D-B73A-D33F-1E12DB36260E}"/>
                </a:ext>
              </a:extLst>
            </p:cNvPr>
            <p:cNvSpPr/>
            <p:nvPr/>
          </p:nvSpPr>
          <p:spPr>
            <a:xfrm>
              <a:off x="7559523" y="2804425"/>
              <a:ext cx="1019700" cy="16518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 name="Google Shape;511;g3ef08ae9b0d_0_150">
              <a:extLst>
                <a:ext uri="{FF2B5EF4-FFF2-40B4-BE49-F238E27FC236}">
                  <a16:creationId xmlns:a16="http://schemas.microsoft.com/office/drawing/2014/main" id="{7928A725-D201-1A1C-F5BA-BABCE9F53E09}"/>
                </a:ext>
              </a:extLst>
            </p:cNvPr>
            <p:cNvSpPr/>
            <p:nvPr/>
          </p:nvSpPr>
          <p:spPr>
            <a:xfrm>
              <a:off x="2364850" y="3155149"/>
              <a:ext cx="4240200" cy="1905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 name="Google Shape;512;g3ef08ae9b0d_0_150">
              <a:extLst>
                <a:ext uri="{FF2B5EF4-FFF2-40B4-BE49-F238E27FC236}">
                  <a16:creationId xmlns:a16="http://schemas.microsoft.com/office/drawing/2014/main" id="{851BA364-068D-044C-5EAE-6CECA96A247E}"/>
                </a:ext>
              </a:extLst>
            </p:cNvPr>
            <p:cNvSpPr txBox="1"/>
            <p:nvPr/>
          </p:nvSpPr>
          <p:spPr>
            <a:xfrm>
              <a:off x="2570001" y="2527150"/>
              <a:ext cx="40914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Data + </a:t>
              </a:r>
              <a:r>
                <a:rPr lang="en-US" sz="2800" b="1">
                  <a:solidFill>
                    <a:srgbClr val="FF0000"/>
                  </a:solidFill>
                  <a:latin typeface="Calibri"/>
                  <a:ea typeface="Calibri"/>
                  <a:cs typeface="Calibri"/>
                  <a:sym typeface="Calibri"/>
                </a:rPr>
                <a:t>SysECC</a:t>
              </a:r>
              <a:r>
                <a:rPr lang="en-US" sz="2800" b="1">
                  <a:solidFill>
                    <a:schemeClr val="dk1"/>
                  </a:solidFill>
                  <a:latin typeface="Calibri"/>
                  <a:ea typeface="Calibri"/>
                  <a:cs typeface="Calibri"/>
                  <a:sym typeface="Calibri"/>
                </a:rPr>
                <a:t> (64B + 4B) </a:t>
              </a:r>
              <a:endParaRPr sz="2800" b="1">
                <a:solidFill>
                  <a:schemeClr val="dk1"/>
                </a:solidFill>
                <a:latin typeface="Calibri"/>
                <a:ea typeface="Calibri"/>
                <a:cs typeface="Calibri"/>
                <a:sym typeface="Calibri"/>
              </a:endParaRPr>
            </a:p>
          </p:txBody>
        </p:sp>
        <p:sp>
          <p:nvSpPr>
            <p:cNvPr id="17" name="Google Shape;513;g3ef08ae9b0d_0_150">
              <a:extLst>
                <a:ext uri="{FF2B5EF4-FFF2-40B4-BE49-F238E27FC236}">
                  <a16:creationId xmlns:a16="http://schemas.microsoft.com/office/drawing/2014/main" id="{3DE5601F-5B9C-7B81-FBDA-557E02ECB875}"/>
                </a:ext>
              </a:extLst>
            </p:cNvPr>
            <p:cNvSpPr txBox="1"/>
            <p:nvPr/>
          </p:nvSpPr>
          <p:spPr>
            <a:xfrm>
              <a:off x="3853604" y="3205561"/>
              <a:ext cx="31839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Write </a:t>
              </a:r>
              <a:endParaRPr sz="2800" b="1">
                <a:solidFill>
                  <a:schemeClr val="dk1"/>
                </a:solidFill>
                <a:latin typeface="Calibri"/>
                <a:ea typeface="Calibri"/>
                <a:cs typeface="Calibri"/>
                <a:sym typeface="Calibri"/>
              </a:endParaRPr>
            </a:p>
          </p:txBody>
        </p:sp>
        <p:sp>
          <p:nvSpPr>
            <p:cNvPr id="18" name="Google Shape;514;g3ef08ae9b0d_0_150">
              <a:extLst>
                <a:ext uri="{FF2B5EF4-FFF2-40B4-BE49-F238E27FC236}">
                  <a16:creationId xmlns:a16="http://schemas.microsoft.com/office/drawing/2014/main" id="{34728726-14D4-340E-90CB-FD2A729CA995}"/>
                </a:ext>
              </a:extLst>
            </p:cNvPr>
            <p:cNvSpPr txBox="1"/>
            <p:nvPr/>
          </p:nvSpPr>
          <p:spPr>
            <a:xfrm>
              <a:off x="3896075" y="3982900"/>
              <a:ext cx="3183900" cy="604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Read </a:t>
              </a:r>
              <a:endParaRPr sz="2800" b="1">
                <a:solidFill>
                  <a:schemeClr val="dk1"/>
                </a:solidFill>
                <a:latin typeface="Calibri"/>
                <a:ea typeface="Calibri"/>
                <a:cs typeface="Calibri"/>
                <a:sym typeface="Calibri"/>
              </a:endParaRPr>
            </a:p>
          </p:txBody>
        </p:sp>
        <p:sp>
          <p:nvSpPr>
            <p:cNvPr id="19" name="Google Shape;515;g3ef08ae9b0d_0_150">
              <a:extLst>
                <a:ext uri="{FF2B5EF4-FFF2-40B4-BE49-F238E27FC236}">
                  <a16:creationId xmlns:a16="http://schemas.microsoft.com/office/drawing/2014/main" id="{A7D2D5C5-8ECA-94D9-623D-2E06308EB0B5}"/>
                </a:ext>
              </a:extLst>
            </p:cNvPr>
            <p:cNvSpPr txBox="1"/>
            <p:nvPr/>
          </p:nvSpPr>
          <p:spPr>
            <a:xfrm>
              <a:off x="3110864" y="1119238"/>
              <a:ext cx="4301700" cy="492900"/>
            </a:xfrm>
            <a:prstGeom prst="rect">
              <a:avLst/>
            </a:prstGeom>
            <a:noFill/>
            <a:ln>
              <a:noFill/>
            </a:ln>
          </p:spPr>
          <p:txBody>
            <a:bodyPr spcFirstLastPara="1" wrap="square" lIns="91425" tIns="91425" rIns="91425" bIns="91425" anchor="t" anchorCtr="0">
              <a:noAutofit/>
            </a:bodyPr>
            <a:lstStyle/>
            <a:p>
              <a:r>
                <a:rPr lang="en-US" sz="2600" b="1">
                  <a:solidFill>
                    <a:schemeClr val="dk1"/>
                  </a:solidFill>
                  <a:latin typeface="Calibri"/>
                  <a:ea typeface="Calibri"/>
                  <a:cs typeface="Calibri"/>
                  <a:sym typeface="Calibri"/>
                </a:rPr>
                <a:t>New mode for HBM3</a:t>
              </a:r>
              <a:endParaRPr sz="2600" b="1">
                <a:solidFill>
                  <a:schemeClr val="dk1"/>
                </a:solidFill>
                <a:latin typeface="Calibri"/>
                <a:ea typeface="Calibri"/>
                <a:cs typeface="Calibri"/>
                <a:sym typeface="Calibri"/>
              </a:endParaRPr>
            </a:p>
          </p:txBody>
        </p:sp>
        <p:sp>
          <p:nvSpPr>
            <p:cNvPr id="20" name="Google Shape;516;g3ef08ae9b0d_0_150">
              <a:extLst>
                <a:ext uri="{FF2B5EF4-FFF2-40B4-BE49-F238E27FC236}">
                  <a16:creationId xmlns:a16="http://schemas.microsoft.com/office/drawing/2014/main" id="{66BC1EDB-7D3A-9C3B-60E6-FF7E5EAE68E8}"/>
                </a:ext>
              </a:extLst>
            </p:cNvPr>
            <p:cNvSpPr txBox="1"/>
            <p:nvPr/>
          </p:nvSpPr>
          <p:spPr>
            <a:xfrm>
              <a:off x="7454233" y="3155150"/>
              <a:ext cx="1241100" cy="812100"/>
            </a:xfrm>
            <a:prstGeom prst="rect">
              <a:avLst/>
            </a:prstGeom>
            <a:noFill/>
            <a:ln>
              <a:noFill/>
            </a:ln>
          </p:spPr>
          <p:txBody>
            <a:bodyPr spcFirstLastPara="1" wrap="square" lIns="91425" tIns="91425" rIns="91425" bIns="91425" anchor="t" anchorCtr="0">
              <a:noAutofit/>
            </a:bodyPr>
            <a:lstStyle/>
            <a:p>
              <a:pPr algn="ctr"/>
              <a:r>
                <a:rPr lang="en-US" sz="2800" b="1">
                  <a:solidFill>
                    <a:schemeClr val="dk1"/>
                  </a:solidFill>
                  <a:latin typeface="Calibri"/>
                  <a:ea typeface="Calibri"/>
                  <a:cs typeface="Calibri"/>
                  <a:sym typeface="Calibri"/>
                </a:rPr>
                <a:t>Merge RS</a:t>
              </a:r>
              <a:endParaRPr sz="2800" b="1">
                <a:solidFill>
                  <a:schemeClr val="dk1"/>
                </a:solidFill>
                <a:latin typeface="Calibri"/>
                <a:ea typeface="Calibri"/>
                <a:cs typeface="Calibri"/>
                <a:sym typeface="Calibri"/>
              </a:endParaRPr>
            </a:p>
          </p:txBody>
        </p:sp>
        <p:sp>
          <p:nvSpPr>
            <p:cNvPr id="21" name="Google Shape;517;g3ef08ae9b0d_0_150">
              <a:extLst>
                <a:ext uri="{FF2B5EF4-FFF2-40B4-BE49-F238E27FC236}">
                  <a16:creationId xmlns:a16="http://schemas.microsoft.com/office/drawing/2014/main" id="{F8092747-D979-4660-6D35-D2EB87BB931B}"/>
                </a:ext>
              </a:extLst>
            </p:cNvPr>
            <p:cNvSpPr/>
            <p:nvPr/>
          </p:nvSpPr>
          <p:spPr>
            <a:xfrm>
              <a:off x="8631275" y="3155150"/>
              <a:ext cx="1729800" cy="190500"/>
            </a:xfrm>
            <a:prstGeom prst="rightArrow">
              <a:avLst>
                <a:gd name="adj1" fmla="val 50000"/>
                <a:gd name="adj2" fmla="val 50000"/>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 name="Google Shape;518;g3ef08ae9b0d_0_150">
              <a:extLst>
                <a:ext uri="{FF2B5EF4-FFF2-40B4-BE49-F238E27FC236}">
                  <a16:creationId xmlns:a16="http://schemas.microsoft.com/office/drawing/2014/main" id="{B4C187E4-BA65-AFCA-27DF-18E086F28FCD}"/>
                </a:ext>
              </a:extLst>
            </p:cNvPr>
            <p:cNvSpPr/>
            <p:nvPr/>
          </p:nvSpPr>
          <p:spPr>
            <a:xfrm rot="10800000">
              <a:off x="8633675" y="3953938"/>
              <a:ext cx="1725000" cy="195600"/>
            </a:xfrm>
            <a:prstGeom prst="rightArrow">
              <a:avLst>
                <a:gd name="adj1" fmla="val 50000"/>
                <a:gd name="adj2" fmla="val 50000"/>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 name="Google Shape;519;g3ef08ae9b0d_0_150">
              <a:extLst>
                <a:ext uri="{FF2B5EF4-FFF2-40B4-BE49-F238E27FC236}">
                  <a16:creationId xmlns:a16="http://schemas.microsoft.com/office/drawing/2014/main" id="{35F9C1C5-E89B-D803-0CD0-92D6F7547202}"/>
                </a:ext>
              </a:extLst>
            </p:cNvPr>
            <p:cNvSpPr txBox="1"/>
            <p:nvPr/>
          </p:nvSpPr>
          <p:spPr>
            <a:xfrm>
              <a:off x="7454219" y="2349707"/>
              <a:ext cx="4029000" cy="604200"/>
            </a:xfrm>
            <a:prstGeom prst="rect">
              <a:avLst/>
            </a:prstGeom>
            <a:noFill/>
            <a:ln>
              <a:noFill/>
            </a:ln>
          </p:spPr>
          <p:txBody>
            <a:bodyPr spcFirstLastPara="1" wrap="square" lIns="91425" tIns="91425" rIns="91425" bIns="91425" anchor="t" anchorCtr="0">
              <a:noAutofit/>
            </a:bodyPr>
            <a:lstStyle/>
            <a:p>
              <a:pPr algn="ctr"/>
              <a:r>
                <a:rPr lang="en-US" sz="2200" b="1">
                  <a:solidFill>
                    <a:schemeClr val="dk1"/>
                  </a:solidFill>
                  <a:latin typeface="Calibri"/>
                  <a:ea typeface="Calibri"/>
                  <a:cs typeface="Calibri"/>
                  <a:sym typeface="Calibri"/>
                </a:rPr>
                <a:t>Data + </a:t>
              </a:r>
              <a:r>
                <a:rPr lang="en-US" sz="2200" b="1">
                  <a:solidFill>
                    <a:srgbClr val="FF0000"/>
                  </a:solidFill>
                  <a:latin typeface="Calibri"/>
                  <a:ea typeface="Calibri"/>
                  <a:cs typeface="Calibri"/>
                  <a:sym typeface="Calibri"/>
                </a:rPr>
                <a:t>SysECC</a:t>
              </a:r>
              <a:r>
                <a:rPr lang="en-US" sz="2200" b="1">
                  <a:solidFill>
                    <a:schemeClr val="dk1"/>
                  </a:solidFill>
                  <a:latin typeface="Calibri"/>
                  <a:ea typeface="Calibri"/>
                  <a:cs typeface="Calibri"/>
                  <a:sym typeface="Calibri"/>
                </a:rPr>
                <a:t> + ODECC </a:t>
              </a:r>
              <a:endParaRPr sz="2200" b="1">
                <a:solidFill>
                  <a:srgbClr val="B45F06"/>
                </a:solidFill>
                <a:latin typeface="Calibri"/>
                <a:ea typeface="Calibri"/>
                <a:cs typeface="Calibri"/>
                <a:sym typeface="Calibri"/>
              </a:endParaRPr>
            </a:p>
            <a:p>
              <a:endParaRPr sz="2200" b="1">
                <a:solidFill>
                  <a:schemeClr val="dk1"/>
                </a:solidFill>
                <a:latin typeface="Calibri"/>
                <a:ea typeface="Calibri"/>
                <a:cs typeface="Calibri"/>
                <a:sym typeface="Calibri"/>
              </a:endParaRPr>
            </a:p>
          </p:txBody>
        </p:sp>
        <p:sp>
          <p:nvSpPr>
            <p:cNvPr id="24" name="Google Shape;520;g3ef08ae9b0d_0_150">
              <a:extLst>
                <a:ext uri="{FF2B5EF4-FFF2-40B4-BE49-F238E27FC236}">
                  <a16:creationId xmlns:a16="http://schemas.microsoft.com/office/drawing/2014/main" id="{359EFF36-CE50-2D61-76AD-F67A0DD27A8E}"/>
                </a:ext>
              </a:extLst>
            </p:cNvPr>
            <p:cNvSpPr/>
            <p:nvPr/>
          </p:nvSpPr>
          <p:spPr>
            <a:xfrm>
              <a:off x="6608116" y="3205542"/>
              <a:ext cx="872100" cy="915600"/>
            </a:xfrm>
            <a:prstGeom prst="roundRect">
              <a:avLst>
                <a:gd name="adj" fmla="val 16667"/>
              </a:avLst>
            </a:prstGeom>
            <a:solidFill>
              <a:srgbClr val="F9CB9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 name="Google Shape;521;g3ef08ae9b0d_0_150">
              <a:extLst>
                <a:ext uri="{FF2B5EF4-FFF2-40B4-BE49-F238E27FC236}">
                  <a16:creationId xmlns:a16="http://schemas.microsoft.com/office/drawing/2014/main" id="{841E6468-B130-F7DB-F3CD-FE5D01DE800A}"/>
                </a:ext>
              </a:extLst>
            </p:cNvPr>
            <p:cNvSpPr txBox="1"/>
            <p:nvPr/>
          </p:nvSpPr>
          <p:spPr>
            <a:xfrm>
              <a:off x="6640767" y="3309038"/>
              <a:ext cx="926700" cy="8121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CRC</a:t>
              </a:r>
              <a:endParaRPr sz="2800" b="1">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41792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p:tgtEl>
                                          <p:spTgt spid="2"/>
                                        </p:tgtEl>
                                        <p:attrNameLst>
                                          <p:attrName>ppt_w</p:attrName>
                                        </p:attrNameLst>
                                      </p:cBhvr>
                                      <p:tavLst>
                                        <p:tav tm="0">
                                          <p:val>
                                            <p:strVal val="0"/>
                                          </p:val>
                                        </p:tav>
                                        <p:tav tm="100000">
                                          <p:val>
                                            <p:strVal val="#ppt_w"/>
                                          </p:val>
                                        </p:tav>
                                      </p:tavLst>
                                    </p:anim>
                                    <p:anim calcmode="lin" valueType="num">
                                      <p:cBhvr additive="base">
                                        <p:cTn id="8" dur="1000"/>
                                        <p:tgtEl>
                                          <p:spTgt spid="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4C71A-1044-29EA-6463-BC8346518D4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B96E50-0533-DC7D-AA82-D017CCA7C830}"/>
              </a:ext>
            </a:extLst>
          </p:cNvPr>
          <p:cNvSpPr>
            <a:spLocks noGrp="1"/>
          </p:cNvSpPr>
          <p:nvPr>
            <p:ph type="sldNum" sz="quarter" idx="12"/>
          </p:nvPr>
        </p:nvSpPr>
        <p:spPr/>
        <p:txBody>
          <a:bodyPr/>
          <a:lstStyle/>
          <a:p>
            <a:fld id="{D5244C39-EA1C-4830-B3FA-E06130CB504B}" type="slidenum">
              <a:rPr lang="en-US" smtClean="0"/>
              <a:pPr/>
              <a:t>11</a:t>
            </a:fld>
            <a:endParaRPr lang="en-US"/>
          </a:p>
        </p:txBody>
      </p:sp>
      <p:sp>
        <p:nvSpPr>
          <p:cNvPr id="4" name="Title 3">
            <a:extLst>
              <a:ext uri="{FF2B5EF4-FFF2-40B4-BE49-F238E27FC236}">
                <a16:creationId xmlns:a16="http://schemas.microsoft.com/office/drawing/2014/main" id="{CD6B1326-E51C-5867-0488-17B16E93AA1A}"/>
              </a:ext>
            </a:extLst>
          </p:cNvPr>
          <p:cNvSpPr>
            <a:spLocks noGrp="1"/>
          </p:cNvSpPr>
          <p:nvPr>
            <p:ph type="title"/>
          </p:nvPr>
        </p:nvSpPr>
        <p:spPr/>
        <p:txBody>
          <a:bodyPr/>
          <a:lstStyle/>
          <a:p>
            <a:r>
              <a:rPr lang="en-US" dirty="0"/>
              <a:t>Three Challenges for Supporting </a:t>
            </a:r>
            <a:r>
              <a:rPr lang="en-US" dirty="0" err="1"/>
              <a:t>SysECC</a:t>
            </a:r>
            <a:endParaRPr lang="en-US" dirty="0"/>
          </a:p>
        </p:txBody>
      </p:sp>
      <p:sp>
        <p:nvSpPr>
          <p:cNvPr id="26" name="Google Shape;539;g3ef08ae9b0d_0_281">
            <a:extLst>
              <a:ext uri="{FF2B5EF4-FFF2-40B4-BE49-F238E27FC236}">
                <a16:creationId xmlns:a16="http://schemas.microsoft.com/office/drawing/2014/main" id="{04076C16-7F6C-09BC-FD4C-7A50B033277C}"/>
              </a:ext>
            </a:extLst>
          </p:cNvPr>
          <p:cNvSpPr/>
          <p:nvPr/>
        </p:nvSpPr>
        <p:spPr>
          <a:xfrm>
            <a:off x="320040" y="2011680"/>
            <a:ext cx="11521200" cy="18000"/>
          </a:xfrm>
          <a:prstGeom prst="rect">
            <a:avLst/>
          </a:prstGeom>
          <a:solidFill>
            <a:srgbClr val="FCC200"/>
          </a:solidFill>
          <a:ln>
            <a:noFill/>
          </a:ln>
          <a:effectLst>
            <a:outerShdw blurRad="39960" dist="23040" dir="5400000" rotWithShape="0">
              <a:srgbClr val="000000">
                <a:alpha val="34900"/>
              </a:srgbClr>
            </a:outerShdw>
          </a:effectLst>
        </p:spPr>
        <p:txBody>
          <a:bodyPr spcFirstLastPara="1" wrap="square" lIns="90000" tIns="0" rIns="90000" bIns="0" anchor="ctr" anchorCtr="0">
            <a:noAutofit/>
          </a:bodyPr>
          <a:lstStyle/>
          <a:p>
            <a:pPr algn="ctr"/>
            <a:endParaRPr>
              <a:solidFill>
                <a:schemeClr val="lt1"/>
              </a:solidFill>
              <a:latin typeface="Calibri"/>
              <a:ea typeface="Calibri"/>
              <a:cs typeface="Calibri"/>
              <a:sym typeface="Calibri"/>
            </a:endParaRPr>
          </a:p>
        </p:txBody>
      </p:sp>
      <p:sp>
        <p:nvSpPr>
          <p:cNvPr id="27" name="Google Shape;540;g3ef08ae9b0d_0_281">
            <a:extLst>
              <a:ext uri="{FF2B5EF4-FFF2-40B4-BE49-F238E27FC236}">
                <a16:creationId xmlns:a16="http://schemas.microsoft.com/office/drawing/2014/main" id="{556F349A-FE0D-93BE-3E0A-784A0F008736}"/>
              </a:ext>
            </a:extLst>
          </p:cNvPr>
          <p:cNvSpPr txBox="1"/>
          <p:nvPr/>
        </p:nvSpPr>
        <p:spPr>
          <a:xfrm>
            <a:off x="4747800" y="2139563"/>
            <a:ext cx="1356000" cy="3654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HBM3</a:t>
            </a:r>
            <a:endParaRPr sz="2800" b="1">
              <a:solidFill>
                <a:schemeClr val="dk1"/>
              </a:solidFill>
              <a:latin typeface="Calibri"/>
              <a:ea typeface="Calibri"/>
              <a:cs typeface="Calibri"/>
              <a:sym typeface="Calibri"/>
            </a:endParaRPr>
          </a:p>
        </p:txBody>
      </p:sp>
      <p:sp>
        <p:nvSpPr>
          <p:cNvPr id="28" name="Google Shape;541;g3ef08ae9b0d_0_281">
            <a:extLst>
              <a:ext uri="{FF2B5EF4-FFF2-40B4-BE49-F238E27FC236}">
                <a16:creationId xmlns:a16="http://schemas.microsoft.com/office/drawing/2014/main" id="{E404086D-B394-52E5-EFB5-43AA15403773}"/>
              </a:ext>
            </a:extLst>
          </p:cNvPr>
          <p:cNvSpPr txBox="1"/>
          <p:nvPr/>
        </p:nvSpPr>
        <p:spPr>
          <a:xfrm>
            <a:off x="8110550" y="2122625"/>
            <a:ext cx="2170800" cy="5232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Our Scheme</a:t>
            </a:r>
            <a:endParaRPr sz="2800" b="1">
              <a:solidFill>
                <a:schemeClr val="dk1"/>
              </a:solidFill>
              <a:latin typeface="Calibri"/>
              <a:ea typeface="Calibri"/>
              <a:cs typeface="Calibri"/>
              <a:sym typeface="Calibri"/>
            </a:endParaRPr>
          </a:p>
        </p:txBody>
      </p:sp>
      <p:grpSp>
        <p:nvGrpSpPr>
          <p:cNvPr id="29" name="Google Shape;542;g3ef08ae9b0d_0_281">
            <a:extLst>
              <a:ext uri="{FF2B5EF4-FFF2-40B4-BE49-F238E27FC236}">
                <a16:creationId xmlns:a16="http://schemas.microsoft.com/office/drawing/2014/main" id="{DAD75882-AE37-A55D-14EE-276E7F8ABF7F}"/>
              </a:ext>
            </a:extLst>
          </p:cNvPr>
          <p:cNvGrpSpPr/>
          <p:nvPr/>
        </p:nvGrpSpPr>
        <p:grpSpPr>
          <a:xfrm>
            <a:off x="210401" y="2227245"/>
            <a:ext cx="11498361" cy="1538292"/>
            <a:chOff x="210400" y="1084245"/>
            <a:chExt cx="11498361" cy="1538292"/>
          </a:xfrm>
        </p:grpSpPr>
        <p:sp>
          <p:nvSpPr>
            <p:cNvPr id="30" name="Google Shape;543;g3ef08ae9b0d_0_281">
              <a:extLst>
                <a:ext uri="{FF2B5EF4-FFF2-40B4-BE49-F238E27FC236}">
                  <a16:creationId xmlns:a16="http://schemas.microsoft.com/office/drawing/2014/main" id="{95E41CE2-F7F7-D519-DFCA-4051C0FF9BA3}"/>
                </a:ext>
              </a:extLst>
            </p:cNvPr>
            <p:cNvSpPr/>
            <p:nvPr/>
          </p:nvSpPr>
          <p:spPr>
            <a:xfrm>
              <a:off x="4424225" y="2221713"/>
              <a:ext cx="1729800" cy="190500"/>
            </a:xfrm>
            <a:prstGeom prst="rightArrow">
              <a:avLst>
                <a:gd name="adj1" fmla="val 50000"/>
                <a:gd name="adj2" fmla="val 50000"/>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 name="Google Shape;544;g3ef08ae9b0d_0_281">
              <a:extLst>
                <a:ext uri="{FF2B5EF4-FFF2-40B4-BE49-F238E27FC236}">
                  <a16:creationId xmlns:a16="http://schemas.microsoft.com/office/drawing/2014/main" id="{D92E13E3-D26E-CFAC-325B-6E11EE55CF31}"/>
                </a:ext>
              </a:extLst>
            </p:cNvPr>
            <p:cNvSpPr/>
            <p:nvPr/>
          </p:nvSpPr>
          <p:spPr>
            <a:xfrm>
              <a:off x="8268888" y="2219525"/>
              <a:ext cx="1729800" cy="190500"/>
            </a:xfrm>
            <a:prstGeom prst="rightArrow">
              <a:avLst>
                <a:gd name="adj1" fmla="val 50000"/>
                <a:gd name="adj2" fmla="val 50000"/>
              </a:avLst>
            </a:prstGeom>
            <a:solidFill>
              <a:srgbClr val="66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nvGrpSpPr>
            <p:cNvPr id="32" name="Google Shape;545;g3ef08ae9b0d_0_281">
              <a:extLst>
                <a:ext uri="{FF2B5EF4-FFF2-40B4-BE49-F238E27FC236}">
                  <a16:creationId xmlns:a16="http://schemas.microsoft.com/office/drawing/2014/main" id="{0839DF67-043F-AD50-C8B4-3D484BF69BF0}"/>
                </a:ext>
              </a:extLst>
            </p:cNvPr>
            <p:cNvGrpSpPr/>
            <p:nvPr/>
          </p:nvGrpSpPr>
          <p:grpSpPr>
            <a:xfrm>
              <a:off x="210400" y="1084245"/>
              <a:ext cx="11498361" cy="1538292"/>
              <a:chOff x="210400" y="1084245"/>
              <a:chExt cx="11498361" cy="1538292"/>
            </a:xfrm>
          </p:grpSpPr>
          <p:sp>
            <p:nvSpPr>
              <p:cNvPr id="33" name="Google Shape;546;g3ef08ae9b0d_0_281">
                <a:extLst>
                  <a:ext uri="{FF2B5EF4-FFF2-40B4-BE49-F238E27FC236}">
                    <a16:creationId xmlns:a16="http://schemas.microsoft.com/office/drawing/2014/main" id="{5B5DFF16-6B8B-B67F-22CC-F1CBD6FCCE9D}"/>
                  </a:ext>
                </a:extLst>
              </p:cNvPr>
              <p:cNvSpPr/>
              <p:nvPr/>
            </p:nvSpPr>
            <p:spPr>
              <a:xfrm>
                <a:off x="363800" y="1146550"/>
                <a:ext cx="2475900" cy="437700"/>
              </a:xfrm>
              <a:prstGeom prst="roundRect">
                <a:avLst>
                  <a:gd name="adj" fmla="val 16667"/>
                </a:avLst>
              </a:prstGeom>
              <a:solidFill>
                <a:srgbClr val="FCE5C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 name="Google Shape;547;g3ef08ae9b0d_0_281">
                <a:extLst>
                  <a:ext uri="{FF2B5EF4-FFF2-40B4-BE49-F238E27FC236}">
                    <a16:creationId xmlns:a16="http://schemas.microsoft.com/office/drawing/2014/main" id="{53B0C1FF-BD56-4862-0A2E-7DAD27791A4D}"/>
                  </a:ext>
                </a:extLst>
              </p:cNvPr>
              <p:cNvSpPr txBox="1"/>
              <p:nvPr/>
            </p:nvSpPr>
            <p:spPr>
              <a:xfrm>
                <a:off x="210400" y="1084245"/>
                <a:ext cx="2727900" cy="523200"/>
              </a:xfrm>
              <a:prstGeom prst="rect">
                <a:avLst/>
              </a:prstGeom>
              <a:noFill/>
              <a:ln>
                <a:noFill/>
              </a:ln>
            </p:spPr>
            <p:txBody>
              <a:bodyPr spcFirstLastPara="1" wrap="square" lIns="91425" tIns="91425" rIns="91425" bIns="91425" anchor="t" anchorCtr="0">
                <a:spAutoFit/>
              </a:bodyPr>
              <a:lstStyle/>
              <a:p>
                <a:pPr algn="ctr"/>
                <a:r>
                  <a:rPr lang="en-US" sz="2200" b="1">
                    <a:solidFill>
                      <a:schemeClr val="dk1"/>
                    </a:solidFill>
                  </a:rPr>
                  <a:t>1.Parity Storage</a:t>
                </a:r>
                <a:endParaRPr sz="2500"/>
              </a:p>
            </p:txBody>
          </p:sp>
          <p:pic>
            <p:nvPicPr>
              <p:cNvPr id="35" name="Google Shape;548;g3ef08ae9b0d_0_281" title="cargo-box.png">
                <a:extLst>
                  <a:ext uri="{FF2B5EF4-FFF2-40B4-BE49-F238E27FC236}">
                    <a16:creationId xmlns:a16="http://schemas.microsoft.com/office/drawing/2014/main" id="{816B8DE4-4F1D-CA40-806F-67A49ECC69A0}"/>
                  </a:ext>
                </a:extLst>
              </p:cNvPr>
              <p:cNvPicPr preferRelativeResize="0"/>
              <p:nvPr/>
            </p:nvPicPr>
            <p:blipFill>
              <a:blip r:embed="rId2">
                <a:alphaModFix/>
              </a:blip>
              <a:stretch>
                <a:fillRect/>
              </a:stretch>
            </p:blipFill>
            <p:spPr>
              <a:xfrm>
                <a:off x="868349" y="1512024"/>
                <a:ext cx="1110513" cy="1110513"/>
              </a:xfrm>
              <a:prstGeom prst="rect">
                <a:avLst/>
              </a:prstGeom>
              <a:noFill/>
              <a:ln>
                <a:noFill/>
              </a:ln>
            </p:spPr>
          </p:pic>
          <p:sp>
            <p:nvSpPr>
              <p:cNvPr id="36" name="Google Shape;549;g3ef08ae9b0d_0_281">
                <a:extLst>
                  <a:ext uri="{FF2B5EF4-FFF2-40B4-BE49-F238E27FC236}">
                    <a16:creationId xmlns:a16="http://schemas.microsoft.com/office/drawing/2014/main" id="{0C8E1220-F34F-FE8B-7C65-09829714B846}"/>
                  </a:ext>
                </a:extLst>
              </p:cNvPr>
              <p:cNvSpPr txBox="1"/>
              <p:nvPr/>
            </p:nvSpPr>
            <p:spPr>
              <a:xfrm>
                <a:off x="3131731" y="1744535"/>
                <a:ext cx="4029000" cy="604200"/>
              </a:xfrm>
              <a:prstGeom prst="rect">
                <a:avLst/>
              </a:prstGeom>
              <a:noFill/>
              <a:ln>
                <a:noFill/>
              </a:ln>
            </p:spPr>
            <p:txBody>
              <a:bodyPr spcFirstLastPara="1" wrap="square" lIns="91425" tIns="91425" rIns="91425" bIns="91425" anchor="t" anchorCtr="0">
                <a:noAutofit/>
              </a:bodyPr>
              <a:lstStyle/>
              <a:p>
                <a:pPr algn="ctr"/>
                <a:r>
                  <a:rPr lang="en-US" sz="2200" b="1">
                    <a:solidFill>
                      <a:schemeClr val="dk1"/>
                    </a:solidFill>
                    <a:latin typeface="Calibri"/>
                    <a:ea typeface="Calibri"/>
                    <a:cs typeface="Calibri"/>
                    <a:sym typeface="Calibri"/>
                  </a:rPr>
                  <a:t>Data + Parity(8B → ODECC)</a:t>
                </a:r>
                <a:endParaRPr sz="2200" b="1">
                  <a:solidFill>
                    <a:schemeClr val="dk1"/>
                  </a:solidFill>
                  <a:latin typeface="Calibri"/>
                  <a:ea typeface="Calibri"/>
                  <a:cs typeface="Calibri"/>
                  <a:sym typeface="Calibri"/>
                </a:endParaRPr>
              </a:p>
            </p:txBody>
          </p:sp>
          <p:sp>
            <p:nvSpPr>
              <p:cNvPr id="37" name="Google Shape;550;g3ef08ae9b0d_0_281">
                <a:extLst>
                  <a:ext uri="{FF2B5EF4-FFF2-40B4-BE49-F238E27FC236}">
                    <a16:creationId xmlns:a16="http://schemas.microsoft.com/office/drawing/2014/main" id="{DFFAA0FF-6A50-3655-883F-0D5521AA0ADF}"/>
                  </a:ext>
                </a:extLst>
              </p:cNvPr>
              <p:cNvSpPr txBox="1"/>
              <p:nvPr/>
            </p:nvSpPr>
            <p:spPr>
              <a:xfrm>
                <a:off x="6805561" y="1746018"/>
                <a:ext cx="4903200" cy="604200"/>
              </a:xfrm>
              <a:prstGeom prst="rect">
                <a:avLst/>
              </a:prstGeom>
              <a:noFill/>
              <a:ln>
                <a:noFill/>
              </a:ln>
            </p:spPr>
            <p:txBody>
              <a:bodyPr spcFirstLastPara="1" wrap="square" lIns="91425" tIns="91425" rIns="91425" bIns="91425" anchor="t" anchorCtr="0">
                <a:noAutofit/>
              </a:bodyPr>
              <a:lstStyle/>
              <a:p>
                <a:pPr algn="ctr"/>
                <a:r>
                  <a:rPr lang="en-US" sz="2200" b="1">
                    <a:solidFill>
                      <a:schemeClr val="dk1"/>
                    </a:solidFill>
                    <a:latin typeface="Calibri"/>
                    <a:ea typeface="Calibri"/>
                    <a:cs typeface="Calibri"/>
                    <a:sym typeface="Calibri"/>
                  </a:rPr>
                  <a:t>Data + Parity(8B → </a:t>
                </a:r>
                <a:r>
                  <a:rPr lang="en-US" sz="2200" b="1">
                    <a:solidFill>
                      <a:srgbClr val="FF0000"/>
                    </a:solidFill>
                    <a:latin typeface="Calibri"/>
                    <a:ea typeface="Calibri"/>
                    <a:cs typeface="Calibri"/>
                    <a:sym typeface="Calibri"/>
                  </a:rPr>
                  <a:t>SysECC</a:t>
                </a:r>
                <a:r>
                  <a:rPr lang="en-US" sz="2200" b="1">
                    <a:solidFill>
                      <a:schemeClr val="dk1"/>
                    </a:solidFill>
                    <a:latin typeface="Calibri"/>
                    <a:ea typeface="Calibri"/>
                    <a:cs typeface="Calibri"/>
                    <a:sym typeface="Calibri"/>
                  </a:rPr>
                  <a:t>+ODECC)</a:t>
                </a:r>
                <a:endParaRPr sz="2200" b="1">
                  <a:solidFill>
                    <a:schemeClr val="dk1"/>
                  </a:solidFill>
                  <a:latin typeface="Calibri"/>
                  <a:ea typeface="Calibri"/>
                  <a:cs typeface="Calibri"/>
                  <a:sym typeface="Calibri"/>
                </a:endParaRPr>
              </a:p>
              <a:p>
                <a:endParaRPr sz="2200" b="1">
                  <a:solidFill>
                    <a:schemeClr val="dk1"/>
                  </a:solidFill>
                  <a:latin typeface="Calibri"/>
                  <a:ea typeface="Calibri"/>
                  <a:cs typeface="Calibri"/>
                  <a:sym typeface="Calibri"/>
                </a:endParaRPr>
              </a:p>
            </p:txBody>
          </p:sp>
        </p:grpSp>
      </p:grpSp>
      <p:grpSp>
        <p:nvGrpSpPr>
          <p:cNvPr id="38" name="Google Shape;551;g3ef08ae9b0d_0_281">
            <a:extLst>
              <a:ext uri="{FF2B5EF4-FFF2-40B4-BE49-F238E27FC236}">
                <a16:creationId xmlns:a16="http://schemas.microsoft.com/office/drawing/2014/main" id="{801979B6-E25D-14A4-879A-7F684DBA9AD0}"/>
              </a:ext>
            </a:extLst>
          </p:cNvPr>
          <p:cNvGrpSpPr/>
          <p:nvPr/>
        </p:nvGrpSpPr>
        <p:grpSpPr>
          <a:xfrm>
            <a:off x="271639" y="3898248"/>
            <a:ext cx="11919625" cy="1775075"/>
            <a:chOff x="271638" y="2711750"/>
            <a:chExt cx="11919625" cy="1775075"/>
          </a:xfrm>
        </p:grpSpPr>
        <p:pic>
          <p:nvPicPr>
            <p:cNvPr id="39" name="Google Shape;552;g3ef08ae9b0d_0_281">
              <a:extLst>
                <a:ext uri="{FF2B5EF4-FFF2-40B4-BE49-F238E27FC236}">
                  <a16:creationId xmlns:a16="http://schemas.microsoft.com/office/drawing/2014/main" id="{315F579A-0418-DBE2-5EB2-058C90222F20}"/>
                </a:ext>
              </a:extLst>
            </p:cNvPr>
            <p:cNvPicPr preferRelativeResize="0"/>
            <p:nvPr/>
          </p:nvPicPr>
          <p:blipFill>
            <a:blip r:embed="rId3">
              <a:alphaModFix/>
            </a:blip>
            <a:stretch>
              <a:fillRect/>
            </a:stretch>
          </p:blipFill>
          <p:spPr>
            <a:xfrm>
              <a:off x="904450" y="3406051"/>
              <a:ext cx="1076512" cy="1076512"/>
            </a:xfrm>
            <a:prstGeom prst="rect">
              <a:avLst/>
            </a:prstGeom>
            <a:noFill/>
            <a:ln>
              <a:noFill/>
            </a:ln>
          </p:spPr>
        </p:pic>
        <p:sp>
          <p:nvSpPr>
            <p:cNvPr id="40" name="Google Shape;553;g3ef08ae9b0d_0_281">
              <a:extLst>
                <a:ext uri="{FF2B5EF4-FFF2-40B4-BE49-F238E27FC236}">
                  <a16:creationId xmlns:a16="http://schemas.microsoft.com/office/drawing/2014/main" id="{740897E2-C89D-E835-AC8B-8B1D4E66BE11}"/>
                </a:ext>
              </a:extLst>
            </p:cNvPr>
            <p:cNvSpPr/>
            <p:nvPr/>
          </p:nvSpPr>
          <p:spPr>
            <a:xfrm>
              <a:off x="363800" y="2758250"/>
              <a:ext cx="2475900" cy="430200"/>
            </a:xfrm>
            <a:prstGeom prst="roundRect">
              <a:avLst>
                <a:gd name="adj" fmla="val 16667"/>
              </a:avLst>
            </a:prstGeom>
            <a:solidFill>
              <a:srgbClr val="FCE5C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41" name="Google Shape;554;g3ef08ae9b0d_0_281">
              <a:extLst>
                <a:ext uri="{FF2B5EF4-FFF2-40B4-BE49-F238E27FC236}">
                  <a16:creationId xmlns:a16="http://schemas.microsoft.com/office/drawing/2014/main" id="{3DFB7840-B27B-999D-A8E0-ACA51448D3E1}"/>
                </a:ext>
              </a:extLst>
            </p:cNvPr>
            <p:cNvSpPr txBox="1"/>
            <p:nvPr/>
          </p:nvSpPr>
          <p:spPr>
            <a:xfrm>
              <a:off x="271638" y="2711750"/>
              <a:ext cx="2342100" cy="523200"/>
            </a:xfrm>
            <a:prstGeom prst="rect">
              <a:avLst/>
            </a:prstGeom>
            <a:noFill/>
            <a:ln>
              <a:noFill/>
            </a:ln>
          </p:spPr>
          <p:txBody>
            <a:bodyPr spcFirstLastPara="1" wrap="square" lIns="91425" tIns="91425" rIns="91425" bIns="91425" anchor="t" anchorCtr="0">
              <a:spAutoFit/>
            </a:bodyPr>
            <a:lstStyle/>
            <a:p>
              <a:pPr algn="ctr"/>
              <a:r>
                <a:rPr lang="en-US" sz="2200" b="1">
                  <a:solidFill>
                    <a:schemeClr val="dk1"/>
                  </a:solidFill>
                </a:rPr>
                <a:t>2.Write Verify</a:t>
              </a:r>
              <a:endParaRPr sz="2500"/>
            </a:p>
          </p:txBody>
        </p:sp>
        <p:sp>
          <p:nvSpPr>
            <p:cNvPr id="42" name="Google Shape;555;g3ef08ae9b0d_0_281">
              <a:extLst>
                <a:ext uri="{FF2B5EF4-FFF2-40B4-BE49-F238E27FC236}">
                  <a16:creationId xmlns:a16="http://schemas.microsoft.com/office/drawing/2014/main" id="{80AE63AB-A0D0-3C9A-B4A3-543924B4CF1E}"/>
                </a:ext>
              </a:extLst>
            </p:cNvPr>
            <p:cNvSpPr/>
            <p:nvPr/>
          </p:nvSpPr>
          <p:spPr>
            <a:xfrm>
              <a:off x="4052114" y="3640788"/>
              <a:ext cx="2727900" cy="1905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43" name="Google Shape;556;g3ef08ae9b0d_0_281">
              <a:extLst>
                <a:ext uri="{FF2B5EF4-FFF2-40B4-BE49-F238E27FC236}">
                  <a16:creationId xmlns:a16="http://schemas.microsoft.com/office/drawing/2014/main" id="{835C721D-D510-3530-9E95-EA45BA54D63F}"/>
                </a:ext>
              </a:extLst>
            </p:cNvPr>
            <p:cNvSpPr txBox="1"/>
            <p:nvPr/>
          </p:nvSpPr>
          <p:spPr>
            <a:xfrm>
              <a:off x="4601727" y="3126725"/>
              <a:ext cx="4091400" cy="604200"/>
            </a:xfrm>
            <a:prstGeom prst="rect">
              <a:avLst/>
            </a:prstGeom>
            <a:noFill/>
            <a:ln>
              <a:noFill/>
            </a:ln>
          </p:spPr>
          <p:txBody>
            <a:bodyPr spcFirstLastPara="1" wrap="square" lIns="91425" tIns="91425" rIns="91425" bIns="91425" anchor="t" anchorCtr="0">
              <a:noAutofit/>
            </a:bodyPr>
            <a:lstStyle/>
            <a:p>
              <a:r>
                <a:rPr lang="en-US" sz="2200" b="1">
                  <a:solidFill>
                    <a:schemeClr val="dk1"/>
                  </a:solidFill>
                  <a:latin typeface="Calibri"/>
                  <a:ea typeface="Calibri"/>
                  <a:cs typeface="Calibri"/>
                  <a:sym typeface="Calibri"/>
                </a:rPr>
                <a:t>Data + CRC </a:t>
              </a:r>
              <a:endParaRPr sz="2200" b="1">
                <a:solidFill>
                  <a:schemeClr val="dk1"/>
                </a:solidFill>
                <a:latin typeface="Calibri"/>
                <a:ea typeface="Calibri"/>
                <a:cs typeface="Calibri"/>
                <a:sym typeface="Calibri"/>
              </a:endParaRPr>
            </a:p>
          </p:txBody>
        </p:sp>
        <p:sp>
          <p:nvSpPr>
            <p:cNvPr id="44" name="Google Shape;557;g3ef08ae9b0d_0_281">
              <a:extLst>
                <a:ext uri="{FF2B5EF4-FFF2-40B4-BE49-F238E27FC236}">
                  <a16:creationId xmlns:a16="http://schemas.microsoft.com/office/drawing/2014/main" id="{E3418582-6E98-8C55-2D43-F467D28205A1}"/>
                </a:ext>
              </a:extLst>
            </p:cNvPr>
            <p:cNvSpPr txBox="1"/>
            <p:nvPr/>
          </p:nvSpPr>
          <p:spPr>
            <a:xfrm>
              <a:off x="4797289" y="3749125"/>
              <a:ext cx="1257000" cy="737700"/>
            </a:xfrm>
            <a:prstGeom prst="rect">
              <a:avLst/>
            </a:prstGeom>
            <a:noFill/>
            <a:ln>
              <a:noFill/>
            </a:ln>
          </p:spPr>
          <p:txBody>
            <a:bodyPr spcFirstLastPara="1" wrap="square" lIns="91425" tIns="91425" rIns="91425" bIns="91425" anchor="t" anchorCtr="0">
              <a:noAutofit/>
            </a:bodyPr>
            <a:lstStyle/>
            <a:p>
              <a:r>
                <a:rPr lang="en-US" sz="2200" b="1">
                  <a:solidFill>
                    <a:schemeClr val="dk1"/>
                  </a:solidFill>
                  <a:latin typeface="Calibri"/>
                  <a:ea typeface="Calibri"/>
                  <a:cs typeface="Calibri"/>
                  <a:sym typeface="Calibri"/>
                </a:rPr>
                <a:t>Write </a:t>
              </a:r>
              <a:endParaRPr sz="2200" b="1">
                <a:solidFill>
                  <a:schemeClr val="dk1"/>
                </a:solidFill>
                <a:latin typeface="Calibri"/>
                <a:ea typeface="Calibri"/>
                <a:cs typeface="Calibri"/>
                <a:sym typeface="Calibri"/>
              </a:endParaRPr>
            </a:p>
          </p:txBody>
        </p:sp>
        <p:sp>
          <p:nvSpPr>
            <p:cNvPr id="45" name="Google Shape;558;g3ef08ae9b0d_0_281">
              <a:extLst>
                <a:ext uri="{FF2B5EF4-FFF2-40B4-BE49-F238E27FC236}">
                  <a16:creationId xmlns:a16="http://schemas.microsoft.com/office/drawing/2014/main" id="{CE57494A-D894-7554-91F0-3F8E707C7FAE}"/>
                </a:ext>
              </a:extLst>
            </p:cNvPr>
            <p:cNvSpPr/>
            <p:nvPr/>
          </p:nvSpPr>
          <p:spPr>
            <a:xfrm>
              <a:off x="7822275" y="3637775"/>
              <a:ext cx="2727900" cy="1905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46" name="Google Shape;559;g3ef08ae9b0d_0_281">
              <a:extLst>
                <a:ext uri="{FF2B5EF4-FFF2-40B4-BE49-F238E27FC236}">
                  <a16:creationId xmlns:a16="http://schemas.microsoft.com/office/drawing/2014/main" id="{9F1AB9D6-7688-AFF7-ED6E-F853CF132413}"/>
                </a:ext>
              </a:extLst>
            </p:cNvPr>
            <p:cNvSpPr txBox="1"/>
            <p:nvPr/>
          </p:nvSpPr>
          <p:spPr>
            <a:xfrm>
              <a:off x="8099864" y="3126713"/>
              <a:ext cx="4091400" cy="604200"/>
            </a:xfrm>
            <a:prstGeom prst="rect">
              <a:avLst/>
            </a:prstGeom>
            <a:noFill/>
            <a:ln>
              <a:noFill/>
            </a:ln>
          </p:spPr>
          <p:txBody>
            <a:bodyPr spcFirstLastPara="1" wrap="square" lIns="91425" tIns="91425" rIns="91425" bIns="91425" anchor="t" anchorCtr="0">
              <a:noAutofit/>
            </a:bodyPr>
            <a:lstStyle/>
            <a:p>
              <a:r>
                <a:rPr lang="en-US" sz="2200" b="1">
                  <a:solidFill>
                    <a:schemeClr val="dk1"/>
                  </a:solidFill>
                  <a:latin typeface="Calibri"/>
                  <a:ea typeface="Calibri"/>
                  <a:cs typeface="Calibri"/>
                  <a:sym typeface="Calibri"/>
                </a:rPr>
                <a:t>Data + </a:t>
              </a:r>
              <a:r>
                <a:rPr lang="en-US" sz="2200" b="1">
                  <a:solidFill>
                    <a:srgbClr val="FF0000"/>
                  </a:solidFill>
                  <a:latin typeface="Calibri"/>
                  <a:ea typeface="Calibri"/>
                  <a:cs typeface="Calibri"/>
                  <a:sym typeface="Calibri"/>
                </a:rPr>
                <a:t>SysECC</a:t>
              </a:r>
              <a:r>
                <a:rPr lang="en-US" sz="2200" b="1">
                  <a:solidFill>
                    <a:schemeClr val="dk1"/>
                  </a:solidFill>
                  <a:latin typeface="Calibri"/>
                  <a:ea typeface="Calibri"/>
                  <a:cs typeface="Calibri"/>
                  <a:sym typeface="Calibri"/>
                </a:rPr>
                <a:t> </a:t>
              </a:r>
              <a:endParaRPr sz="2200" b="1">
                <a:solidFill>
                  <a:schemeClr val="dk1"/>
                </a:solidFill>
                <a:latin typeface="Calibri"/>
                <a:ea typeface="Calibri"/>
                <a:cs typeface="Calibri"/>
                <a:sym typeface="Calibri"/>
              </a:endParaRPr>
            </a:p>
            <a:p>
              <a:endParaRPr sz="2200" b="1">
                <a:solidFill>
                  <a:schemeClr val="dk1"/>
                </a:solidFill>
                <a:latin typeface="Calibri"/>
                <a:ea typeface="Calibri"/>
                <a:cs typeface="Calibri"/>
                <a:sym typeface="Calibri"/>
              </a:endParaRPr>
            </a:p>
          </p:txBody>
        </p:sp>
        <p:sp>
          <p:nvSpPr>
            <p:cNvPr id="47" name="Google Shape;560;g3ef08ae9b0d_0_281">
              <a:extLst>
                <a:ext uri="{FF2B5EF4-FFF2-40B4-BE49-F238E27FC236}">
                  <a16:creationId xmlns:a16="http://schemas.microsoft.com/office/drawing/2014/main" id="{D3B94706-7FD7-6911-7A2E-F471AF794D34}"/>
                </a:ext>
              </a:extLst>
            </p:cNvPr>
            <p:cNvSpPr txBox="1"/>
            <p:nvPr/>
          </p:nvSpPr>
          <p:spPr>
            <a:xfrm>
              <a:off x="8567450" y="3746113"/>
              <a:ext cx="1257000" cy="737700"/>
            </a:xfrm>
            <a:prstGeom prst="rect">
              <a:avLst/>
            </a:prstGeom>
            <a:noFill/>
            <a:ln>
              <a:noFill/>
            </a:ln>
          </p:spPr>
          <p:txBody>
            <a:bodyPr spcFirstLastPara="1" wrap="square" lIns="91425" tIns="91425" rIns="91425" bIns="91425" anchor="t" anchorCtr="0">
              <a:noAutofit/>
            </a:bodyPr>
            <a:lstStyle/>
            <a:p>
              <a:r>
                <a:rPr lang="en-US" sz="2200" b="1">
                  <a:solidFill>
                    <a:schemeClr val="dk1"/>
                  </a:solidFill>
                  <a:latin typeface="Calibri"/>
                  <a:ea typeface="Calibri"/>
                  <a:cs typeface="Calibri"/>
                  <a:sym typeface="Calibri"/>
                </a:rPr>
                <a:t>Write </a:t>
              </a:r>
              <a:endParaRPr sz="2200" b="1">
                <a:solidFill>
                  <a:schemeClr val="dk1"/>
                </a:solidFill>
                <a:latin typeface="Calibri"/>
                <a:ea typeface="Calibri"/>
                <a:cs typeface="Calibri"/>
                <a:sym typeface="Calibri"/>
              </a:endParaRPr>
            </a:p>
          </p:txBody>
        </p:sp>
      </p:grpSp>
      <p:grpSp>
        <p:nvGrpSpPr>
          <p:cNvPr id="48" name="Google Shape;561;g3ef08ae9b0d_0_281">
            <a:extLst>
              <a:ext uri="{FF2B5EF4-FFF2-40B4-BE49-F238E27FC236}">
                <a16:creationId xmlns:a16="http://schemas.microsoft.com/office/drawing/2014/main" id="{0A4F172E-657F-5DA3-5C27-5531D1A7E363}"/>
              </a:ext>
            </a:extLst>
          </p:cNvPr>
          <p:cNvGrpSpPr/>
          <p:nvPr/>
        </p:nvGrpSpPr>
        <p:grpSpPr>
          <a:xfrm>
            <a:off x="-368723" y="5826763"/>
            <a:ext cx="12531206" cy="1840138"/>
            <a:chOff x="-371140" y="4700175"/>
            <a:chExt cx="12531206" cy="1840138"/>
          </a:xfrm>
        </p:grpSpPr>
        <p:sp>
          <p:nvSpPr>
            <p:cNvPr id="49" name="Google Shape;562;g3ef08ae9b0d_0_281">
              <a:extLst>
                <a:ext uri="{FF2B5EF4-FFF2-40B4-BE49-F238E27FC236}">
                  <a16:creationId xmlns:a16="http://schemas.microsoft.com/office/drawing/2014/main" id="{03B223EE-B19D-E93D-3932-06B6BE4EB844}"/>
                </a:ext>
              </a:extLst>
            </p:cNvPr>
            <p:cNvSpPr/>
            <p:nvPr/>
          </p:nvSpPr>
          <p:spPr>
            <a:xfrm>
              <a:off x="392650" y="4739550"/>
              <a:ext cx="2475900" cy="430200"/>
            </a:xfrm>
            <a:prstGeom prst="roundRect">
              <a:avLst>
                <a:gd name="adj" fmla="val 16667"/>
              </a:avLst>
            </a:prstGeom>
            <a:solidFill>
              <a:srgbClr val="FCE5C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0" name="Google Shape;563;g3ef08ae9b0d_0_281">
              <a:extLst>
                <a:ext uri="{FF2B5EF4-FFF2-40B4-BE49-F238E27FC236}">
                  <a16:creationId xmlns:a16="http://schemas.microsoft.com/office/drawing/2014/main" id="{A2F010A9-44D0-A9DF-3F72-0E3B1D6391B1}"/>
                </a:ext>
              </a:extLst>
            </p:cNvPr>
            <p:cNvSpPr txBox="1"/>
            <p:nvPr/>
          </p:nvSpPr>
          <p:spPr>
            <a:xfrm>
              <a:off x="-371140" y="4700175"/>
              <a:ext cx="3917100" cy="523200"/>
            </a:xfrm>
            <a:prstGeom prst="rect">
              <a:avLst/>
            </a:prstGeom>
            <a:noFill/>
            <a:ln>
              <a:noFill/>
            </a:ln>
          </p:spPr>
          <p:txBody>
            <a:bodyPr spcFirstLastPara="1" wrap="square" lIns="91425" tIns="91425" rIns="91425" bIns="91425" anchor="t" anchorCtr="0">
              <a:spAutoFit/>
            </a:bodyPr>
            <a:lstStyle/>
            <a:p>
              <a:pPr algn="ctr"/>
              <a:r>
                <a:rPr lang="en-US" sz="2200" b="1">
                  <a:solidFill>
                    <a:schemeClr val="dk1"/>
                  </a:solidFill>
                </a:rPr>
                <a:t>3. Read Decode</a:t>
              </a:r>
              <a:endParaRPr sz="2500"/>
            </a:p>
          </p:txBody>
        </p:sp>
        <p:pic>
          <p:nvPicPr>
            <p:cNvPr id="51" name="Google Shape;564;g3ef08ae9b0d_0_281">
              <a:extLst>
                <a:ext uri="{FF2B5EF4-FFF2-40B4-BE49-F238E27FC236}">
                  <a16:creationId xmlns:a16="http://schemas.microsoft.com/office/drawing/2014/main" id="{5F81F9F2-014B-D9F8-2358-07BABEB2A459}"/>
                </a:ext>
              </a:extLst>
            </p:cNvPr>
            <p:cNvPicPr preferRelativeResize="0"/>
            <p:nvPr/>
          </p:nvPicPr>
          <p:blipFill>
            <a:blip r:embed="rId4">
              <a:alphaModFix/>
            </a:blip>
            <a:stretch>
              <a:fillRect/>
            </a:stretch>
          </p:blipFill>
          <p:spPr>
            <a:xfrm>
              <a:off x="1006150" y="5403913"/>
              <a:ext cx="1136399" cy="1136401"/>
            </a:xfrm>
            <a:prstGeom prst="rect">
              <a:avLst/>
            </a:prstGeom>
            <a:noFill/>
            <a:ln>
              <a:noFill/>
            </a:ln>
          </p:spPr>
        </p:pic>
        <p:sp>
          <p:nvSpPr>
            <p:cNvPr id="52" name="Google Shape;565;g3ef08ae9b0d_0_281">
              <a:extLst>
                <a:ext uri="{FF2B5EF4-FFF2-40B4-BE49-F238E27FC236}">
                  <a16:creationId xmlns:a16="http://schemas.microsoft.com/office/drawing/2014/main" id="{038BAEFF-A1A4-FDA6-3D92-3279DB8F1985}"/>
                </a:ext>
              </a:extLst>
            </p:cNvPr>
            <p:cNvSpPr/>
            <p:nvPr/>
          </p:nvSpPr>
          <p:spPr>
            <a:xfrm>
              <a:off x="3905686" y="4777938"/>
              <a:ext cx="1019700" cy="16518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3" name="Google Shape;566;g3ef08ae9b0d_0_281">
              <a:extLst>
                <a:ext uri="{FF2B5EF4-FFF2-40B4-BE49-F238E27FC236}">
                  <a16:creationId xmlns:a16="http://schemas.microsoft.com/office/drawing/2014/main" id="{EA9CB056-005C-404B-5569-16993652652B}"/>
                </a:ext>
              </a:extLst>
            </p:cNvPr>
            <p:cNvSpPr txBox="1"/>
            <p:nvPr/>
          </p:nvSpPr>
          <p:spPr>
            <a:xfrm>
              <a:off x="3880334" y="5128663"/>
              <a:ext cx="1075800" cy="812100"/>
            </a:xfrm>
            <a:prstGeom prst="rect">
              <a:avLst/>
            </a:prstGeom>
            <a:noFill/>
            <a:ln>
              <a:noFill/>
            </a:ln>
          </p:spPr>
          <p:txBody>
            <a:bodyPr spcFirstLastPara="1" wrap="square" lIns="91425" tIns="91425" rIns="91425" bIns="91425" anchor="t" anchorCtr="0">
              <a:noAutofit/>
            </a:bodyPr>
            <a:lstStyle/>
            <a:p>
              <a:pPr algn="ctr"/>
              <a:r>
                <a:rPr lang="en-US" sz="2800" b="1" dirty="0">
                  <a:solidFill>
                    <a:schemeClr val="dk1"/>
                  </a:solidFill>
                  <a:latin typeface="Calibri"/>
                  <a:ea typeface="Calibri"/>
                  <a:cs typeface="Calibri"/>
                  <a:sym typeface="Calibri"/>
                </a:rPr>
                <a:t>Small RS</a:t>
              </a:r>
              <a:endParaRPr sz="2800" b="1" dirty="0">
                <a:solidFill>
                  <a:schemeClr val="dk1"/>
                </a:solidFill>
                <a:latin typeface="Calibri"/>
                <a:ea typeface="Calibri"/>
                <a:cs typeface="Calibri"/>
                <a:sym typeface="Calibri"/>
              </a:endParaRPr>
            </a:p>
          </p:txBody>
        </p:sp>
        <p:sp>
          <p:nvSpPr>
            <p:cNvPr id="54" name="Google Shape;567;g3ef08ae9b0d_0_281">
              <a:extLst>
                <a:ext uri="{FF2B5EF4-FFF2-40B4-BE49-F238E27FC236}">
                  <a16:creationId xmlns:a16="http://schemas.microsoft.com/office/drawing/2014/main" id="{364EBE59-FAA4-8639-8F5B-0803D4C4BBBA}"/>
                </a:ext>
              </a:extLst>
            </p:cNvPr>
            <p:cNvSpPr txBox="1"/>
            <p:nvPr/>
          </p:nvSpPr>
          <p:spPr>
            <a:xfrm>
              <a:off x="4424213" y="5275075"/>
              <a:ext cx="3000000" cy="861900"/>
            </a:xfrm>
            <a:prstGeom prst="rect">
              <a:avLst/>
            </a:prstGeom>
            <a:noFill/>
            <a:ln>
              <a:noFill/>
            </a:ln>
          </p:spPr>
          <p:txBody>
            <a:bodyPr spcFirstLastPara="1" wrap="square" lIns="91425" tIns="91425" rIns="91425" bIns="91425" anchor="t" anchorCtr="0">
              <a:spAutoFit/>
            </a:bodyPr>
            <a:lstStyle/>
            <a:p>
              <a:pPr algn="ctr"/>
              <a:r>
                <a:rPr lang="en-US" sz="2200" b="1">
                  <a:solidFill>
                    <a:schemeClr val="dk1"/>
                  </a:solidFill>
                  <a:latin typeface="Calibri"/>
                  <a:ea typeface="Calibri"/>
                  <a:cs typeface="Calibri"/>
                  <a:sym typeface="Calibri"/>
                </a:rPr>
                <a:t>Data + ODECC  </a:t>
              </a:r>
              <a:endParaRPr sz="2200" b="1">
                <a:solidFill>
                  <a:schemeClr val="dk1"/>
                </a:solidFill>
                <a:latin typeface="Calibri"/>
                <a:ea typeface="Calibri"/>
                <a:cs typeface="Calibri"/>
                <a:sym typeface="Calibri"/>
              </a:endParaRPr>
            </a:p>
            <a:p>
              <a:pPr algn="ctr"/>
              <a:endParaRPr sz="2200" b="1">
                <a:solidFill>
                  <a:schemeClr val="dk1"/>
                </a:solidFill>
                <a:latin typeface="Calibri"/>
                <a:ea typeface="Calibri"/>
                <a:cs typeface="Calibri"/>
                <a:sym typeface="Calibri"/>
              </a:endParaRPr>
            </a:p>
          </p:txBody>
        </p:sp>
        <p:sp>
          <p:nvSpPr>
            <p:cNvPr id="55" name="Google Shape;568;g3ef08ae9b0d_0_281">
              <a:extLst>
                <a:ext uri="{FF2B5EF4-FFF2-40B4-BE49-F238E27FC236}">
                  <a16:creationId xmlns:a16="http://schemas.microsoft.com/office/drawing/2014/main" id="{087C3179-5291-51C6-C13B-9E247039E056}"/>
                </a:ext>
              </a:extLst>
            </p:cNvPr>
            <p:cNvSpPr/>
            <p:nvPr/>
          </p:nvSpPr>
          <p:spPr>
            <a:xfrm>
              <a:off x="7604488" y="4808466"/>
              <a:ext cx="1019700" cy="16518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6" name="Google Shape;569;g3ef08ae9b0d_0_281">
              <a:extLst>
                <a:ext uri="{FF2B5EF4-FFF2-40B4-BE49-F238E27FC236}">
                  <a16:creationId xmlns:a16="http://schemas.microsoft.com/office/drawing/2014/main" id="{B1F4FD83-5DCE-58A7-A237-D3A0C3B74502}"/>
                </a:ext>
              </a:extLst>
            </p:cNvPr>
            <p:cNvSpPr txBox="1"/>
            <p:nvPr/>
          </p:nvSpPr>
          <p:spPr>
            <a:xfrm>
              <a:off x="7493777" y="5161409"/>
              <a:ext cx="1241100" cy="812100"/>
            </a:xfrm>
            <a:prstGeom prst="rect">
              <a:avLst/>
            </a:prstGeom>
            <a:noFill/>
            <a:ln>
              <a:noFill/>
            </a:ln>
          </p:spPr>
          <p:txBody>
            <a:bodyPr spcFirstLastPara="1" wrap="square" lIns="91425" tIns="91425" rIns="91425" bIns="91425" anchor="t" anchorCtr="0">
              <a:noAutofit/>
            </a:bodyPr>
            <a:lstStyle/>
            <a:p>
              <a:pPr algn="ctr"/>
              <a:r>
                <a:rPr lang="en-US" sz="2800" b="1">
                  <a:solidFill>
                    <a:schemeClr val="dk1"/>
                  </a:solidFill>
                  <a:latin typeface="Calibri"/>
                  <a:ea typeface="Calibri"/>
                  <a:cs typeface="Calibri"/>
                  <a:sym typeface="Calibri"/>
                </a:rPr>
                <a:t>Merge RS</a:t>
              </a:r>
              <a:endParaRPr sz="2800" b="1">
                <a:solidFill>
                  <a:schemeClr val="dk1"/>
                </a:solidFill>
                <a:latin typeface="Calibri"/>
                <a:ea typeface="Calibri"/>
                <a:cs typeface="Calibri"/>
                <a:sym typeface="Calibri"/>
              </a:endParaRPr>
            </a:p>
          </p:txBody>
        </p:sp>
        <p:sp>
          <p:nvSpPr>
            <p:cNvPr id="57" name="Google Shape;570;g3ef08ae9b0d_0_281">
              <a:extLst>
                <a:ext uri="{FF2B5EF4-FFF2-40B4-BE49-F238E27FC236}">
                  <a16:creationId xmlns:a16="http://schemas.microsoft.com/office/drawing/2014/main" id="{0E02042B-C724-A4C5-1BFD-EAEC84796155}"/>
                </a:ext>
              </a:extLst>
            </p:cNvPr>
            <p:cNvSpPr txBox="1"/>
            <p:nvPr/>
          </p:nvSpPr>
          <p:spPr>
            <a:xfrm>
              <a:off x="8131066" y="5300232"/>
              <a:ext cx="4029000" cy="604200"/>
            </a:xfrm>
            <a:prstGeom prst="rect">
              <a:avLst/>
            </a:prstGeom>
            <a:noFill/>
            <a:ln>
              <a:noFill/>
            </a:ln>
          </p:spPr>
          <p:txBody>
            <a:bodyPr spcFirstLastPara="1" wrap="square" lIns="91425" tIns="91425" rIns="91425" bIns="91425" anchor="t" anchorCtr="0">
              <a:noAutofit/>
            </a:bodyPr>
            <a:lstStyle/>
            <a:p>
              <a:pPr algn="ctr"/>
              <a:r>
                <a:rPr lang="en-US" sz="2200" b="1">
                  <a:solidFill>
                    <a:schemeClr val="dk1"/>
                  </a:solidFill>
                  <a:latin typeface="Calibri"/>
                  <a:ea typeface="Calibri"/>
                  <a:cs typeface="Calibri"/>
                  <a:sym typeface="Calibri"/>
                </a:rPr>
                <a:t>Data + </a:t>
              </a:r>
              <a:r>
                <a:rPr lang="en-US" sz="2200" b="1">
                  <a:solidFill>
                    <a:srgbClr val="FF0000"/>
                  </a:solidFill>
                  <a:latin typeface="Calibri"/>
                  <a:ea typeface="Calibri"/>
                  <a:cs typeface="Calibri"/>
                  <a:sym typeface="Calibri"/>
                </a:rPr>
                <a:t>SysECC</a:t>
              </a:r>
              <a:r>
                <a:rPr lang="en-US" sz="2200" b="1">
                  <a:solidFill>
                    <a:schemeClr val="dk1"/>
                  </a:solidFill>
                  <a:latin typeface="Calibri"/>
                  <a:ea typeface="Calibri"/>
                  <a:cs typeface="Calibri"/>
                  <a:sym typeface="Calibri"/>
                </a:rPr>
                <a:t> + ODECC </a:t>
              </a:r>
              <a:endParaRPr sz="2200" b="1">
                <a:solidFill>
                  <a:srgbClr val="B45F06"/>
                </a:solidFill>
                <a:latin typeface="Calibri"/>
                <a:ea typeface="Calibri"/>
                <a:cs typeface="Calibri"/>
                <a:sym typeface="Calibri"/>
              </a:endParaRPr>
            </a:p>
            <a:p>
              <a:pPr algn="ctr"/>
              <a:endParaRPr sz="2200" b="1">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20663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p:tgtEl>
                                          <p:spTgt spid="27"/>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 calcmode="lin" valueType="num">
                                      <p:cBhvr additive="base">
                                        <p:cTn id="10" dur="1000"/>
                                        <p:tgtEl>
                                          <p:spTgt spid="29"/>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1000"/>
                                        <p:tgtEl>
                                          <p:spTgt spid="28"/>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1000"/>
                                        <p:tgtEl>
                                          <p:spTgt spid="38"/>
                                        </p:tgtEl>
                                        <p:attrNameLst>
                                          <p:attrName>ppt_x</p:attrName>
                                        </p:attrNameLst>
                                      </p:cBhvr>
                                      <p:tavLst>
                                        <p:tav tm="0">
                                          <p:val>
                                            <p:strVal val="#ppt_x-1"/>
                                          </p:val>
                                        </p:tav>
                                        <p:tav tm="100000">
                                          <p:val>
                                            <p:strVal val="#ppt_x"/>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1000"/>
                                        <p:tgtEl>
                                          <p:spTgt spid="4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E6E00-677F-03AA-FCF3-7E113B1668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FD5DBD-54B8-20C5-05D6-3F6C01D909DF}"/>
              </a:ext>
            </a:extLst>
          </p:cNvPr>
          <p:cNvSpPr>
            <a:spLocks noGrp="1"/>
          </p:cNvSpPr>
          <p:nvPr>
            <p:ph type="sldNum" sz="quarter" idx="12"/>
          </p:nvPr>
        </p:nvSpPr>
        <p:spPr/>
        <p:txBody>
          <a:bodyPr/>
          <a:lstStyle/>
          <a:p>
            <a:fld id="{D5244C39-EA1C-4830-B3FA-E06130CB504B}" type="slidenum">
              <a:rPr lang="en-US" smtClean="0"/>
              <a:pPr/>
              <a:t>12</a:t>
            </a:fld>
            <a:endParaRPr lang="en-US"/>
          </a:p>
        </p:txBody>
      </p:sp>
      <p:sp>
        <p:nvSpPr>
          <p:cNvPr id="4" name="Title 3">
            <a:extLst>
              <a:ext uri="{FF2B5EF4-FFF2-40B4-BE49-F238E27FC236}">
                <a16:creationId xmlns:a16="http://schemas.microsoft.com/office/drawing/2014/main" id="{0444CE6A-7CAB-26D8-7660-88D7C45A7915}"/>
              </a:ext>
            </a:extLst>
          </p:cNvPr>
          <p:cNvSpPr>
            <a:spLocks noGrp="1"/>
          </p:cNvSpPr>
          <p:nvPr>
            <p:ph type="title"/>
          </p:nvPr>
        </p:nvSpPr>
        <p:spPr/>
        <p:txBody>
          <a:bodyPr/>
          <a:lstStyle/>
          <a:p>
            <a:r>
              <a:rPr lang="en-US" dirty="0"/>
              <a:t>HBM-CASO: Three Key Techniques</a:t>
            </a:r>
          </a:p>
        </p:txBody>
      </p:sp>
      <p:pic>
        <p:nvPicPr>
          <p:cNvPr id="2" name="Google Shape;589;g3ef13ed6d2a_0_0">
            <a:extLst>
              <a:ext uri="{FF2B5EF4-FFF2-40B4-BE49-F238E27FC236}">
                <a16:creationId xmlns:a16="http://schemas.microsoft.com/office/drawing/2014/main" id="{8B832CF1-2066-FAC8-5A66-432CA09F6574}"/>
              </a:ext>
            </a:extLst>
          </p:cNvPr>
          <p:cNvPicPr preferRelativeResize="0"/>
          <p:nvPr/>
        </p:nvPicPr>
        <p:blipFill>
          <a:blip r:embed="rId2">
            <a:alphaModFix/>
          </a:blip>
          <a:stretch>
            <a:fillRect/>
          </a:stretch>
        </p:blipFill>
        <p:spPr>
          <a:xfrm>
            <a:off x="819001" y="6542321"/>
            <a:ext cx="3108601" cy="437759"/>
          </a:xfrm>
          <a:prstGeom prst="rect">
            <a:avLst/>
          </a:prstGeom>
          <a:noFill/>
          <a:ln>
            <a:noFill/>
          </a:ln>
        </p:spPr>
      </p:pic>
      <p:pic>
        <p:nvPicPr>
          <p:cNvPr id="5" name="Google Shape;590;g3ef13ed6d2a_0_0">
            <a:extLst>
              <a:ext uri="{FF2B5EF4-FFF2-40B4-BE49-F238E27FC236}">
                <a16:creationId xmlns:a16="http://schemas.microsoft.com/office/drawing/2014/main" id="{5A10FB09-1229-4A06-84E2-D7735D5ADF5E}"/>
              </a:ext>
            </a:extLst>
          </p:cNvPr>
          <p:cNvPicPr preferRelativeResize="0"/>
          <p:nvPr/>
        </p:nvPicPr>
        <p:blipFill>
          <a:blip r:embed="rId3">
            <a:alphaModFix/>
          </a:blip>
          <a:stretch>
            <a:fillRect/>
          </a:stretch>
        </p:blipFill>
        <p:spPr>
          <a:xfrm>
            <a:off x="4481800" y="6540675"/>
            <a:ext cx="3316904" cy="437750"/>
          </a:xfrm>
          <a:prstGeom prst="rect">
            <a:avLst/>
          </a:prstGeom>
          <a:noFill/>
          <a:ln>
            <a:noFill/>
          </a:ln>
        </p:spPr>
      </p:pic>
      <p:pic>
        <p:nvPicPr>
          <p:cNvPr id="6" name="Google Shape;591;g3ef13ed6d2a_0_0">
            <a:extLst>
              <a:ext uri="{FF2B5EF4-FFF2-40B4-BE49-F238E27FC236}">
                <a16:creationId xmlns:a16="http://schemas.microsoft.com/office/drawing/2014/main" id="{5EEC8171-5A8F-AF36-2BC3-E8E2D18102E7}"/>
              </a:ext>
            </a:extLst>
          </p:cNvPr>
          <p:cNvPicPr preferRelativeResize="0"/>
          <p:nvPr/>
        </p:nvPicPr>
        <p:blipFill>
          <a:blip r:embed="rId4">
            <a:alphaModFix/>
          </a:blip>
          <a:stretch>
            <a:fillRect/>
          </a:stretch>
        </p:blipFill>
        <p:spPr>
          <a:xfrm>
            <a:off x="8358761" y="6521545"/>
            <a:ext cx="3291901" cy="465574"/>
          </a:xfrm>
          <a:prstGeom prst="rect">
            <a:avLst/>
          </a:prstGeom>
          <a:noFill/>
          <a:ln>
            <a:noFill/>
          </a:ln>
        </p:spPr>
      </p:pic>
      <p:grpSp>
        <p:nvGrpSpPr>
          <p:cNvPr id="7" name="Google Shape;592;g3ef13ed6d2a_0_0">
            <a:extLst>
              <a:ext uri="{FF2B5EF4-FFF2-40B4-BE49-F238E27FC236}">
                <a16:creationId xmlns:a16="http://schemas.microsoft.com/office/drawing/2014/main" id="{9A776A26-364E-AA2A-74C8-A3B928CDEB15}"/>
              </a:ext>
            </a:extLst>
          </p:cNvPr>
          <p:cNvGrpSpPr/>
          <p:nvPr/>
        </p:nvGrpSpPr>
        <p:grpSpPr>
          <a:xfrm>
            <a:off x="629350" y="2846876"/>
            <a:ext cx="3474300" cy="3563125"/>
            <a:chOff x="629350" y="1703875"/>
            <a:chExt cx="3474300" cy="3563125"/>
          </a:xfrm>
        </p:grpSpPr>
        <p:sp>
          <p:nvSpPr>
            <p:cNvPr id="8" name="Google Shape;593;g3ef13ed6d2a_0_0">
              <a:extLst>
                <a:ext uri="{FF2B5EF4-FFF2-40B4-BE49-F238E27FC236}">
                  <a16:creationId xmlns:a16="http://schemas.microsoft.com/office/drawing/2014/main" id="{E966F17F-DF27-1E55-5AC7-8CED502CC076}"/>
                </a:ext>
              </a:extLst>
            </p:cNvPr>
            <p:cNvSpPr/>
            <p:nvPr/>
          </p:nvSpPr>
          <p:spPr>
            <a:xfrm>
              <a:off x="629350" y="1703875"/>
              <a:ext cx="3474300" cy="2377500"/>
            </a:xfrm>
            <a:prstGeom prst="roundRect">
              <a:avLst>
                <a:gd name="adj" fmla="val 16667"/>
              </a:avLst>
            </a:prstGeom>
            <a:solidFill>
              <a:srgbClr val="E3F2FD"/>
            </a:solidFill>
            <a:ln w="25400" cap="flat" cmpd="sng">
              <a:solidFill>
                <a:srgbClr val="2C3E80"/>
              </a:solidFill>
              <a:prstDash val="solid"/>
              <a:round/>
              <a:headEnd type="none" w="sm" len="sm"/>
              <a:tailEnd type="none" w="sm" len="sm"/>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pPr algn="ctr"/>
              <a:endParaRPr>
                <a:solidFill>
                  <a:schemeClr val="lt1"/>
                </a:solidFill>
                <a:latin typeface="Calibri"/>
                <a:ea typeface="Calibri"/>
                <a:cs typeface="Calibri"/>
                <a:sym typeface="Calibri"/>
              </a:endParaRPr>
            </a:p>
          </p:txBody>
        </p:sp>
        <p:sp>
          <p:nvSpPr>
            <p:cNvPr id="9" name="Google Shape;594;g3ef13ed6d2a_0_0">
              <a:extLst>
                <a:ext uri="{FF2B5EF4-FFF2-40B4-BE49-F238E27FC236}">
                  <a16:creationId xmlns:a16="http://schemas.microsoft.com/office/drawing/2014/main" id="{C587ED7E-C846-C7DA-BF92-13D0799754CD}"/>
                </a:ext>
              </a:extLst>
            </p:cNvPr>
            <p:cNvSpPr/>
            <p:nvPr/>
          </p:nvSpPr>
          <p:spPr>
            <a:xfrm>
              <a:off x="1912633" y="2010410"/>
              <a:ext cx="822600" cy="822600"/>
            </a:xfrm>
            <a:prstGeom prst="ellipse">
              <a:avLst/>
            </a:prstGeom>
            <a:solidFill>
              <a:srgbClr val="17365D"/>
            </a:solidFill>
            <a:ln>
              <a:noFill/>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pPr algn="ctr"/>
              <a:r>
                <a:rPr lang="en-US" sz="3000" b="1">
                  <a:solidFill>
                    <a:srgbClr val="FFFFFF"/>
                  </a:solidFill>
                  <a:latin typeface="Calibri"/>
                  <a:ea typeface="Calibri"/>
                  <a:cs typeface="Calibri"/>
                  <a:sym typeface="Calibri"/>
                </a:rPr>
                <a:t>1</a:t>
              </a:r>
              <a:endParaRPr sz="3000">
                <a:solidFill>
                  <a:srgbClr val="FFFFFF"/>
                </a:solidFill>
                <a:latin typeface="Arial"/>
                <a:ea typeface="Arial"/>
                <a:cs typeface="Arial"/>
                <a:sym typeface="Arial"/>
              </a:endParaRPr>
            </a:p>
          </p:txBody>
        </p:sp>
        <p:sp>
          <p:nvSpPr>
            <p:cNvPr id="10" name="Google Shape;595;g3ef13ed6d2a_0_0">
              <a:extLst>
                <a:ext uri="{FF2B5EF4-FFF2-40B4-BE49-F238E27FC236}">
                  <a16:creationId xmlns:a16="http://schemas.microsoft.com/office/drawing/2014/main" id="{05523096-C135-3298-871E-3556AC08B7C1}"/>
                </a:ext>
              </a:extLst>
            </p:cNvPr>
            <p:cNvSpPr/>
            <p:nvPr/>
          </p:nvSpPr>
          <p:spPr>
            <a:xfrm>
              <a:off x="841565" y="3182072"/>
              <a:ext cx="3108600" cy="429300"/>
            </a:xfrm>
            <a:prstGeom prst="rect">
              <a:avLst/>
            </a:prstGeom>
            <a:noFill/>
            <a:ln>
              <a:noFill/>
            </a:ln>
          </p:spPr>
          <p:txBody>
            <a:bodyPr spcFirstLastPara="1" wrap="square" lIns="90000" tIns="45000" rIns="90000" bIns="45000" anchor="t" anchorCtr="0">
              <a:noAutofit/>
            </a:bodyPr>
            <a:lstStyle/>
            <a:p>
              <a:pPr algn="ctr"/>
              <a:r>
                <a:rPr lang="en-US" sz="2800" b="1">
                  <a:solidFill>
                    <a:srgbClr val="1155CC"/>
                  </a:solidFill>
                  <a:latin typeface="Calibri"/>
                  <a:ea typeface="Calibri"/>
                  <a:cs typeface="Calibri"/>
                  <a:sym typeface="Calibri"/>
                </a:rPr>
                <a:t>Codeword Merge</a:t>
              </a:r>
              <a:endParaRPr sz="2800" b="1">
                <a:solidFill>
                  <a:srgbClr val="1155CC"/>
                </a:solidFill>
              </a:endParaRPr>
            </a:p>
          </p:txBody>
        </p:sp>
        <p:sp>
          <p:nvSpPr>
            <p:cNvPr id="11" name="Google Shape;596;g3ef13ed6d2a_0_0">
              <a:extLst>
                <a:ext uri="{FF2B5EF4-FFF2-40B4-BE49-F238E27FC236}">
                  <a16:creationId xmlns:a16="http://schemas.microsoft.com/office/drawing/2014/main" id="{116EA58E-8E06-D357-5CE6-2EA0AD501727}"/>
                </a:ext>
              </a:extLst>
            </p:cNvPr>
            <p:cNvSpPr/>
            <p:nvPr/>
          </p:nvSpPr>
          <p:spPr>
            <a:xfrm>
              <a:off x="1605875" y="4222400"/>
              <a:ext cx="1446900" cy="1044600"/>
            </a:xfrm>
            <a:prstGeom prst="downArrow">
              <a:avLst>
                <a:gd name="adj1" fmla="val 50000"/>
                <a:gd name="adj2" fmla="val 500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 name="Google Shape;597;g3ef13ed6d2a_0_0">
            <a:extLst>
              <a:ext uri="{FF2B5EF4-FFF2-40B4-BE49-F238E27FC236}">
                <a16:creationId xmlns:a16="http://schemas.microsoft.com/office/drawing/2014/main" id="{7ED7E8C4-9E13-F211-D3F2-B136AA9CA901}"/>
              </a:ext>
            </a:extLst>
          </p:cNvPr>
          <p:cNvGrpSpPr/>
          <p:nvPr/>
        </p:nvGrpSpPr>
        <p:grpSpPr>
          <a:xfrm>
            <a:off x="4511050" y="2879075"/>
            <a:ext cx="3291900" cy="3525651"/>
            <a:chOff x="4511050" y="1736074"/>
            <a:chExt cx="3291900" cy="3525651"/>
          </a:xfrm>
        </p:grpSpPr>
        <p:sp>
          <p:nvSpPr>
            <p:cNvPr id="13" name="Google Shape;598;g3ef13ed6d2a_0_0">
              <a:extLst>
                <a:ext uri="{FF2B5EF4-FFF2-40B4-BE49-F238E27FC236}">
                  <a16:creationId xmlns:a16="http://schemas.microsoft.com/office/drawing/2014/main" id="{EA7F581C-A857-2FAC-140D-624026AC55D7}"/>
                </a:ext>
              </a:extLst>
            </p:cNvPr>
            <p:cNvSpPr/>
            <p:nvPr/>
          </p:nvSpPr>
          <p:spPr>
            <a:xfrm>
              <a:off x="4511050" y="1736074"/>
              <a:ext cx="3291900" cy="2345100"/>
            </a:xfrm>
            <a:prstGeom prst="roundRect">
              <a:avLst>
                <a:gd name="adj" fmla="val 16667"/>
              </a:avLst>
            </a:prstGeom>
            <a:solidFill>
              <a:srgbClr val="E3F2FD"/>
            </a:solidFill>
            <a:ln w="25400" cap="flat" cmpd="sng">
              <a:solidFill>
                <a:srgbClr val="2C3E80"/>
              </a:solidFill>
              <a:prstDash val="solid"/>
              <a:round/>
              <a:headEnd type="none" w="sm" len="sm"/>
              <a:tailEnd type="none" w="sm" len="sm"/>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pPr algn="ctr"/>
              <a:endParaRPr>
                <a:solidFill>
                  <a:schemeClr val="lt1"/>
                </a:solidFill>
                <a:latin typeface="Calibri"/>
                <a:ea typeface="Calibri"/>
                <a:cs typeface="Calibri"/>
                <a:sym typeface="Calibri"/>
              </a:endParaRPr>
            </a:p>
          </p:txBody>
        </p:sp>
        <p:sp>
          <p:nvSpPr>
            <p:cNvPr id="14" name="Google Shape;599;g3ef13ed6d2a_0_0">
              <a:extLst>
                <a:ext uri="{FF2B5EF4-FFF2-40B4-BE49-F238E27FC236}">
                  <a16:creationId xmlns:a16="http://schemas.microsoft.com/office/drawing/2014/main" id="{74202B9A-CEAC-0451-57CD-E4E9C6C4CE11}"/>
                </a:ext>
              </a:extLst>
            </p:cNvPr>
            <p:cNvSpPr/>
            <p:nvPr/>
          </p:nvSpPr>
          <p:spPr>
            <a:xfrm>
              <a:off x="5707058" y="2010392"/>
              <a:ext cx="822600" cy="822600"/>
            </a:xfrm>
            <a:prstGeom prst="ellipse">
              <a:avLst/>
            </a:prstGeom>
            <a:solidFill>
              <a:srgbClr val="17365D"/>
            </a:solidFill>
            <a:ln>
              <a:noFill/>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pPr algn="ctr"/>
              <a:r>
                <a:rPr lang="en-US" sz="3000" b="1">
                  <a:solidFill>
                    <a:srgbClr val="FFFFFF"/>
                  </a:solidFill>
                  <a:latin typeface="Calibri"/>
                  <a:ea typeface="Calibri"/>
                  <a:cs typeface="Calibri"/>
                  <a:sym typeface="Calibri"/>
                </a:rPr>
                <a:t>2</a:t>
              </a:r>
              <a:endParaRPr sz="3000">
                <a:solidFill>
                  <a:srgbClr val="FFFFFF"/>
                </a:solidFill>
                <a:latin typeface="Arial"/>
                <a:ea typeface="Arial"/>
                <a:cs typeface="Arial"/>
                <a:sym typeface="Arial"/>
              </a:endParaRPr>
            </a:p>
          </p:txBody>
        </p:sp>
        <p:sp>
          <p:nvSpPr>
            <p:cNvPr id="15" name="Google Shape;600;g3ef13ed6d2a_0_0">
              <a:extLst>
                <a:ext uri="{FF2B5EF4-FFF2-40B4-BE49-F238E27FC236}">
                  <a16:creationId xmlns:a16="http://schemas.microsoft.com/office/drawing/2014/main" id="{14BA0203-72E6-D0E7-DE48-7B5D54A89572}"/>
                </a:ext>
              </a:extLst>
            </p:cNvPr>
            <p:cNvSpPr/>
            <p:nvPr/>
          </p:nvSpPr>
          <p:spPr>
            <a:xfrm>
              <a:off x="4654953" y="3012722"/>
              <a:ext cx="3108600" cy="768000"/>
            </a:xfrm>
            <a:prstGeom prst="rect">
              <a:avLst/>
            </a:prstGeom>
            <a:noFill/>
            <a:ln>
              <a:noFill/>
            </a:ln>
          </p:spPr>
          <p:txBody>
            <a:bodyPr spcFirstLastPara="1" wrap="square" lIns="90000" tIns="45000" rIns="90000" bIns="45000" anchor="t" anchorCtr="0">
              <a:noAutofit/>
            </a:bodyPr>
            <a:lstStyle/>
            <a:p>
              <a:pPr algn="ctr"/>
              <a:r>
                <a:rPr lang="en-US" sz="2800" b="1">
                  <a:solidFill>
                    <a:srgbClr val="1155CC"/>
                  </a:solidFill>
                  <a:latin typeface="Calibri"/>
                  <a:ea typeface="Calibri"/>
                  <a:cs typeface="Calibri"/>
                  <a:sym typeface="Calibri"/>
                </a:rPr>
                <a:t>Delayed Write</a:t>
              </a:r>
              <a:br>
                <a:rPr lang="en-US" sz="2800">
                  <a:solidFill>
                    <a:srgbClr val="1155CC"/>
                  </a:solidFill>
                  <a:latin typeface="Calibri"/>
                  <a:ea typeface="Calibri"/>
                  <a:cs typeface="Calibri"/>
                  <a:sym typeface="Calibri"/>
                </a:rPr>
              </a:br>
              <a:r>
                <a:rPr lang="en-US" sz="2800" b="1">
                  <a:solidFill>
                    <a:srgbClr val="1155CC"/>
                  </a:solidFill>
                  <a:latin typeface="Calibri"/>
                  <a:ea typeface="Calibri"/>
                  <a:cs typeface="Calibri"/>
                  <a:sym typeface="Calibri"/>
                </a:rPr>
                <a:t>Verification</a:t>
              </a:r>
              <a:endParaRPr sz="2800">
                <a:solidFill>
                  <a:srgbClr val="1155CC"/>
                </a:solidFill>
                <a:latin typeface="Arial"/>
                <a:ea typeface="Arial"/>
                <a:cs typeface="Arial"/>
                <a:sym typeface="Arial"/>
              </a:endParaRPr>
            </a:p>
          </p:txBody>
        </p:sp>
        <p:sp>
          <p:nvSpPr>
            <p:cNvPr id="16" name="Google Shape;601;g3ef13ed6d2a_0_0">
              <a:extLst>
                <a:ext uri="{FF2B5EF4-FFF2-40B4-BE49-F238E27FC236}">
                  <a16:creationId xmlns:a16="http://schemas.microsoft.com/office/drawing/2014/main" id="{85790ED5-1BE8-D32D-65FB-1007AD5E3CF0}"/>
                </a:ext>
              </a:extLst>
            </p:cNvPr>
            <p:cNvSpPr/>
            <p:nvPr/>
          </p:nvSpPr>
          <p:spPr>
            <a:xfrm>
              <a:off x="5404288" y="4217125"/>
              <a:ext cx="1446900" cy="1044600"/>
            </a:xfrm>
            <a:prstGeom prst="downArrow">
              <a:avLst>
                <a:gd name="adj1" fmla="val 50000"/>
                <a:gd name="adj2" fmla="val 500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7" name="Google Shape;602;g3ef13ed6d2a_0_0">
            <a:extLst>
              <a:ext uri="{FF2B5EF4-FFF2-40B4-BE49-F238E27FC236}">
                <a16:creationId xmlns:a16="http://schemas.microsoft.com/office/drawing/2014/main" id="{C6564365-3B6D-75AD-20E3-03049347DE8B}"/>
              </a:ext>
            </a:extLst>
          </p:cNvPr>
          <p:cNvGrpSpPr/>
          <p:nvPr/>
        </p:nvGrpSpPr>
        <p:grpSpPr>
          <a:xfrm>
            <a:off x="8314850" y="2879075"/>
            <a:ext cx="3291900" cy="3516088"/>
            <a:chOff x="8314850" y="1736075"/>
            <a:chExt cx="3291900" cy="3516088"/>
          </a:xfrm>
        </p:grpSpPr>
        <p:sp>
          <p:nvSpPr>
            <p:cNvPr id="18" name="Google Shape;603;g3ef13ed6d2a_0_0">
              <a:extLst>
                <a:ext uri="{FF2B5EF4-FFF2-40B4-BE49-F238E27FC236}">
                  <a16:creationId xmlns:a16="http://schemas.microsoft.com/office/drawing/2014/main" id="{C5D94DF5-FE12-5B36-8884-5E59E51A0BDA}"/>
                </a:ext>
              </a:extLst>
            </p:cNvPr>
            <p:cNvSpPr/>
            <p:nvPr/>
          </p:nvSpPr>
          <p:spPr>
            <a:xfrm>
              <a:off x="8314850" y="1736075"/>
              <a:ext cx="3291900" cy="2345100"/>
            </a:xfrm>
            <a:prstGeom prst="roundRect">
              <a:avLst>
                <a:gd name="adj" fmla="val 16667"/>
              </a:avLst>
            </a:prstGeom>
            <a:solidFill>
              <a:srgbClr val="E3F2FD"/>
            </a:solidFill>
            <a:ln w="25400" cap="flat" cmpd="sng">
              <a:solidFill>
                <a:srgbClr val="2C3E80"/>
              </a:solidFill>
              <a:prstDash val="solid"/>
              <a:round/>
              <a:headEnd type="none" w="sm" len="sm"/>
              <a:tailEnd type="none" w="sm" len="sm"/>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pPr algn="ctr"/>
              <a:endParaRPr>
                <a:solidFill>
                  <a:schemeClr val="lt1"/>
                </a:solidFill>
                <a:latin typeface="Calibri"/>
                <a:ea typeface="Calibri"/>
                <a:cs typeface="Calibri"/>
                <a:sym typeface="Calibri"/>
              </a:endParaRPr>
            </a:p>
          </p:txBody>
        </p:sp>
        <p:sp>
          <p:nvSpPr>
            <p:cNvPr id="19" name="Google Shape;604;g3ef13ed6d2a_0_0">
              <a:extLst>
                <a:ext uri="{FF2B5EF4-FFF2-40B4-BE49-F238E27FC236}">
                  <a16:creationId xmlns:a16="http://schemas.microsoft.com/office/drawing/2014/main" id="{B1940248-2016-50AC-32FA-0F2438C78A12}"/>
                </a:ext>
              </a:extLst>
            </p:cNvPr>
            <p:cNvSpPr/>
            <p:nvPr/>
          </p:nvSpPr>
          <p:spPr>
            <a:xfrm>
              <a:off x="9578763" y="2010395"/>
              <a:ext cx="822600" cy="822600"/>
            </a:xfrm>
            <a:prstGeom prst="ellipse">
              <a:avLst/>
            </a:prstGeom>
            <a:solidFill>
              <a:srgbClr val="17365D"/>
            </a:solidFill>
            <a:ln>
              <a:noFill/>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pPr algn="ctr"/>
              <a:r>
                <a:rPr lang="en-US" sz="3000" b="1">
                  <a:solidFill>
                    <a:srgbClr val="FFFFFF"/>
                  </a:solidFill>
                  <a:latin typeface="Calibri"/>
                  <a:ea typeface="Calibri"/>
                  <a:cs typeface="Calibri"/>
                  <a:sym typeface="Calibri"/>
                </a:rPr>
                <a:t>3</a:t>
              </a:r>
              <a:endParaRPr sz="3000">
                <a:solidFill>
                  <a:srgbClr val="FFFFFF"/>
                </a:solidFill>
                <a:latin typeface="Arial"/>
                <a:ea typeface="Arial"/>
                <a:cs typeface="Arial"/>
                <a:sym typeface="Arial"/>
              </a:endParaRPr>
            </a:p>
          </p:txBody>
        </p:sp>
        <p:sp>
          <p:nvSpPr>
            <p:cNvPr id="20" name="Google Shape;605;g3ef13ed6d2a_0_0">
              <a:extLst>
                <a:ext uri="{FF2B5EF4-FFF2-40B4-BE49-F238E27FC236}">
                  <a16:creationId xmlns:a16="http://schemas.microsoft.com/office/drawing/2014/main" id="{77C81CB6-3636-1688-D86E-1F14462565FF}"/>
                </a:ext>
              </a:extLst>
            </p:cNvPr>
            <p:cNvSpPr/>
            <p:nvPr/>
          </p:nvSpPr>
          <p:spPr>
            <a:xfrm>
              <a:off x="8374483" y="3044825"/>
              <a:ext cx="3108600" cy="768000"/>
            </a:xfrm>
            <a:prstGeom prst="rect">
              <a:avLst/>
            </a:prstGeom>
            <a:noFill/>
            <a:ln>
              <a:noFill/>
            </a:ln>
          </p:spPr>
          <p:txBody>
            <a:bodyPr spcFirstLastPara="1" wrap="square" lIns="90000" tIns="45000" rIns="90000" bIns="45000" anchor="t" anchorCtr="0">
              <a:noAutofit/>
            </a:bodyPr>
            <a:lstStyle/>
            <a:p>
              <a:pPr algn="ctr"/>
              <a:r>
                <a:rPr lang="en-US" sz="2800" b="1">
                  <a:solidFill>
                    <a:srgbClr val="1155CC"/>
                  </a:solidFill>
                  <a:latin typeface="Calibri"/>
                  <a:ea typeface="Calibri"/>
                  <a:cs typeface="Calibri"/>
                  <a:sym typeface="Calibri"/>
                </a:rPr>
                <a:t>Decoupled Read</a:t>
              </a:r>
              <a:br>
                <a:rPr lang="en-US" sz="2800">
                  <a:solidFill>
                    <a:srgbClr val="1155CC"/>
                  </a:solidFill>
                  <a:latin typeface="Calibri"/>
                  <a:ea typeface="Calibri"/>
                  <a:cs typeface="Calibri"/>
                  <a:sym typeface="Calibri"/>
                </a:rPr>
              </a:br>
              <a:r>
                <a:rPr lang="en-US" sz="2800" b="1">
                  <a:solidFill>
                    <a:srgbClr val="1155CC"/>
                  </a:solidFill>
                  <a:latin typeface="Calibri"/>
                  <a:ea typeface="Calibri"/>
                  <a:cs typeface="Calibri"/>
                  <a:sym typeface="Calibri"/>
                </a:rPr>
                <a:t>Protection</a:t>
              </a:r>
              <a:endParaRPr sz="2800">
                <a:solidFill>
                  <a:srgbClr val="1155CC"/>
                </a:solidFill>
                <a:latin typeface="Arial"/>
                <a:ea typeface="Arial"/>
                <a:cs typeface="Arial"/>
                <a:sym typeface="Arial"/>
              </a:endParaRPr>
            </a:p>
          </p:txBody>
        </p:sp>
        <p:sp>
          <p:nvSpPr>
            <p:cNvPr id="21" name="Google Shape;606;g3ef13ed6d2a_0_0">
              <a:extLst>
                <a:ext uri="{FF2B5EF4-FFF2-40B4-BE49-F238E27FC236}">
                  <a16:creationId xmlns:a16="http://schemas.microsoft.com/office/drawing/2014/main" id="{84B090F6-7D2C-8365-F9E5-18BC67447ACE}"/>
                </a:ext>
              </a:extLst>
            </p:cNvPr>
            <p:cNvSpPr/>
            <p:nvPr/>
          </p:nvSpPr>
          <p:spPr>
            <a:xfrm>
              <a:off x="9281238" y="4207563"/>
              <a:ext cx="1446900" cy="1044600"/>
            </a:xfrm>
            <a:prstGeom prst="downArrow">
              <a:avLst>
                <a:gd name="adj1" fmla="val 50000"/>
                <a:gd name="adj2" fmla="val 500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spTree>
    <p:extLst>
      <p:ext uri="{BB962C8B-B14F-4D97-AF65-F5344CB8AC3E}">
        <p14:creationId xmlns:p14="http://schemas.microsoft.com/office/powerpoint/2010/main" val="3519234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B8553-3C47-5FF3-1710-524A8CB0BEC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F3DE414-A2FF-C08F-9E62-DAC1BC9B19F3}"/>
              </a:ext>
            </a:extLst>
          </p:cNvPr>
          <p:cNvSpPr>
            <a:spLocks noGrp="1"/>
          </p:cNvSpPr>
          <p:nvPr>
            <p:ph type="sldNum" sz="quarter" idx="12"/>
          </p:nvPr>
        </p:nvSpPr>
        <p:spPr/>
        <p:txBody>
          <a:bodyPr/>
          <a:lstStyle/>
          <a:p>
            <a:fld id="{D5244C39-EA1C-4830-B3FA-E06130CB504B}" type="slidenum">
              <a:rPr lang="en-US" smtClean="0"/>
              <a:pPr/>
              <a:t>13</a:t>
            </a:fld>
            <a:endParaRPr lang="en-US"/>
          </a:p>
        </p:txBody>
      </p:sp>
      <p:sp>
        <p:nvSpPr>
          <p:cNvPr id="4" name="Title 3">
            <a:extLst>
              <a:ext uri="{FF2B5EF4-FFF2-40B4-BE49-F238E27FC236}">
                <a16:creationId xmlns:a16="http://schemas.microsoft.com/office/drawing/2014/main" id="{75891302-0B21-49B2-F124-914ABA403132}"/>
              </a:ext>
            </a:extLst>
          </p:cNvPr>
          <p:cNvSpPr>
            <a:spLocks noGrp="1"/>
          </p:cNvSpPr>
          <p:nvPr>
            <p:ph type="title"/>
          </p:nvPr>
        </p:nvSpPr>
        <p:spPr/>
        <p:txBody>
          <a:bodyPr/>
          <a:lstStyle/>
          <a:p>
            <a:r>
              <a:rPr lang="en-US" dirty="0"/>
              <a:t>Technique 1: Codeword Merge</a:t>
            </a:r>
          </a:p>
        </p:txBody>
      </p:sp>
      <p:sp>
        <p:nvSpPr>
          <p:cNvPr id="22" name="Google Shape;611;g3ef13ed6d2a_0_107">
            <a:extLst>
              <a:ext uri="{FF2B5EF4-FFF2-40B4-BE49-F238E27FC236}">
                <a16:creationId xmlns:a16="http://schemas.microsoft.com/office/drawing/2014/main" id="{C5EA32D7-A3CC-F034-A131-A5581A86F9E7}"/>
              </a:ext>
            </a:extLst>
          </p:cNvPr>
          <p:cNvSpPr/>
          <p:nvPr/>
        </p:nvSpPr>
        <p:spPr>
          <a:xfrm>
            <a:off x="2037150" y="2420775"/>
            <a:ext cx="7841700" cy="4098600"/>
          </a:xfrm>
          <a:prstGeom prst="rect">
            <a:avLst/>
          </a:prstGeom>
          <a:solidFill>
            <a:srgbClr val="D8D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 name="Google Shape;626;g3ef13ed6d2a_0_107">
            <a:extLst>
              <a:ext uri="{FF2B5EF4-FFF2-40B4-BE49-F238E27FC236}">
                <a16:creationId xmlns:a16="http://schemas.microsoft.com/office/drawing/2014/main" id="{CEE6D908-C00C-BE9E-6EAD-9DE335FFC186}"/>
              </a:ext>
            </a:extLst>
          </p:cNvPr>
          <p:cNvSpPr/>
          <p:nvPr/>
        </p:nvSpPr>
        <p:spPr>
          <a:xfrm>
            <a:off x="2253626" y="2702725"/>
            <a:ext cx="6928200" cy="1679100"/>
          </a:xfrm>
          <a:prstGeom prst="rect">
            <a:avLst/>
          </a:prstGeom>
          <a:solidFill>
            <a:schemeClr val="lt2"/>
          </a:solidFill>
          <a:ln w="38100" cap="flat" cmpd="sng">
            <a:solidFill>
              <a:srgbClr val="1A1A1A"/>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 name="Google Shape;627;g3ef13ed6d2a_0_107">
            <a:extLst>
              <a:ext uri="{FF2B5EF4-FFF2-40B4-BE49-F238E27FC236}">
                <a16:creationId xmlns:a16="http://schemas.microsoft.com/office/drawing/2014/main" id="{73CE216A-382A-0ABB-613F-A319D5879997}"/>
              </a:ext>
            </a:extLst>
          </p:cNvPr>
          <p:cNvSpPr txBox="1"/>
          <p:nvPr/>
        </p:nvSpPr>
        <p:spPr>
          <a:xfrm>
            <a:off x="3388550" y="6597400"/>
            <a:ext cx="7373100" cy="365400"/>
          </a:xfrm>
          <a:prstGeom prst="rect">
            <a:avLst/>
          </a:prstGeom>
          <a:noFill/>
          <a:ln>
            <a:noFill/>
          </a:ln>
        </p:spPr>
        <p:txBody>
          <a:bodyPr spcFirstLastPara="1" wrap="square" lIns="91425" tIns="91425" rIns="91425" bIns="91425" anchor="t" anchorCtr="0">
            <a:noAutofit/>
          </a:bodyPr>
          <a:lstStyle/>
          <a:p>
            <a:r>
              <a:rPr lang="en-US" sz="3000" b="1">
                <a:solidFill>
                  <a:schemeClr val="dk1"/>
                </a:solidFill>
                <a:latin typeface="Calibri"/>
                <a:ea typeface="Calibri"/>
                <a:cs typeface="Calibri"/>
                <a:sym typeface="Calibri"/>
              </a:rPr>
              <a:t>SSC- Singe Symbol Correction</a:t>
            </a:r>
            <a:endParaRPr sz="3000" b="1">
              <a:solidFill>
                <a:schemeClr val="dk1"/>
              </a:solidFill>
              <a:latin typeface="Calibri"/>
              <a:ea typeface="Calibri"/>
              <a:cs typeface="Calibri"/>
              <a:sym typeface="Calibri"/>
            </a:endParaRPr>
          </a:p>
        </p:txBody>
      </p:sp>
      <p:sp>
        <p:nvSpPr>
          <p:cNvPr id="27" name="Google Shape;628;g3ef13ed6d2a_0_107">
            <a:extLst>
              <a:ext uri="{FF2B5EF4-FFF2-40B4-BE49-F238E27FC236}">
                <a16:creationId xmlns:a16="http://schemas.microsoft.com/office/drawing/2014/main" id="{2B1E310B-2A5F-B474-FFC3-CA6A51888CAB}"/>
              </a:ext>
            </a:extLst>
          </p:cNvPr>
          <p:cNvSpPr/>
          <p:nvPr/>
        </p:nvSpPr>
        <p:spPr>
          <a:xfrm>
            <a:off x="2252568" y="4635575"/>
            <a:ext cx="6928200" cy="1679100"/>
          </a:xfrm>
          <a:prstGeom prst="rect">
            <a:avLst/>
          </a:prstGeom>
          <a:solidFill>
            <a:schemeClr val="lt2"/>
          </a:solidFill>
          <a:ln w="38100" cap="flat" cmpd="sng">
            <a:solidFill>
              <a:srgbClr val="1A1A1A"/>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 name="Google Shape;629;g3ef13ed6d2a_0_107">
            <a:extLst>
              <a:ext uri="{FF2B5EF4-FFF2-40B4-BE49-F238E27FC236}">
                <a16:creationId xmlns:a16="http://schemas.microsoft.com/office/drawing/2014/main" id="{B89CA283-75A7-4284-C155-6D21447778B4}"/>
              </a:ext>
            </a:extLst>
          </p:cNvPr>
          <p:cNvSpPr txBox="1"/>
          <p:nvPr/>
        </p:nvSpPr>
        <p:spPr>
          <a:xfrm>
            <a:off x="364775" y="3470550"/>
            <a:ext cx="43200" cy="86700"/>
          </a:xfrm>
          <a:prstGeom prst="rect">
            <a:avLst/>
          </a:prstGeom>
          <a:noFill/>
          <a:ln>
            <a:noFill/>
          </a:ln>
        </p:spPr>
        <p:txBody>
          <a:bodyPr spcFirstLastPara="1" wrap="square" lIns="91425" tIns="91425" rIns="91425" bIns="91425" anchor="t" anchorCtr="0">
            <a:noAutofit/>
          </a:bodyPr>
          <a:lstStyle/>
          <a:p>
            <a:endParaRPr sz="2800">
              <a:solidFill>
                <a:schemeClr val="dk1"/>
              </a:solidFill>
              <a:latin typeface="Calibri"/>
              <a:ea typeface="Calibri"/>
              <a:cs typeface="Calibri"/>
              <a:sym typeface="Calibri"/>
            </a:endParaRPr>
          </a:p>
        </p:txBody>
      </p:sp>
      <p:sp>
        <p:nvSpPr>
          <p:cNvPr id="29" name="Google Shape;630;g3ef13ed6d2a_0_107">
            <a:extLst>
              <a:ext uri="{FF2B5EF4-FFF2-40B4-BE49-F238E27FC236}">
                <a16:creationId xmlns:a16="http://schemas.microsoft.com/office/drawing/2014/main" id="{6FC04F74-5620-70F0-51BB-1740E32F8978}"/>
              </a:ext>
            </a:extLst>
          </p:cNvPr>
          <p:cNvSpPr txBox="1"/>
          <p:nvPr/>
        </p:nvSpPr>
        <p:spPr>
          <a:xfrm rot="5400000">
            <a:off x="8038675" y="4474625"/>
            <a:ext cx="3146100" cy="534000"/>
          </a:xfrm>
          <a:prstGeom prst="rect">
            <a:avLst/>
          </a:prstGeom>
          <a:noFill/>
          <a:ln>
            <a:noFill/>
          </a:ln>
        </p:spPr>
        <p:txBody>
          <a:bodyPr spcFirstLastPara="1" wrap="square" lIns="91425" tIns="91425" rIns="91425" bIns="91425" anchor="t" anchorCtr="0">
            <a:noAutofit/>
          </a:bodyPr>
          <a:lstStyle/>
          <a:p>
            <a:r>
              <a:rPr lang="en-US" sz="3000" b="1">
                <a:solidFill>
                  <a:schemeClr val="dk1"/>
                </a:solidFill>
                <a:latin typeface="Calibri"/>
                <a:ea typeface="Calibri"/>
                <a:cs typeface="Calibri"/>
                <a:sym typeface="Calibri"/>
              </a:rPr>
              <a:t>Pseudo Channel</a:t>
            </a:r>
            <a:endParaRPr sz="3000" b="1">
              <a:solidFill>
                <a:schemeClr val="dk1"/>
              </a:solidFill>
              <a:latin typeface="Calibri"/>
              <a:ea typeface="Calibri"/>
              <a:cs typeface="Calibri"/>
              <a:sym typeface="Calibri"/>
            </a:endParaRPr>
          </a:p>
        </p:txBody>
      </p:sp>
      <p:cxnSp>
        <p:nvCxnSpPr>
          <p:cNvPr id="30" name="Google Shape;631;g3ef13ed6d2a_0_107">
            <a:extLst>
              <a:ext uri="{FF2B5EF4-FFF2-40B4-BE49-F238E27FC236}">
                <a16:creationId xmlns:a16="http://schemas.microsoft.com/office/drawing/2014/main" id="{B1DB55BC-6926-7A16-777A-B7BAA02C2652}"/>
              </a:ext>
            </a:extLst>
          </p:cNvPr>
          <p:cNvCxnSpPr/>
          <p:nvPr/>
        </p:nvCxnSpPr>
        <p:spPr>
          <a:xfrm flipH="1">
            <a:off x="1721405" y="5804750"/>
            <a:ext cx="1054200" cy="655200"/>
          </a:xfrm>
          <a:prstGeom prst="straightConnector1">
            <a:avLst/>
          </a:prstGeom>
          <a:noFill/>
          <a:ln w="28575" cap="flat" cmpd="sng">
            <a:solidFill>
              <a:srgbClr val="1A1A1A"/>
            </a:solidFill>
            <a:prstDash val="solid"/>
            <a:round/>
            <a:headEnd type="none" w="med" len="med"/>
            <a:tailEnd type="none" w="med" len="med"/>
          </a:ln>
        </p:spPr>
      </p:cxnSp>
      <p:sp>
        <p:nvSpPr>
          <p:cNvPr id="31" name="Google Shape;632;g3ef13ed6d2a_0_107">
            <a:extLst>
              <a:ext uri="{FF2B5EF4-FFF2-40B4-BE49-F238E27FC236}">
                <a16:creationId xmlns:a16="http://schemas.microsoft.com/office/drawing/2014/main" id="{18E6F708-0F06-47BD-984C-FEF8363A838C}"/>
              </a:ext>
            </a:extLst>
          </p:cNvPr>
          <p:cNvSpPr txBox="1"/>
          <p:nvPr/>
        </p:nvSpPr>
        <p:spPr>
          <a:xfrm>
            <a:off x="672975" y="6314675"/>
            <a:ext cx="3821700" cy="721500"/>
          </a:xfrm>
          <a:prstGeom prst="rect">
            <a:avLst/>
          </a:prstGeom>
          <a:noFill/>
          <a:ln>
            <a:noFill/>
          </a:ln>
        </p:spPr>
        <p:txBody>
          <a:bodyPr spcFirstLastPara="1" wrap="square" lIns="91425" tIns="91425" rIns="91425" bIns="91425" anchor="t" anchorCtr="0">
            <a:noAutofit/>
          </a:bodyPr>
          <a:lstStyle/>
          <a:p>
            <a:r>
              <a:rPr lang="en-US" sz="2800">
                <a:solidFill>
                  <a:schemeClr val="dk1"/>
                </a:solidFill>
                <a:latin typeface="Calibri"/>
                <a:ea typeface="Calibri"/>
                <a:cs typeface="Calibri"/>
                <a:sym typeface="Calibri"/>
              </a:rPr>
              <a:t>RS-Parity</a:t>
            </a:r>
            <a:endParaRPr sz="2800">
              <a:solidFill>
                <a:schemeClr val="dk1"/>
              </a:solidFill>
              <a:latin typeface="Calibri"/>
              <a:ea typeface="Calibri"/>
              <a:cs typeface="Calibri"/>
              <a:sym typeface="Calibri"/>
            </a:endParaRPr>
          </a:p>
        </p:txBody>
      </p:sp>
      <p:grpSp>
        <p:nvGrpSpPr>
          <p:cNvPr id="32" name="Google Shape;633;g3ef13ed6d2a_0_107">
            <a:extLst>
              <a:ext uri="{FF2B5EF4-FFF2-40B4-BE49-F238E27FC236}">
                <a16:creationId xmlns:a16="http://schemas.microsoft.com/office/drawing/2014/main" id="{DC833A35-EE91-5F98-3027-314523DC4A96}"/>
              </a:ext>
            </a:extLst>
          </p:cNvPr>
          <p:cNvGrpSpPr/>
          <p:nvPr/>
        </p:nvGrpSpPr>
        <p:grpSpPr>
          <a:xfrm>
            <a:off x="3440136" y="2891125"/>
            <a:ext cx="5482014" cy="1302300"/>
            <a:chOff x="3974948" y="3283625"/>
            <a:chExt cx="5482014" cy="1302300"/>
          </a:xfrm>
        </p:grpSpPr>
        <p:grpSp>
          <p:nvGrpSpPr>
            <p:cNvPr id="33" name="Google Shape;634;g3ef13ed6d2a_0_107">
              <a:extLst>
                <a:ext uri="{FF2B5EF4-FFF2-40B4-BE49-F238E27FC236}">
                  <a16:creationId xmlns:a16="http://schemas.microsoft.com/office/drawing/2014/main" id="{762177CE-3A3B-A8F3-0345-FC3EB104C68E}"/>
                </a:ext>
              </a:extLst>
            </p:cNvPr>
            <p:cNvGrpSpPr/>
            <p:nvPr/>
          </p:nvGrpSpPr>
          <p:grpSpPr>
            <a:xfrm>
              <a:off x="9229188" y="3283625"/>
              <a:ext cx="227775" cy="1302300"/>
              <a:chOff x="11033500" y="1841275"/>
              <a:chExt cx="227775" cy="1302300"/>
            </a:xfrm>
          </p:grpSpPr>
          <p:sp>
            <p:nvSpPr>
              <p:cNvPr id="169" name="Google Shape;635;g3ef13ed6d2a_0_107">
                <a:extLst>
                  <a:ext uri="{FF2B5EF4-FFF2-40B4-BE49-F238E27FC236}">
                    <a16:creationId xmlns:a16="http://schemas.microsoft.com/office/drawing/2014/main" id="{B669C61B-DEA0-E9EB-A421-9715274688F1}"/>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0" name="Google Shape;636;g3ef13ed6d2a_0_107">
                <a:extLst>
                  <a:ext uri="{FF2B5EF4-FFF2-40B4-BE49-F238E27FC236}">
                    <a16:creationId xmlns:a16="http://schemas.microsoft.com/office/drawing/2014/main" id="{611892A5-3D0F-C660-70E3-58220BB53CB7}"/>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1" name="Google Shape;637;g3ef13ed6d2a_0_107">
                <a:extLst>
                  <a:ext uri="{FF2B5EF4-FFF2-40B4-BE49-F238E27FC236}">
                    <a16:creationId xmlns:a16="http://schemas.microsoft.com/office/drawing/2014/main" id="{F8EE4F88-06B4-10DD-43F2-097D509EC55A}"/>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2" name="Google Shape;638;g3ef13ed6d2a_0_107">
                <a:extLst>
                  <a:ext uri="{FF2B5EF4-FFF2-40B4-BE49-F238E27FC236}">
                    <a16:creationId xmlns:a16="http://schemas.microsoft.com/office/drawing/2014/main" id="{A57A3957-DE07-6B88-3E46-7E5231A81162}"/>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3" name="Google Shape;639;g3ef13ed6d2a_0_107">
                <a:extLst>
                  <a:ext uri="{FF2B5EF4-FFF2-40B4-BE49-F238E27FC236}">
                    <a16:creationId xmlns:a16="http://schemas.microsoft.com/office/drawing/2014/main" id="{DCEA5A04-AC47-9FFE-638F-AE7CE9D22209}"/>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4" name="Google Shape;640;g3ef13ed6d2a_0_107">
                <a:extLst>
                  <a:ext uri="{FF2B5EF4-FFF2-40B4-BE49-F238E27FC236}">
                    <a16:creationId xmlns:a16="http://schemas.microsoft.com/office/drawing/2014/main" id="{0173AED0-2C57-AD32-422B-9836C9D29908}"/>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5" name="Google Shape;641;g3ef13ed6d2a_0_107">
                <a:extLst>
                  <a:ext uri="{FF2B5EF4-FFF2-40B4-BE49-F238E27FC236}">
                    <a16:creationId xmlns:a16="http://schemas.microsoft.com/office/drawing/2014/main" id="{4E3D0D08-CEF6-51B0-7A57-F9E761436F67}"/>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76" name="Google Shape;642;g3ef13ed6d2a_0_107">
                <a:extLst>
                  <a:ext uri="{FF2B5EF4-FFF2-40B4-BE49-F238E27FC236}">
                    <a16:creationId xmlns:a16="http://schemas.microsoft.com/office/drawing/2014/main" id="{64214523-7159-77BF-DA02-A27FE8402510}"/>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4" name="Google Shape;643;g3ef13ed6d2a_0_107">
              <a:extLst>
                <a:ext uri="{FF2B5EF4-FFF2-40B4-BE49-F238E27FC236}">
                  <a16:creationId xmlns:a16="http://schemas.microsoft.com/office/drawing/2014/main" id="{A3A5C6E2-A975-6550-1193-11A867BE8C1D}"/>
                </a:ext>
              </a:extLst>
            </p:cNvPr>
            <p:cNvGrpSpPr/>
            <p:nvPr/>
          </p:nvGrpSpPr>
          <p:grpSpPr>
            <a:xfrm>
              <a:off x="8889188" y="3283625"/>
              <a:ext cx="227775" cy="1302300"/>
              <a:chOff x="11033500" y="1841275"/>
              <a:chExt cx="227775" cy="1302300"/>
            </a:xfrm>
          </p:grpSpPr>
          <p:sp>
            <p:nvSpPr>
              <p:cNvPr id="161" name="Google Shape;644;g3ef13ed6d2a_0_107">
                <a:extLst>
                  <a:ext uri="{FF2B5EF4-FFF2-40B4-BE49-F238E27FC236}">
                    <a16:creationId xmlns:a16="http://schemas.microsoft.com/office/drawing/2014/main" id="{558E2AFB-681F-7A21-2FCF-8F41BE7F1851}"/>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 name="Google Shape;645;g3ef13ed6d2a_0_107">
                <a:extLst>
                  <a:ext uri="{FF2B5EF4-FFF2-40B4-BE49-F238E27FC236}">
                    <a16:creationId xmlns:a16="http://schemas.microsoft.com/office/drawing/2014/main" id="{4EFFB1DA-BB96-CE3E-525B-709A6FEF4901}"/>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 name="Google Shape;646;g3ef13ed6d2a_0_107">
                <a:extLst>
                  <a:ext uri="{FF2B5EF4-FFF2-40B4-BE49-F238E27FC236}">
                    <a16:creationId xmlns:a16="http://schemas.microsoft.com/office/drawing/2014/main" id="{D9FCEA74-0234-110C-EB8D-A3EDDE8599CC}"/>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4" name="Google Shape;647;g3ef13ed6d2a_0_107">
                <a:extLst>
                  <a:ext uri="{FF2B5EF4-FFF2-40B4-BE49-F238E27FC236}">
                    <a16:creationId xmlns:a16="http://schemas.microsoft.com/office/drawing/2014/main" id="{AFF7BE8E-589C-8C17-0500-CE122B5730C8}"/>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5" name="Google Shape;648;g3ef13ed6d2a_0_107">
                <a:extLst>
                  <a:ext uri="{FF2B5EF4-FFF2-40B4-BE49-F238E27FC236}">
                    <a16:creationId xmlns:a16="http://schemas.microsoft.com/office/drawing/2014/main" id="{1233CBED-4894-01AA-076E-EA430DFE631D}"/>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6" name="Google Shape;649;g3ef13ed6d2a_0_107">
                <a:extLst>
                  <a:ext uri="{FF2B5EF4-FFF2-40B4-BE49-F238E27FC236}">
                    <a16:creationId xmlns:a16="http://schemas.microsoft.com/office/drawing/2014/main" id="{6B55DE2A-F725-BEC5-289A-CF83AD81DA45}"/>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7" name="Google Shape;650;g3ef13ed6d2a_0_107">
                <a:extLst>
                  <a:ext uri="{FF2B5EF4-FFF2-40B4-BE49-F238E27FC236}">
                    <a16:creationId xmlns:a16="http://schemas.microsoft.com/office/drawing/2014/main" id="{3B6E711E-BC5B-0ADD-7ADC-50FCC5D3A4CA}"/>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8" name="Google Shape;651;g3ef13ed6d2a_0_107">
                <a:extLst>
                  <a:ext uri="{FF2B5EF4-FFF2-40B4-BE49-F238E27FC236}">
                    <a16:creationId xmlns:a16="http://schemas.microsoft.com/office/drawing/2014/main" id="{A7E92A71-39C1-6403-1BDA-A1A7F0FB9F9D}"/>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5" name="Google Shape;652;g3ef13ed6d2a_0_107">
              <a:extLst>
                <a:ext uri="{FF2B5EF4-FFF2-40B4-BE49-F238E27FC236}">
                  <a16:creationId xmlns:a16="http://schemas.microsoft.com/office/drawing/2014/main" id="{6BF754AE-F89C-ED5C-1FDA-9C4F68D61B77}"/>
                </a:ext>
              </a:extLst>
            </p:cNvPr>
            <p:cNvGrpSpPr/>
            <p:nvPr/>
          </p:nvGrpSpPr>
          <p:grpSpPr>
            <a:xfrm>
              <a:off x="8530373" y="3283625"/>
              <a:ext cx="227775" cy="1302300"/>
              <a:chOff x="11033500" y="1841275"/>
              <a:chExt cx="227775" cy="1302300"/>
            </a:xfrm>
          </p:grpSpPr>
          <p:sp>
            <p:nvSpPr>
              <p:cNvPr id="153" name="Google Shape;653;g3ef13ed6d2a_0_107">
                <a:extLst>
                  <a:ext uri="{FF2B5EF4-FFF2-40B4-BE49-F238E27FC236}">
                    <a16:creationId xmlns:a16="http://schemas.microsoft.com/office/drawing/2014/main" id="{2165696E-3700-7206-0E48-1595346C4175}"/>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 name="Google Shape;654;g3ef13ed6d2a_0_107">
                <a:extLst>
                  <a:ext uri="{FF2B5EF4-FFF2-40B4-BE49-F238E27FC236}">
                    <a16:creationId xmlns:a16="http://schemas.microsoft.com/office/drawing/2014/main" id="{9AAAC23A-F369-AF5C-8FB3-E0A316F8EED3}"/>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 name="Google Shape;655;g3ef13ed6d2a_0_107">
                <a:extLst>
                  <a:ext uri="{FF2B5EF4-FFF2-40B4-BE49-F238E27FC236}">
                    <a16:creationId xmlns:a16="http://schemas.microsoft.com/office/drawing/2014/main" id="{40889B8C-1963-10E1-D4B5-0506509C4D49}"/>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 name="Google Shape;656;g3ef13ed6d2a_0_107">
                <a:extLst>
                  <a:ext uri="{FF2B5EF4-FFF2-40B4-BE49-F238E27FC236}">
                    <a16:creationId xmlns:a16="http://schemas.microsoft.com/office/drawing/2014/main" id="{6F1C5FCD-89C0-C38F-76CF-9EE79F33BCDA}"/>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 name="Google Shape;657;g3ef13ed6d2a_0_107">
                <a:extLst>
                  <a:ext uri="{FF2B5EF4-FFF2-40B4-BE49-F238E27FC236}">
                    <a16:creationId xmlns:a16="http://schemas.microsoft.com/office/drawing/2014/main" id="{567A28AD-FA3E-34F9-22D5-9AF5C4101613}"/>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 name="Google Shape;658;g3ef13ed6d2a_0_107">
                <a:extLst>
                  <a:ext uri="{FF2B5EF4-FFF2-40B4-BE49-F238E27FC236}">
                    <a16:creationId xmlns:a16="http://schemas.microsoft.com/office/drawing/2014/main" id="{E48778E2-749C-7D26-EE2E-153011ADA41E}"/>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 name="Google Shape;659;g3ef13ed6d2a_0_107">
                <a:extLst>
                  <a:ext uri="{FF2B5EF4-FFF2-40B4-BE49-F238E27FC236}">
                    <a16:creationId xmlns:a16="http://schemas.microsoft.com/office/drawing/2014/main" id="{5F7A3A2B-30E8-D491-91DD-A2F90724D4C6}"/>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 name="Google Shape;660;g3ef13ed6d2a_0_107">
                <a:extLst>
                  <a:ext uri="{FF2B5EF4-FFF2-40B4-BE49-F238E27FC236}">
                    <a16:creationId xmlns:a16="http://schemas.microsoft.com/office/drawing/2014/main" id="{8A89C96A-A041-D728-8646-C175B098A630}"/>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6" name="Google Shape;661;g3ef13ed6d2a_0_107">
              <a:extLst>
                <a:ext uri="{FF2B5EF4-FFF2-40B4-BE49-F238E27FC236}">
                  <a16:creationId xmlns:a16="http://schemas.microsoft.com/office/drawing/2014/main" id="{510892C3-E96C-247F-EE63-ABBF101E1AA4}"/>
                </a:ext>
              </a:extLst>
            </p:cNvPr>
            <p:cNvGrpSpPr/>
            <p:nvPr/>
          </p:nvGrpSpPr>
          <p:grpSpPr>
            <a:xfrm>
              <a:off x="8190373" y="3283625"/>
              <a:ext cx="227775" cy="1302300"/>
              <a:chOff x="11033500" y="1841275"/>
              <a:chExt cx="227775" cy="1302300"/>
            </a:xfrm>
          </p:grpSpPr>
          <p:sp>
            <p:nvSpPr>
              <p:cNvPr id="145" name="Google Shape;662;g3ef13ed6d2a_0_107">
                <a:extLst>
                  <a:ext uri="{FF2B5EF4-FFF2-40B4-BE49-F238E27FC236}">
                    <a16:creationId xmlns:a16="http://schemas.microsoft.com/office/drawing/2014/main" id="{92E209A5-BB45-CA44-2516-4EEF3730126F}"/>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 name="Google Shape;663;g3ef13ed6d2a_0_107">
                <a:extLst>
                  <a:ext uri="{FF2B5EF4-FFF2-40B4-BE49-F238E27FC236}">
                    <a16:creationId xmlns:a16="http://schemas.microsoft.com/office/drawing/2014/main" id="{517C1FB4-5025-581E-6E32-FDAA8B32646B}"/>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 name="Google Shape;664;g3ef13ed6d2a_0_107">
                <a:extLst>
                  <a:ext uri="{FF2B5EF4-FFF2-40B4-BE49-F238E27FC236}">
                    <a16:creationId xmlns:a16="http://schemas.microsoft.com/office/drawing/2014/main" id="{832C8907-6F4D-7D81-8D46-9995578C77CE}"/>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 name="Google Shape;665;g3ef13ed6d2a_0_107">
                <a:extLst>
                  <a:ext uri="{FF2B5EF4-FFF2-40B4-BE49-F238E27FC236}">
                    <a16:creationId xmlns:a16="http://schemas.microsoft.com/office/drawing/2014/main" id="{DD128FF6-A9BF-9E15-1B9F-92D07C58BE4B}"/>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 name="Google Shape;666;g3ef13ed6d2a_0_107">
                <a:extLst>
                  <a:ext uri="{FF2B5EF4-FFF2-40B4-BE49-F238E27FC236}">
                    <a16:creationId xmlns:a16="http://schemas.microsoft.com/office/drawing/2014/main" id="{58D92E8C-3C8D-EADC-294F-BBC5EA2A4E5A}"/>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 name="Google Shape;667;g3ef13ed6d2a_0_107">
                <a:extLst>
                  <a:ext uri="{FF2B5EF4-FFF2-40B4-BE49-F238E27FC236}">
                    <a16:creationId xmlns:a16="http://schemas.microsoft.com/office/drawing/2014/main" id="{7B4CBF25-4B6E-B6CE-AF51-CA522C1187DA}"/>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 name="Google Shape;668;g3ef13ed6d2a_0_107">
                <a:extLst>
                  <a:ext uri="{FF2B5EF4-FFF2-40B4-BE49-F238E27FC236}">
                    <a16:creationId xmlns:a16="http://schemas.microsoft.com/office/drawing/2014/main" id="{398AC40A-D976-2754-9622-C546E4D9E245}"/>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 name="Google Shape;669;g3ef13ed6d2a_0_107">
                <a:extLst>
                  <a:ext uri="{FF2B5EF4-FFF2-40B4-BE49-F238E27FC236}">
                    <a16:creationId xmlns:a16="http://schemas.microsoft.com/office/drawing/2014/main" id="{81FAE348-3067-0B3A-3B3E-DCAF198E96DE}"/>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7" name="Google Shape;670;g3ef13ed6d2a_0_107">
              <a:extLst>
                <a:ext uri="{FF2B5EF4-FFF2-40B4-BE49-F238E27FC236}">
                  <a16:creationId xmlns:a16="http://schemas.microsoft.com/office/drawing/2014/main" id="{AF229205-BA45-9753-B2A9-06AD6ED90D0B}"/>
                </a:ext>
              </a:extLst>
            </p:cNvPr>
            <p:cNvGrpSpPr/>
            <p:nvPr/>
          </p:nvGrpSpPr>
          <p:grpSpPr>
            <a:xfrm>
              <a:off x="7810888" y="3283625"/>
              <a:ext cx="227775" cy="1302300"/>
              <a:chOff x="11033500" y="1841275"/>
              <a:chExt cx="227775" cy="1302300"/>
            </a:xfrm>
          </p:grpSpPr>
          <p:sp>
            <p:nvSpPr>
              <p:cNvPr id="137" name="Google Shape;671;g3ef13ed6d2a_0_107">
                <a:extLst>
                  <a:ext uri="{FF2B5EF4-FFF2-40B4-BE49-F238E27FC236}">
                    <a16:creationId xmlns:a16="http://schemas.microsoft.com/office/drawing/2014/main" id="{003E4B1D-DC10-05BB-E468-553C905F075D}"/>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 name="Google Shape;672;g3ef13ed6d2a_0_107">
                <a:extLst>
                  <a:ext uri="{FF2B5EF4-FFF2-40B4-BE49-F238E27FC236}">
                    <a16:creationId xmlns:a16="http://schemas.microsoft.com/office/drawing/2014/main" id="{6D8F594A-A44D-EA76-9747-F331AEE5BC67}"/>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 name="Google Shape;673;g3ef13ed6d2a_0_107">
                <a:extLst>
                  <a:ext uri="{FF2B5EF4-FFF2-40B4-BE49-F238E27FC236}">
                    <a16:creationId xmlns:a16="http://schemas.microsoft.com/office/drawing/2014/main" id="{B5034629-92DD-5723-02C6-A3E85E6C9D08}"/>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 name="Google Shape;674;g3ef13ed6d2a_0_107">
                <a:extLst>
                  <a:ext uri="{FF2B5EF4-FFF2-40B4-BE49-F238E27FC236}">
                    <a16:creationId xmlns:a16="http://schemas.microsoft.com/office/drawing/2014/main" id="{41469736-65CD-44DC-6B84-00C3F4B1FA0A}"/>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 name="Google Shape;675;g3ef13ed6d2a_0_107">
                <a:extLst>
                  <a:ext uri="{FF2B5EF4-FFF2-40B4-BE49-F238E27FC236}">
                    <a16:creationId xmlns:a16="http://schemas.microsoft.com/office/drawing/2014/main" id="{DAC369CA-AFA8-521D-8042-E97321BBF6AB}"/>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 name="Google Shape;676;g3ef13ed6d2a_0_107">
                <a:extLst>
                  <a:ext uri="{FF2B5EF4-FFF2-40B4-BE49-F238E27FC236}">
                    <a16:creationId xmlns:a16="http://schemas.microsoft.com/office/drawing/2014/main" id="{F633B14E-68AF-C720-4FB1-90D416DA587D}"/>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 name="Google Shape;677;g3ef13ed6d2a_0_107">
                <a:extLst>
                  <a:ext uri="{FF2B5EF4-FFF2-40B4-BE49-F238E27FC236}">
                    <a16:creationId xmlns:a16="http://schemas.microsoft.com/office/drawing/2014/main" id="{5EFA72D1-06C2-D365-9F72-1D5A43E61944}"/>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 name="Google Shape;678;g3ef13ed6d2a_0_107">
                <a:extLst>
                  <a:ext uri="{FF2B5EF4-FFF2-40B4-BE49-F238E27FC236}">
                    <a16:creationId xmlns:a16="http://schemas.microsoft.com/office/drawing/2014/main" id="{719EAD86-0D61-76C1-64CA-734B8187B820}"/>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8" name="Google Shape;679;g3ef13ed6d2a_0_107">
              <a:extLst>
                <a:ext uri="{FF2B5EF4-FFF2-40B4-BE49-F238E27FC236}">
                  <a16:creationId xmlns:a16="http://schemas.microsoft.com/office/drawing/2014/main" id="{6F6539E0-7F2E-593D-0C5D-AF84E5580C82}"/>
                </a:ext>
              </a:extLst>
            </p:cNvPr>
            <p:cNvGrpSpPr/>
            <p:nvPr/>
          </p:nvGrpSpPr>
          <p:grpSpPr>
            <a:xfrm>
              <a:off x="7470888" y="3283625"/>
              <a:ext cx="227775" cy="1302300"/>
              <a:chOff x="11033500" y="1841275"/>
              <a:chExt cx="227775" cy="1302300"/>
            </a:xfrm>
          </p:grpSpPr>
          <p:sp>
            <p:nvSpPr>
              <p:cNvPr id="129" name="Google Shape;680;g3ef13ed6d2a_0_107">
                <a:extLst>
                  <a:ext uri="{FF2B5EF4-FFF2-40B4-BE49-F238E27FC236}">
                    <a16:creationId xmlns:a16="http://schemas.microsoft.com/office/drawing/2014/main" id="{168C04FA-928B-0575-1FE9-80F88E1B8B29}"/>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 name="Google Shape;681;g3ef13ed6d2a_0_107">
                <a:extLst>
                  <a:ext uri="{FF2B5EF4-FFF2-40B4-BE49-F238E27FC236}">
                    <a16:creationId xmlns:a16="http://schemas.microsoft.com/office/drawing/2014/main" id="{CBA41EFB-193C-2986-5CC7-9961983B98CB}"/>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1" name="Google Shape;682;g3ef13ed6d2a_0_107">
                <a:extLst>
                  <a:ext uri="{FF2B5EF4-FFF2-40B4-BE49-F238E27FC236}">
                    <a16:creationId xmlns:a16="http://schemas.microsoft.com/office/drawing/2014/main" id="{E055091B-8577-30CB-EC02-F06098321BA5}"/>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2" name="Google Shape;683;g3ef13ed6d2a_0_107">
                <a:extLst>
                  <a:ext uri="{FF2B5EF4-FFF2-40B4-BE49-F238E27FC236}">
                    <a16:creationId xmlns:a16="http://schemas.microsoft.com/office/drawing/2014/main" id="{587BB2DD-BBE4-77ED-A44A-5BED3F7614D7}"/>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3" name="Google Shape;684;g3ef13ed6d2a_0_107">
                <a:extLst>
                  <a:ext uri="{FF2B5EF4-FFF2-40B4-BE49-F238E27FC236}">
                    <a16:creationId xmlns:a16="http://schemas.microsoft.com/office/drawing/2014/main" id="{59B9F1A7-6B1C-0790-820B-7CE6B71BC668}"/>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 name="Google Shape;685;g3ef13ed6d2a_0_107">
                <a:extLst>
                  <a:ext uri="{FF2B5EF4-FFF2-40B4-BE49-F238E27FC236}">
                    <a16:creationId xmlns:a16="http://schemas.microsoft.com/office/drawing/2014/main" id="{5DCFAB4F-B738-39E2-4104-EDF9E01C1451}"/>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 name="Google Shape;686;g3ef13ed6d2a_0_107">
                <a:extLst>
                  <a:ext uri="{FF2B5EF4-FFF2-40B4-BE49-F238E27FC236}">
                    <a16:creationId xmlns:a16="http://schemas.microsoft.com/office/drawing/2014/main" id="{EF33D593-AF4B-DC8C-6CFA-6BFEC6546CD1}"/>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 name="Google Shape;687;g3ef13ed6d2a_0_107">
                <a:extLst>
                  <a:ext uri="{FF2B5EF4-FFF2-40B4-BE49-F238E27FC236}">
                    <a16:creationId xmlns:a16="http://schemas.microsoft.com/office/drawing/2014/main" id="{CEAF5BEA-6C8B-DBF2-5643-F0152CB57AA2}"/>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9" name="Google Shape;688;g3ef13ed6d2a_0_107">
              <a:extLst>
                <a:ext uri="{FF2B5EF4-FFF2-40B4-BE49-F238E27FC236}">
                  <a16:creationId xmlns:a16="http://schemas.microsoft.com/office/drawing/2014/main" id="{BA914352-FEA8-5A25-4BDD-07D59EADE1EA}"/>
                </a:ext>
              </a:extLst>
            </p:cNvPr>
            <p:cNvGrpSpPr/>
            <p:nvPr/>
          </p:nvGrpSpPr>
          <p:grpSpPr>
            <a:xfrm>
              <a:off x="7112073" y="3283625"/>
              <a:ext cx="227775" cy="1302300"/>
              <a:chOff x="11033500" y="1841275"/>
              <a:chExt cx="227775" cy="1302300"/>
            </a:xfrm>
          </p:grpSpPr>
          <p:sp>
            <p:nvSpPr>
              <p:cNvPr id="121" name="Google Shape;689;g3ef13ed6d2a_0_107">
                <a:extLst>
                  <a:ext uri="{FF2B5EF4-FFF2-40B4-BE49-F238E27FC236}">
                    <a16:creationId xmlns:a16="http://schemas.microsoft.com/office/drawing/2014/main" id="{53A8D4CC-1D5B-6364-0CEB-35D2FAEA8358}"/>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 name="Google Shape;690;g3ef13ed6d2a_0_107">
                <a:extLst>
                  <a:ext uri="{FF2B5EF4-FFF2-40B4-BE49-F238E27FC236}">
                    <a16:creationId xmlns:a16="http://schemas.microsoft.com/office/drawing/2014/main" id="{0E57C4BE-59C9-FB51-0BF2-EEC27A9E6010}"/>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 name="Google Shape;691;g3ef13ed6d2a_0_107">
                <a:extLst>
                  <a:ext uri="{FF2B5EF4-FFF2-40B4-BE49-F238E27FC236}">
                    <a16:creationId xmlns:a16="http://schemas.microsoft.com/office/drawing/2014/main" id="{F4E62665-33BA-2A0D-0CB3-66CF86832F8E}"/>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 name="Google Shape;692;g3ef13ed6d2a_0_107">
                <a:extLst>
                  <a:ext uri="{FF2B5EF4-FFF2-40B4-BE49-F238E27FC236}">
                    <a16:creationId xmlns:a16="http://schemas.microsoft.com/office/drawing/2014/main" id="{7299A398-82C4-6489-D375-5C6A35CB0249}"/>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 name="Google Shape;693;g3ef13ed6d2a_0_107">
                <a:extLst>
                  <a:ext uri="{FF2B5EF4-FFF2-40B4-BE49-F238E27FC236}">
                    <a16:creationId xmlns:a16="http://schemas.microsoft.com/office/drawing/2014/main" id="{4E7F52C9-CA72-7514-1FEC-DD06DE682330}"/>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 name="Google Shape;694;g3ef13ed6d2a_0_107">
                <a:extLst>
                  <a:ext uri="{FF2B5EF4-FFF2-40B4-BE49-F238E27FC236}">
                    <a16:creationId xmlns:a16="http://schemas.microsoft.com/office/drawing/2014/main" id="{8E28A3C3-9F07-9810-FC16-ABBAD7F00EFA}"/>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 name="Google Shape;695;g3ef13ed6d2a_0_107">
                <a:extLst>
                  <a:ext uri="{FF2B5EF4-FFF2-40B4-BE49-F238E27FC236}">
                    <a16:creationId xmlns:a16="http://schemas.microsoft.com/office/drawing/2014/main" id="{0C0D5E56-7CBE-9C39-304F-BECC591C63EA}"/>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 name="Google Shape;696;g3ef13ed6d2a_0_107">
                <a:extLst>
                  <a:ext uri="{FF2B5EF4-FFF2-40B4-BE49-F238E27FC236}">
                    <a16:creationId xmlns:a16="http://schemas.microsoft.com/office/drawing/2014/main" id="{43EDECEF-484D-0F9E-1198-9EA81C70DFFA}"/>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0" name="Google Shape;697;g3ef13ed6d2a_0_107">
              <a:extLst>
                <a:ext uri="{FF2B5EF4-FFF2-40B4-BE49-F238E27FC236}">
                  <a16:creationId xmlns:a16="http://schemas.microsoft.com/office/drawing/2014/main" id="{CF368D9E-0F80-0738-5902-F8F74D45D19E}"/>
                </a:ext>
              </a:extLst>
            </p:cNvPr>
            <p:cNvGrpSpPr/>
            <p:nvPr/>
          </p:nvGrpSpPr>
          <p:grpSpPr>
            <a:xfrm>
              <a:off x="6772073" y="3283625"/>
              <a:ext cx="227775" cy="1302300"/>
              <a:chOff x="11033500" y="1841275"/>
              <a:chExt cx="227775" cy="1302300"/>
            </a:xfrm>
          </p:grpSpPr>
          <p:sp>
            <p:nvSpPr>
              <p:cNvPr id="113" name="Google Shape;698;g3ef13ed6d2a_0_107">
                <a:extLst>
                  <a:ext uri="{FF2B5EF4-FFF2-40B4-BE49-F238E27FC236}">
                    <a16:creationId xmlns:a16="http://schemas.microsoft.com/office/drawing/2014/main" id="{0D1D03EF-995E-17FD-8023-DB56517632AC}"/>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 name="Google Shape;699;g3ef13ed6d2a_0_107">
                <a:extLst>
                  <a:ext uri="{FF2B5EF4-FFF2-40B4-BE49-F238E27FC236}">
                    <a16:creationId xmlns:a16="http://schemas.microsoft.com/office/drawing/2014/main" id="{E29F672A-AB4B-13C1-E07C-99974C449F7C}"/>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 name="Google Shape;700;g3ef13ed6d2a_0_107">
                <a:extLst>
                  <a:ext uri="{FF2B5EF4-FFF2-40B4-BE49-F238E27FC236}">
                    <a16:creationId xmlns:a16="http://schemas.microsoft.com/office/drawing/2014/main" id="{9EFFDA4A-C1FA-DB87-7A38-769F926EC811}"/>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 name="Google Shape;701;g3ef13ed6d2a_0_107">
                <a:extLst>
                  <a:ext uri="{FF2B5EF4-FFF2-40B4-BE49-F238E27FC236}">
                    <a16:creationId xmlns:a16="http://schemas.microsoft.com/office/drawing/2014/main" id="{B976CEE6-7591-7E77-29FA-9C237617AF22}"/>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 name="Google Shape;702;g3ef13ed6d2a_0_107">
                <a:extLst>
                  <a:ext uri="{FF2B5EF4-FFF2-40B4-BE49-F238E27FC236}">
                    <a16:creationId xmlns:a16="http://schemas.microsoft.com/office/drawing/2014/main" id="{41B2373D-54C3-AAC7-1932-B899C8A788FF}"/>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 name="Google Shape;703;g3ef13ed6d2a_0_107">
                <a:extLst>
                  <a:ext uri="{FF2B5EF4-FFF2-40B4-BE49-F238E27FC236}">
                    <a16:creationId xmlns:a16="http://schemas.microsoft.com/office/drawing/2014/main" id="{9D306743-22B8-5F45-6167-AB1C30D8B272}"/>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 name="Google Shape;704;g3ef13ed6d2a_0_107">
                <a:extLst>
                  <a:ext uri="{FF2B5EF4-FFF2-40B4-BE49-F238E27FC236}">
                    <a16:creationId xmlns:a16="http://schemas.microsoft.com/office/drawing/2014/main" id="{BA0BC4D0-17A7-021B-0B92-90BD529114DC}"/>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 name="Google Shape;705;g3ef13ed6d2a_0_107">
                <a:extLst>
                  <a:ext uri="{FF2B5EF4-FFF2-40B4-BE49-F238E27FC236}">
                    <a16:creationId xmlns:a16="http://schemas.microsoft.com/office/drawing/2014/main" id="{FE2654D0-06FA-642D-6887-5EA29B2E8D45}"/>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1" name="Google Shape;706;g3ef13ed6d2a_0_107">
              <a:extLst>
                <a:ext uri="{FF2B5EF4-FFF2-40B4-BE49-F238E27FC236}">
                  <a16:creationId xmlns:a16="http://schemas.microsoft.com/office/drawing/2014/main" id="{C60D629E-D9CC-F265-570C-266DD559C81A}"/>
                </a:ext>
              </a:extLst>
            </p:cNvPr>
            <p:cNvGrpSpPr/>
            <p:nvPr/>
          </p:nvGrpSpPr>
          <p:grpSpPr>
            <a:xfrm>
              <a:off x="6432063" y="3283625"/>
              <a:ext cx="227775" cy="1302300"/>
              <a:chOff x="11033500" y="1841275"/>
              <a:chExt cx="227775" cy="1302300"/>
            </a:xfrm>
          </p:grpSpPr>
          <p:sp>
            <p:nvSpPr>
              <p:cNvPr id="105" name="Google Shape;707;g3ef13ed6d2a_0_107">
                <a:extLst>
                  <a:ext uri="{FF2B5EF4-FFF2-40B4-BE49-F238E27FC236}">
                    <a16:creationId xmlns:a16="http://schemas.microsoft.com/office/drawing/2014/main" id="{4FEEB3D5-8914-3833-13B6-EC0FDD33B112}"/>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 name="Google Shape;708;g3ef13ed6d2a_0_107">
                <a:extLst>
                  <a:ext uri="{FF2B5EF4-FFF2-40B4-BE49-F238E27FC236}">
                    <a16:creationId xmlns:a16="http://schemas.microsoft.com/office/drawing/2014/main" id="{18E9A19B-23C1-4B2C-9519-EA4C634B435A}"/>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 name="Google Shape;709;g3ef13ed6d2a_0_107">
                <a:extLst>
                  <a:ext uri="{FF2B5EF4-FFF2-40B4-BE49-F238E27FC236}">
                    <a16:creationId xmlns:a16="http://schemas.microsoft.com/office/drawing/2014/main" id="{04A4024C-4151-9858-2E5B-9EDA169E9DAA}"/>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 name="Google Shape;710;g3ef13ed6d2a_0_107">
                <a:extLst>
                  <a:ext uri="{FF2B5EF4-FFF2-40B4-BE49-F238E27FC236}">
                    <a16:creationId xmlns:a16="http://schemas.microsoft.com/office/drawing/2014/main" id="{43E18FA3-AF5B-64C4-E1B2-5FDC4C408FEA}"/>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 name="Google Shape;711;g3ef13ed6d2a_0_107">
                <a:extLst>
                  <a:ext uri="{FF2B5EF4-FFF2-40B4-BE49-F238E27FC236}">
                    <a16:creationId xmlns:a16="http://schemas.microsoft.com/office/drawing/2014/main" id="{1FCC8175-24B0-88C0-9688-D02D55E4E810}"/>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 name="Google Shape;712;g3ef13ed6d2a_0_107">
                <a:extLst>
                  <a:ext uri="{FF2B5EF4-FFF2-40B4-BE49-F238E27FC236}">
                    <a16:creationId xmlns:a16="http://schemas.microsoft.com/office/drawing/2014/main" id="{2EE69651-9922-EC37-BE33-404511878197}"/>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 name="Google Shape;713;g3ef13ed6d2a_0_107">
                <a:extLst>
                  <a:ext uri="{FF2B5EF4-FFF2-40B4-BE49-F238E27FC236}">
                    <a16:creationId xmlns:a16="http://schemas.microsoft.com/office/drawing/2014/main" id="{711DA4E0-6A94-7C20-DFC9-DD2C99F78AD0}"/>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 name="Google Shape;714;g3ef13ed6d2a_0_107">
                <a:extLst>
                  <a:ext uri="{FF2B5EF4-FFF2-40B4-BE49-F238E27FC236}">
                    <a16:creationId xmlns:a16="http://schemas.microsoft.com/office/drawing/2014/main" id="{12348CF0-9E21-DBE6-E602-91B11ED233BC}"/>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2" name="Google Shape;715;g3ef13ed6d2a_0_107">
              <a:extLst>
                <a:ext uri="{FF2B5EF4-FFF2-40B4-BE49-F238E27FC236}">
                  <a16:creationId xmlns:a16="http://schemas.microsoft.com/office/drawing/2014/main" id="{6582FB41-BC1C-9EB6-05C4-914449C9FC31}"/>
                </a:ext>
              </a:extLst>
            </p:cNvPr>
            <p:cNvGrpSpPr/>
            <p:nvPr/>
          </p:nvGrpSpPr>
          <p:grpSpPr>
            <a:xfrm>
              <a:off x="6092063" y="3283625"/>
              <a:ext cx="227775" cy="1302300"/>
              <a:chOff x="11033500" y="1841275"/>
              <a:chExt cx="227775" cy="1302300"/>
            </a:xfrm>
          </p:grpSpPr>
          <p:sp>
            <p:nvSpPr>
              <p:cNvPr id="97" name="Google Shape;716;g3ef13ed6d2a_0_107">
                <a:extLst>
                  <a:ext uri="{FF2B5EF4-FFF2-40B4-BE49-F238E27FC236}">
                    <a16:creationId xmlns:a16="http://schemas.microsoft.com/office/drawing/2014/main" id="{5A6D5573-5C29-52ED-2A33-E3AAD542EB0D}"/>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8" name="Google Shape;717;g3ef13ed6d2a_0_107">
                <a:extLst>
                  <a:ext uri="{FF2B5EF4-FFF2-40B4-BE49-F238E27FC236}">
                    <a16:creationId xmlns:a16="http://schemas.microsoft.com/office/drawing/2014/main" id="{69DC6353-16F8-C4A0-AA58-1A2126B09970}"/>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 name="Google Shape;718;g3ef13ed6d2a_0_107">
                <a:extLst>
                  <a:ext uri="{FF2B5EF4-FFF2-40B4-BE49-F238E27FC236}">
                    <a16:creationId xmlns:a16="http://schemas.microsoft.com/office/drawing/2014/main" id="{39453B5F-85D2-53DA-B579-69D827001BA8}"/>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 name="Google Shape;719;g3ef13ed6d2a_0_107">
                <a:extLst>
                  <a:ext uri="{FF2B5EF4-FFF2-40B4-BE49-F238E27FC236}">
                    <a16:creationId xmlns:a16="http://schemas.microsoft.com/office/drawing/2014/main" id="{943CEEF9-F258-14F9-C860-E56BFF265C1B}"/>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 name="Google Shape;720;g3ef13ed6d2a_0_107">
                <a:extLst>
                  <a:ext uri="{FF2B5EF4-FFF2-40B4-BE49-F238E27FC236}">
                    <a16:creationId xmlns:a16="http://schemas.microsoft.com/office/drawing/2014/main" id="{0F34E0A8-6D70-8C3D-210D-C2A6988B4601}"/>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 name="Google Shape;721;g3ef13ed6d2a_0_107">
                <a:extLst>
                  <a:ext uri="{FF2B5EF4-FFF2-40B4-BE49-F238E27FC236}">
                    <a16:creationId xmlns:a16="http://schemas.microsoft.com/office/drawing/2014/main" id="{8D2B6A65-422E-7D3D-6B59-E9A8DCE4CFF5}"/>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 name="Google Shape;722;g3ef13ed6d2a_0_107">
                <a:extLst>
                  <a:ext uri="{FF2B5EF4-FFF2-40B4-BE49-F238E27FC236}">
                    <a16:creationId xmlns:a16="http://schemas.microsoft.com/office/drawing/2014/main" id="{0FE313AF-3F99-0524-9A4C-4B6E1DA9526E}"/>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 name="Google Shape;723;g3ef13ed6d2a_0_107">
                <a:extLst>
                  <a:ext uri="{FF2B5EF4-FFF2-40B4-BE49-F238E27FC236}">
                    <a16:creationId xmlns:a16="http://schemas.microsoft.com/office/drawing/2014/main" id="{EE058266-B782-9A5C-0A6B-4D517CB0D7DE}"/>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3" name="Google Shape;724;g3ef13ed6d2a_0_107">
              <a:extLst>
                <a:ext uri="{FF2B5EF4-FFF2-40B4-BE49-F238E27FC236}">
                  <a16:creationId xmlns:a16="http://schemas.microsoft.com/office/drawing/2014/main" id="{6AD63461-FE3B-790B-AE24-F6E96A746BC1}"/>
                </a:ext>
              </a:extLst>
            </p:cNvPr>
            <p:cNvGrpSpPr/>
            <p:nvPr/>
          </p:nvGrpSpPr>
          <p:grpSpPr>
            <a:xfrm>
              <a:off x="5733248" y="3283625"/>
              <a:ext cx="227775" cy="1302300"/>
              <a:chOff x="11033500" y="1841275"/>
              <a:chExt cx="227775" cy="1302300"/>
            </a:xfrm>
          </p:grpSpPr>
          <p:sp>
            <p:nvSpPr>
              <p:cNvPr id="89" name="Google Shape;725;g3ef13ed6d2a_0_107">
                <a:extLst>
                  <a:ext uri="{FF2B5EF4-FFF2-40B4-BE49-F238E27FC236}">
                    <a16:creationId xmlns:a16="http://schemas.microsoft.com/office/drawing/2014/main" id="{09D46456-2CEC-A183-3C5F-E3D09C73C5FD}"/>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0" name="Google Shape;726;g3ef13ed6d2a_0_107">
                <a:extLst>
                  <a:ext uri="{FF2B5EF4-FFF2-40B4-BE49-F238E27FC236}">
                    <a16:creationId xmlns:a16="http://schemas.microsoft.com/office/drawing/2014/main" id="{CF7EC1E1-1DFA-C817-1681-616A47DE100D}"/>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1" name="Google Shape;727;g3ef13ed6d2a_0_107">
                <a:extLst>
                  <a:ext uri="{FF2B5EF4-FFF2-40B4-BE49-F238E27FC236}">
                    <a16:creationId xmlns:a16="http://schemas.microsoft.com/office/drawing/2014/main" id="{1AEE7A1F-CF93-4E1C-40AA-3A11080928A6}"/>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2" name="Google Shape;728;g3ef13ed6d2a_0_107">
                <a:extLst>
                  <a:ext uri="{FF2B5EF4-FFF2-40B4-BE49-F238E27FC236}">
                    <a16:creationId xmlns:a16="http://schemas.microsoft.com/office/drawing/2014/main" id="{93167223-717B-8C63-E1B4-9B24808BE37F}"/>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3" name="Google Shape;729;g3ef13ed6d2a_0_107">
                <a:extLst>
                  <a:ext uri="{FF2B5EF4-FFF2-40B4-BE49-F238E27FC236}">
                    <a16:creationId xmlns:a16="http://schemas.microsoft.com/office/drawing/2014/main" id="{31ECBEBF-0C31-445B-81B1-204CE0939567}"/>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4" name="Google Shape;730;g3ef13ed6d2a_0_107">
                <a:extLst>
                  <a:ext uri="{FF2B5EF4-FFF2-40B4-BE49-F238E27FC236}">
                    <a16:creationId xmlns:a16="http://schemas.microsoft.com/office/drawing/2014/main" id="{4A87F87B-5E71-10D4-985A-FA0A4847C777}"/>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5" name="Google Shape;731;g3ef13ed6d2a_0_107">
                <a:extLst>
                  <a:ext uri="{FF2B5EF4-FFF2-40B4-BE49-F238E27FC236}">
                    <a16:creationId xmlns:a16="http://schemas.microsoft.com/office/drawing/2014/main" id="{B14F8D42-F6F2-84FD-CAD0-DA1F1AB685D0}"/>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6" name="Google Shape;732;g3ef13ed6d2a_0_107">
                <a:extLst>
                  <a:ext uri="{FF2B5EF4-FFF2-40B4-BE49-F238E27FC236}">
                    <a16:creationId xmlns:a16="http://schemas.microsoft.com/office/drawing/2014/main" id="{2DAF77A5-5BFE-7574-CB32-1DF30F20B118}"/>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4" name="Google Shape;733;g3ef13ed6d2a_0_107">
              <a:extLst>
                <a:ext uri="{FF2B5EF4-FFF2-40B4-BE49-F238E27FC236}">
                  <a16:creationId xmlns:a16="http://schemas.microsoft.com/office/drawing/2014/main" id="{07E8EFA1-CE43-7B75-7594-27F8C0EB03C3}"/>
                </a:ext>
              </a:extLst>
            </p:cNvPr>
            <p:cNvGrpSpPr/>
            <p:nvPr/>
          </p:nvGrpSpPr>
          <p:grpSpPr>
            <a:xfrm>
              <a:off x="5393248" y="3283625"/>
              <a:ext cx="227775" cy="1302300"/>
              <a:chOff x="11033500" y="1841275"/>
              <a:chExt cx="227775" cy="1302300"/>
            </a:xfrm>
          </p:grpSpPr>
          <p:sp>
            <p:nvSpPr>
              <p:cNvPr id="81" name="Google Shape;734;g3ef13ed6d2a_0_107">
                <a:extLst>
                  <a:ext uri="{FF2B5EF4-FFF2-40B4-BE49-F238E27FC236}">
                    <a16:creationId xmlns:a16="http://schemas.microsoft.com/office/drawing/2014/main" id="{893195B9-0823-5569-1E32-BDD4D512D99D}"/>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2" name="Google Shape;735;g3ef13ed6d2a_0_107">
                <a:extLst>
                  <a:ext uri="{FF2B5EF4-FFF2-40B4-BE49-F238E27FC236}">
                    <a16:creationId xmlns:a16="http://schemas.microsoft.com/office/drawing/2014/main" id="{17778266-C40A-274C-6EC5-DD45CC78B72C}"/>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3" name="Google Shape;736;g3ef13ed6d2a_0_107">
                <a:extLst>
                  <a:ext uri="{FF2B5EF4-FFF2-40B4-BE49-F238E27FC236}">
                    <a16:creationId xmlns:a16="http://schemas.microsoft.com/office/drawing/2014/main" id="{8CF07467-B276-02CA-E3FA-8D076850A188}"/>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4" name="Google Shape;737;g3ef13ed6d2a_0_107">
                <a:extLst>
                  <a:ext uri="{FF2B5EF4-FFF2-40B4-BE49-F238E27FC236}">
                    <a16:creationId xmlns:a16="http://schemas.microsoft.com/office/drawing/2014/main" id="{7DA121E5-7D23-01AC-3EBD-DEA5DFF4AD15}"/>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5" name="Google Shape;738;g3ef13ed6d2a_0_107">
                <a:extLst>
                  <a:ext uri="{FF2B5EF4-FFF2-40B4-BE49-F238E27FC236}">
                    <a16:creationId xmlns:a16="http://schemas.microsoft.com/office/drawing/2014/main" id="{57DCCF3E-2BD5-8EE9-A179-94C1C7DEF624}"/>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6" name="Google Shape;739;g3ef13ed6d2a_0_107">
                <a:extLst>
                  <a:ext uri="{FF2B5EF4-FFF2-40B4-BE49-F238E27FC236}">
                    <a16:creationId xmlns:a16="http://schemas.microsoft.com/office/drawing/2014/main" id="{5BE2E1D8-410C-C9F5-8BE2-57BC1EE44EB9}"/>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7" name="Google Shape;740;g3ef13ed6d2a_0_107">
                <a:extLst>
                  <a:ext uri="{FF2B5EF4-FFF2-40B4-BE49-F238E27FC236}">
                    <a16:creationId xmlns:a16="http://schemas.microsoft.com/office/drawing/2014/main" id="{042DB94E-C0B5-2EB7-AE3E-CE1AAEB67279}"/>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8" name="Google Shape;741;g3ef13ed6d2a_0_107">
                <a:extLst>
                  <a:ext uri="{FF2B5EF4-FFF2-40B4-BE49-F238E27FC236}">
                    <a16:creationId xmlns:a16="http://schemas.microsoft.com/office/drawing/2014/main" id="{ED08AF6E-51A0-6681-8BDD-B8AACF9D069B}"/>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5" name="Google Shape;742;g3ef13ed6d2a_0_107">
              <a:extLst>
                <a:ext uri="{FF2B5EF4-FFF2-40B4-BE49-F238E27FC236}">
                  <a16:creationId xmlns:a16="http://schemas.microsoft.com/office/drawing/2014/main" id="{31364A46-EF3B-4295-943F-365C01F35BDD}"/>
                </a:ext>
              </a:extLst>
            </p:cNvPr>
            <p:cNvGrpSpPr/>
            <p:nvPr/>
          </p:nvGrpSpPr>
          <p:grpSpPr>
            <a:xfrm>
              <a:off x="5013763" y="3283625"/>
              <a:ext cx="227775" cy="1302300"/>
              <a:chOff x="11033500" y="1841275"/>
              <a:chExt cx="227775" cy="1302300"/>
            </a:xfrm>
          </p:grpSpPr>
          <p:sp>
            <p:nvSpPr>
              <p:cNvPr id="73" name="Google Shape;743;g3ef13ed6d2a_0_107">
                <a:extLst>
                  <a:ext uri="{FF2B5EF4-FFF2-40B4-BE49-F238E27FC236}">
                    <a16:creationId xmlns:a16="http://schemas.microsoft.com/office/drawing/2014/main" id="{07F19216-7A94-E570-361C-56028357F6CA}"/>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4" name="Google Shape;744;g3ef13ed6d2a_0_107">
                <a:extLst>
                  <a:ext uri="{FF2B5EF4-FFF2-40B4-BE49-F238E27FC236}">
                    <a16:creationId xmlns:a16="http://schemas.microsoft.com/office/drawing/2014/main" id="{A85B2937-FF4B-CD83-1F1A-81E9A81EE625}"/>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5" name="Google Shape;745;g3ef13ed6d2a_0_107">
                <a:extLst>
                  <a:ext uri="{FF2B5EF4-FFF2-40B4-BE49-F238E27FC236}">
                    <a16:creationId xmlns:a16="http://schemas.microsoft.com/office/drawing/2014/main" id="{CC2D3362-D29F-0FFB-38CA-0F35D0FB479C}"/>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6" name="Google Shape;746;g3ef13ed6d2a_0_107">
                <a:extLst>
                  <a:ext uri="{FF2B5EF4-FFF2-40B4-BE49-F238E27FC236}">
                    <a16:creationId xmlns:a16="http://schemas.microsoft.com/office/drawing/2014/main" id="{90CFF5A3-5EF0-0299-C8B6-99B7EBC6C496}"/>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7" name="Google Shape;747;g3ef13ed6d2a_0_107">
                <a:extLst>
                  <a:ext uri="{FF2B5EF4-FFF2-40B4-BE49-F238E27FC236}">
                    <a16:creationId xmlns:a16="http://schemas.microsoft.com/office/drawing/2014/main" id="{22258BF5-DE69-291C-E6DE-8CFBD28BDA2F}"/>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8" name="Google Shape;748;g3ef13ed6d2a_0_107">
                <a:extLst>
                  <a:ext uri="{FF2B5EF4-FFF2-40B4-BE49-F238E27FC236}">
                    <a16:creationId xmlns:a16="http://schemas.microsoft.com/office/drawing/2014/main" id="{9A76EDFF-2756-C092-BFEA-4A60CB665CB1}"/>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9" name="Google Shape;749;g3ef13ed6d2a_0_107">
                <a:extLst>
                  <a:ext uri="{FF2B5EF4-FFF2-40B4-BE49-F238E27FC236}">
                    <a16:creationId xmlns:a16="http://schemas.microsoft.com/office/drawing/2014/main" id="{1BCD24B0-62B0-5851-36B5-710D5834EE32}"/>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80" name="Google Shape;750;g3ef13ed6d2a_0_107">
                <a:extLst>
                  <a:ext uri="{FF2B5EF4-FFF2-40B4-BE49-F238E27FC236}">
                    <a16:creationId xmlns:a16="http://schemas.microsoft.com/office/drawing/2014/main" id="{7BFF0D70-FD78-3752-C17F-09B0E81505EE}"/>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6" name="Google Shape;751;g3ef13ed6d2a_0_107">
              <a:extLst>
                <a:ext uri="{FF2B5EF4-FFF2-40B4-BE49-F238E27FC236}">
                  <a16:creationId xmlns:a16="http://schemas.microsoft.com/office/drawing/2014/main" id="{C4000C20-2363-BB16-1129-F91BF69FC237}"/>
                </a:ext>
              </a:extLst>
            </p:cNvPr>
            <p:cNvGrpSpPr/>
            <p:nvPr/>
          </p:nvGrpSpPr>
          <p:grpSpPr>
            <a:xfrm>
              <a:off x="4673763" y="3283625"/>
              <a:ext cx="227775" cy="1302300"/>
              <a:chOff x="11033500" y="1841275"/>
              <a:chExt cx="227775" cy="1302300"/>
            </a:xfrm>
          </p:grpSpPr>
          <p:sp>
            <p:nvSpPr>
              <p:cNvPr id="65" name="Google Shape;752;g3ef13ed6d2a_0_107">
                <a:extLst>
                  <a:ext uri="{FF2B5EF4-FFF2-40B4-BE49-F238E27FC236}">
                    <a16:creationId xmlns:a16="http://schemas.microsoft.com/office/drawing/2014/main" id="{C4A2783F-02E0-46E4-D071-CF2AD6D1C7B6}"/>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6" name="Google Shape;753;g3ef13ed6d2a_0_107">
                <a:extLst>
                  <a:ext uri="{FF2B5EF4-FFF2-40B4-BE49-F238E27FC236}">
                    <a16:creationId xmlns:a16="http://schemas.microsoft.com/office/drawing/2014/main" id="{3081D8F6-1558-4656-0495-A55E665CA641}"/>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7" name="Google Shape;754;g3ef13ed6d2a_0_107">
                <a:extLst>
                  <a:ext uri="{FF2B5EF4-FFF2-40B4-BE49-F238E27FC236}">
                    <a16:creationId xmlns:a16="http://schemas.microsoft.com/office/drawing/2014/main" id="{CFB18265-87E8-9E39-01FD-A6AC7725E53F}"/>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8" name="Google Shape;755;g3ef13ed6d2a_0_107">
                <a:extLst>
                  <a:ext uri="{FF2B5EF4-FFF2-40B4-BE49-F238E27FC236}">
                    <a16:creationId xmlns:a16="http://schemas.microsoft.com/office/drawing/2014/main" id="{45833A45-36A5-347D-0764-8ED10F0A0CEB}"/>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9" name="Google Shape;756;g3ef13ed6d2a_0_107">
                <a:extLst>
                  <a:ext uri="{FF2B5EF4-FFF2-40B4-BE49-F238E27FC236}">
                    <a16:creationId xmlns:a16="http://schemas.microsoft.com/office/drawing/2014/main" id="{FC497491-1F9F-2373-BDBC-D5B97DAAA2B5}"/>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0" name="Google Shape;757;g3ef13ed6d2a_0_107">
                <a:extLst>
                  <a:ext uri="{FF2B5EF4-FFF2-40B4-BE49-F238E27FC236}">
                    <a16:creationId xmlns:a16="http://schemas.microsoft.com/office/drawing/2014/main" id="{AF1FE3A3-588F-F4C7-AB0A-4F7A32ADDB79}"/>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1" name="Google Shape;758;g3ef13ed6d2a_0_107">
                <a:extLst>
                  <a:ext uri="{FF2B5EF4-FFF2-40B4-BE49-F238E27FC236}">
                    <a16:creationId xmlns:a16="http://schemas.microsoft.com/office/drawing/2014/main" id="{C6E42820-62B2-15E3-EB54-B104EBC21DA4}"/>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72" name="Google Shape;759;g3ef13ed6d2a_0_107">
                <a:extLst>
                  <a:ext uri="{FF2B5EF4-FFF2-40B4-BE49-F238E27FC236}">
                    <a16:creationId xmlns:a16="http://schemas.microsoft.com/office/drawing/2014/main" id="{C3F43F23-5D21-90CB-4925-6E0EF52913A3}"/>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7" name="Google Shape;760;g3ef13ed6d2a_0_107">
              <a:extLst>
                <a:ext uri="{FF2B5EF4-FFF2-40B4-BE49-F238E27FC236}">
                  <a16:creationId xmlns:a16="http://schemas.microsoft.com/office/drawing/2014/main" id="{E65673B9-3F5E-21F0-6435-AEEEE4F417D8}"/>
                </a:ext>
              </a:extLst>
            </p:cNvPr>
            <p:cNvGrpSpPr/>
            <p:nvPr/>
          </p:nvGrpSpPr>
          <p:grpSpPr>
            <a:xfrm>
              <a:off x="4314948" y="3283625"/>
              <a:ext cx="227775" cy="1302300"/>
              <a:chOff x="11033500" y="1841275"/>
              <a:chExt cx="227775" cy="1302300"/>
            </a:xfrm>
          </p:grpSpPr>
          <p:sp>
            <p:nvSpPr>
              <p:cNvPr id="57" name="Google Shape;761;g3ef13ed6d2a_0_107">
                <a:extLst>
                  <a:ext uri="{FF2B5EF4-FFF2-40B4-BE49-F238E27FC236}">
                    <a16:creationId xmlns:a16="http://schemas.microsoft.com/office/drawing/2014/main" id="{87AEE77C-C5A7-7D0E-CAEA-3773C1675995}"/>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8" name="Google Shape;762;g3ef13ed6d2a_0_107">
                <a:extLst>
                  <a:ext uri="{FF2B5EF4-FFF2-40B4-BE49-F238E27FC236}">
                    <a16:creationId xmlns:a16="http://schemas.microsoft.com/office/drawing/2014/main" id="{4E975965-84D7-6136-2254-2837BA0FB98B}"/>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9" name="Google Shape;763;g3ef13ed6d2a_0_107">
                <a:extLst>
                  <a:ext uri="{FF2B5EF4-FFF2-40B4-BE49-F238E27FC236}">
                    <a16:creationId xmlns:a16="http://schemas.microsoft.com/office/drawing/2014/main" id="{ACEB4168-3924-EDCB-4D46-9021278D9C3D}"/>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0" name="Google Shape;764;g3ef13ed6d2a_0_107">
                <a:extLst>
                  <a:ext uri="{FF2B5EF4-FFF2-40B4-BE49-F238E27FC236}">
                    <a16:creationId xmlns:a16="http://schemas.microsoft.com/office/drawing/2014/main" id="{A6D3B633-905C-7CC7-B70A-E19665172896}"/>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1" name="Google Shape;765;g3ef13ed6d2a_0_107">
                <a:extLst>
                  <a:ext uri="{FF2B5EF4-FFF2-40B4-BE49-F238E27FC236}">
                    <a16:creationId xmlns:a16="http://schemas.microsoft.com/office/drawing/2014/main" id="{0D0E6244-7666-7D80-0B72-BD7EADDCA481}"/>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2" name="Google Shape;766;g3ef13ed6d2a_0_107">
                <a:extLst>
                  <a:ext uri="{FF2B5EF4-FFF2-40B4-BE49-F238E27FC236}">
                    <a16:creationId xmlns:a16="http://schemas.microsoft.com/office/drawing/2014/main" id="{EE2F6230-DF66-7C16-148A-DC34EEA01D66}"/>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3" name="Google Shape;767;g3ef13ed6d2a_0_107">
                <a:extLst>
                  <a:ext uri="{FF2B5EF4-FFF2-40B4-BE49-F238E27FC236}">
                    <a16:creationId xmlns:a16="http://schemas.microsoft.com/office/drawing/2014/main" id="{771590A0-FBCF-9A2C-D677-A3809F817BD0}"/>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64" name="Google Shape;768;g3ef13ed6d2a_0_107">
                <a:extLst>
                  <a:ext uri="{FF2B5EF4-FFF2-40B4-BE49-F238E27FC236}">
                    <a16:creationId xmlns:a16="http://schemas.microsoft.com/office/drawing/2014/main" id="{39B60374-ED6F-CC96-685B-C5F778B42C8E}"/>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48" name="Google Shape;769;g3ef13ed6d2a_0_107">
              <a:extLst>
                <a:ext uri="{FF2B5EF4-FFF2-40B4-BE49-F238E27FC236}">
                  <a16:creationId xmlns:a16="http://schemas.microsoft.com/office/drawing/2014/main" id="{28D49701-B8C1-ADFD-00CD-161A65ECCAE8}"/>
                </a:ext>
              </a:extLst>
            </p:cNvPr>
            <p:cNvGrpSpPr/>
            <p:nvPr/>
          </p:nvGrpSpPr>
          <p:grpSpPr>
            <a:xfrm>
              <a:off x="3974948" y="3283625"/>
              <a:ext cx="227775" cy="1302300"/>
              <a:chOff x="11033500" y="1841275"/>
              <a:chExt cx="227775" cy="1302300"/>
            </a:xfrm>
          </p:grpSpPr>
          <p:sp>
            <p:nvSpPr>
              <p:cNvPr id="49" name="Google Shape;770;g3ef13ed6d2a_0_107">
                <a:extLst>
                  <a:ext uri="{FF2B5EF4-FFF2-40B4-BE49-F238E27FC236}">
                    <a16:creationId xmlns:a16="http://schemas.microsoft.com/office/drawing/2014/main" id="{87BB0AC1-4B41-8E7F-116D-848FD993BB64}"/>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0" name="Google Shape;771;g3ef13ed6d2a_0_107">
                <a:extLst>
                  <a:ext uri="{FF2B5EF4-FFF2-40B4-BE49-F238E27FC236}">
                    <a16:creationId xmlns:a16="http://schemas.microsoft.com/office/drawing/2014/main" id="{80281BF3-C388-F684-384C-9182A7AC1741}"/>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1" name="Google Shape;772;g3ef13ed6d2a_0_107">
                <a:extLst>
                  <a:ext uri="{FF2B5EF4-FFF2-40B4-BE49-F238E27FC236}">
                    <a16:creationId xmlns:a16="http://schemas.microsoft.com/office/drawing/2014/main" id="{1035BBAF-81C0-E218-2CDC-F8FC2ADD2604}"/>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2" name="Google Shape;773;g3ef13ed6d2a_0_107">
                <a:extLst>
                  <a:ext uri="{FF2B5EF4-FFF2-40B4-BE49-F238E27FC236}">
                    <a16:creationId xmlns:a16="http://schemas.microsoft.com/office/drawing/2014/main" id="{17E5D313-CF85-BFA7-09D8-F609E822DE81}"/>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3" name="Google Shape;774;g3ef13ed6d2a_0_107">
                <a:extLst>
                  <a:ext uri="{FF2B5EF4-FFF2-40B4-BE49-F238E27FC236}">
                    <a16:creationId xmlns:a16="http://schemas.microsoft.com/office/drawing/2014/main" id="{F1E7AD8A-F518-6679-5BF5-9D26B93DB858}"/>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4" name="Google Shape;775;g3ef13ed6d2a_0_107">
                <a:extLst>
                  <a:ext uri="{FF2B5EF4-FFF2-40B4-BE49-F238E27FC236}">
                    <a16:creationId xmlns:a16="http://schemas.microsoft.com/office/drawing/2014/main" id="{035455CF-E5A3-D03D-B178-FB7386E33B2C}"/>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5" name="Google Shape;776;g3ef13ed6d2a_0_107">
                <a:extLst>
                  <a:ext uri="{FF2B5EF4-FFF2-40B4-BE49-F238E27FC236}">
                    <a16:creationId xmlns:a16="http://schemas.microsoft.com/office/drawing/2014/main" id="{52FB953C-2FF8-7EAB-1B07-DC9AB588BFFD}"/>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56" name="Google Shape;777;g3ef13ed6d2a_0_107">
                <a:extLst>
                  <a:ext uri="{FF2B5EF4-FFF2-40B4-BE49-F238E27FC236}">
                    <a16:creationId xmlns:a16="http://schemas.microsoft.com/office/drawing/2014/main" id="{EDFE4CCD-A5E7-8243-7267-C6B957299890}"/>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grpSp>
        <p:nvGrpSpPr>
          <p:cNvPr id="177" name="Google Shape;778;g3ef13ed6d2a_0_107">
            <a:extLst>
              <a:ext uri="{FF2B5EF4-FFF2-40B4-BE49-F238E27FC236}">
                <a16:creationId xmlns:a16="http://schemas.microsoft.com/office/drawing/2014/main" id="{3FF528FF-B08A-EB48-150D-251B06E1B1BB}"/>
              </a:ext>
            </a:extLst>
          </p:cNvPr>
          <p:cNvGrpSpPr/>
          <p:nvPr/>
        </p:nvGrpSpPr>
        <p:grpSpPr>
          <a:xfrm>
            <a:off x="3436261" y="4838450"/>
            <a:ext cx="5482014" cy="1302300"/>
            <a:chOff x="3974948" y="3283625"/>
            <a:chExt cx="5482014" cy="1302300"/>
          </a:xfrm>
        </p:grpSpPr>
        <p:grpSp>
          <p:nvGrpSpPr>
            <p:cNvPr id="178" name="Google Shape;779;g3ef13ed6d2a_0_107">
              <a:extLst>
                <a:ext uri="{FF2B5EF4-FFF2-40B4-BE49-F238E27FC236}">
                  <a16:creationId xmlns:a16="http://schemas.microsoft.com/office/drawing/2014/main" id="{C2FCB32A-5DB7-FF68-2888-42A9D05E14D4}"/>
                </a:ext>
              </a:extLst>
            </p:cNvPr>
            <p:cNvGrpSpPr/>
            <p:nvPr/>
          </p:nvGrpSpPr>
          <p:grpSpPr>
            <a:xfrm>
              <a:off x="9229188" y="3283625"/>
              <a:ext cx="227775" cy="1302300"/>
              <a:chOff x="11033500" y="1841275"/>
              <a:chExt cx="227775" cy="1302300"/>
            </a:xfrm>
          </p:grpSpPr>
          <p:sp>
            <p:nvSpPr>
              <p:cNvPr id="314" name="Google Shape;780;g3ef13ed6d2a_0_107">
                <a:extLst>
                  <a:ext uri="{FF2B5EF4-FFF2-40B4-BE49-F238E27FC236}">
                    <a16:creationId xmlns:a16="http://schemas.microsoft.com/office/drawing/2014/main" id="{E9A7E582-3C86-ADAB-A100-FA82E9B0FF94}"/>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5" name="Google Shape;781;g3ef13ed6d2a_0_107">
                <a:extLst>
                  <a:ext uri="{FF2B5EF4-FFF2-40B4-BE49-F238E27FC236}">
                    <a16:creationId xmlns:a16="http://schemas.microsoft.com/office/drawing/2014/main" id="{080DA9DF-2ECA-18BC-F691-03FD1D239EE7}"/>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6" name="Google Shape;782;g3ef13ed6d2a_0_107">
                <a:extLst>
                  <a:ext uri="{FF2B5EF4-FFF2-40B4-BE49-F238E27FC236}">
                    <a16:creationId xmlns:a16="http://schemas.microsoft.com/office/drawing/2014/main" id="{E89FA69B-9ACC-2988-2A79-FD2C9BDF24DF}"/>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7" name="Google Shape;783;g3ef13ed6d2a_0_107">
                <a:extLst>
                  <a:ext uri="{FF2B5EF4-FFF2-40B4-BE49-F238E27FC236}">
                    <a16:creationId xmlns:a16="http://schemas.microsoft.com/office/drawing/2014/main" id="{A3784536-5402-3F69-FB3D-27AB2D31978A}"/>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8" name="Google Shape;784;g3ef13ed6d2a_0_107">
                <a:extLst>
                  <a:ext uri="{FF2B5EF4-FFF2-40B4-BE49-F238E27FC236}">
                    <a16:creationId xmlns:a16="http://schemas.microsoft.com/office/drawing/2014/main" id="{30005D1A-A808-C698-D3F4-661744291295}"/>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9" name="Google Shape;785;g3ef13ed6d2a_0_107">
                <a:extLst>
                  <a:ext uri="{FF2B5EF4-FFF2-40B4-BE49-F238E27FC236}">
                    <a16:creationId xmlns:a16="http://schemas.microsoft.com/office/drawing/2014/main" id="{D1D35B80-084E-6FCA-C259-877452E25C54}"/>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0" name="Google Shape;786;g3ef13ed6d2a_0_107">
                <a:extLst>
                  <a:ext uri="{FF2B5EF4-FFF2-40B4-BE49-F238E27FC236}">
                    <a16:creationId xmlns:a16="http://schemas.microsoft.com/office/drawing/2014/main" id="{C73E7E34-2A79-472A-287E-C287C7B28CBF}"/>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1" name="Google Shape;787;g3ef13ed6d2a_0_107">
                <a:extLst>
                  <a:ext uri="{FF2B5EF4-FFF2-40B4-BE49-F238E27FC236}">
                    <a16:creationId xmlns:a16="http://schemas.microsoft.com/office/drawing/2014/main" id="{955CA905-38E2-A70F-90EA-91E1037655C4}"/>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79" name="Google Shape;788;g3ef13ed6d2a_0_107">
              <a:extLst>
                <a:ext uri="{FF2B5EF4-FFF2-40B4-BE49-F238E27FC236}">
                  <a16:creationId xmlns:a16="http://schemas.microsoft.com/office/drawing/2014/main" id="{C9B5EDDB-96FA-1D68-9860-3A26ABD4F00F}"/>
                </a:ext>
              </a:extLst>
            </p:cNvPr>
            <p:cNvGrpSpPr/>
            <p:nvPr/>
          </p:nvGrpSpPr>
          <p:grpSpPr>
            <a:xfrm>
              <a:off x="8889188" y="3283625"/>
              <a:ext cx="227775" cy="1302300"/>
              <a:chOff x="11033500" y="1841275"/>
              <a:chExt cx="227775" cy="1302300"/>
            </a:xfrm>
          </p:grpSpPr>
          <p:sp>
            <p:nvSpPr>
              <p:cNvPr id="306" name="Google Shape;789;g3ef13ed6d2a_0_107">
                <a:extLst>
                  <a:ext uri="{FF2B5EF4-FFF2-40B4-BE49-F238E27FC236}">
                    <a16:creationId xmlns:a16="http://schemas.microsoft.com/office/drawing/2014/main" id="{23732E3F-6037-C84D-DE0B-3FE8C7E4DEC6}"/>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7" name="Google Shape;790;g3ef13ed6d2a_0_107">
                <a:extLst>
                  <a:ext uri="{FF2B5EF4-FFF2-40B4-BE49-F238E27FC236}">
                    <a16:creationId xmlns:a16="http://schemas.microsoft.com/office/drawing/2014/main" id="{CE22AF19-72CA-EA53-6B25-6B9AA075E11E}"/>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8" name="Google Shape;791;g3ef13ed6d2a_0_107">
                <a:extLst>
                  <a:ext uri="{FF2B5EF4-FFF2-40B4-BE49-F238E27FC236}">
                    <a16:creationId xmlns:a16="http://schemas.microsoft.com/office/drawing/2014/main" id="{4795D5DD-2B83-76BB-16CD-F5CDE6838F4A}"/>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9" name="Google Shape;792;g3ef13ed6d2a_0_107">
                <a:extLst>
                  <a:ext uri="{FF2B5EF4-FFF2-40B4-BE49-F238E27FC236}">
                    <a16:creationId xmlns:a16="http://schemas.microsoft.com/office/drawing/2014/main" id="{8E9B5D53-3FC2-1B6B-A7F4-B37D104E2139}"/>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0" name="Google Shape;793;g3ef13ed6d2a_0_107">
                <a:extLst>
                  <a:ext uri="{FF2B5EF4-FFF2-40B4-BE49-F238E27FC236}">
                    <a16:creationId xmlns:a16="http://schemas.microsoft.com/office/drawing/2014/main" id="{CB714D32-9619-C70D-C2AE-CA4F47526546}"/>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1" name="Google Shape;794;g3ef13ed6d2a_0_107">
                <a:extLst>
                  <a:ext uri="{FF2B5EF4-FFF2-40B4-BE49-F238E27FC236}">
                    <a16:creationId xmlns:a16="http://schemas.microsoft.com/office/drawing/2014/main" id="{70E3837C-756B-80DD-6620-46ADC5FBD0BA}"/>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2" name="Google Shape;795;g3ef13ed6d2a_0_107">
                <a:extLst>
                  <a:ext uri="{FF2B5EF4-FFF2-40B4-BE49-F238E27FC236}">
                    <a16:creationId xmlns:a16="http://schemas.microsoft.com/office/drawing/2014/main" id="{E19FFEC3-97EA-0660-4FEB-C582DFEB026A}"/>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13" name="Google Shape;796;g3ef13ed6d2a_0_107">
                <a:extLst>
                  <a:ext uri="{FF2B5EF4-FFF2-40B4-BE49-F238E27FC236}">
                    <a16:creationId xmlns:a16="http://schemas.microsoft.com/office/drawing/2014/main" id="{67FF8780-B6CB-4A56-5995-32570EBE22FF}"/>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0" name="Google Shape;797;g3ef13ed6d2a_0_107">
              <a:extLst>
                <a:ext uri="{FF2B5EF4-FFF2-40B4-BE49-F238E27FC236}">
                  <a16:creationId xmlns:a16="http://schemas.microsoft.com/office/drawing/2014/main" id="{C597A3FA-0242-3895-400F-CB2A32694AF6}"/>
                </a:ext>
              </a:extLst>
            </p:cNvPr>
            <p:cNvGrpSpPr/>
            <p:nvPr/>
          </p:nvGrpSpPr>
          <p:grpSpPr>
            <a:xfrm>
              <a:off x="8530373" y="3283625"/>
              <a:ext cx="227775" cy="1302300"/>
              <a:chOff x="11033500" y="1841275"/>
              <a:chExt cx="227775" cy="1302300"/>
            </a:xfrm>
          </p:grpSpPr>
          <p:sp>
            <p:nvSpPr>
              <p:cNvPr id="298" name="Google Shape;798;g3ef13ed6d2a_0_107">
                <a:extLst>
                  <a:ext uri="{FF2B5EF4-FFF2-40B4-BE49-F238E27FC236}">
                    <a16:creationId xmlns:a16="http://schemas.microsoft.com/office/drawing/2014/main" id="{385FDDAA-BC02-063A-BE64-E3834C536D97}"/>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9" name="Google Shape;799;g3ef13ed6d2a_0_107">
                <a:extLst>
                  <a:ext uri="{FF2B5EF4-FFF2-40B4-BE49-F238E27FC236}">
                    <a16:creationId xmlns:a16="http://schemas.microsoft.com/office/drawing/2014/main" id="{A1F50E6D-6947-3636-1170-0463A4850811}"/>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0" name="Google Shape;800;g3ef13ed6d2a_0_107">
                <a:extLst>
                  <a:ext uri="{FF2B5EF4-FFF2-40B4-BE49-F238E27FC236}">
                    <a16:creationId xmlns:a16="http://schemas.microsoft.com/office/drawing/2014/main" id="{EFEE38B1-CB16-5BC0-7C10-E472BD49918F}"/>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1" name="Google Shape;801;g3ef13ed6d2a_0_107">
                <a:extLst>
                  <a:ext uri="{FF2B5EF4-FFF2-40B4-BE49-F238E27FC236}">
                    <a16:creationId xmlns:a16="http://schemas.microsoft.com/office/drawing/2014/main" id="{8713DD76-0750-ACFC-64C8-2C74CF8E0743}"/>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2" name="Google Shape;802;g3ef13ed6d2a_0_107">
                <a:extLst>
                  <a:ext uri="{FF2B5EF4-FFF2-40B4-BE49-F238E27FC236}">
                    <a16:creationId xmlns:a16="http://schemas.microsoft.com/office/drawing/2014/main" id="{19289ECD-583E-078C-A23C-2D4C30CB5200}"/>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3" name="Google Shape;803;g3ef13ed6d2a_0_107">
                <a:extLst>
                  <a:ext uri="{FF2B5EF4-FFF2-40B4-BE49-F238E27FC236}">
                    <a16:creationId xmlns:a16="http://schemas.microsoft.com/office/drawing/2014/main" id="{CF613C45-C381-74F0-1EB0-CA81B1D9C2C3}"/>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4" name="Google Shape;804;g3ef13ed6d2a_0_107">
                <a:extLst>
                  <a:ext uri="{FF2B5EF4-FFF2-40B4-BE49-F238E27FC236}">
                    <a16:creationId xmlns:a16="http://schemas.microsoft.com/office/drawing/2014/main" id="{77A63E25-6DD0-B3FD-FF0B-CE901863A6AA}"/>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05" name="Google Shape;805;g3ef13ed6d2a_0_107">
                <a:extLst>
                  <a:ext uri="{FF2B5EF4-FFF2-40B4-BE49-F238E27FC236}">
                    <a16:creationId xmlns:a16="http://schemas.microsoft.com/office/drawing/2014/main" id="{C156AF96-A198-9040-BBF3-BDF63C97FE07}"/>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1" name="Google Shape;806;g3ef13ed6d2a_0_107">
              <a:extLst>
                <a:ext uri="{FF2B5EF4-FFF2-40B4-BE49-F238E27FC236}">
                  <a16:creationId xmlns:a16="http://schemas.microsoft.com/office/drawing/2014/main" id="{1DA16755-A7D5-843A-6268-AB1C56A22D42}"/>
                </a:ext>
              </a:extLst>
            </p:cNvPr>
            <p:cNvGrpSpPr/>
            <p:nvPr/>
          </p:nvGrpSpPr>
          <p:grpSpPr>
            <a:xfrm>
              <a:off x="8190373" y="3283625"/>
              <a:ext cx="227775" cy="1302300"/>
              <a:chOff x="11033500" y="1841275"/>
              <a:chExt cx="227775" cy="1302300"/>
            </a:xfrm>
          </p:grpSpPr>
          <p:sp>
            <p:nvSpPr>
              <p:cNvPr id="290" name="Google Shape;807;g3ef13ed6d2a_0_107">
                <a:extLst>
                  <a:ext uri="{FF2B5EF4-FFF2-40B4-BE49-F238E27FC236}">
                    <a16:creationId xmlns:a16="http://schemas.microsoft.com/office/drawing/2014/main" id="{97551BA0-F0A2-F687-2A2B-9653658BB36C}"/>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1" name="Google Shape;808;g3ef13ed6d2a_0_107">
                <a:extLst>
                  <a:ext uri="{FF2B5EF4-FFF2-40B4-BE49-F238E27FC236}">
                    <a16:creationId xmlns:a16="http://schemas.microsoft.com/office/drawing/2014/main" id="{4F64D0B3-4BD1-72A9-9334-1486927BA0A2}"/>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2" name="Google Shape;809;g3ef13ed6d2a_0_107">
                <a:extLst>
                  <a:ext uri="{FF2B5EF4-FFF2-40B4-BE49-F238E27FC236}">
                    <a16:creationId xmlns:a16="http://schemas.microsoft.com/office/drawing/2014/main" id="{E09AF102-2F25-84F8-F123-4E5478CC36B2}"/>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3" name="Google Shape;810;g3ef13ed6d2a_0_107">
                <a:extLst>
                  <a:ext uri="{FF2B5EF4-FFF2-40B4-BE49-F238E27FC236}">
                    <a16:creationId xmlns:a16="http://schemas.microsoft.com/office/drawing/2014/main" id="{3E90DF02-785C-C14A-BF66-1AA18FDE490C}"/>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4" name="Google Shape;811;g3ef13ed6d2a_0_107">
                <a:extLst>
                  <a:ext uri="{FF2B5EF4-FFF2-40B4-BE49-F238E27FC236}">
                    <a16:creationId xmlns:a16="http://schemas.microsoft.com/office/drawing/2014/main" id="{72B72EDF-F0C7-54A8-013B-583D6B9A7D99}"/>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5" name="Google Shape;812;g3ef13ed6d2a_0_107">
                <a:extLst>
                  <a:ext uri="{FF2B5EF4-FFF2-40B4-BE49-F238E27FC236}">
                    <a16:creationId xmlns:a16="http://schemas.microsoft.com/office/drawing/2014/main" id="{85AF1366-CC25-7C59-3765-65D4E3603482}"/>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6" name="Google Shape;813;g3ef13ed6d2a_0_107">
                <a:extLst>
                  <a:ext uri="{FF2B5EF4-FFF2-40B4-BE49-F238E27FC236}">
                    <a16:creationId xmlns:a16="http://schemas.microsoft.com/office/drawing/2014/main" id="{80CBD35A-3EE5-653B-F0E2-8180D9ED8D7C}"/>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97" name="Google Shape;814;g3ef13ed6d2a_0_107">
                <a:extLst>
                  <a:ext uri="{FF2B5EF4-FFF2-40B4-BE49-F238E27FC236}">
                    <a16:creationId xmlns:a16="http://schemas.microsoft.com/office/drawing/2014/main" id="{0AF469CF-131D-733F-FA33-D9932B5421A1}"/>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2" name="Google Shape;815;g3ef13ed6d2a_0_107">
              <a:extLst>
                <a:ext uri="{FF2B5EF4-FFF2-40B4-BE49-F238E27FC236}">
                  <a16:creationId xmlns:a16="http://schemas.microsoft.com/office/drawing/2014/main" id="{B6352A3D-25FD-4D5B-5B43-84738D55806E}"/>
                </a:ext>
              </a:extLst>
            </p:cNvPr>
            <p:cNvGrpSpPr/>
            <p:nvPr/>
          </p:nvGrpSpPr>
          <p:grpSpPr>
            <a:xfrm>
              <a:off x="7810888" y="3283625"/>
              <a:ext cx="227775" cy="1302300"/>
              <a:chOff x="11033500" y="1841275"/>
              <a:chExt cx="227775" cy="1302300"/>
            </a:xfrm>
          </p:grpSpPr>
          <p:sp>
            <p:nvSpPr>
              <p:cNvPr id="282" name="Google Shape;816;g3ef13ed6d2a_0_107">
                <a:extLst>
                  <a:ext uri="{FF2B5EF4-FFF2-40B4-BE49-F238E27FC236}">
                    <a16:creationId xmlns:a16="http://schemas.microsoft.com/office/drawing/2014/main" id="{9C3F6405-BE79-2F19-3C25-28386C1AD893}"/>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3" name="Google Shape;817;g3ef13ed6d2a_0_107">
                <a:extLst>
                  <a:ext uri="{FF2B5EF4-FFF2-40B4-BE49-F238E27FC236}">
                    <a16:creationId xmlns:a16="http://schemas.microsoft.com/office/drawing/2014/main" id="{9FACA5B5-E57B-72ED-8F20-B3812F838F2D}"/>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4" name="Google Shape;818;g3ef13ed6d2a_0_107">
                <a:extLst>
                  <a:ext uri="{FF2B5EF4-FFF2-40B4-BE49-F238E27FC236}">
                    <a16:creationId xmlns:a16="http://schemas.microsoft.com/office/drawing/2014/main" id="{03970235-41E5-132F-982A-4A19D499C697}"/>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5" name="Google Shape;819;g3ef13ed6d2a_0_107">
                <a:extLst>
                  <a:ext uri="{FF2B5EF4-FFF2-40B4-BE49-F238E27FC236}">
                    <a16:creationId xmlns:a16="http://schemas.microsoft.com/office/drawing/2014/main" id="{179E2857-984F-3820-D6A9-9701BD0690FA}"/>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6" name="Google Shape;820;g3ef13ed6d2a_0_107">
                <a:extLst>
                  <a:ext uri="{FF2B5EF4-FFF2-40B4-BE49-F238E27FC236}">
                    <a16:creationId xmlns:a16="http://schemas.microsoft.com/office/drawing/2014/main" id="{0537C457-2D12-3CB7-B239-A369F4887663}"/>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7" name="Google Shape;821;g3ef13ed6d2a_0_107">
                <a:extLst>
                  <a:ext uri="{FF2B5EF4-FFF2-40B4-BE49-F238E27FC236}">
                    <a16:creationId xmlns:a16="http://schemas.microsoft.com/office/drawing/2014/main" id="{E6A94898-D710-ACD9-D50F-A61350AD5C67}"/>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8" name="Google Shape;822;g3ef13ed6d2a_0_107">
                <a:extLst>
                  <a:ext uri="{FF2B5EF4-FFF2-40B4-BE49-F238E27FC236}">
                    <a16:creationId xmlns:a16="http://schemas.microsoft.com/office/drawing/2014/main" id="{2E13EAD2-11C8-8FF3-13CA-560791D4B7B3}"/>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9" name="Google Shape;823;g3ef13ed6d2a_0_107">
                <a:extLst>
                  <a:ext uri="{FF2B5EF4-FFF2-40B4-BE49-F238E27FC236}">
                    <a16:creationId xmlns:a16="http://schemas.microsoft.com/office/drawing/2014/main" id="{EDBC6302-D397-5906-8A84-04128D716876}"/>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3" name="Google Shape;824;g3ef13ed6d2a_0_107">
              <a:extLst>
                <a:ext uri="{FF2B5EF4-FFF2-40B4-BE49-F238E27FC236}">
                  <a16:creationId xmlns:a16="http://schemas.microsoft.com/office/drawing/2014/main" id="{3B34AAEF-BC05-5203-1AB4-7CF00D0D53DF}"/>
                </a:ext>
              </a:extLst>
            </p:cNvPr>
            <p:cNvGrpSpPr/>
            <p:nvPr/>
          </p:nvGrpSpPr>
          <p:grpSpPr>
            <a:xfrm>
              <a:off x="7470888" y="3283625"/>
              <a:ext cx="227775" cy="1302300"/>
              <a:chOff x="11033500" y="1841275"/>
              <a:chExt cx="227775" cy="1302300"/>
            </a:xfrm>
          </p:grpSpPr>
          <p:sp>
            <p:nvSpPr>
              <p:cNvPr id="274" name="Google Shape;825;g3ef13ed6d2a_0_107">
                <a:extLst>
                  <a:ext uri="{FF2B5EF4-FFF2-40B4-BE49-F238E27FC236}">
                    <a16:creationId xmlns:a16="http://schemas.microsoft.com/office/drawing/2014/main" id="{ECEC4E03-BAD4-798B-2859-3A7ECF1726C1}"/>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5" name="Google Shape;826;g3ef13ed6d2a_0_107">
                <a:extLst>
                  <a:ext uri="{FF2B5EF4-FFF2-40B4-BE49-F238E27FC236}">
                    <a16:creationId xmlns:a16="http://schemas.microsoft.com/office/drawing/2014/main" id="{9203A90C-7247-EE5D-1F3F-C7575D26A32D}"/>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6" name="Google Shape;827;g3ef13ed6d2a_0_107">
                <a:extLst>
                  <a:ext uri="{FF2B5EF4-FFF2-40B4-BE49-F238E27FC236}">
                    <a16:creationId xmlns:a16="http://schemas.microsoft.com/office/drawing/2014/main" id="{487B8CF0-01A4-059E-9AFE-1CAD922BF613}"/>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7" name="Google Shape;828;g3ef13ed6d2a_0_107">
                <a:extLst>
                  <a:ext uri="{FF2B5EF4-FFF2-40B4-BE49-F238E27FC236}">
                    <a16:creationId xmlns:a16="http://schemas.microsoft.com/office/drawing/2014/main" id="{88566DDD-C003-3656-7A90-3FA2C7413E67}"/>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8" name="Google Shape;829;g3ef13ed6d2a_0_107">
                <a:extLst>
                  <a:ext uri="{FF2B5EF4-FFF2-40B4-BE49-F238E27FC236}">
                    <a16:creationId xmlns:a16="http://schemas.microsoft.com/office/drawing/2014/main" id="{25510594-183D-23DE-41B2-6CBA9415B6E5}"/>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9" name="Google Shape;830;g3ef13ed6d2a_0_107">
                <a:extLst>
                  <a:ext uri="{FF2B5EF4-FFF2-40B4-BE49-F238E27FC236}">
                    <a16:creationId xmlns:a16="http://schemas.microsoft.com/office/drawing/2014/main" id="{1FDA8FBC-21AA-0917-9035-77E42A01ECAC}"/>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0" name="Google Shape;831;g3ef13ed6d2a_0_107">
                <a:extLst>
                  <a:ext uri="{FF2B5EF4-FFF2-40B4-BE49-F238E27FC236}">
                    <a16:creationId xmlns:a16="http://schemas.microsoft.com/office/drawing/2014/main" id="{1960B80D-0F7F-C39B-0284-7F61F8969E56}"/>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81" name="Google Shape;832;g3ef13ed6d2a_0_107">
                <a:extLst>
                  <a:ext uri="{FF2B5EF4-FFF2-40B4-BE49-F238E27FC236}">
                    <a16:creationId xmlns:a16="http://schemas.microsoft.com/office/drawing/2014/main" id="{347E0BBF-2F96-2B44-D30E-1DC33779FD77}"/>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4" name="Google Shape;833;g3ef13ed6d2a_0_107">
              <a:extLst>
                <a:ext uri="{FF2B5EF4-FFF2-40B4-BE49-F238E27FC236}">
                  <a16:creationId xmlns:a16="http://schemas.microsoft.com/office/drawing/2014/main" id="{73AE2E05-6537-E943-ABD5-C0D7E367CC28}"/>
                </a:ext>
              </a:extLst>
            </p:cNvPr>
            <p:cNvGrpSpPr/>
            <p:nvPr/>
          </p:nvGrpSpPr>
          <p:grpSpPr>
            <a:xfrm>
              <a:off x="7112073" y="3283625"/>
              <a:ext cx="227775" cy="1302300"/>
              <a:chOff x="11033500" y="1841275"/>
              <a:chExt cx="227775" cy="1302300"/>
            </a:xfrm>
          </p:grpSpPr>
          <p:sp>
            <p:nvSpPr>
              <p:cNvPr id="266" name="Google Shape;834;g3ef13ed6d2a_0_107">
                <a:extLst>
                  <a:ext uri="{FF2B5EF4-FFF2-40B4-BE49-F238E27FC236}">
                    <a16:creationId xmlns:a16="http://schemas.microsoft.com/office/drawing/2014/main" id="{D5C0595F-AA99-6384-D3D2-A96CF6C99EF3}"/>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7" name="Google Shape;835;g3ef13ed6d2a_0_107">
                <a:extLst>
                  <a:ext uri="{FF2B5EF4-FFF2-40B4-BE49-F238E27FC236}">
                    <a16:creationId xmlns:a16="http://schemas.microsoft.com/office/drawing/2014/main" id="{7930FA1F-2B03-9518-D303-A3D689C424E0}"/>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8" name="Google Shape;836;g3ef13ed6d2a_0_107">
                <a:extLst>
                  <a:ext uri="{FF2B5EF4-FFF2-40B4-BE49-F238E27FC236}">
                    <a16:creationId xmlns:a16="http://schemas.microsoft.com/office/drawing/2014/main" id="{BC3467CF-169D-A0D9-C35E-A531DC690B85}"/>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9" name="Google Shape;837;g3ef13ed6d2a_0_107">
                <a:extLst>
                  <a:ext uri="{FF2B5EF4-FFF2-40B4-BE49-F238E27FC236}">
                    <a16:creationId xmlns:a16="http://schemas.microsoft.com/office/drawing/2014/main" id="{5FB01DAF-2BA3-11C0-562B-1BDE7BBD7F57}"/>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0" name="Google Shape;838;g3ef13ed6d2a_0_107">
                <a:extLst>
                  <a:ext uri="{FF2B5EF4-FFF2-40B4-BE49-F238E27FC236}">
                    <a16:creationId xmlns:a16="http://schemas.microsoft.com/office/drawing/2014/main" id="{E78A6CCD-1949-FCEA-E8EA-68E1D5E68AC4}"/>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1" name="Google Shape;839;g3ef13ed6d2a_0_107">
                <a:extLst>
                  <a:ext uri="{FF2B5EF4-FFF2-40B4-BE49-F238E27FC236}">
                    <a16:creationId xmlns:a16="http://schemas.microsoft.com/office/drawing/2014/main" id="{E2C68812-A505-A076-7B60-EE872A919C54}"/>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2" name="Google Shape;840;g3ef13ed6d2a_0_107">
                <a:extLst>
                  <a:ext uri="{FF2B5EF4-FFF2-40B4-BE49-F238E27FC236}">
                    <a16:creationId xmlns:a16="http://schemas.microsoft.com/office/drawing/2014/main" id="{473AFE40-8C83-DC86-176E-1F82169C63D2}"/>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73" name="Google Shape;841;g3ef13ed6d2a_0_107">
                <a:extLst>
                  <a:ext uri="{FF2B5EF4-FFF2-40B4-BE49-F238E27FC236}">
                    <a16:creationId xmlns:a16="http://schemas.microsoft.com/office/drawing/2014/main" id="{AD972820-2BDD-BEA4-F2E5-E69A2B6EDF40}"/>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5" name="Google Shape;842;g3ef13ed6d2a_0_107">
              <a:extLst>
                <a:ext uri="{FF2B5EF4-FFF2-40B4-BE49-F238E27FC236}">
                  <a16:creationId xmlns:a16="http://schemas.microsoft.com/office/drawing/2014/main" id="{53290C1A-DE30-B2A4-B017-535616543675}"/>
                </a:ext>
              </a:extLst>
            </p:cNvPr>
            <p:cNvGrpSpPr/>
            <p:nvPr/>
          </p:nvGrpSpPr>
          <p:grpSpPr>
            <a:xfrm>
              <a:off x="6772073" y="3283625"/>
              <a:ext cx="227775" cy="1302300"/>
              <a:chOff x="11033500" y="1841275"/>
              <a:chExt cx="227775" cy="1302300"/>
            </a:xfrm>
          </p:grpSpPr>
          <p:sp>
            <p:nvSpPr>
              <p:cNvPr id="258" name="Google Shape;843;g3ef13ed6d2a_0_107">
                <a:extLst>
                  <a:ext uri="{FF2B5EF4-FFF2-40B4-BE49-F238E27FC236}">
                    <a16:creationId xmlns:a16="http://schemas.microsoft.com/office/drawing/2014/main" id="{0339E57F-496F-D28F-3F1B-29A685A42E5D}"/>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9" name="Google Shape;844;g3ef13ed6d2a_0_107">
                <a:extLst>
                  <a:ext uri="{FF2B5EF4-FFF2-40B4-BE49-F238E27FC236}">
                    <a16:creationId xmlns:a16="http://schemas.microsoft.com/office/drawing/2014/main" id="{A26B101D-BE35-0420-21CC-6262DE13373E}"/>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0" name="Google Shape;845;g3ef13ed6d2a_0_107">
                <a:extLst>
                  <a:ext uri="{FF2B5EF4-FFF2-40B4-BE49-F238E27FC236}">
                    <a16:creationId xmlns:a16="http://schemas.microsoft.com/office/drawing/2014/main" id="{1D4C02E5-08EA-A4E7-3E0A-75971134AA6C}"/>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1" name="Google Shape;846;g3ef13ed6d2a_0_107">
                <a:extLst>
                  <a:ext uri="{FF2B5EF4-FFF2-40B4-BE49-F238E27FC236}">
                    <a16:creationId xmlns:a16="http://schemas.microsoft.com/office/drawing/2014/main" id="{24F810B1-F97C-6B88-9345-74D5E02DC1F1}"/>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2" name="Google Shape;847;g3ef13ed6d2a_0_107">
                <a:extLst>
                  <a:ext uri="{FF2B5EF4-FFF2-40B4-BE49-F238E27FC236}">
                    <a16:creationId xmlns:a16="http://schemas.microsoft.com/office/drawing/2014/main" id="{36233DDF-069F-763F-3D9D-D4F257F9500D}"/>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3" name="Google Shape;848;g3ef13ed6d2a_0_107">
                <a:extLst>
                  <a:ext uri="{FF2B5EF4-FFF2-40B4-BE49-F238E27FC236}">
                    <a16:creationId xmlns:a16="http://schemas.microsoft.com/office/drawing/2014/main" id="{B5396371-DDAC-407A-6A7E-97C6576C2C0C}"/>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4" name="Google Shape;849;g3ef13ed6d2a_0_107">
                <a:extLst>
                  <a:ext uri="{FF2B5EF4-FFF2-40B4-BE49-F238E27FC236}">
                    <a16:creationId xmlns:a16="http://schemas.microsoft.com/office/drawing/2014/main" id="{F68AC0F7-5C14-8F21-6154-6F9E153FBC3D}"/>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65" name="Google Shape;850;g3ef13ed6d2a_0_107">
                <a:extLst>
                  <a:ext uri="{FF2B5EF4-FFF2-40B4-BE49-F238E27FC236}">
                    <a16:creationId xmlns:a16="http://schemas.microsoft.com/office/drawing/2014/main" id="{F7ECCBCE-5416-4821-1752-098566E40906}"/>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6" name="Google Shape;851;g3ef13ed6d2a_0_107">
              <a:extLst>
                <a:ext uri="{FF2B5EF4-FFF2-40B4-BE49-F238E27FC236}">
                  <a16:creationId xmlns:a16="http://schemas.microsoft.com/office/drawing/2014/main" id="{0A221D8A-F869-63E2-5E7C-0AB86E4156F1}"/>
                </a:ext>
              </a:extLst>
            </p:cNvPr>
            <p:cNvGrpSpPr/>
            <p:nvPr/>
          </p:nvGrpSpPr>
          <p:grpSpPr>
            <a:xfrm>
              <a:off x="6432063" y="3283625"/>
              <a:ext cx="227775" cy="1302300"/>
              <a:chOff x="11033500" y="1841275"/>
              <a:chExt cx="227775" cy="1302300"/>
            </a:xfrm>
          </p:grpSpPr>
          <p:sp>
            <p:nvSpPr>
              <p:cNvPr id="250" name="Google Shape;852;g3ef13ed6d2a_0_107">
                <a:extLst>
                  <a:ext uri="{FF2B5EF4-FFF2-40B4-BE49-F238E27FC236}">
                    <a16:creationId xmlns:a16="http://schemas.microsoft.com/office/drawing/2014/main" id="{574D410F-CFDB-656A-F4A1-5F4966AD6128}"/>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1" name="Google Shape;853;g3ef13ed6d2a_0_107">
                <a:extLst>
                  <a:ext uri="{FF2B5EF4-FFF2-40B4-BE49-F238E27FC236}">
                    <a16:creationId xmlns:a16="http://schemas.microsoft.com/office/drawing/2014/main" id="{A8C98B9C-46AE-A0F7-3BCC-BFC5D423EC12}"/>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2" name="Google Shape;854;g3ef13ed6d2a_0_107">
                <a:extLst>
                  <a:ext uri="{FF2B5EF4-FFF2-40B4-BE49-F238E27FC236}">
                    <a16:creationId xmlns:a16="http://schemas.microsoft.com/office/drawing/2014/main" id="{1C7398A1-C28C-1668-3BBB-B027554283C6}"/>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3" name="Google Shape;855;g3ef13ed6d2a_0_107">
                <a:extLst>
                  <a:ext uri="{FF2B5EF4-FFF2-40B4-BE49-F238E27FC236}">
                    <a16:creationId xmlns:a16="http://schemas.microsoft.com/office/drawing/2014/main" id="{2A0B92AB-AAF6-D291-FA68-8B549D8C2A48}"/>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4" name="Google Shape;856;g3ef13ed6d2a_0_107">
                <a:extLst>
                  <a:ext uri="{FF2B5EF4-FFF2-40B4-BE49-F238E27FC236}">
                    <a16:creationId xmlns:a16="http://schemas.microsoft.com/office/drawing/2014/main" id="{0CBBDF62-73AD-52F1-6C42-64C17B73AB8E}"/>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5" name="Google Shape;857;g3ef13ed6d2a_0_107">
                <a:extLst>
                  <a:ext uri="{FF2B5EF4-FFF2-40B4-BE49-F238E27FC236}">
                    <a16:creationId xmlns:a16="http://schemas.microsoft.com/office/drawing/2014/main" id="{61BC5334-DDCD-8DB1-460E-1CB48199E19E}"/>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6" name="Google Shape;858;g3ef13ed6d2a_0_107">
                <a:extLst>
                  <a:ext uri="{FF2B5EF4-FFF2-40B4-BE49-F238E27FC236}">
                    <a16:creationId xmlns:a16="http://schemas.microsoft.com/office/drawing/2014/main" id="{28B8C1C7-C0CB-249E-098C-E58FF772E46E}"/>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57" name="Google Shape;859;g3ef13ed6d2a_0_107">
                <a:extLst>
                  <a:ext uri="{FF2B5EF4-FFF2-40B4-BE49-F238E27FC236}">
                    <a16:creationId xmlns:a16="http://schemas.microsoft.com/office/drawing/2014/main" id="{D8841663-7BFB-2667-B2C5-052BBE08BE15}"/>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7" name="Google Shape;860;g3ef13ed6d2a_0_107">
              <a:extLst>
                <a:ext uri="{FF2B5EF4-FFF2-40B4-BE49-F238E27FC236}">
                  <a16:creationId xmlns:a16="http://schemas.microsoft.com/office/drawing/2014/main" id="{9520F517-DF1B-805D-C933-EB299471CDED}"/>
                </a:ext>
              </a:extLst>
            </p:cNvPr>
            <p:cNvGrpSpPr/>
            <p:nvPr/>
          </p:nvGrpSpPr>
          <p:grpSpPr>
            <a:xfrm>
              <a:off x="6092063" y="3283625"/>
              <a:ext cx="227775" cy="1302300"/>
              <a:chOff x="11033500" y="1841275"/>
              <a:chExt cx="227775" cy="1302300"/>
            </a:xfrm>
          </p:grpSpPr>
          <p:sp>
            <p:nvSpPr>
              <p:cNvPr id="242" name="Google Shape;861;g3ef13ed6d2a_0_107">
                <a:extLst>
                  <a:ext uri="{FF2B5EF4-FFF2-40B4-BE49-F238E27FC236}">
                    <a16:creationId xmlns:a16="http://schemas.microsoft.com/office/drawing/2014/main" id="{2BF9B34C-B435-1FA6-1B37-D4E462059AF4}"/>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3" name="Google Shape;862;g3ef13ed6d2a_0_107">
                <a:extLst>
                  <a:ext uri="{FF2B5EF4-FFF2-40B4-BE49-F238E27FC236}">
                    <a16:creationId xmlns:a16="http://schemas.microsoft.com/office/drawing/2014/main" id="{14E881DE-64EA-B06F-23A4-379854741022}"/>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4" name="Google Shape;863;g3ef13ed6d2a_0_107">
                <a:extLst>
                  <a:ext uri="{FF2B5EF4-FFF2-40B4-BE49-F238E27FC236}">
                    <a16:creationId xmlns:a16="http://schemas.microsoft.com/office/drawing/2014/main" id="{12D62761-D9A0-09EB-2AFC-7645B5A6EE6E}"/>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5" name="Google Shape;864;g3ef13ed6d2a_0_107">
                <a:extLst>
                  <a:ext uri="{FF2B5EF4-FFF2-40B4-BE49-F238E27FC236}">
                    <a16:creationId xmlns:a16="http://schemas.microsoft.com/office/drawing/2014/main" id="{A8678484-21B0-9561-5AE1-29B5F732D931}"/>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6" name="Google Shape;865;g3ef13ed6d2a_0_107">
                <a:extLst>
                  <a:ext uri="{FF2B5EF4-FFF2-40B4-BE49-F238E27FC236}">
                    <a16:creationId xmlns:a16="http://schemas.microsoft.com/office/drawing/2014/main" id="{C9F8BDF2-1415-A953-F416-982CA9BE113B}"/>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7" name="Google Shape;866;g3ef13ed6d2a_0_107">
                <a:extLst>
                  <a:ext uri="{FF2B5EF4-FFF2-40B4-BE49-F238E27FC236}">
                    <a16:creationId xmlns:a16="http://schemas.microsoft.com/office/drawing/2014/main" id="{9C555762-3EC5-20A6-4A58-7AED617DCA0C}"/>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8" name="Google Shape;867;g3ef13ed6d2a_0_107">
                <a:extLst>
                  <a:ext uri="{FF2B5EF4-FFF2-40B4-BE49-F238E27FC236}">
                    <a16:creationId xmlns:a16="http://schemas.microsoft.com/office/drawing/2014/main" id="{81A05137-948B-8A81-7F5C-1E20123077D2}"/>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9" name="Google Shape;868;g3ef13ed6d2a_0_107">
                <a:extLst>
                  <a:ext uri="{FF2B5EF4-FFF2-40B4-BE49-F238E27FC236}">
                    <a16:creationId xmlns:a16="http://schemas.microsoft.com/office/drawing/2014/main" id="{263FF81B-9560-87D3-0849-41688AD85B6F}"/>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8" name="Google Shape;869;g3ef13ed6d2a_0_107">
              <a:extLst>
                <a:ext uri="{FF2B5EF4-FFF2-40B4-BE49-F238E27FC236}">
                  <a16:creationId xmlns:a16="http://schemas.microsoft.com/office/drawing/2014/main" id="{55A4FDF8-2C7E-7CDC-0ED0-FB1BA6324710}"/>
                </a:ext>
              </a:extLst>
            </p:cNvPr>
            <p:cNvGrpSpPr/>
            <p:nvPr/>
          </p:nvGrpSpPr>
          <p:grpSpPr>
            <a:xfrm>
              <a:off x="5733248" y="3283625"/>
              <a:ext cx="227775" cy="1302300"/>
              <a:chOff x="11033500" y="1841275"/>
              <a:chExt cx="227775" cy="1302300"/>
            </a:xfrm>
          </p:grpSpPr>
          <p:sp>
            <p:nvSpPr>
              <p:cNvPr id="234" name="Google Shape;870;g3ef13ed6d2a_0_107">
                <a:extLst>
                  <a:ext uri="{FF2B5EF4-FFF2-40B4-BE49-F238E27FC236}">
                    <a16:creationId xmlns:a16="http://schemas.microsoft.com/office/drawing/2014/main" id="{85CA45FD-2D3B-2F47-E14D-EAC2BDB73CE5}"/>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5" name="Google Shape;871;g3ef13ed6d2a_0_107">
                <a:extLst>
                  <a:ext uri="{FF2B5EF4-FFF2-40B4-BE49-F238E27FC236}">
                    <a16:creationId xmlns:a16="http://schemas.microsoft.com/office/drawing/2014/main" id="{FB3B6086-AC76-1011-3168-6A66D5D5EB71}"/>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6" name="Google Shape;872;g3ef13ed6d2a_0_107">
                <a:extLst>
                  <a:ext uri="{FF2B5EF4-FFF2-40B4-BE49-F238E27FC236}">
                    <a16:creationId xmlns:a16="http://schemas.microsoft.com/office/drawing/2014/main" id="{A8C70CB9-33B6-1C7D-2698-66FAE0D6E851}"/>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7" name="Google Shape;873;g3ef13ed6d2a_0_107">
                <a:extLst>
                  <a:ext uri="{FF2B5EF4-FFF2-40B4-BE49-F238E27FC236}">
                    <a16:creationId xmlns:a16="http://schemas.microsoft.com/office/drawing/2014/main" id="{2811CA71-2677-0247-FE22-3EF16487B683}"/>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8" name="Google Shape;874;g3ef13ed6d2a_0_107">
                <a:extLst>
                  <a:ext uri="{FF2B5EF4-FFF2-40B4-BE49-F238E27FC236}">
                    <a16:creationId xmlns:a16="http://schemas.microsoft.com/office/drawing/2014/main" id="{48890DB9-5584-CAAA-32DC-6DE5E23174C1}"/>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9" name="Google Shape;875;g3ef13ed6d2a_0_107">
                <a:extLst>
                  <a:ext uri="{FF2B5EF4-FFF2-40B4-BE49-F238E27FC236}">
                    <a16:creationId xmlns:a16="http://schemas.microsoft.com/office/drawing/2014/main" id="{0BD37B63-2107-3586-DCE9-B4C2595520CB}"/>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0" name="Google Shape;876;g3ef13ed6d2a_0_107">
                <a:extLst>
                  <a:ext uri="{FF2B5EF4-FFF2-40B4-BE49-F238E27FC236}">
                    <a16:creationId xmlns:a16="http://schemas.microsoft.com/office/drawing/2014/main" id="{349A4520-CB43-C22A-1747-98383CCCCC46}"/>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41" name="Google Shape;877;g3ef13ed6d2a_0_107">
                <a:extLst>
                  <a:ext uri="{FF2B5EF4-FFF2-40B4-BE49-F238E27FC236}">
                    <a16:creationId xmlns:a16="http://schemas.microsoft.com/office/drawing/2014/main" id="{68817C75-8D9D-656B-AE6B-F63A5ACA8788}"/>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89" name="Google Shape;878;g3ef13ed6d2a_0_107">
              <a:extLst>
                <a:ext uri="{FF2B5EF4-FFF2-40B4-BE49-F238E27FC236}">
                  <a16:creationId xmlns:a16="http://schemas.microsoft.com/office/drawing/2014/main" id="{7909F8BF-3060-680D-BBC5-6F774DDF08AF}"/>
                </a:ext>
              </a:extLst>
            </p:cNvPr>
            <p:cNvGrpSpPr/>
            <p:nvPr/>
          </p:nvGrpSpPr>
          <p:grpSpPr>
            <a:xfrm>
              <a:off x="5393248" y="3283625"/>
              <a:ext cx="227775" cy="1302300"/>
              <a:chOff x="11033500" y="1841275"/>
              <a:chExt cx="227775" cy="1302300"/>
            </a:xfrm>
          </p:grpSpPr>
          <p:sp>
            <p:nvSpPr>
              <p:cNvPr id="226" name="Google Shape;879;g3ef13ed6d2a_0_107">
                <a:extLst>
                  <a:ext uri="{FF2B5EF4-FFF2-40B4-BE49-F238E27FC236}">
                    <a16:creationId xmlns:a16="http://schemas.microsoft.com/office/drawing/2014/main" id="{9DDE1D5E-99BB-FB1C-19AA-80E786E6F117}"/>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7" name="Google Shape;880;g3ef13ed6d2a_0_107">
                <a:extLst>
                  <a:ext uri="{FF2B5EF4-FFF2-40B4-BE49-F238E27FC236}">
                    <a16:creationId xmlns:a16="http://schemas.microsoft.com/office/drawing/2014/main" id="{DFEBEF53-3A04-BCE2-A24C-43B73DE9668F}"/>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8" name="Google Shape;881;g3ef13ed6d2a_0_107">
                <a:extLst>
                  <a:ext uri="{FF2B5EF4-FFF2-40B4-BE49-F238E27FC236}">
                    <a16:creationId xmlns:a16="http://schemas.microsoft.com/office/drawing/2014/main" id="{20E18247-E56C-E9F9-D486-92E6B5E0DA82}"/>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9" name="Google Shape;882;g3ef13ed6d2a_0_107">
                <a:extLst>
                  <a:ext uri="{FF2B5EF4-FFF2-40B4-BE49-F238E27FC236}">
                    <a16:creationId xmlns:a16="http://schemas.microsoft.com/office/drawing/2014/main" id="{8D9E67DF-6A5E-15E9-4676-4168890977CC}"/>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0" name="Google Shape;883;g3ef13ed6d2a_0_107">
                <a:extLst>
                  <a:ext uri="{FF2B5EF4-FFF2-40B4-BE49-F238E27FC236}">
                    <a16:creationId xmlns:a16="http://schemas.microsoft.com/office/drawing/2014/main" id="{70C576DC-4F0C-BE54-66C8-27F202F4D130}"/>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1" name="Google Shape;884;g3ef13ed6d2a_0_107">
                <a:extLst>
                  <a:ext uri="{FF2B5EF4-FFF2-40B4-BE49-F238E27FC236}">
                    <a16:creationId xmlns:a16="http://schemas.microsoft.com/office/drawing/2014/main" id="{D5497FC1-74F6-6466-477A-D71C4EAE3F56}"/>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2" name="Google Shape;885;g3ef13ed6d2a_0_107">
                <a:extLst>
                  <a:ext uri="{FF2B5EF4-FFF2-40B4-BE49-F238E27FC236}">
                    <a16:creationId xmlns:a16="http://schemas.microsoft.com/office/drawing/2014/main" id="{C29CD7A0-A037-7C9B-0C4F-2657AD0DD459}"/>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3" name="Google Shape;886;g3ef13ed6d2a_0_107">
                <a:extLst>
                  <a:ext uri="{FF2B5EF4-FFF2-40B4-BE49-F238E27FC236}">
                    <a16:creationId xmlns:a16="http://schemas.microsoft.com/office/drawing/2014/main" id="{CCE1F1F9-07AA-94B4-D97C-4FF18EC673BE}"/>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90" name="Google Shape;887;g3ef13ed6d2a_0_107">
              <a:extLst>
                <a:ext uri="{FF2B5EF4-FFF2-40B4-BE49-F238E27FC236}">
                  <a16:creationId xmlns:a16="http://schemas.microsoft.com/office/drawing/2014/main" id="{290EF7C5-6447-0201-788B-14802C41FAAD}"/>
                </a:ext>
              </a:extLst>
            </p:cNvPr>
            <p:cNvGrpSpPr/>
            <p:nvPr/>
          </p:nvGrpSpPr>
          <p:grpSpPr>
            <a:xfrm>
              <a:off x="5013763" y="3283625"/>
              <a:ext cx="227775" cy="1302300"/>
              <a:chOff x="11033500" y="1841275"/>
              <a:chExt cx="227775" cy="1302300"/>
            </a:xfrm>
          </p:grpSpPr>
          <p:sp>
            <p:nvSpPr>
              <p:cNvPr id="218" name="Google Shape;888;g3ef13ed6d2a_0_107">
                <a:extLst>
                  <a:ext uri="{FF2B5EF4-FFF2-40B4-BE49-F238E27FC236}">
                    <a16:creationId xmlns:a16="http://schemas.microsoft.com/office/drawing/2014/main" id="{A1D8651B-6CDA-B207-8049-764789513D30}"/>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9" name="Google Shape;889;g3ef13ed6d2a_0_107">
                <a:extLst>
                  <a:ext uri="{FF2B5EF4-FFF2-40B4-BE49-F238E27FC236}">
                    <a16:creationId xmlns:a16="http://schemas.microsoft.com/office/drawing/2014/main" id="{A54F2C46-5208-C979-69FF-7DD4B5D648CE}"/>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0" name="Google Shape;890;g3ef13ed6d2a_0_107">
                <a:extLst>
                  <a:ext uri="{FF2B5EF4-FFF2-40B4-BE49-F238E27FC236}">
                    <a16:creationId xmlns:a16="http://schemas.microsoft.com/office/drawing/2014/main" id="{B65A0688-8697-86AE-20E9-F5CD0AB9C5F7}"/>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1" name="Google Shape;891;g3ef13ed6d2a_0_107">
                <a:extLst>
                  <a:ext uri="{FF2B5EF4-FFF2-40B4-BE49-F238E27FC236}">
                    <a16:creationId xmlns:a16="http://schemas.microsoft.com/office/drawing/2014/main" id="{6D96671C-B293-252F-02B1-D714029162DE}"/>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2" name="Google Shape;892;g3ef13ed6d2a_0_107">
                <a:extLst>
                  <a:ext uri="{FF2B5EF4-FFF2-40B4-BE49-F238E27FC236}">
                    <a16:creationId xmlns:a16="http://schemas.microsoft.com/office/drawing/2014/main" id="{5532BBA9-9000-C182-99C9-5C83E86DAAB9}"/>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3" name="Google Shape;893;g3ef13ed6d2a_0_107">
                <a:extLst>
                  <a:ext uri="{FF2B5EF4-FFF2-40B4-BE49-F238E27FC236}">
                    <a16:creationId xmlns:a16="http://schemas.microsoft.com/office/drawing/2014/main" id="{4B0C3F22-69B4-6C17-5766-C27B19240BEB}"/>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4" name="Google Shape;894;g3ef13ed6d2a_0_107">
                <a:extLst>
                  <a:ext uri="{FF2B5EF4-FFF2-40B4-BE49-F238E27FC236}">
                    <a16:creationId xmlns:a16="http://schemas.microsoft.com/office/drawing/2014/main" id="{5525CE6B-5EA6-23F5-1C78-77E5D3092636}"/>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5" name="Google Shape;895;g3ef13ed6d2a_0_107">
                <a:extLst>
                  <a:ext uri="{FF2B5EF4-FFF2-40B4-BE49-F238E27FC236}">
                    <a16:creationId xmlns:a16="http://schemas.microsoft.com/office/drawing/2014/main" id="{4A95280D-AE4A-F195-CBAE-DF6252273A0F}"/>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91" name="Google Shape;896;g3ef13ed6d2a_0_107">
              <a:extLst>
                <a:ext uri="{FF2B5EF4-FFF2-40B4-BE49-F238E27FC236}">
                  <a16:creationId xmlns:a16="http://schemas.microsoft.com/office/drawing/2014/main" id="{7275D2E7-20C8-1746-5DAC-E599DEC68EEE}"/>
                </a:ext>
              </a:extLst>
            </p:cNvPr>
            <p:cNvGrpSpPr/>
            <p:nvPr/>
          </p:nvGrpSpPr>
          <p:grpSpPr>
            <a:xfrm>
              <a:off x="4673763" y="3283625"/>
              <a:ext cx="227775" cy="1302300"/>
              <a:chOff x="11033500" y="1841275"/>
              <a:chExt cx="227775" cy="1302300"/>
            </a:xfrm>
          </p:grpSpPr>
          <p:sp>
            <p:nvSpPr>
              <p:cNvPr id="210" name="Google Shape;897;g3ef13ed6d2a_0_107">
                <a:extLst>
                  <a:ext uri="{FF2B5EF4-FFF2-40B4-BE49-F238E27FC236}">
                    <a16:creationId xmlns:a16="http://schemas.microsoft.com/office/drawing/2014/main" id="{5F626567-CB81-00F8-4250-655D895D1C2B}"/>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1" name="Google Shape;898;g3ef13ed6d2a_0_107">
                <a:extLst>
                  <a:ext uri="{FF2B5EF4-FFF2-40B4-BE49-F238E27FC236}">
                    <a16:creationId xmlns:a16="http://schemas.microsoft.com/office/drawing/2014/main" id="{F9A97803-D61F-E498-292F-4332640A71BE}"/>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2" name="Google Shape;899;g3ef13ed6d2a_0_107">
                <a:extLst>
                  <a:ext uri="{FF2B5EF4-FFF2-40B4-BE49-F238E27FC236}">
                    <a16:creationId xmlns:a16="http://schemas.microsoft.com/office/drawing/2014/main" id="{F466366C-CCD7-E094-160A-4414B78D0850}"/>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3" name="Google Shape;900;g3ef13ed6d2a_0_107">
                <a:extLst>
                  <a:ext uri="{FF2B5EF4-FFF2-40B4-BE49-F238E27FC236}">
                    <a16:creationId xmlns:a16="http://schemas.microsoft.com/office/drawing/2014/main" id="{03C16405-8EAE-6DA1-1042-D80F89B2532D}"/>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4" name="Google Shape;901;g3ef13ed6d2a_0_107">
                <a:extLst>
                  <a:ext uri="{FF2B5EF4-FFF2-40B4-BE49-F238E27FC236}">
                    <a16:creationId xmlns:a16="http://schemas.microsoft.com/office/drawing/2014/main" id="{E8784A92-632F-A8D9-7BE0-A6CE50628436}"/>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5" name="Google Shape;902;g3ef13ed6d2a_0_107">
                <a:extLst>
                  <a:ext uri="{FF2B5EF4-FFF2-40B4-BE49-F238E27FC236}">
                    <a16:creationId xmlns:a16="http://schemas.microsoft.com/office/drawing/2014/main" id="{B44AE54C-5957-C187-D980-8FAEF0F8B24B}"/>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6" name="Google Shape;903;g3ef13ed6d2a_0_107">
                <a:extLst>
                  <a:ext uri="{FF2B5EF4-FFF2-40B4-BE49-F238E27FC236}">
                    <a16:creationId xmlns:a16="http://schemas.microsoft.com/office/drawing/2014/main" id="{32A4BA7C-5CE1-3AB8-E226-9E0B84297A0C}"/>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17" name="Google Shape;904;g3ef13ed6d2a_0_107">
                <a:extLst>
                  <a:ext uri="{FF2B5EF4-FFF2-40B4-BE49-F238E27FC236}">
                    <a16:creationId xmlns:a16="http://schemas.microsoft.com/office/drawing/2014/main" id="{BB135698-885C-EFCD-9814-7BF0E5CEC262}"/>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92" name="Google Shape;905;g3ef13ed6d2a_0_107">
              <a:extLst>
                <a:ext uri="{FF2B5EF4-FFF2-40B4-BE49-F238E27FC236}">
                  <a16:creationId xmlns:a16="http://schemas.microsoft.com/office/drawing/2014/main" id="{E5DB60C6-8DA4-E1AF-BE4F-3FA3F099B4D1}"/>
                </a:ext>
              </a:extLst>
            </p:cNvPr>
            <p:cNvGrpSpPr/>
            <p:nvPr/>
          </p:nvGrpSpPr>
          <p:grpSpPr>
            <a:xfrm>
              <a:off x="4314948" y="3283625"/>
              <a:ext cx="227775" cy="1302300"/>
              <a:chOff x="11033500" y="1841275"/>
              <a:chExt cx="227775" cy="1302300"/>
            </a:xfrm>
          </p:grpSpPr>
          <p:sp>
            <p:nvSpPr>
              <p:cNvPr id="202" name="Google Shape;906;g3ef13ed6d2a_0_107">
                <a:extLst>
                  <a:ext uri="{FF2B5EF4-FFF2-40B4-BE49-F238E27FC236}">
                    <a16:creationId xmlns:a16="http://schemas.microsoft.com/office/drawing/2014/main" id="{E04A5B9F-206E-4CAA-61C3-85C2AC46C7B5}"/>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3" name="Google Shape;907;g3ef13ed6d2a_0_107">
                <a:extLst>
                  <a:ext uri="{FF2B5EF4-FFF2-40B4-BE49-F238E27FC236}">
                    <a16:creationId xmlns:a16="http://schemas.microsoft.com/office/drawing/2014/main" id="{075364F2-D787-EED3-C416-7A1B95821BA5}"/>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4" name="Google Shape;908;g3ef13ed6d2a_0_107">
                <a:extLst>
                  <a:ext uri="{FF2B5EF4-FFF2-40B4-BE49-F238E27FC236}">
                    <a16:creationId xmlns:a16="http://schemas.microsoft.com/office/drawing/2014/main" id="{89F8034A-94FD-1162-1032-F8FDA4C5EB4B}"/>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5" name="Google Shape;909;g3ef13ed6d2a_0_107">
                <a:extLst>
                  <a:ext uri="{FF2B5EF4-FFF2-40B4-BE49-F238E27FC236}">
                    <a16:creationId xmlns:a16="http://schemas.microsoft.com/office/drawing/2014/main" id="{B100E101-2725-DABF-D184-A080EE6B4312}"/>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6" name="Google Shape;910;g3ef13ed6d2a_0_107">
                <a:extLst>
                  <a:ext uri="{FF2B5EF4-FFF2-40B4-BE49-F238E27FC236}">
                    <a16:creationId xmlns:a16="http://schemas.microsoft.com/office/drawing/2014/main" id="{F6E81F5D-7233-1122-C644-2BCB27DFBD0D}"/>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7" name="Google Shape;911;g3ef13ed6d2a_0_107">
                <a:extLst>
                  <a:ext uri="{FF2B5EF4-FFF2-40B4-BE49-F238E27FC236}">
                    <a16:creationId xmlns:a16="http://schemas.microsoft.com/office/drawing/2014/main" id="{329ACB44-729F-0985-992A-70A3970EB808}"/>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8" name="Google Shape;912;g3ef13ed6d2a_0_107">
                <a:extLst>
                  <a:ext uri="{FF2B5EF4-FFF2-40B4-BE49-F238E27FC236}">
                    <a16:creationId xmlns:a16="http://schemas.microsoft.com/office/drawing/2014/main" id="{3EBAF266-4E42-4A40-E362-C14733CCE195}"/>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9" name="Google Shape;913;g3ef13ed6d2a_0_107">
                <a:extLst>
                  <a:ext uri="{FF2B5EF4-FFF2-40B4-BE49-F238E27FC236}">
                    <a16:creationId xmlns:a16="http://schemas.microsoft.com/office/drawing/2014/main" id="{ED6025CE-4ACF-FFB7-8415-592426E145D6}"/>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93" name="Google Shape;914;g3ef13ed6d2a_0_107">
              <a:extLst>
                <a:ext uri="{FF2B5EF4-FFF2-40B4-BE49-F238E27FC236}">
                  <a16:creationId xmlns:a16="http://schemas.microsoft.com/office/drawing/2014/main" id="{337018B8-D3D3-B8EA-F252-FAFD2379F3A2}"/>
                </a:ext>
              </a:extLst>
            </p:cNvPr>
            <p:cNvGrpSpPr/>
            <p:nvPr/>
          </p:nvGrpSpPr>
          <p:grpSpPr>
            <a:xfrm>
              <a:off x="3974948" y="3283625"/>
              <a:ext cx="227775" cy="1302300"/>
              <a:chOff x="11033500" y="1841275"/>
              <a:chExt cx="227775" cy="1302300"/>
            </a:xfrm>
          </p:grpSpPr>
          <p:sp>
            <p:nvSpPr>
              <p:cNvPr id="194" name="Google Shape;915;g3ef13ed6d2a_0_107">
                <a:extLst>
                  <a:ext uri="{FF2B5EF4-FFF2-40B4-BE49-F238E27FC236}">
                    <a16:creationId xmlns:a16="http://schemas.microsoft.com/office/drawing/2014/main" id="{3FBF3189-E94D-F5AB-585E-E9B17EDEE9E1}"/>
                  </a:ext>
                </a:extLst>
              </p:cNvPr>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95" name="Google Shape;916;g3ef13ed6d2a_0_107">
                <a:extLst>
                  <a:ext uri="{FF2B5EF4-FFF2-40B4-BE49-F238E27FC236}">
                    <a16:creationId xmlns:a16="http://schemas.microsoft.com/office/drawing/2014/main" id="{1BA80892-C230-DCD8-DC18-9D9E915B3509}"/>
                  </a:ext>
                </a:extLst>
              </p:cNvPr>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96" name="Google Shape;917;g3ef13ed6d2a_0_107">
                <a:extLst>
                  <a:ext uri="{FF2B5EF4-FFF2-40B4-BE49-F238E27FC236}">
                    <a16:creationId xmlns:a16="http://schemas.microsoft.com/office/drawing/2014/main" id="{E0729BC1-3F21-E212-CEEC-385F1EE6BF50}"/>
                  </a:ext>
                </a:extLst>
              </p:cNvPr>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97" name="Google Shape;918;g3ef13ed6d2a_0_107">
                <a:extLst>
                  <a:ext uri="{FF2B5EF4-FFF2-40B4-BE49-F238E27FC236}">
                    <a16:creationId xmlns:a16="http://schemas.microsoft.com/office/drawing/2014/main" id="{DC08E245-16D7-268B-5F8E-436B010682CB}"/>
                  </a:ext>
                </a:extLst>
              </p:cNvPr>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98" name="Google Shape;919;g3ef13ed6d2a_0_107">
                <a:extLst>
                  <a:ext uri="{FF2B5EF4-FFF2-40B4-BE49-F238E27FC236}">
                    <a16:creationId xmlns:a16="http://schemas.microsoft.com/office/drawing/2014/main" id="{62BCD6FA-0F0C-66A7-724E-CA09FA324DFD}"/>
                  </a:ext>
                </a:extLst>
              </p:cNvPr>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99" name="Google Shape;920;g3ef13ed6d2a_0_107">
                <a:extLst>
                  <a:ext uri="{FF2B5EF4-FFF2-40B4-BE49-F238E27FC236}">
                    <a16:creationId xmlns:a16="http://schemas.microsoft.com/office/drawing/2014/main" id="{28154957-DC86-44CF-C43C-902B65878CFC}"/>
                  </a:ext>
                </a:extLst>
              </p:cNvPr>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0" name="Google Shape;921;g3ef13ed6d2a_0_107">
                <a:extLst>
                  <a:ext uri="{FF2B5EF4-FFF2-40B4-BE49-F238E27FC236}">
                    <a16:creationId xmlns:a16="http://schemas.microsoft.com/office/drawing/2014/main" id="{BCE9F8E3-490C-FAF5-91B5-2DACCBEED953}"/>
                  </a:ext>
                </a:extLst>
              </p:cNvPr>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01" name="Google Shape;922;g3ef13ed6d2a_0_107">
                <a:extLst>
                  <a:ext uri="{FF2B5EF4-FFF2-40B4-BE49-F238E27FC236}">
                    <a16:creationId xmlns:a16="http://schemas.microsoft.com/office/drawing/2014/main" id="{9FD77758-C1C1-81FB-9049-05D842F9D0D9}"/>
                  </a:ext>
                </a:extLst>
              </p:cNvPr>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grpSp>
        <p:nvGrpSpPr>
          <p:cNvPr id="322" name="Google Shape;923;g3ef13ed6d2a_0_107">
            <a:extLst>
              <a:ext uri="{FF2B5EF4-FFF2-40B4-BE49-F238E27FC236}">
                <a16:creationId xmlns:a16="http://schemas.microsoft.com/office/drawing/2014/main" id="{8A0C1F2F-7F4F-F0BA-3F65-17F6BABCB114}"/>
              </a:ext>
            </a:extLst>
          </p:cNvPr>
          <p:cNvGrpSpPr/>
          <p:nvPr/>
        </p:nvGrpSpPr>
        <p:grpSpPr>
          <a:xfrm>
            <a:off x="2428712" y="2891125"/>
            <a:ext cx="227775" cy="1302300"/>
            <a:chOff x="11033500" y="1841275"/>
            <a:chExt cx="227775" cy="1302300"/>
          </a:xfrm>
        </p:grpSpPr>
        <p:sp>
          <p:nvSpPr>
            <p:cNvPr id="323" name="Google Shape;924;g3ef13ed6d2a_0_107">
              <a:extLst>
                <a:ext uri="{FF2B5EF4-FFF2-40B4-BE49-F238E27FC236}">
                  <a16:creationId xmlns:a16="http://schemas.microsoft.com/office/drawing/2014/main" id="{CC61F1AA-3C71-6F67-E1E3-22B49EE96D8D}"/>
                </a:ext>
              </a:extLst>
            </p:cNvPr>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4" name="Google Shape;925;g3ef13ed6d2a_0_107">
              <a:extLst>
                <a:ext uri="{FF2B5EF4-FFF2-40B4-BE49-F238E27FC236}">
                  <a16:creationId xmlns:a16="http://schemas.microsoft.com/office/drawing/2014/main" id="{7C580A21-2247-EFA3-1AD3-62E96EF4A7E1}"/>
                </a:ext>
              </a:extLst>
            </p:cNvPr>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5" name="Google Shape;926;g3ef13ed6d2a_0_107">
              <a:extLst>
                <a:ext uri="{FF2B5EF4-FFF2-40B4-BE49-F238E27FC236}">
                  <a16:creationId xmlns:a16="http://schemas.microsoft.com/office/drawing/2014/main" id="{FF772FCD-34CD-8DFD-6AC8-30066B649E26}"/>
                </a:ext>
              </a:extLst>
            </p:cNvPr>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6" name="Google Shape;927;g3ef13ed6d2a_0_107">
              <a:extLst>
                <a:ext uri="{FF2B5EF4-FFF2-40B4-BE49-F238E27FC236}">
                  <a16:creationId xmlns:a16="http://schemas.microsoft.com/office/drawing/2014/main" id="{C9CA0FF3-C3E1-D089-A830-6A97D2C2A396}"/>
                </a:ext>
              </a:extLst>
            </p:cNvPr>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7" name="Google Shape;928;g3ef13ed6d2a_0_107">
              <a:extLst>
                <a:ext uri="{FF2B5EF4-FFF2-40B4-BE49-F238E27FC236}">
                  <a16:creationId xmlns:a16="http://schemas.microsoft.com/office/drawing/2014/main" id="{700989C5-FCE5-3066-178A-FFE566DDC3C9}"/>
                </a:ext>
              </a:extLst>
            </p:cNvPr>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8" name="Google Shape;929;g3ef13ed6d2a_0_107">
              <a:extLst>
                <a:ext uri="{FF2B5EF4-FFF2-40B4-BE49-F238E27FC236}">
                  <a16:creationId xmlns:a16="http://schemas.microsoft.com/office/drawing/2014/main" id="{89CFF1C3-8003-7A21-946F-276541A2023B}"/>
                </a:ext>
              </a:extLst>
            </p:cNvPr>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29" name="Google Shape;930;g3ef13ed6d2a_0_107">
              <a:extLst>
                <a:ext uri="{FF2B5EF4-FFF2-40B4-BE49-F238E27FC236}">
                  <a16:creationId xmlns:a16="http://schemas.microsoft.com/office/drawing/2014/main" id="{8DFBDAD0-29A8-D7F2-DE4E-DCCA4C19140C}"/>
                </a:ext>
              </a:extLst>
            </p:cNvPr>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0" name="Google Shape;931;g3ef13ed6d2a_0_107">
              <a:extLst>
                <a:ext uri="{FF2B5EF4-FFF2-40B4-BE49-F238E27FC236}">
                  <a16:creationId xmlns:a16="http://schemas.microsoft.com/office/drawing/2014/main" id="{53B1F17A-DF7F-466F-1775-B2991FD99D1D}"/>
                </a:ext>
              </a:extLst>
            </p:cNvPr>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31" name="Google Shape;932;g3ef13ed6d2a_0_107">
            <a:extLst>
              <a:ext uri="{FF2B5EF4-FFF2-40B4-BE49-F238E27FC236}">
                <a16:creationId xmlns:a16="http://schemas.microsoft.com/office/drawing/2014/main" id="{DA5521DC-E361-71A5-718F-2AF44D8A974B}"/>
              </a:ext>
            </a:extLst>
          </p:cNvPr>
          <p:cNvGrpSpPr/>
          <p:nvPr/>
        </p:nvGrpSpPr>
        <p:grpSpPr>
          <a:xfrm>
            <a:off x="2789787" y="2891125"/>
            <a:ext cx="227775" cy="1302300"/>
            <a:chOff x="11033500" y="1841275"/>
            <a:chExt cx="227775" cy="1302300"/>
          </a:xfrm>
        </p:grpSpPr>
        <p:sp>
          <p:nvSpPr>
            <p:cNvPr id="332" name="Google Shape;933;g3ef13ed6d2a_0_107">
              <a:extLst>
                <a:ext uri="{FF2B5EF4-FFF2-40B4-BE49-F238E27FC236}">
                  <a16:creationId xmlns:a16="http://schemas.microsoft.com/office/drawing/2014/main" id="{75ADF296-2161-EC5C-00FC-E5E8D5486BD5}"/>
                </a:ext>
              </a:extLst>
            </p:cNvPr>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3" name="Google Shape;934;g3ef13ed6d2a_0_107">
              <a:extLst>
                <a:ext uri="{FF2B5EF4-FFF2-40B4-BE49-F238E27FC236}">
                  <a16:creationId xmlns:a16="http://schemas.microsoft.com/office/drawing/2014/main" id="{2C19412D-6317-E3D4-0740-422C080FDDAD}"/>
                </a:ext>
              </a:extLst>
            </p:cNvPr>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4" name="Google Shape;935;g3ef13ed6d2a_0_107">
              <a:extLst>
                <a:ext uri="{FF2B5EF4-FFF2-40B4-BE49-F238E27FC236}">
                  <a16:creationId xmlns:a16="http://schemas.microsoft.com/office/drawing/2014/main" id="{59A7977C-4B70-2D7C-A134-0C5DDBBBA59A}"/>
                </a:ext>
              </a:extLst>
            </p:cNvPr>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5" name="Google Shape;936;g3ef13ed6d2a_0_107">
              <a:extLst>
                <a:ext uri="{FF2B5EF4-FFF2-40B4-BE49-F238E27FC236}">
                  <a16:creationId xmlns:a16="http://schemas.microsoft.com/office/drawing/2014/main" id="{E690DF9A-D31B-BDB8-D7B3-861377F4E4F3}"/>
                </a:ext>
              </a:extLst>
            </p:cNvPr>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6" name="Google Shape;937;g3ef13ed6d2a_0_107">
              <a:extLst>
                <a:ext uri="{FF2B5EF4-FFF2-40B4-BE49-F238E27FC236}">
                  <a16:creationId xmlns:a16="http://schemas.microsoft.com/office/drawing/2014/main" id="{0BDE9EAA-8120-6266-23A6-E91AC3E06607}"/>
                </a:ext>
              </a:extLst>
            </p:cNvPr>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7" name="Google Shape;938;g3ef13ed6d2a_0_107">
              <a:extLst>
                <a:ext uri="{FF2B5EF4-FFF2-40B4-BE49-F238E27FC236}">
                  <a16:creationId xmlns:a16="http://schemas.microsoft.com/office/drawing/2014/main" id="{20A4B202-FCFF-9EA3-9646-50C2E7DA878C}"/>
                </a:ext>
              </a:extLst>
            </p:cNvPr>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8" name="Google Shape;939;g3ef13ed6d2a_0_107">
              <a:extLst>
                <a:ext uri="{FF2B5EF4-FFF2-40B4-BE49-F238E27FC236}">
                  <a16:creationId xmlns:a16="http://schemas.microsoft.com/office/drawing/2014/main" id="{DD05F6FE-4C61-6B33-A507-82B67C6D0585}"/>
                </a:ext>
              </a:extLst>
            </p:cNvPr>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39" name="Google Shape;940;g3ef13ed6d2a_0_107">
              <a:extLst>
                <a:ext uri="{FF2B5EF4-FFF2-40B4-BE49-F238E27FC236}">
                  <a16:creationId xmlns:a16="http://schemas.microsoft.com/office/drawing/2014/main" id="{0E18D1DF-5842-5F73-2C80-976FF336954E}"/>
                </a:ext>
              </a:extLst>
            </p:cNvPr>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40" name="Google Shape;941;g3ef13ed6d2a_0_107">
            <a:extLst>
              <a:ext uri="{FF2B5EF4-FFF2-40B4-BE49-F238E27FC236}">
                <a16:creationId xmlns:a16="http://schemas.microsoft.com/office/drawing/2014/main" id="{A413A80B-8F26-84A0-E623-C940EB9C077C}"/>
              </a:ext>
            </a:extLst>
          </p:cNvPr>
          <p:cNvGrpSpPr/>
          <p:nvPr/>
        </p:nvGrpSpPr>
        <p:grpSpPr>
          <a:xfrm>
            <a:off x="2420962" y="4838450"/>
            <a:ext cx="227775" cy="1302300"/>
            <a:chOff x="11033500" y="1841275"/>
            <a:chExt cx="227775" cy="1302300"/>
          </a:xfrm>
        </p:grpSpPr>
        <p:sp>
          <p:nvSpPr>
            <p:cNvPr id="341" name="Google Shape;942;g3ef13ed6d2a_0_107">
              <a:extLst>
                <a:ext uri="{FF2B5EF4-FFF2-40B4-BE49-F238E27FC236}">
                  <a16:creationId xmlns:a16="http://schemas.microsoft.com/office/drawing/2014/main" id="{00A1FBB9-3851-CF5C-C051-5B7AAFC45816}"/>
                </a:ext>
              </a:extLst>
            </p:cNvPr>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2" name="Google Shape;943;g3ef13ed6d2a_0_107">
              <a:extLst>
                <a:ext uri="{FF2B5EF4-FFF2-40B4-BE49-F238E27FC236}">
                  <a16:creationId xmlns:a16="http://schemas.microsoft.com/office/drawing/2014/main" id="{87F283D1-287A-F779-7899-F8A05F3E2C28}"/>
                </a:ext>
              </a:extLst>
            </p:cNvPr>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3" name="Google Shape;944;g3ef13ed6d2a_0_107">
              <a:extLst>
                <a:ext uri="{FF2B5EF4-FFF2-40B4-BE49-F238E27FC236}">
                  <a16:creationId xmlns:a16="http://schemas.microsoft.com/office/drawing/2014/main" id="{F33D2D31-2E37-0204-4D24-A543FD6CEA4C}"/>
                </a:ext>
              </a:extLst>
            </p:cNvPr>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4" name="Google Shape;945;g3ef13ed6d2a_0_107">
              <a:extLst>
                <a:ext uri="{FF2B5EF4-FFF2-40B4-BE49-F238E27FC236}">
                  <a16:creationId xmlns:a16="http://schemas.microsoft.com/office/drawing/2014/main" id="{3A964021-D684-12CF-9D46-B909526E410E}"/>
                </a:ext>
              </a:extLst>
            </p:cNvPr>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5" name="Google Shape;946;g3ef13ed6d2a_0_107">
              <a:extLst>
                <a:ext uri="{FF2B5EF4-FFF2-40B4-BE49-F238E27FC236}">
                  <a16:creationId xmlns:a16="http://schemas.microsoft.com/office/drawing/2014/main" id="{D045772D-6F96-8FB6-5B3C-F78A84550692}"/>
                </a:ext>
              </a:extLst>
            </p:cNvPr>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6" name="Google Shape;947;g3ef13ed6d2a_0_107">
              <a:extLst>
                <a:ext uri="{FF2B5EF4-FFF2-40B4-BE49-F238E27FC236}">
                  <a16:creationId xmlns:a16="http://schemas.microsoft.com/office/drawing/2014/main" id="{D2E9AAB3-430E-CC57-9DA8-BF3868C4881E}"/>
                </a:ext>
              </a:extLst>
            </p:cNvPr>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7" name="Google Shape;948;g3ef13ed6d2a_0_107">
              <a:extLst>
                <a:ext uri="{FF2B5EF4-FFF2-40B4-BE49-F238E27FC236}">
                  <a16:creationId xmlns:a16="http://schemas.microsoft.com/office/drawing/2014/main" id="{F2DB5F7D-C836-990E-D8BD-A50804E44EF7}"/>
                </a:ext>
              </a:extLst>
            </p:cNvPr>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48" name="Google Shape;949;g3ef13ed6d2a_0_107">
              <a:extLst>
                <a:ext uri="{FF2B5EF4-FFF2-40B4-BE49-F238E27FC236}">
                  <a16:creationId xmlns:a16="http://schemas.microsoft.com/office/drawing/2014/main" id="{7748FE69-2AA7-5B37-7F80-E9B4C3CE66FE}"/>
                </a:ext>
              </a:extLst>
            </p:cNvPr>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349" name="Google Shape;950;g3ef13ed6d2a_0_107">
            <a:extLst>
              <a:ext uri="{FF2B5EF4-FFF2-40B4-BE49-F238E27FC236}">
                <a16:creationId xmlns:a16="http://schemas.microsoft.com/office/drawing/2014/main" id="{441FF621-FFCD-D60E-7D81-673767DEC798}"/>
              </a:ext>
            </a:extLst>
          </p:cNvPr>
          <p:cNvGrpSpPr/>
          <p:nvPr/>
        </p:nvGrpSpPr>
        <p:grpSpPr>
          <a:xfrm>
            <a:off x="2782037" y="4838450"/>
            <a:ext cx="227775" cy="1302300"/>
            <a:chOff x="11033500" y="1841275"/>
            <a:chExt cx="227775" cy="1302300"/>
          </a:xfrm>
        </p:grpSpPr>
        <p:sp>
          <p:nvSpPr>
            <p:cNvPr id="350" name="Google Shape;951;g3ef13ed6d2a_0_107">
              <a:extLst>
                <a:ext uri="{FF2B5EF4-FFF2-40B4-BE49-F238E27FC236}">
                  <a16:creationId xmlns:a16="http://schemas.microsoft.com/office/drawing/2014/main" id="{505D65B6-B0F7-0FF6-A281-977AAF2A9449}"/>
                </a:ext>
              </a:extLst>
            </p:cNvPr>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51" name="Google Shape;952;g3ef13ed6d2a_0_107">
              <a:extLst>
                <a:ext uri="{FF2B5EF4-FFF2-40B4-BE49-F238E27FC236}">
                  <a16:creationId xmlns:a16="http://schemas.microsoft.com/office/drawing/2014/main" id="{69326B85-30FA-1A04-49C6-01C6298A67C8}"/>
                </a:ext>
              </a:extLst>
            </p:cNvPr>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52" name="Google Shape;953;g3ef13ed6d2a_0_107">
              <a:extLst>
                <a:ext uri="{FF2B5EF4-FFF2-40B4-BE49-F238E27FC236}">
                  <a16:creationId xmlns:a16="http://schemas.microsoft.com/office/drawing/2014/main" id="{71F6651C-2D6F-2BB5-A467-F843474A028B}"/>
                </a:ext>
              </a:extLst>
            </p:cNvPr>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53" name="Google Shape;954;g3ef13ed6d2a_0_107">
              <a:extLst>
                <a:ext uri="{FF2B5EF4-FFF2-40B4-BE49-F238E27FC236}">
                  <a16:creationId xmlns:a16="http://schemas.microsoft.com/office/drawing/2014/main" id="{32EDDE3C-E800-480E-4ED8-5EF82CEAA3C3}"/>
                </a:ext>
              </a:extLst>
            </p:cNvPr>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54" name="Google Shape;955;g3ef13ed6d2a_0_107">
              <a:extLst>
                <a:ext uri="{FF2B5EF4-FFF2-40B4-BE49-F238E27FC236}">
                  <a16:creationId xmlns:a16="http://schemas.microsoft.com/office/drawing/2014/main" id="{8EB5A669-6A63-9F40-F8F0-A6D84330C7D8}"/>
                </a:ext>
              </a:extLst>
            </p:cNvPr>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55" name="Google Shape;956;g3ef13ed6d2a_0_107">
              <a:extLst>
                <a:ext uri="{FF2B5EF4-FFF2-40B4-BE49-F238E27FC236}">
                  <a16:creationId xmlns:a16="http://schemas.microsoft.com/office/drawing/2014/main" id="{DA469FA3-535D-E890-B06F-4253B56B0A33}"/>
                </a:ext>
              </a:extLst>
            </p:cNvPr>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56" name="Google Shape;957;g3ef13ed6d2a_0_107">
              <a:extLst>
                <a:ext uri="{FF2B5EF4-FFF2-40B4-BE49-F238E27FC236}">
                  <a16:creationId xmlns:a16="http://schemas.microsoft.com/office/drawing/2014/main" id="{2B2F8E85-0F12-BC61-7CF6-AFBC63CD76A5}"/>
                </a:ext>
              </a:extLst>
            </p:cNvPr>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357" name="Google Shape;958;g3ef13ed6d2a_0_107">
              <a:extLst>
                <a:ext uri="{FF2B5EF4-FFF2-40B4-BE49-F238E27FC236}">
                  <a16:creationId xmlns:a16="http://schemas.microsoft.com/office/drawing/2014/main" id="{A6639F44-94C2-0330-1290-CC62E4E73023}"/>
                </a:ext>
              </a:extLst>
            </p:cNvPr>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spTree>
    <p:extLst>
      <p:ext uri="{BB962C8B-B14F-4D97-AF65-F5344CB8AC3E}">
        <p14:creationId xmlns:p14="http://schemas.microsoft.com/office/powerpoint/2010/main" val="1091794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D8CF6-EC0B-D42F-F461-5E9508926FA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73E5FC-44CF-49EF-0DF4-244B79390D15}"/>
              </a:ext>
            </a:extLst>
          </p:cNvPr>
          <p:cNvSpPr>
            <a:spLocks noGrp="1"/>
          </p:cNvSpPr>
          <p:nvPr>
            <p:ph type="sldNum" sz="quarter" idx="12"/>
          </p:nvPr>
        </p:nvSpPr>
        <p:spPr/>
        <p:txBody>
          <a:bodyPr/>
          <a:lstStyle/>
          <a:p>
            <a:fld id="{D5244C39-EA1C-4830-B3FA-E06130CB504B}" type="slidenum">
              <a:rPr lang="en-US" smtClean="0"/>
              <a:pPr/>
              <a:t>14</a:t>
            </a:fld>
            <a:endParaRPr lang="en-US"/>
          </a:p>
        </p:txBody>
      </p:sp>
      <p:sp>
        <p:nvSpPr>
          <p:cNvPr id="4" name="Title 3">
            <a:extLst>
              <a:ext uri="{FF2B5EF4-FFF2-40B4-BE49-F238E27FC236}">
                <a16:creationId xmlns:a16="http://schemas.microsoft.com/office/drawing/2014/main" id="{ADE432C6-9E0D-3FDA-8F82-CDA376C20339}"/>
              </a:ext>
            </a:extLst>
          </p:cNvPr>
          <p:cNvSpPr>
            <a:spLocks noGrp="1"/>
          </p:cNvSpPr>
          <p:nvPr>
            <p:ph type="title"/>
          </p:nvPr>
        </p:nvSpPr>
        <p:spPr/>
        <p:txBody>
          <a:bodyPr/>
          <a:lstStyle/>
          <a:p>
            <a:r>
              <a:rPr lang="en-US" dirty="0"/>
              <a:t>Technique 1: Codeword Merge</a:t>
            </a:r>
          </a:p>
        </p:txBody>
      </p:sp>
      <p:sp>
        <p:nvSpPr>
          <p:cNvPr id="963" name="Google Shape;963;g3ef13ed6d2a_0_175"/>
          <p:cNvSpPr/>
          <p:nvPr/>
        </p:nvSpPr>
        <p:spPr>
          <a:xfrm>
            <a:off x="2037150" y="2420775"/>
            <a:ext cx="7841700" cy="4098600"/>
          </a:xfrm>
          <a:prstGeom prst="rect">
            <a:avLst/>
          </a:prstGeom>
          <a:solidFill>
            <a:srgbClr val="D8D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78" name="Google Shape;978;g3ef13ed6d2a_0_175"/>
          <p:cNvSpPr/>
          <p:nvPr/>
        </p:nvSpPr>
        <p:spPr>
          <a:xfrm>
            <a:off x="2253625" y="2702725"/>
            <a:ext cx="6928200" cy="3528000"/>
          </a:xfrm>
          <a:prstGeom prst="rect">
            <a:avLst/>
          </a:prstGeom>
          <a:solidFill>
            <a:schemeClr val="lt2"/>
          </a:solidFill>
          <a:ln w="38100" cap="flat" cmpd="sng">
            <a:solidFill>
              <a:srgbClr val="1A1A1A"/>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79" name="Google Shape;979;g3ef13ed6d2a_0_175"/>
          <p:cNvSpPr txBox="1"/>
          <p:nvPr/>
        </p:nvSpPr>
        <p:spPr>
          <a:xfrm>
            <a:off x="3388550" y="6597400"/>
            <a:ext cx="7373100" cy="365400"/>
          </a:xfrm>
          <a:prstGeom prst="rect">
            <a:avLst/>
          </a:prstGeom>
          <a:noFill/>
          <a:ln>
            <a:noFill/>
          </a:ln>
        </p:spPr>
        <p:txBody>
          <a:bodyPr spcFirstLastPara="1" wrap="square" lIns="91425" tIns="91425" rIns="91425" bIns="91425" anchor="t" anchorCtr="0">
            <a:noAutofit/>
          </a:bodyPr>
          <a:lstStyle/>
          <a:p>
            <a:r>
              <a:rPr lang="en-US" sz="3000" b="1">
                <a:solidFill>
                  <a:schemeClr val="dk1"/>
                </a:solidFill>
                <a:latin typeface="Calibri"/>
                <a:ea typeface="Calibri"/>
                <a:cs typeface="Calibri"/>
                <a:sym typeface="Calibri"/>
              </a:rPr>
              <a:t>SSC- Singe Symbol Correction</a:t>
            </a:r>
            <a:endParaRPr sz="3000" b="1">
              <a:solidFill>
                <a:schemeClr val="dk1"/>
              </a:solidFill>
              <a:latin typeface="Calibri"/>
              <a:ea typeface="Calibri"/>
              <a:cs typeface="Calibri"/>
              <a:sym typeface="Calibri"/>
            </a:endParaRPr>
          </a:p>
        </p:txBody>
      </p:sp>
      <p:sp>
        <p:nvSpPr>
          <p:cNvPr id="981" name="Google Shape;981;g3ef13ed6d2a_0_175"/>
          <p:cNvSpPr txBox="1"/>
          <p:nvPr/>
        </p:nvSpPr>
        <p:spPr>
          <a:xfrm rot="5400000">
            <a:off x="8038675" y="4474625"/>
            <a:ext cx="3146100" cy="534000"/>
          </a:xfrm>
          <a:prstGeom prst="rect">
            <a:avLst/>
          </a:prstGeom>
          <a:noFill/>
          <a:ln>
            <a:noFill/>
          </a:ln>
        </p:spPr>
        <p:txBody>
          <a:bodyPr spcFirstLastPara="1" wrap="square" lIns="91425" tIns="91425" rIns="91425" bIns="91425" anchor="t" anchorCtr="0">
            <a:noAutofit/>
          </a:bodyPr>
          <a:lstStyle/>
          <a:p>
            <a:r>
              <a:rPr lang="en-US" sz="3000" b="1">
                <a:solidFill>
                  <a:schemeClr val="dk1"/>
                </a:solidFill>
                <a:latin typeface="Calibri"/>
                <a:ea typeface="Calibri"/>
                <a:cs typeface="Calibri"/>
                <a:sym typeface="Calibri"/>
              </a:rPr>
              <a:t>Pseudo Channel</a:t>
            </a:r>
            <a:endParaRPr sz="3000" b="1">
              <a:solidFill>
                <a:schemeClr val="dk1"/>
              </a:solidFill>
              <a:latin typeface="Calibri"/>
              <a:ea typeface="Calibri"/>
              <a:cs typeface="Calibri"/>
              <a:sym typeface="Calibri"/>
            </a:endParaRPr>
          </a:p>
        </p:txBody>
      </p:sp>
      <p:cxnSp>
        <p:nvCxnSpPr>
          <p:cNvPr id="982" name="Google Shape;982;g3ef13ed6d2a_0_175"/>
          <p:cNvCxnSpPr/>
          <p:nvPr/>
        </p:nvCxnSpPr>
        <p:spPr>
          <a:xfrm flipH="1">
            <a:off x="1721405" y="5804750"/>
            <a:ext cx="1054200" cy="655200"/>
          </a:xfrm>
          <a:prstGeom prst="straightConnector1">
            <a:avLst/>
          </a:prstGeom>
          <a:noFill/>
          <a:ln w="28575" cap="flat" cmpd="sng">
            <a:solidFill>
              <a:srgbClr val="1A1A1A"/>
            </a:solidFill>
            <a:prstDash val="solid"/>
            <a:round/>
            <a:headEnd type="none" w="med" len="med"/>
            <a:tailEnd type="none" w="med" len="med"/>
          </a:ln>
        </p:spPr>
      </p:cxnSp>
      <p:sp>
        <p:nvSpPr>
          <p:cNvPr id="983" name="Google Shape;983;g3ef13ed6d2a_0_175"/>
          <p:cNvSpPr txBox="1"/>
          <p:nvPr/>
        </p:nvSpPr>
        <p:spPr>
          <a:xfrm>
            <a:off x="672975" y="6314675"/>
            <a:ext cx="3821700" cy="721500"/>
          </a:xfrm>
          <a:prstGeom prst="rect">
            <a:avLst/>
          </a:prstGeom>
          <a:noFill/>
          <a:ln>
            <a:noFill/>
          </a:ln>
        </p:spPr>
        <p:txBody>
          <a:bodyPr spcFirstLastPara="1" wrap="square" lIns="91425" tIns="91425" rIns="91425" bIns="91425" anchor="t" anchorCtr="0">
            <a:noAutofit/>
          </a:bodyPr>
          <a:lstStyle/>
          <a:p>
            <a:r>
              <a:rPr lang="en-US" sz="2800">
                <a:solidFill>
                  <a:schemeClr val="dk1"/>
                </a:solidFill>
                <a:latin typeface="Calibri"/>
                <a:ea typeface="Calibri"/>
                <a:cs typeface="Calibri"/>
                <a:sym typeface="Calibri"/>
              </a:rPr>
              <a:t>RS-Parity</a:t>
            </a:r>
            <a:endParaRPr sz="2800">
              <a:solidFill>
                <a:schemeClr val="dk1"/>
              </a:solidFill>
              <a:latin typeface="Calibri"/>
              <a:ea typeface="Calibri"/>
              <a:cs typeface="Calibri"/>
              <a:sym typeface="Calibri"/>
            </a:endParaRPr>
          </a:p>
        </p:txBody>
      </p:sp>
      <p:sp>
        <p:nvSpPr>
          <p:cNvPr id="984" name="Google Shape;984;g3ef13ed6d2a_0_175"/>
          <p:cNvSpPr txBox="1"/>
          <p:nvPr/>
        </p:nvSpPr>
        <p:spPr>
          <a:xfrm>
            <a:off x="2535884" y="4066966"/>
            <a:ext cx="534000" cy="655200"/>
          </a:xfrm>
          <a:prstGeom prst="rect">
            <a:avLst/>
          </a:prstGeom>
          <a:noFill/>
          <a:ln>
            <a:noFill/>
          </a:ln>
        </p:spPr>
        <p:txBody>
          <a:bodyPr spcFirstLastPara="1" wrap="square" lIns="91425" tIns="91425" rIns="91425" bIns="91425" anchor="t" anchorCtr="0">
            <a:noAutofit/>
          </a:bodyPr>
          <a:lstStyle/>
          <a:p>
            <a:r>
              <a:rPr lang="en-US" sz="4000" b="1">
                <a:solidFill>
                  <a:schemeClr val="dk1"/>
                </a:solidFill>
                <a:latin typeface="Calibri"/>
                <a:ea typeface="Calibri"/>
                <a:cs typeface="Calibri"/>
                <a:sym typeface="Calibri"/>
              </a:rPr>
              <a:t>+</a:t>
            </a:r>
            <a:endParaRPr sz="4000" b="1">
              <a:solidFill>
                <a:schemeClr val="dk1"/>
              </a:solidFill>
              <a:latin typeface="Calibri"/>
              <a:ea typeface="Calibri"/>
              <a:cs typeface="Calibri"/>
              <a:sym typeface="Calibri"/>
            </a:endParaRPr>
          </a:p>
        </p:txBody>
      </p:sp>
      <p:grpSp>
        <p:nvGrpSpPr>
          <p:cNvPr id="985" name="Google Shape;985;g3ef13ed6d2a_0_175"/>
          <p:cNvGrpSpPr/>
          <p:nvPr/>
        </p:nvGrpSpPr>
        <p:grpSpPr>
          <a:xfrm>
            <a:off x="3476307" y="2879068"/>
            <a:ext cx="5482014" cy="1302300"/>
            <a:chOff x="3974948" y="3283625"/>
            <a:chExt cx="5482014" cy="1302300"/>
          </a:xfrm>
        </p:grpSpPr>
        <p:grpSp>
          <p:nvGrpSpPr>
            <p:cNvPr id="986" name="Google Shape;986;g3ef13ed6d2a_0_175"/>
            <p:cNvGrpSpPr/>
            <p:nvPr/>
          </p:nvGrpSpPr>
          <p:grpSpPr>
            <a:xfrm>
              <a:off x="9229188" y="3283625"/>
              <a:ext cx="227775" cy="1302300"/>
              <a:chOff x="11033500" y="1841275"/>
              <a:chExt cx="227775" cy="1302300"/>
            </a:xfrm>
          </p:grpSpPr>
          <p:sp>
            <p:nvSpPr>
              <p:cNvPr id="987" name="Google Shape;987;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88" name="Google Shape;988;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89" name="Google Shape;989;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0" name="Google Shape;990;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1" name="Google Shape;991;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2" name="Google Shape;992;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3" name="Google Shape;993;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4" name="Google Shape;994;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995" name="Google Shape;995;g3ef13ed6d2a_0_175"/>
            <p:cNvGrpSpPr/>
            <p:nvPr/>
          </p:nvGrpSpPr>
          <p:grpSpPr>
            <a:xfrm>
              <a:off x="8889188" y="3283625"/>
              <a:ext cx="227775" cy="1302300"/>
              <a:chOff x="11033500" y="1841275"/>
              <a:chExt cx="227775" cy="1302300"/>
            </a:xfrm>
          </p:grpSpPr>
          <p:sp>
            <p:nvSpPr>
              <p:cNvPr id="996" name="Google Shape;996;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7" name="Google Shape;997;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8" name="Google Shape;998;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999" name="Google Shape;999;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0" name="Google Shape;1000;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1" name="Google Shape;1001;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2" name="Google Shape;1002;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3" name="Google Shape;1003;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04" name="Google Shape;1004;g3ef13ed6d2a_0_175"/>
            <p:cNvGrpSpPr/>
            <p:nvPr/>
          </p:nvGrpSpPr>
          <p:grpSpPr>
            <a:xfrm>
              <a:off x="8530373" y="3283625"/>
              <a:ext cx="227775" cy="1302300"/>
              <a:chOff x="11033500" y="1841275"/>
              <a:chExt cx="227775" cy="1302300"/>
            </a:xfrm>
          </p:grpSpPr>
          <p:sp>
            <p:nvSpPr>
              <p:cNvPr id="1005" name="Google Shape;1005;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6" name="Google Shape;1006;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7" name="Google Shape;1007;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8" name="Google Shape;1008;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09" name="Google Shape;1009;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0" name="Google Shape;1010;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1" name="Google Shape;1011;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2" name="Google Shape;1012;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13" name="Google Shape;1013;g3ef13ed6d2a_0_175"/>
            <p:cNvGrpSpPr/>
            <p:nvPr/>
          </p:nvGrpSpPr>
          <p:grpSpPr>
            <a:xfrm>
              <a:off x="8190373" y="3283625"/>
              <a:ext cx="227775" cy="1302300"/>
              <a:chOff x="11033500" y="1841275"/>
              <a:chExt cx="227775" cy="1302300"/>
            </a:xfrm>
          </p:grpSpPr>
          <p:sp>
            <p:nvSpPr>
              <p:cNvPr id="1014" name="Google Shape;1014;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5" name="Google Shape;1015;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6" name="Google Shape;1016;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7" name="Google Shape;1017;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8" name="Google Shape;1018;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19" name="Google Shape;1019;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0" name="Google Shape;1020;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1" name="Google Shape;1021;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22" name="Google Shape;1022;g3ef13ed6d2a_0_175"/>
            <p:cNvGrpSpPr/>
            <p:nvPr/>
          </p:nvGrpSpPr>
          <p:grpSpPr>
            <a:xfrm>
              <a:off x="7810888" y="3283625"/>
              <a:ext cx="227775" cy="1302300"/>
              <a:chOff x="11033500" y="1841275"/>
              <a:chExt cx="227775" cy="1302300"/>
            </a:xfrm>
          </p:grpSpPr>
          <p:sp>
            <p:nvSpPr>
              <p:cNvPr id="1023" name="Google Shape;1023;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4" name="Google Shape;1024;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5" name="Google Shape;1025;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6" name="Google Shape;1026;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7" name="Google Shape;1027;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8" name="Google Shape;1028;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29" name="Google Shape;1029;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0" name="Google Shape;1030;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31" name="Google Shape;1031;g3ef13ed6d2a_0_175"/>
            <p:cNvGrpSpPr/>
            <p:nvPr/>
          </p:nvGrpSpPr>
          <p:grpSpPr>
            <a:xfrm>
              <a:off x="7470888" y="3283625"/>
              <a:ext cx="227775" cy="1302300"/>
              <a:chOff x="11033500" y="1841275"/>
              <a:chExt cx="227775" cy="1302300"/>
            </a:xfrm>
          </p:grpSpPr>
          <p:sp>
            <p:nvSpPr>
              <p:cNvPr id="1032" name="Google Shape;1032;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3" name="Google Shape;1033;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4" name="Google Shape;1034;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5" name="Google Shape;1035;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6" name="Google Shape;1036;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7" name="Google Shape;1037;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8" name="Google Shape;1038;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39" name="Google Shape;1039;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40" name="Google Shape;1040;g3ef13ed6d2a_0_175"/>
            <p:cNvGrpSpPr/>
            <p:nvPr/>
          </p:nvGrpSpPr>
          <p:grpSpPr>
            <a:xfrm>
              <a:off x="7112073" y="3283625"/>
              <a:ext cx="227775" cy="1302300"/>
              <a:chOff x="11033500" y="1841275"/>
              <a:chExt cx="227775" cy="1302300"/>
            </a:xfrm>
          </p:grpSpPr>
          <p:sp>
            <p:nvSpPr>
              <p:cNvPr id="1041" name="Google Shape;1041;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2" name="Google Shape;1042;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3" name="Google Shape;1043;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4" name="Google Shape;1044;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5" name="Google Shape;1045;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6" name="Google Shape;1046;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7" name="Google Shape;1047;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48" name="Google Shape;1048;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49" name="Google Shape;1049;g3ef13ed6d2a_0_175"/>
            <p:cNvGrpSpPr/>
            <p:nvPr/>
          </p:nvGrpSpPr>
          <p:grpSpPr>
            <a:xfrm>
              <a:off x="6772073" y="3283625"/>
              <a:ext cx="227775" cy="1302300"/>
              <a:chOff x="11033500" y="1841275"/>
              <a:chExt cx="227775" cy="1302300"/>
            </a:xfrm>
          </p:grpSpPr>
          <p:sp>
            <p:nvSpPr>
              <p:cNvPr id="1050" name="Google Shape;1050;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51" name="Google Shape;1051;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52" name="Google Shape;1052;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53" name="Google Shape;1053;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54" name="Google Shape;1054;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55" name="Google Shape;1055;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56" name="Google Shape;1056;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57" name="Google Shape;1057;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58" name="Google Shape;1058;g3ef13ed6d2a_0_175"/>
            <p:cNvGrpSpPr/>
            <p:nvPr/>
          </p:nvGrpSpPr>
          <p:grpSpPr>
            <a:xfrm>
              <a:off x="6432063" y="3283625"/>
              <a:ext cx="227775" cy="1302300"/>
              <a:chOff x="11033500" y="1841275"/>
              <a:chExt cx="227775" cy="1302300"/>
            </a:xfrm>
          </p:grpSpPr>
          <p:sp>
            <p:nvSpPr>
              <p:cNvPr id="1059" name="Google Shape;1059;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0" name="Google Shape;1060;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1" name="Google Shape;1061;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2" name="Google Shape;1062;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3" name="Google Shape;1063;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4" name="Google Shape;1064;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5" name="Google Shape;1065;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6" name="Google Shape;1066;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67" name="Google Shape;1067;g3ef13ed6d2a_0_175"/>
            <p:cNvGrpSpPr/>
            <p:nvPr/>
          </p:nvGrpSpPr>
          <p:grpSpPr>
            <a:xfrm>
              <a:off x="6092063" y="3283625"/>
              <a:ext cx="227775" cy="1302300"/>
              <a:chOff x="11033500" y="1841275"/>
              <a:chExt cx="227775" cy="1302300"/>
            </a:xfrm>
          </p:grpSpPr>
          <p:sp>
            <p:nvSpPr>
              <p:cNvPr id="1068" name="Google Shape;1068;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69" name="Google Shape;1069;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0" name="Google Shape;1070;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1" name="Google Shape;1071;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2" name="Google Shape;1072;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3" name="Google Shape;1073;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4" name="Google Shape;1074;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5" name="Google Shape;1075;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76" name="Google Shape;1076;g3ef13ed6d2a_0_175"/>
            <p:cNvGrpSpPr/>
            <p:nvPr/>
          </p:nvGrpSpPr>
          <p:grpSpPr>
            <a:xfrm>
              <a:off x="5733248" y="3283625"/>
              <a:ext cx="227775" cy="1302300"/>
              <a:chOff x="11033500" y="1841275"/>
              <a:chExt cx="227775" cy="1302300"/>
            </a:xfrm>
          </p:grpSpPr>
          <p:sp>
            <p:nvSpPr>
              <p:cNvPr id="1077" name="Google Shape;1077;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8" name="Google Shape;1078;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79" name="Google Shape;1079;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0" name="Google Shape;1080;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1" name="Google Shape;1081;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2" name="Google Shape;1082;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3" name="Google Shape;1083;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4" name="Google Shape;1084;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85" name="Google Shape;1085;g3ef13ed6d2a_0_175"/>
            <p:cNvGrpSpPr/>
            <p:nvPr/>
          </p:nvGrpSpPr>
          <p:grpSpPr>
            <a:xfrm>
              <a:off x="5393248" y="3283625"/>
              <a:ext cx="227775" cy="1302300"/>
              <a:chOff x="11033500" y="1841275"/>
              <a:chExt cx="227775" cy="1302300"/>
            </a:xfrm>
          </p:grpSpPr>
          <p:sp>
            <p:nvSpPr>
              <p:cNvPr id="1086" name="Google Shape;1086;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7" name="Google Shape;1087;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8" name="Google Shape;1088;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89" name="Google Shape;1089;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0" name="Google Shape;1090;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1" name="Google Shape;1091;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2" name="Google Shape;1092;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3" name="Google Shape;1093;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094" name="Google Shape;1094;g3ef13ed6d2a_0_175"/>
            <p:cNvGrpSpPr/>
            <p:nvPr/>
          </p:nvGrpSpPr>
          <p:grpSpPr>
            <a:xfrm>
              <a:off x="5013763" y="3283625"/>
              <a:ext cx="227775" cy="1302300"/>
              <a:chOff x="11033500" y="1841275"/>
              <a:chExt cx="227775" cy="1302300"/>
            </a:xfrm>
          </p:grpSpPr>
          <p:sp>
            <p:nvSpPr>
              <p:cNvPr id="1095" name="Google Shape;1095;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6" name="Google Shape;1096;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7" name="Google Shape;1097;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8" name="Google Shape;1098;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099" name="Google Shape;1099;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0" name="Google Shape;1100;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1" name="Google Shape;1101;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2" name="Google Shape;1102;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03" name="Google Shape;1103;g3ef13ed6d2a_0_175"/>
            <p:cNvGrpSpPr/>
            <p:nvPr/>
          </p:nvGrpSpPr>
          <p:grpSpPr>
            <a:xfrm>
              <a:off x="4673763" y="3283625"/>
              <a:ext cx="227775" cy="1302300"/>
              <a:chOff x="11033500" y="1841275"/>
              <a:chExt cx="227775" cy="1302300"/>
            </a:xfrm>
          </p:grpSpPr>
          <p:sp>
            <p:nvSpPr>
              <p:cNvPr id="1104" name="Google Shape;1104;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5" name="Google Shape;1105;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6" name="Google Shape;1106;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7" name="Google Shape;1107;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8" name="Google Shape;1108;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09" name="Google Shape;1109;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0" name="Google Shape;1110;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1" name="Google Shape;1111;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12" name="Google Shape;1112;g3ef13ed6d2a_0_175"/>
            <p:cNvGrpSpPr/>
            <p:nvPr/>
          </p:nvGrpSpPr>
          <p:grpSpPr>
            <a:xfrm>
              <a:off x="4314948" y="3283625"/>
              <a:ext cx="227775" cy="1302300"/>
              <a:chOff x="11033500" y="1841275"/>
              <a:chExt cx="227775" cy="1302300"/>
            </a:xfrm>
          </p:grpSpPr>
          <p:sp>
            <p:nvSpPr>
              <p:cNvPr id="1113" name="Google Shape;1113;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4" name="Google Shape;1114;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5" name="Google Shape;1115;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6" name="Google Shape;1116;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7" name="Google Shape;1117;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8" name="Google Shape;1118;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19" name="Google Shape;1119;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0" name="Google Shape;1120;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21" name="Google Shape;1121;g3ef13ed6d2a_0_175"/>
            <p:cNvGrpSpPr/>
            <p:nvPr/>
          </p:nvGrpSpPr>
          <p:grpSpPr>
            <a:xfrm>
              <a:off x="3974948" y="3283625"/>
              <a:ext cx="227775" cy="1302300"/>
              <a:chOff x="11033500" y="1841275"/>
              <a:chExt cx="227775" cy="1302300"/>
            </a:xfrm>
          </p:grpSpPr>
          <p:sp>
            <p:nvSpPr>
              <p:cNvPr id="1122" name="Google Shape;1122;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3" name="Google Shape;1123;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4" name="Google Shape;1124;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5" name="Google Shape;1125;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6" name="Google Shape;1126;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7" name="Google Shape;1127;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8" name="Google Shape;1128;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29" name="Google Shape;1129;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grpSp>
        <p:nvGrpSpPr>
          <p:cNvPr id="1130" name="Google Shape;1130;g3ef13ed6d2a_0_175"/>
          <p:cNvGrpSpPr/>
          <p:nvPr/>
        </p:nvGrpSpPr>
        <p:grpSpPr>
          <a:xfrm>
            <a:off x="3472432" y="4826393"/>
            <a:ext cx="5482014" cy="1302300"/>
            <a:chOff x="3974948" y="3283625"/>
            <a:chExt cx="5482014" cy="1302300"/>
          </a:xfrm>
        </p:grpSpPr>
        <p:grpSp>
          <p:nvGrpSpPr>
            <p:cNvPr id="1131" name="Google Shape;1131;g3ef13ed6d2a_0_175"/>
            <p:cNvGrpSpPr/>
            <p:nvPr/>
          </p:nvGrpSpPr>
          <p:grpSpPr>
            <a:xfrm>
              <a:off x="9229188" y="3283625"/>
              <a:ext cx="227775" cy="1302300"/>
              <a:chOff x="11033500" y="1841275"/>
              <a:chExt cx="227775" cy="1302300"/>
            </a:xfrm>
          </p:grpSpPr>
          <p:sp>
            <p:nvSpPr>
              <p:cNvPr id="1132" name="Google Shape;1132;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33" name="Google Shape;1133;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34" name="Google Shape;1134;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35" name="Google Shape;1135;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36" name="Google Shape;1136;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37" name="Google Shape;1137;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38" name="Google Shape;1138;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39" name="Google Shape;1139;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40" name="Google Shape;1140;g3ef13ed6d2a_0_175"/>
            <p:cNvGrpSpPr/>
            <p:nvPr/>
          </p:nvGrpSpPr>
          <p:grpSpPr>
            <a:xfrm>
              <a:off x="8889188" y="3283625"/>
              <a:ext cx="227775" cy="1302300"/>
              <a:chOff x="11033500" y="1841275"/>
              <a:chExt cx="227775" cy="1302300"/>
            </a:xfrm>
          </p:grpSpPr>
          <p:sp>
            <p:nvSpPr>
              <p:cNvPr id="1141" name="Google Shape;1141;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2" name="Google Shape;1142;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3" name="Google Shape;1143;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4" name="Google Shape;1144;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5" name="Google Shape;1145;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6" name="Google Shape;1146;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7" name="Google Shape;1147;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48" name="Google Shape;1148;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49" name="Google Shape;1149;g3ef13ed6d2a_0_175"/>
            <p:cNvGrpSpPr/>
            <p:nvPr/>
          </p:nvGrpSpPr>
          <p:grpSpPr>
            <a:xfrm>
              <a:off x="8530373" y="3283625"/>
              <a:ext cx="227775" cy="1302300"/>
              <a:chOff x="11033500" y="1841275"/>
              <a:chExt cx="227775" cy="1302300"/>
            </a:xfrm>
          </p:grpSpPr>
          <p:sp>
            <p:nvSpPr>
              <p:cNvPr id="1150" name="Google Shape;1150;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1" name="Google Shape;1151;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2" name="Google Shape;1152;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3" name="Google Shape;1153;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4" name="Google Shape;1154;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5" name="Google Shape;1155;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6" name="Google Shape;1156;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57" name="Google Shape;1157;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58" name="Google Shape;1158;g3ef13ed6d2a_0_175"/>
            <p:cNvGrpSpPr/>
            <p:nvPr/>
          </p:nvGrpSpPr>
          <p:grpSpPr>
            <a:xfrm>
              <a:off x="8190373" y="3283625"/>
              <a:ext cx="227775" cy="1302300"/>
              <a:chOff x="11033500" y="1841275"/>
              <a:chExt cx="227775" cy="1302300"/>
            </a:xfrm>
          </p:grpSpPr>
          <p:sp>
            <p:nvSpPr>
              <p:cNvPr id="1159" name="Google Shape;1159;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0" name="Google Shape;1160;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1" name="Google Shape;1161;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2" name="Google Shape;1162;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3" name="Google Shape;1163;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4" name="Google Shape;1164;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5" name="Google Shape;1165;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6" name="Google Shape;1166;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67" name="Google Shape;1167;g3ef13ed6d2a_0_175"/>
            <p:cNvGrpSpPr/>
            <p:nvPr/>
          </p:nvGrpSpPr>
          <p:grpSpPr>
            <a:xfrm>
              <a:off x="7810888" y="3283625"/>
              <a:ext cx="227775" cy="1302300"/>
              <a:chOff x="11033500" y="1841275"/>
              <a:chExt cx="227775" cy="1302300"/>
            </a:xfrm>
          </p:grpSpPr>
          <p:sp>
            <p:nvSpPr>
              <p:cNvPr id="1168" name="Google Shape;1168;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69" name="Google Shape;1169;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0" name="Google Shape;1170;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1" name="Google Shape;1171;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2" name="Google Shape;1172;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3" name="Google Shape;1173;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4" name="Google Shape;1174;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5" name="Google Shape;1175;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76" name="Google Shape;1176;g3ef13ed6d2a_0_175"/>
            <p:cNvGrpSpPr/>
            <p:nvPr/>
          </p:nvGrpSpPr>
          <p:grpSpPr>
            <a:xfrm>
              <a:off x="7470888" y="3283625"/>
              <a:ext cx="227775" cy="1302300"/>
              <a:chOff x="11033500" y="1841275"/>
              <a:chExt cx="227775" cy="1302300"/>
            </a:xfrm>
          </p:grpSpPr>
          <p:sp>
            <p:nvSpPr>
              <p:cNvPr id="1177" name="Google Shape;1177;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8" name="Google Shape;1178;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79" name="Google Shape;1179;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0" name="Google Shape;1180;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1" name="Google Shape;1181;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2" name="Google Shape;1182;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3" name="Google Shape;1183;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4" name="Google Shape;1184;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85" name="Google Shape;1185;g3ef13ed6d2a_0_175"/>
            <p:cNvGrpSpPr/>
            <p:nvPr/>
          </p:nvGrpSpPr>
          <p:grpSpPr>
            <a:xfrm>
              <a:off x="7112073" y="3283625"/>
              <a:ext cx="227775" cy="1302300"/>
              <a:chOff x="11033500" y="1841275"/>
              <a:chExt cx="227775" cy="1302300"/>
            </a:xfrm>
          </p:grpSpPr>
          <p:sp>
            <p:nvSpPr>
              <p:cNvPr id="1186" name="Google Shape;1186;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7" name="Google Shape;1187;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8" name="Google Shape;1188;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89" name="Google Shape;1189;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0" name="Google Shape;1190;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1" name="Google Shape;1191;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2" name="Google Shape;1192;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3" name="Google Shape;1193;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194" name="Google Shape;1194;g3ef13ed6d2a_0_175"/>
            <p:cNvGrpSpPr/>
            <p:nvPr/>
          </p:nvGrpSpPr>
          <p:grpSpPr>
            <a:xfrm>
              <a:off x="6772073" y="3283625"/>
              <a:ext cx="227775" cy="1302300"/>
              <a:chOff x="11033500" y="1841275"/>
              <a:chExt cx="227775" cy="1302300"/>
            </a:xfrm>
          </p:grpSpPr>
          <p:sp>
            <p:nvSpPr>
              <p:cNvPr id="1195" name="Google Shape;1195;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6" name="Google Shape;1196;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7" name="Google Shape;1197;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8" name="Google Shape;1198;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199" name="Google Shape;1199;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0" name="Google Shape;1200;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1" name="Google Shape;1201;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2" name="Google Shape;1202;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03" name="Google Shape;1203;g3ef13ed6d2a_0_175"/>
            <p:cNvGrpSpPr/>
            <p:nvPr/>
          </p:nvGrpSpPr>
          <p:grpSpPr>
            <a:xfrm>
              <a:off x="6432063" y="3283625"/>
              <a:ext cx="227775" cy="1302300"/>
              <a:chOff x="11033500" y="1841275"/>
              <a:chExt cx="227775" cy="1302300"/>
            </a:xfrm>
          </p:grpSpPr>
          <p:sp>
            <p:nvSpPr>
              <p:cNvPr id="1204" name="Google Shape;1204;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5" name="Google Shape;1205;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6" name="Google Shape;1206;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7" name="Google Shape;1207;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8" name="Google Shape;1208;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09" name="Google Shape;1209;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0" name="Google Shape;1210;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1" name="Google Shape;1211;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12" name="Google Shape;1212;g3ef13ed6d2a_0_175"/>
            <p:cNvGrpSpPr/>
            <p:nvPr/>
          </p:nvGrpSpPr>
          <p:grpSpPr>
            <a:xfrm>
              <a:off x="6092063" y="3283625"/>
              <a:ext cx="227775" cy="1302300"/>
              <a:chOff x="11033500" y="1841275"/>
              <a:chExt cx="227775" cy="1302300"/>
            </a:xfrm>
          </p:grpSpPr>
          <p:sp>
            <p:nvSpPr>
              <p:cNvPr id="1213" name="Google Shape;1213;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4" name="Google Shape;1214;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5" name="Google Shape;1215;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6" name="Google Shape;1216;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7" name="Google Shape;1217;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8" name="Google Shape;1218;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19" name="Google Shape;1219;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0" name="Google Shape;1220;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21" name="Google Shape;1221;g3ef13ed6d2a_0_175"/>
            <p:cNvGrpSpPr/>
            <p:nvPr/>
          </p:nvGrpSpPr>
          <p:grpSpPr>
            <a:xfrm>
              <a:off x="5733248" y="3283625"/>
              <a:ext cx="227775" cy="1302300"/>
              <a:chOff x="11033500" y="1841275"/>
              <a:chExt cx="227775" cy="1302300"/>
            </a:xfrm>
          </p:grpSpPr>
          <p:sp>
            <p:nvSpPr>
              <p:cNvPr id="1222" name="Google Shape;1222;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3" name="Google Shape;1223;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4" name="Google Shape;1224;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5" name="Google Shape;1225;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6" name="Google Shape;1226;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7" name="Google Shape;1227;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8" name="Google Shape;1228;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29" name="Google Shape;1229;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30" name="Google Shape;1230;g3ef13ed6d2a_0_175"/>
            <p:cNvGrpSpPr/>
            <p:nvPr/>
          </p:nvGrpSpPr>
          <p:grpSpPr>
            <a:xfrm>
              <a:off x="5393248" y="3283625"/>
              <a:ext cx="227775" cy="1302300"/>
              <a:chOff x="11033500" y="1841275"/>
              <a:chExt cx="227775" cy="1302300"/>
            </a:xfrm>
          </p:grpSpPr>
          <p:sp>
            <p:nvSpPr>
              <p:cNvPr id="1231" name="Google Shape;1231;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2" name="Google Shape;1232;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3" name="Google Shape;1233;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4" name="Google Shape;1234;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5" name="Google Shape;1235;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6" name="Google Shape;1236;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7" name="Google Shape;1237;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38" name="Google Shape;1238;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39" name="Google Shape;1239;g3ef13ed6d2a_0_175"/>
            <p:cNvGrpSpPr/>
            <p:nvPr/>
          </p:nvGrpSpPr>
          <p:grpSpPr>
            <a:xfrm>
              <a:off x="5013763" y="3283625"/>
              <a:ext cx="227775" cy="1302300"/>
              <a:chOff x="11033500" y="1841275"/>
              <a:chExt cx="227775" cy="1302300"/>
            </a:xfrm>
          </p:grpSpPr>
          <p:sp>
            <p:nvSpPr>
              <p:cNvPr id="1240" name="Google Shape;1240;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1" name="Google Shape;1241;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2" name="Google Shape;1242;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3" name="Google Shape;1243;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4" name="Google Shape;1244;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5" name="Google Shape;1245;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6" name="Google Shape;1246;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47" name="Google Shape;1247;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48" name="Google Shape;1248;g3ef13ed6d2a_0_175"/>
            <p:cNvGrpSpPr/>
            <p:nvPr/>
          </p:nvGrpSpPr>
          <p:grpSpPr>
            <a:xfrm>
              <a:off x="4673763" y="3283625"/>
              <a:ext cx="227775" cy="1302300"/>
              <a:chOff x="11033500" y="1841275"/>
              <a:chExt cx="227775" cy="1302300"/>
            </a:xfrm>
          </p:grpSpPr>
          <p:sp>
            <p:nvSpPr>
              <p:cNvPr id="1249" name="Google Shape;1249;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0" name="Google Shape;1250;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1" name="Google Shape;1251;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2" name="Google Shape;1252;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3" name="Google Shape;1253;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4" name="Google Shape;1254;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5" name="Google Shape;1255;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6" name="Google Shape;1256;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57" name="Google Shape;1257;g3ef13ed6d2a_0_175"/>
            <p:cNvGrpSpPr/>
            <p:nvPr/>
          </p:nvGrpSpPr>
          <p:grpSpPr>
            <a:xfrm>
              <a:off x="4314948" y="3283625"/>
              <a:ext cx="227775" cy="1302300"/>
              <a:chOff x="11033500" y="1841275"/>
              <a:chExt cx="227775" cy="1302300"/>
            </a:xfrm>
          </p:grpSpPr>
          <p:sp>
            <p:nvSpPr>
              <p:cNvPr id="1258" name="Google Shape;1258;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59" name="Google Shape;1259;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0" name="Google Shape;1260;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1" name="Google Shape;1261;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2" name="Google Shape;1262;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3" name="Google Shape;1263;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4" name="Google Shape;1264;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5" name="Google Shape;1265;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66" name="Google Shape;1266;g3ef13ed6d2a_0_175"/>
            <p:cNvGrpSpPr/>
            <p:nvPr/>
          </p:nvGrpSpPr>
          <p:grpSpPr>
            <a:xfrm>
              <a:off x="3974948" y="3283625"/>
              <a:ext cx="227775" cy="1302300"/>
              <a:chOff x="11033500" y="1841275"/>
              <a:chExt cx="227775" cy="1302300"/>
            </a:xfrm>
          </p:grpSpPr>
          <p:sp>
            <p:nvSpPr>
              <p:cNvPr id="1267" name="Google Shape;1267;g3ef13ed6d2a_0_175"/>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8" name="Google Shape;1268;g3ef13ed6d2a_0_175"/>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69" name="Google Shape;1269;g3ef13ed6d2a_0_175"/>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0" name="Google Shape;1270;g3ef13ed6d2a_0_175"/>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1" name="Google Shape;1271;g3ef13ed6d2a_0_175"/>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2" name="Google Shape;1272;g3ef13ed6d2a_0_175"/>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3" name="Google Shape;1273;g3ef13ed6d2a_0_175"/>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4" name="Google Shape;1274;g3ef13ed6d2a_0_175"/>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grpSp>
        <p:nvGrpSpPr>
          <p:cNvPr id="1275" name="Google Shape;1275;g3ef13ed6d2a_0_175"/>
          <p:cNvGrpSpPr/>
          <p:nvPr/>
        </p:nvGrpSpPr>
        <p:grpSpPr>
          <a:xfrm>
            <a:off x="2464883" y="2879068"/>
            <a:ext cx="227775" cy="1302300"/>
            <a:chOff x="11033500" y="1841275"/>
            <a:chExt cx="227775" cy="1302300"/>
          </a:xfrm>
        </p:grpSpPr>
        <p:sp>
          <p:nvSpPr>
            <p:cNvPr id="1276" name="Google Shape;1276;g3ef13ed6d2a_0_175"/>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7" name="Google Shape;1277;g3ef13ed6d2a_0_175"/>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8" name="Google Shape;1278;g3ef13ed6d2a_0_175"/>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79" name="Google Shape;1279;g3ef13ed6d2a_0_175"/>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0" name="Google Shape;1280;g3ef13ed6d2a_0_175"/>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1" name="Google Shape;1281;g3ef13ed6d2a_0_175"/>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2" name="Google Shape;1282;g3ef13ed6d2a_0_175"/>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3" name="Google Shape;1283;g3ef13ed6d2a_0_175"/>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84" name="Google Shape;1284;g3ef13ed6d2a_0_175"/>
          <p:cNvGrpSpPr/>
          <p:nvPr/>
        </p:nvGrpSpPr>
        <p:grpSpPr>
          <a:xfrm>
            <a:off x="2825958" y="2879068"/>
            <a:ext cx="227775" cy="1302300"/>
            <a:chOff x="11033500" y="1841275"/>
            <a:chExt cx="227775" cy="1302300"/>
          </a:xfrm>
        </p:grpSpPr>
        <p:sp>
          <p:nvSpPr>
            <p:cNvPr id="1285" name="Google Shape;1285;g3ef13ed6d2a_0_175"/>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6" name="Google Shape;1286;g3ef13ed6d2a_0_175"/>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7" name="Google Shape;1287;g3ef13ed6d2a_0_175"/>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8" name="Google Shape;1288;g3ef13ed6d2a_0_175"/>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89" name="Google Shape;1289;g3ef13ed6d2a_0_175"/>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0" name="Google Shape;1290;g3ef13ed6d2a_0_175"/>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1" name="Google Shape;1291;g3ef13ed6d2a_0_175"/>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2" name="Google Shape;1292;g3ef13ed6d2a_0_175"/>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293" name="Google Shape;1293;g3ef13ed6d2a_0_175"/>
          <p:cNvGrpSpPr/>
          <p:nvPr/>
        </p:nvGrpSpPr>
        <p:grpSpPr>
          <a:xfrm>
            <a:off x="2457133" y="4826393"/>
            <a:ext cx="227775" cy="1302300"/>
            <a:chOff x="11033500" y="1841275"/>
            <a:chExt cx="227775" cy="1302300"/>
          </a:xfrm>
        </p:grpSpPr>
        <p:sp>
          <p:nvSpPr>
            <p:cNvPr id="1294" name="Google Shape;1294;g3ef13ed6d2a_0_175"/>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5" name="Google Shape;1295;g3ef13ed6d2a_0_175"/>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6" name="Google Shape;1296;g3ef13ed6d2a_0_175"/>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7" name="Google Shape;1297;g3ef13ed6d2a_0_175"/>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8" name="Google Shape;1298;g3ef13ed6d2a_0_175"/>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299" name="Google Shape;1299;g3ef13ed6d2a_0_175"/>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0" name="Google Shape;1300;g3ef13ed6d2a_0_175"/>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1" name="Google Shape;1301;g3ef13ed6d2a_0_175"/>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02" name="Google Shape;1302;g3ef13ed6d2a_0_175"/>
          <p:cNvGrpSpPr/>
          <p:nvPr/>
        </p:nvGrpSpPr>
        <p:grpSpPr>
          <a:xfrm>
            <a:off x="2818208" y="4826393"/>
            <a:ext cx="227775" cy="1302300"/>
            <a:chOff x="11033500" y="1841275"/>
            <a:chExt cx="227775" cy="1302300"/>
          </a:xfrm>
        </p:grpSpPr>
        <p:sp>
          <p:nvSpPr>
            <p:cNvPr id="1303" name="Google Shape;1303;g3ef13ed6d2a_0_175"/>
            <p:cNvSpPr/>
            <p:nvPr/>
          </p:nvSpPr>
          <p:spPr>
            <a:xfrm>
              <a:off x="11033500" y="184127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4" name="Google Shape;1304;g3ef13ed6d2a_0_175"/>
            <p:cNvSpPr/>
            <p:nvPr/>
          </p:nvSpPr>
          <p:spPr>
            <a:xfrm>
              <a:off x="11033500" y="200406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5" name="Google Shape;1305;g3ef13ed6d2a_0_175"/>
            <p:cNvSpPr/>
            <p:nvPr/>
          </p:nvSpPr>
          <p:spPr>
            <a:xfrm>
              <a:off x="11033500" y="216685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6" name="Google Shape;1306;g3ef13ed6d2a_0_175"/>
            <p:cNvSpPr/>
            <p:nvPr/>
          </p:nvSpPr>
          <p:spPr>
            <a:xfrm>
              <a:off x="11033500" y="232963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7" name="Google Shape;1307;g3ef13ed6d2a_0_175"/>
            <p:cNvSpPr/>
            <p:nvPr/>
          </p:nvSpPr>
          <p:spPr>
            <a:xfrm>
              <a:off x="11033500" y="2492425"/>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8" name="Google Shape;1308;g3ef13ed6d2a_0_175"/>
            <p:cNvSpPr/>
            <p:nvPr/>
          </p:nvSpPr>
          <p:spPr>
            <a:xfrm>
              <a:off x="11033500" y="2655213"/>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09" name="Google Shape;1309;g3ef13ed6d2a_0_175"/>
            <p:cNvSpPr/>
            <p:nvPr/>
          </p:nvSpPr>
          <p:spPr>
            <a:xfrm>
              <a:off x="11033500" y="2818000"/>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10" name="Google Shape;1310;g3ef13ed6d2a_0_175"/>
            <p:cNvSpPr/>
            <p:nvPr/>
          </p:nvSpPr>
          <p:spPr>
            <a:xfrm>
              <a:off x="11033500" y="2980788"/>
              <a:ext cx="227775" cy="162788"/>
            </a:xfrm>
            <a:prstGeom prst="flowChartPreparation">
              <a:avLst/>
            </a:prstGeom>
            <a:solidFill>
              <a:srgbClr val="E6913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spTree>
    <p:extLst>
      <p:ext uri="{BB962C8B-B14F-4D97-AF65-F5344CB8AC3E}">
        <p14:creationId xmlns:p14="http://schemas.microsoft.com/office/powerpoint/2010/main" val="44997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11F4D-4BB1-FAA1-53A0-755953FC3F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DDE929-5FF4-4B77-3E6F-9DDFBEED24E7}"/>
              </a:ext>
            </a:extLst>
          </p:cNvPr>
          <p:cNvSpPr>
            <a:spLocks noGrp="1"/>
          </p:cNvSpPr>
          <p:nvPr>
            <p:ph type="sldNum" sz="quarter" idx="12"/>
          </p:nvPr>
        </p:nvSpPr>
        <p:spPr/>
        <p:txBody>
          <a:bodyPr/>
          <a:lstStyle/>
          <a:p>
            <a:fld id="{D5244C39-EA1C-4830-B3FA-E06130CB504B}" type="slidenum">
              <a:rPr lang="en-US" smtClean="0"/>
              <a:pPr/>
              <a:t>15</a:t>
            </a:fld>
            <a:endParaRPr lang="en-US"/>
          </a:p>
        </p:txBody>
      </p:sp>
      <p:sp>
        <p:nvSpPr>
          <p:cNvPr id="4" name="Title 3">
            <a:extLst>
              <a:ext uri="{FF2B5EF4-FFF2-40B4-BE49-F238E27FC236}">
                <a16:creationId xmlns:a16="http://schemas.microsoft.com/office/drawing/2014/main" id="{46938F15-CB10-CCB0-A7C0-F444032DF762}"/>
              </a:ext>
            </a:extLst>
          </p:cNvPr>
          <p:cNvSpPr>
            <a:spLocks noGrp="1"/>
          </p:cNvSpPr>
          <p:nvPr>
            <p:ph type="title"/>
          </p:nvPr>
        </p:nvSpPr>
        <p:spPr/>
        <p:txBody>
          <a:bodyPr/>
          <a:lstStyle/>
          <a:p>
            <a:r>
              <a:rPr lang="en-US" dirty="0"/>
              <a:t>Technique 1: Codeword Merge</a:t>
            </a:r>
          </a:p>
        </p:txBody>
      </p:sp>
      <p:sp>
        <p:nvSpPr>
          <p:cNvPr id="1315" name="Google Shape;1315;g3ef13ed6d2a_0_237"/>
          <p:cNvSpPr/>
          <p:nvPr/>
        </p:nvSpPr>
        <p:spPr>
          <a:xfrm>
            <a:off x="2037150" y="2420775"/>
            <a:ext cx="7841700" cy="4098600"/>
          </a:xfrm>
          <a:prstGeom prst="rect">
            <a:avLst/>
          </a:prstGeom>
          <a:solidFill>
            <a:srgbClr val="D8D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30" name="Google Shape;1330;g3ef13ed6d2a_0_237"/>
          <p:cNvSpPr/>
          <p:nvPr/>
        </p:nvSpPr>
        <p:spPr>
          <a:xfrm>
            <a:off x="2253625" y="2702725"/>
            <a:ext cx="6928200" cy="3528000"/>
          </a:xfrm>
          <a:prstGeom prst="rect">
            <a:avLst/>
          </a:prstGeom>
          <a:solidFill>
            <a:schemeClr val="lt2"/>
          </a:solidFill>
          <a:ln w="38100" cap="flat" cmpd="sng">
            <a:solidFill>
              <a:srgbClr val="1A1A1A"/>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31" name="Google Shape;1331;g3ef13ed6d2a_0_237"/>
          <p:cNvSpPr txBox="1"/>
          <p:nvPr/>
        </p:nvSpPr>
        <p:spPr>
          <a:xfrm>
            <a:off x="3388550" y="6597400"/>
            <a:ext cx="7373100" cy="365400"/>
          </a:xfrm>
          <a:prstGeom prst="rect">
            <a:avLst/>
          </a:prstGeom>
          <a:noFill/>
          <a:ln>
            <a:noFill/>
          </a:ln>
        </p:spPr>
        <p:txBody>
          <a:bodyPr spcFirstLastPara="1" wrap="square" lIns="91425" tIns="91425" rIns="91425" bIns="91425" anchor="t" anchorCtr="0">
            <a:noAutofit/>
          </a:bodyPr>
          <a:lstStyle/>
          <a:p>
            <a:r>
              <a:rPr lang="en-US" sz="3000" b="1">
                <a:solidFill>
                  <a:schemeClr val="dk1"/>
                </a:solidFill>
                <a:latin typeface="Calibri"/>
                <a:ea typeface="Calibri"/>
                <a:cs typeface="Calibri"/>
                <a:sym typeface="Calibri"/>
              </a:rPr>
              <a:t>SSC- Singe Symbol Correction</a:t>
            </a:r>
            <a:endParaRPr sz="3000" b="1">
              <a:solidFill>
                <a:schemeClr val="dk1"/>
              </a:solidFill>
              <a:latin typeface="Calibri"/>
              <a:ea typeface="Calibri"/>
              <a:cs typeface="Calibri"/>
              <a:sym typeface="Calibri"/>
            </a:endParaRPr>
          </a:p>
        </p:txBody>
      </p:sp>
      <p:sp>
        <p:nvSpPr>
          <p:cNvPr id="1332" name="Google Shape;1332;g3ef13ed6d2a_0_237"/>
          <p:cNvSpPr txBox="1"/>
          <p:nvPr/>
        </p:nvSpPr>
        <p:spPr>
          <a:xfrm>
            <a:off x="364775" y="3470550"/>
            <a:ext cx="43200" cy="86700"/>
          </a:xfrm>
          <a:prstGeom prst="rect">
            <a:avLst/>
          </a:prstGeom>
          <a:noFill/>
          <a:ln>
            <a:noFill/>
          </a:ln>
        </p:spPr>
        <p:txBody>
          <a:bodyPr spcFirstLastPara="1" wrap="square" lIns="91425" tIns="91425" rIns="91425" bIns="91425" anchor="t" anchorCtr="0">
            <a:noAutofit/>
          </a:bodyPr>
          <a:lstStyle/>
          <a:p>
            <a:endParaRPr sz="2800">
              <a:solidFill>
                <a:schemeClr val="dk1"/>
              </a:solidFill>
              <a:latin typeface="Calibri"/>
              <a:ea typeface="Calibri"/>
              <a:cs typeface="Calibri"/>
              <a:sym typeface="Calibri"/>
            </a:endParaRPr>
          </a:p>
        </p:txBody>
      </p:sp>
      <p:sp>
        <p:nvSpPr>
          <p:cNvPr id="1333" name="Google Shape;1333;g3ef13ed6d2a_0_237"/>
          <p:cNvSpPr txBox="1"/>
          <p:nvPr/>
        </p:nvSpPr>
        <p:spPr>
          <a:xfrm rot="5400000">
            <a:off x="8038675" y="4474625"/>
            <a:ext cx="3146100" cy="534000"/>
          </a:xfrm>
          <a:prstGeom prst="rect">
            <a:avLst/>
          </a:prstGeom>
          <a:noFill/>
          <a:ln>
            <a:noFill/>
          </a:ln>
        </p:spPr>
        <p:txBody>
          <a:bodyPr spcFirstLastPara="1" wrap="square" lIns="91425" tIns="91425" rIns="91425" bIns="91425" anchor="t" anchorCtr="0">
            <a:noAutofit/>
          </a:bodyPr>
          <a:lstStyle/>
          <a:p>
            <a:r>
              <a:rPr lang="en-US" sz="3000" b="1">
                <a:solidFill>
                  <a:schemeClr val="dk1"/>
                </a:solidFill>
                <a:latin typeface="Calibri"/>
                <a:ea typeface="Calibri"/>
                <a:cs typeface="Calibri"/>
                <a:sym typeface="Calibri"/>
              </a:rPr>
              <a:t>Pseudo Channel</a:t>
            </a:r>
            <a:endParaRPr sz="3000" b="1">
              <a:solidFill>
                <a:schemeClr val="dk1"/>
              </a:solidFill>
              <a:latin typeface="Calibri"/>
              <a:ea typeface="Calibri"/>
              <a:cs typeface="Calibri"/>
              <a:sym typeface="Calibri"/>
            </a:endParaRPr>
          </a:p>
        </p:txBody>
      </p:sp>
      <p:sp>
        <p:nvSpPr>
          <p:cNvPr id="1334" name="Google Shape;1334;g3ef13ed6d2a_0_237"/>
          <p:cNvSpPr txBox="1"/>
          <p:nvPr/>
        </p:nvSpPr>
        <p:spPr>
          <a:xfrm>
            <a:off x="601175" y="5222975"/>
            <a:ext cx="3821700" cy="721500"/>
          </a:xfrm>
          <a:prstGeom prst="rect">
            <a:avLst/>
          </a:prstGeom>
          <a:noFill/>
          <a:ln>
            <a:noFill/>
          </a:ln>
        </p:spPr>
        <p:txBody>
          <a:bodyPr spcFirstLastPara="1" wrap="square" lIns="91425" tIns="91425" rIns="91425" bIns="91425" anchor="t" anchorCtr="0">
            <a:noAutofit/>
          </a:bodyPr>
          <a:lstStyle/>
          <a:p>
            <a:r>
              <a:rPr lang="en-US" sz="2800">
                <a:solidFill>
                  <a:schemeClr val="dk1"/>
                </a:solidFill>
                <a:latin typeface="Calibri"/>
                <a:ea typeface="Calibri"/>
                <a:cs typeface="Calibri"/>
                <a:sym typeface="Calibri"/>
              </a:rPr>
              <a:t>RS-Parity</a:t>
            </a:r>
            <a:endParaRPr sz="2800">
              <a:solidFill>
                <a:schemeClr val="dk1"/>
              </a:solidFill>
              <a:latin typeface="Calibri"/>
              <a:ea typeface="Calibri"/>
              <a:cs typeface="Calibri"/>
              <a:sym typeface="Calibri"/>
            </a:endParaRPr>
          </a:p>
        </p:txBody>
      </p:sp>
      <p:grpSp>
        <p:nvGrpSpPr>
          <p:cNvPr id="1335" name="Google Shape;1335;g3ef13ed6d2a_0_237"/>
          <p:cNvGrpSpPr/>
          <p:nvPr/>
        </p:nvGrpSpPr>
        <p:grpSpPr>
          <a:xfrm>
            <a:off x="3476307" y="2879068"/>
            <a:ext cx="5482014" cy="1302300"/>
            <a:chOff x="3974948" y="3283625"/>
            <a:chExt cx="5482014" cy="1302300"/>
          </a:xfrm>
        </p:grpSpPr>
        <p:grpSp>
          <p:nvGrpSpPr>
            <p:cNvPr id="1336" name="Google Shape;1336;g3ef13ed6d2a_0_237"/>
            <p:cNvGrpSpPr/>
            <p:nvPr/>
          </p:nvGrpSpPr>
          <p:grpSpPr>
            <a:xfrm>
              <a:off x="9229188" y="3283625"/>
              <a:ext cx="227775" cy="1302300"/>
              <a:chOff x="11033500" y="1841275"/>
              <a:chExt cx="227775" cy="1302300"/>
            </a:xfrm>
          </p:grpSpPr>
          <p:sp>
            <p:nvSpPr>
              <p:cNvPr id="1337" name="Google Shape;1337;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38" name="Google Shape;1338;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39" name="Google Shape;1339;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0" name="Google Shape;1340;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1" name="Google Shape;1341;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2" name="Google Shape;1342;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3" name="Google Shape;1343;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4" name="Google Shape;1344;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45" name="Google Shape;1345;g3ef13ed6d2a_0_237"/>
            <p:cNvGrpSpPr/>
            <p:nvPr/>
          </p:nvGrpSpPr>
          <p:grpSpPr>
            <a:xfrm>
              <a:off x="8889188" y="3283625"/>
              <a:ext cx="227775" cy="1302300"/>
              <a:chOff x="11033500" y="1841275"/>
              <a:chExt cx="227775" cy="1302300"/>
            </a:xfrm>
          </p:grpSpPr>
          <p:sp>
            <p:nvSpPr>
              <p:cNvPr id="1346" name="Google Shape;1346;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7" name="Google Shape;1347;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8" name="Google Shape;1348;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49" name="Google Shape;1349;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0" name="Google Shape;1350;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1" name="Google Shape;1351;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2" name="Google Shape;1352;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3" name="Google Shape;1353;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54" name="Google Shape;1354;g3ef13ed6d2a_0_237"/>
            <p:cNvGrpSpPr/>
            <p:nvPr/>
          </p:nvGrpSpPr>
          <p:grpSpPr>
            <a:xfrm>
              <a:off x="8530373" y="3283625"/>
              <a:ext cx="227775" cy="1302300"/>
              <a:chOff x="11033500" y="1841275"/>
              <a:chExt cx="227775" cy="1302300"/>
            </a:xfrm>
          </p:grpSpPr>
          <p:sp>
            <p:nvSpPr>
              <p:cNvPr id="1355" name="Google Shape;1355;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6" name="Google Shape;1356;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7" name="Google Shape;1357;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8" name="Google Shape;1358;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59" name="Google Shape;1359;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0" name="Google Shape;1360;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1" name="Google Shape;1361;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2" name="Google Shape;1362;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63" name="Google Shape;1363;g3ef13ed6d2a_0_237"/>
            <p:cNvGrpSpPr/>
            <p:nvPr/>
          </p:nvGrpSpPr>
          <p:grpSpPr>
            <a:xfrm>
              <a:off x="8190373" y="3283625"/>
              <a:ext cx="227775" cy="1302300"/>
              <a:chOff x="11033500" y="1841275"/>
              <a:chExt cx="227775" cy="1302300"/>
            </a:xfrm>
          </p:grpSpPr>
          <p:sp>
            <p:nvSpPr>
              <p:cNvPr id="1364" name="Google Shape;1364;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5" name="Google Shape;1365;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6" name="Google Shape;1366;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7" name="Google Shape;1367;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8" name="Google Shape;1368;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69" name="Google Shape;1369;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0" name="Google Shape;1370;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1" name="Google Shape;1371;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72" name="Google Shape;1372;g3ef13ed6d2a_0_237"/>
            <p:cNvGrpSpPr/>
            <p:nvPr/>
          </p:nvGrpSpPr>
          <p:grpSpPr>
            <a:xfrm>
              <a:off x="7810888" y="3283625"/>
              <a:ext cx="227775" cy="1302300"/>
              <a:chOff x="11033500" y="1841275"/>
              <a:chExt cx="227775" cy="1302300"/>
            </a:xfrm>
          </p:grpSpPr>
          <p:sp>
            <p:nvSpPr>
              <p:cNvPr id="1373" name="Google Shape;1373;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4" name="Google Shape;1374;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5" name="Google Shape;1375;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6" name="Google Shape;1376;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7" name="Google Shape;1377;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8" name="Google Shape;1378;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79" name="Google Shape;1379;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0" name="Google Shape;1380;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81" name="Google Shape;1381;g3ef13ed6d2a_0_237"/>
            <p:cNvGrpSpPr/>
            <p:nvPr/>
          </p:nvGrpSpPr>
          <p:grpSpPr>
            <a:xfrm>
              <a:off x="7470888" y="3283625"/>
              <a:ext cx="227775" cy="1302300"/>
              <a:chOff x="11033500" y="1841275"/>
              <a:chExt cx="227775" cy="1302300"/>
            </a:xfrm>
          </p:grpSpPr>
          <p:sp>
            <p:nvSpPr>
              <p:cNvPr id="1382" name="Google Shape;1382;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3" name="Google Shape;1383;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4" name="Google Shape;1384;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5" name="Google Shape;1385;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6" name="Google Shape;1386;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7" name="Google Shape;1387;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8" name="Google Shape;1388;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89" name="Google Shape;1389;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90" name="Google Shape;1390;g3ef13ed6d2a_0_237"/>
            <p:cNvGrpSpPr/>
            <p:nvPr/>
          </p:nvGrpSpPr>
          <p:grpSpPr>
            <a:xfrm>
              <a:off x="7112073" y="3283625"/>
              <a:ext cx="227775" cy="1302300"/>
              <a:chOff x="11033500" y="1841275"/>
              <a:chExt cx="227775" cy="1302300"/>
            </a:xfrm>
          </p:grpSpPr>
          <p:sp>
            <p:nvSpPr>
              <p:cNvPr id="1391" name="Google Shape;1391;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2" name="Google Shape;1392;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3" name="Google Shape;1393;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4" name="Google Shape;1394;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5" name="Google Shape;1395;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6" name="Google Shape;1396;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7" name="Google Shape;1397;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98" name="Google Shape;1398;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399" name="Google Shape;1399;g3ef13ed6d2a_0_237"/>
            <p:cNvGrpSpPr/>
            <p:nvPr/>
          </p:nvGrpSpPr>
          <p:grpSpPr>
            <a:xfrm>
              <a:off x="6772073" y="3283625"/>
              <a:ext cx="227775" cy="1302300"/>
              <a:chOff x="11033500" y="1841275"/>
              <a:chExt cx="227775" cy="1302300"/>
            </a:xfrm>
          </p:grpSpPr>
          <p:sp>
            <p:nvSpPr>
              <p:cNvPr id="1400" name="Google Shape;1400;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1" name="Google Shape;1401;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2" name="Google Shape;1402;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3" name="Google Shape;1403;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4" name="Google Shape;1404;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5" name="Google Shape;1405;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6" name="Google Shape;1406;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07" name="Google Shape;1407;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08" name="Google Shape;1408;g3ef13ed6d2a_0_237"/>
            <p:cNvGrpSpPr/>
            <p:nvPr/>
          </p:nvGrpSpPr>
          <p:grpSpPr>
            <a:xfrm>
              <a:off x="6432063" y="3283625"/>
              <a:ext cx="227775" cy="1302300"/>
              <a:chOff x="11033500" y="1841275"/>
              <a:chExt cx="227775" cy="1302300"/>
            </a:xfrm>
          </p:grpSpPr>
          <p:sp>
            <p:nvSpPr>
              <p:cNvPr id="1409" name="Google Shape;1409;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0" name="Google Shape;1410;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1" name="Google Shape;1411;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2" name="Google Shape;1412;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3" name="Google Shape;1413;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4" name="Google Shape;1414;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5" name="Google Shape;1415;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6" name="Google Shape;1416;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17" name="Google Shape;1417;g3ef13ed6d2a_0_237"/>
            <p:cNvGrpSpPr/>
            <p:nvPr/>
          </p:nvGrpSpPr>
          <p:grpSpPr>
            <a:xfrm>
              <a:off x="6092063" y="3283625"/>
              <a:ext cx="227775" cy="1302300"/>
              <a:chOff x="11033500" y="1841275"/>
              <a:chExt cx="227775" cy="1302300"/>
            </a:xfrm>
          </p:grpSpPr>
          <p:sp>
            <p:nvSpPr>
              <p:cNvPr id="1418" name="Google Shape;1418;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19" name="Google Shape;1419;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0" name="Google Shape;1420;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1" name="Google Shape;1421;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2" name="Google Shape;1422;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3" name="Google Shape;1423;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4" name="Google Shape;1424;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5" name="Google Shape;1425;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26" name="Google Shape;1426;g3ef13ed6d2a_0_237"/>
            <p:cNvGrpSpPr/>
            <p:nvPr/>
          </p:nvGrpSpPr>
          <p:grpSpPr>
            <a:xfrm>
              <a:off x="5733248" y="3283625"/>
              <a:ext cx="227775" cy="1302300"/>
              <a:chOff x="11033500" y="1841275"/>
              <a:chExt cx="227775" cy="1302300"/>
            </a:xfrm>
          </p:grpSpPr>
          <p:sp>
            <p:nvSpPr>
              <p:cNvPr id="1427" name="Google Shape;1427;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8" name="Google Shape;1428;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29" name="Google Shape;1429;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0" name="Google Shape;1430;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1" name="Google Shape;1431;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2" name="Google Shape;1432;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3" name="Google Shape;1433;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4" name="Google Shape;1434;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35" name="Google Shape;1435;g3ef13ed6d2a_0_237"/>
            <p:cNvGrpSpPr/>
            <p:nvPr/>
          </p:nvGrpSpPr>
          <p:grpSpPr>
            <a:xfrm>
              <a:off x="5393248" y="3283625"/>
              <a:ext cx="227775" cy="1302300"/>
              <a:chOff x="11033500" y="1841275"/>
              <a:chExt cx="227775" cy="1302300"/>
            </a:xfrm>
          </p:grpSpPr>
          <p:sp>
            <p:nvSpPr>
              <p:cNvPr id="1436" name="Google Shape;1436;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7" name="Google Shape;1437;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8" name="Google Shape;1438;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39" name="Google Shape;1439;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0" name="Google Shape;1440;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1" name="Google Shape;1441;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2" name="Google Shape;1442;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3" name="Google Shape;1443;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44" name="Google Shape;1444;g3ef13ed6d2a_0_237"/>
            <p:cNvGrpSpPr/>
            <p:nvPr/>
          </p:nvGrpSpPr>
          <p:grpSpPr>
            <a:xfrm>
              <a:off x="5013763" y="3283625"/>
              <a:ext cx="227775" cy="1302300"/>
              <a:chOff x="11033500" y="1841275"/>
              <a:chExt cx="227775" cy="1302300"/>
            </a:xfrm>
          </p:grpSpPr>
          <p:sp>
            <p:nvSpPr>
              <p:cNvPr id="1445" name="Google Shape;1445;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6" name="Google Shape;1446;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7" name="Google Shape;1447;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8" name="Google Shape;1448;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49" name="Google Shape;1449;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0" name="Google Shape;1450;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1" name="Google Shape;1451;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2" name="Google Shape;1452;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53" name="Google Shape;1453;g3ef13ed6d2a_0_237"/>
            <p:cNvGrpSpPr/>
            <p:nvPr/>
          </p:nvGrpSpPr>
          <p:grpSpPr>
            <a:xfrm>
              <a:off x="4673763" y="3283625"/>
              <a:ext cx="227775" cy="1302300"/>
              <a:chOff x="11033500" y="1841275"/>
              <a:chExt cx="227775" cy="1302300"/>
            </a:xfrm>
          </p:grpSpPr>
          <p:sp>
            <p:nvSpPr>
              <p:cNvPr id="1454" name="Google Shape;1454;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5" name="Google Shape;1455;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6" name="Google Shape;1456;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7" name="Google Shape;1457;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8" name="Google Shape;1458;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59" name="Google Shape;1459;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0" name="Google Shape;1460;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1" name="Google Shape;1461;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62" name="Google Shape;1462;g3ef13ed6d2a_0_237"/>
            <p:cNvGrpSpPr/>
            <p:nvPr/>
          </p:nvGrpSpPr>
          <p:grpSpPr>
            <a:xfrm>
              <a:off x="4314948" y="3283625"/>
              <a:ext cx="227775" cy="1302300"/>
              <a:chOff x="11033500" y="1841275"/>
              <a:chExt cx="227775" cy="1302300"/>
            </a:xfrm>
          </p:grpSpPr>
          <p:sp>
            <p:nvSpPr>
              <p:cNvPr id="1463" name="Google Shape;1463;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4" name="Google Shape;1464;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5" name="Google Shape;1465;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6" name="Google Shape;1466;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7" name="Google Shape;1467;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8" name="Google Shape;1468;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69" name="Google Shape;1469;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0" name="Google Shape;1470;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71" name="Google Shape;1471;g3ef13ed6d2a_0_237"/>
            <p:cNvGrpSpPr/>
            <p:nvPr/>
          </p:nvGrpSpPr>
          <p:grpSpPr>
            <a:xfrm>
              <a:off x="3974948" y="3283625"/>
              <a:ext cx="227775" cy="1302300"/>
              <a:chOff x="11033500" y="1841275"/>
              <a:chExt cx="227775" cy="1302300"/>
            </a:xfrm>
          </p:grpSpPr>
          <p:sp>
            <p:nvSpPr>
              <p:cNvPr id="1472" name="Google Shape;1472;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3" name="Google Shape;1473;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4" name="Google Shape;1474;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5" name="Google Shape;1475;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6" name="Google Shape;1476;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7" name="Google Shape;1477;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8" name="Google Shape;1478;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79" name="Google Shape;1479;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grpSp>
        <p:nvGrpSpPr>
          <p:cNvPr id="1480" name="Google Shape;1480;g3ef13ed6d2a_0_237"/>
          <p:cNvGrpSpPr/>
          <p:nvPr/>
        </p:nvGrpSpPr>
        <p:grpSpPr>
          <a:xfrm>
            <a:off x="3472432" y="4826393"/>
            <a:ext cx="5482014" cy="1302300"/>
            <a:chOff x="3974948" y="3283625"/>
            <a:chExt cx="5482014" cy="1302300"/>
          </a:xfrm>
        </p:grpSpPr>
        <p:grpSp>
          <p:nvGrpSpPr>
            <p:cNvPr id="1481" name="Google Shape;1481;g3ef13ed6d2a_0_237"/>
            <p:cNvGrpSpPr/>
            <p:nvPr/>
          </p:nvGrpSpPr>
          <p:grpSpPr>
            <a:xfrm>
              <a:off x="9229188" y="3283625"/>
              <a:ext cx="227775" cy="1302300"/>
              <a:chOff x="11033500" y="1841275"/>
              <a:chExt cx="227775" cy="1302300"/>
            </a:xfrm>
          </p:grpSpPr>
          <p:sp>
            <p:nvSpPr>
              <p:cNvPr id="1482" name="Google Shape;1482;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3" name="Google Shape;1483;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4" name="Google Shape;1484;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5" name="Google Shape;1485;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6" name="Google Shape;1486;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7" name="Google Shape;1487;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8" name="Google Shape;1488;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89" name="Google Shape;1489;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90" name="Google Shape;1490;g3ef13ed6d2a_0_237"/>
            <p:cNvGrpSpPr/>
            <p:nvPr/>
          </p:nvGrpSpPr>
          <p:grpSpPr>
            <a:xfrm>
              <a:off x="8889188" y="3283625"/>
              <a:ext cx="227775" cy="1302300"/>
              <a:chOff x="11033500" y="1841275"/>
              <a:chExt cx="227775" cy="1302300"/>
            </a:xfrm>
          </p:grpSpPr>
          <p:sp>
            <p:nvSpPr>
              <p:cNvPr id="1491" name="Google Shape;1491;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2" name="Google Shape;1492;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3" name="Google Shape;1493;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4" name="Google Shape;1494;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5" name="Google Shape;1495;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6" name="Google Shape;1496;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7" name="Google Shape;1497;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498" name="Google Shape;1498;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499" name="Google Shape;1499;g3ef13ed6d2a_0_237"/>
            <p:cNvGrpSpPr/>
            <p:nvPr/>
          </p:nvGrpSpPr>
          <p:grpSpPr>
            <a:xfrm>
              <a:off x="8530373" y="3283625"/>
              <a:ext cx="227775" cy="1302300"/>
              <a:chOff x="11033500" y="1841275"/>
              <a:chExt cx="227775" cy="1302300"/>
            </a:xfrm>
          </p:grpSpPr>
          <p:sp>
            <p:nvSpPr>
              <p:cNvPr id="1500" name="Google Shape;1500;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1" name="Google Shape;1501;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2" name="Google Shape;1502;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3" name="Google Shape;1503;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4" name="Google Shape;1504;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5" name="Google Shape;1505;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6" name="Google Shape;1506;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07" name="Google Shape;1507;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08" name="Google Shape;1508;g3ef13ed6d2a_0_237"/>
            <p:cNvGrpSpPr/>
            <p:nvPr/>
          </p:nvGrpSpPr>
          <p:grpSpPr>
            <a:xfrm>
              <a:off x="8190373" y="3283625"/>
              <a:ext cx="227775" cy="1302300"/>
              <a:chOff x="11033500" y="1841275"/>
              <a:chExt cx="227775" cy="1302300"/>
            </a:xfrm>
          </p:grpSpPr>
          <p:sp>
            <p:nvSpPr>
              <p:cNvPr id="1509" name="Google Shape;1509;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0" name="Google Shape;1510;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1" name="Google Shape;1511;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2" name="Google Shape;1512;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3" name="Google Shape;1513;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4" name="Google Shape;1514;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5" name="Google Shape;1515;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6" name="Google Shape;1516;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17" name="Google Shape;1517;g3ef13ed6d2a_0_237"/>
            <p:cNvGrpSpPr/>
            <p:nvPr/>
          </p:nvGrpSpPr>
          <p:grpSpPr>
            <a:xfrm>
              <a:off x="7810888" y="3283625"/>
              <a:ext cx="227775" cy="1302300"/>
              <a:chOff x="11033500" y="1841275"/>
              <a:chExt cx="227775" cy="1302300"/>
            </a:xfrm>
          </p:grpSpPr>
          <p:sp>
            <p:nvSpPr>
              <p:cNvPr id="1518" name="Google Shape;1518;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19" name="Google Shape;1519;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0" name="Google Shape;1520;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1" name="Google Shape;1521;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2" name="Google Shape;1522;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3" name="Google Shape;1523;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4" name="Google Shape;1524;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5" name="Google Shape;1525;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26" name="Google Shape;1526;g3ef13ed6d2a_0_237"/>
            <p:cNvGrpSpPr/>
            <p:nvPr/>
          </p:nvGrpSpPr>
          <p:grpSpPr>
            <a:xfrm>
              <a:off x="7470888" y="3283625"/>
              <a:ext cx="227775" cy="1302300"/>
              <a:chOff x="11033500" y="1841275"/>
              <a:chExt cx="227775" cy="1302300"/>
            </a:xfrm>
          </p:grpSpPr>
          <p:sp>
            <p:nvSpPr>
              <p:cNvPr id="1527" name="Google Shape;1527;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8" name="Google Shape;1528;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29" name="Google Shape;1529;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0" name="Google Shape;1530;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1" name="Google Shape;1531;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2" name="Google Shape;1532;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3" name="Google Shape;1533;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4" name="Google Shape;1534;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35" name="Google Shape;1535;g3ef13ed6d2a_0_237"/>
            <p:cNvGrpSpPr/>
            <p:nvPr/>
          </p:nvGrpSpPr>
          <p:grpSpPr>
            <a:xfrm>
              <a:off x="7112073" y="3283625"/>
              <a:ext cx="227775" cy="1302300"/>
              <a:chOff x="11033500" y="1841275"/>
              <a:chExt cx="227775" cy="1302300"/>
            </a:xfrm>
          </p:grpSpPr>
          <p:sp>
            <p:nvSpPr>
              <p:cNvPr id="1536" name="Google Shape;1536;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7" name="Google Shape;1537;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8" name="Google Shape;1538;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39" name="Google Shape;1539;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0" name="Google Shape;1540;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1" name="Google Shape;1541;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2" name="Google Shape;1542;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3" name="Google Shape;1543;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44" name="Google Shape;1544;g3ef13ed6d2a_0_237"/>
            <p:cNvGrpSpPr/>
            <p:nvPr/>
          </p:nvGrpSpPr>
          <p:grpSpPr>
            <a:xfrm>
              <a:off x="6772073" y="3283625"/>
              <a:ext cx="227775" cy="1302300"/>
              <a:chOff x="11033500" y="1841275"/>
              <a:chExt cx="227775" cy="1302300"/>
            </a:xfrm>
          </p:grpSpPr>
          <p:sp>
            <p:nvSpPr>
              <p:cNvPr id="1545" name="Google Shape;1545;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6" name="Google Shape;1546;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7" name="Google Shape;1547;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8" name="Google Shape;1548;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49" name="Google Shape;1549;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0" name="Google Shape;1550;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1" name="Google Shape;1551;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2" name="Google Shape;1552;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53" name="Google Shape;1553;g3ef13ed6d2a_0_237"/>
            <p:cNvGrpSpPr/>
            <p:nvPr/>
          </p:nvGrpSpPr>
          <p:grpSpPr>
            <a:xfrm>
              <a:off x="6432063" y="3283625"/>
              <a:ext cx="227775" cy="1302300"/>
              <a:chOff x="11033500" y="1841275"/>
              <a:chExt cx="227775" cy="1302300"/>
            </a:xfrm>
          </p:grpSpPr>
          <p:sp>
            <p:nvSpPr>
              <p:cNvPr id="1554" name="Google Shape;1554;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5" name="Google Shape;1555;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6" name="Google Shape;1556;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7" name="Google Shape;1557;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8" name="Google Shape;1558;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59" name="Google Shape;1559;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0" name="Google Shape;1560;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1" name="Google Shape;1561;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62" name="Google Shape;1562;g3ef13ed6d2a_0_237"/>
            <p:cNvGrpSpPr/>
            <p:nvPr/>
          </p:nvGrpSpPr>
          <p:grpSpPr>
            <a:xfrm>
              <a:off x="6092063" y="3283625"/>
              <a:ext cx="227775" cy="1302300"/>
              <a:chOff x="11033500" y="1841275"/>
              <a:chExt cx="227775" cy="1302300"/>
            </a:xfrm>
          </p:grpSpPr>
          <p:sp>
            <p:nvSpPr>
              <p:cNvPr id="1563" name="Google Shape;1563;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4" name="Google Shape;1564;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5" name="Google Shape;1565;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6" name="Google Shape;1566;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7" name="Google Shape;1567;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8" name="Google Shape;1568;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69" name="Google Shape;1569;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0" name="Google Shape;1570;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71" name="Google Shape;1571;g3ef13ed6d2a_0_237"/>
            <p:cNvGrpSpPr/>
            <p:nvPr/>
          </p:nvGrpSpPr>
          <p:grpSpPr>
            <a:xfrm>
              <a:off x="5733248" y="3283625"/>
              <a:ext cx="227775" cy="1302300"/>
              <a:chOff x="11033500" y="1841275"/>
              <a:chExt cx="227775" cy="1302300"/>
            </a:xfrm>
          </p:grpSpPr>
          <p:sp>
            <p:nvSpPr>
              <p:cNvPr id="1572" name="Google Shape;1572;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3" name="Google Shape;1573;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4" name="Google Shape;1574;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5" name="Google Shape;1575;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6" name="Google Shape;1576;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7" name="Google Shape;1577;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8" name="Google Shape;1578;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79" name="Google Shape;1579;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80" name="Google Shape;1580;g3ef13ed6d2a_0_237"/>
            <p:cNvGrpSpPr/>
            <p:nvPr/>
          </p:nvGrpSpPr>
          <p:grpSpPr>
            <a:xfrm>
              <a:off x="5393248" y="3283625"/>
              <a:ext cx="227775" cy="1302300"/>
              <a:chOff x="11033500" y="1841275"/>
              <a:chExt cx="227775" cy="1302300"/>
            </a:xfrm>
          </p:grpSpPr>
          <p:sp>
            <p:nvSpPr>
              <p:cNvPr id="1581" name="Google Shape;1581;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2" name="Google Shape;1582;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3" name="Google Shape;1583;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4" name="Google Shape;1584;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5" name="Google Shape;1585;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6" name="Google Shape;1586;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7" name="Google Shape;1587;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88" name="Google Shape;1588;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89" name="Google Shape;1589;g3ef13ed6d2a_0_237"/>
            <p:cNvGrpSpPr/>
            <p:nvPr/>
          </p:nvGrpSpPr>
          <p:grpSpPr>
            <a:xfrm>
              <a:off x="5013763" y="3283625"/>
              <a:ext cx="227775" cy="1302300"/>
              <a:chOff x="11033500" y="1841275"/>
              <a:chExt cx="227775" cy="1302300"/>
            </a:xfrm>
          </p:grpSpPr>
          <p:sp>
            <p:nvSpPr>
              <p:cNvPr id="1590" name="Google Shape;1590;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1" name="Google Shape;1591;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2" name="Google Shape;1592;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3" name="Google Shape;1593;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4" name="Google Shape;1594;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5" name="Google Shape;1595;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6" name="Google Shape;1596;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597" name="Google Shape;1597;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598" name="Google Shape;1598;g3ef13ed6d2a_0_237"/>
            <p:cNvGrpSpPr/>
            <p:nvPr/>
          </p:nvGrpSpPr>
          <p:grpSpPr>
            <a:xfrm>
              <a:off x="4673763" y="3283625"/>
              <a:ext cx="227775" cy="1302300"/>
              <a:chOff x="11033500" y="1841275"/>
              <a:chExt cx="227775" cy="1302300"/>
            </a:xfrm>
          </p:grpSpPr>
          <p:sp>
            <p:nvSpPr>
              <p:cNvPr id="1599" name="Google Shape;1599;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0" name="Google Shape;1600;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1" name="Google Shape;1601;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2" name="Google Shape;1602;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dirty="0">
                  <a:latin typeface="Calibri"/>
                  <a:ea typeface="Calibri"/>
                  <a:cs typeface="Calibri"/>
                  <a:sym typeface="Calibri"/>
                </a:endParaRPr>
              </a:p>
            </p:txBody>
          </p:sp>
          <p:sp>
            <p:nvSpPr>
              <p:cNvPr id="1603" name="Google Shape;1603;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4" name="Google Shape;1604;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5" name="Google Shape;1605;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6" name="Google Shape;1606;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607" name="Google Shape;1607;g3ef13ed6d2a_0_237"/>
            <p:cNvGrpSpPr/>
            <p:nvPr/>
          </p:nvGrpSpPr>
          <p:grpSpPr>
            <a:xfrm>
              <a:off x="4314948" y="3283625"/>
              <a:ext cx="227775" cy="1302300"/>
              <a:chOff x="11033500" y="1841275"/>
              <a:chExt cx="227775" cy="1302300"/>
            </a:xfrm>
          </p:grpSpPr>
          <p:sp>
            <p:nvSpPr>
              <p:cNvPr id="1608" name="Google Shape;1608;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09" name="Google Shape;1609;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0" name="Google Shape;1610;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1" name="Google Shape;1611;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2" name="Google Shape;1612;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3" name="Google Shape;1613;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4" name="Google Shape;1614;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5" name="Google Shape;1615;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616" name="Google Shape;1616;g3ef13ed6d2a_0_237"/>
            <p:cNvGrpSpPr/>
            <p:nvPr/>
          </p:nvGrpSpPr>
          <p:grpSpPr>
            <a:xfrm>
              <a:off x="3974948" y="3283625"/>
              <a:ext cx="227775" cy="1302300"/>
              <a:chOff x="11033500" y="1841275"/>
              <a:chExt cx="227775" cy="1302300"/>
            </a:xfrm>
          </p:grpSpPr>
          <p:sp>
            <p:nvSpPr>
              <p:cNvPr id="1617" name="Google Shape;1617;g3ef13ed6d2a_0_237"/>
              <p:cNvSpPr/>
              <p:nvPr/>
            </p:nvSpPr>
            <p:spPr>
              <a:xfrm>
                <a:off x="11033500" y="184127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8" name="Google Shape;1618;g3ef13ed6d2a_0_237"/>
              <p:cNvSpPr/>
              <p:nvPr/>
            </p:nvSpPr>
            <p:spPr>
              <a:xfrm>
                <a:off x="11033500" y="200406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19" name="Google Shape;1619;g3ef13ed6d2a_0_237"/>
              <p:cNvSpPr/>
              <p:nvPr/>
            </p:nvSpPr>
            <p:spPr>
              <a:xfrm>
                <a:off x="11033500" y="216685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0" name="Google Shape;1620;g3ef13ed6d2a_0_237"/>
              <p:cNvSpPr/>
              <p:nvPr/>
            </p:nvSpPr>
            <p:spPr>
              <a:xfrm>
                <a:off x="11033500" y="232963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1" name="Google Shape;1621;g3ef13ed6d2a_0_237"/>
              <p:cNvSpPr/>
              <p:nvPr/>
            </p:nvSpPr>
            <p:spPr>
              <a:xfrm>
                <a:off x="11033500" y="2492425"/>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2" name="Google Shape;1622;g3ef13ed6d2a_0_237"/>
              <p:cNvSpPr/>
              <p:nvPr/>
            </p:nvSpPr>
            <p:spPr>
              <a:xfrm>
                <a:off x="11033500" y="2655213"/>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3" name="Google Shape;1623;g3ef13ed6d2a_0_237"/>
              <p:cNvSpPr/>
              <p:nvPr/>
            </p:nvSpPr>
            <p:spPr>
              <a:xfrm>
                <a:off x="11033500" y="2818000"/>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4" name="Google Shape;1624;g3ef13ed6d2a_0_237"/>
              <p:cNvSpPr/>
              <p:nvPr/>
            </p:nvSpPr>
            <p:spPr>
              <a:xfrm>
                <a:off x="11033500" y="2980788"/>
                <a:ext cx="227775" cy="162788"/>
              </a:xfrm>
              <a:prstGeom prst="flowChartPreparation">
                <a:avLst/>
              </a:prstGeom>
              <a:solidFill>
                <a:srgbClr val="1155CC"/>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grpSp>
        <p:nvGrpSpPr>
          <p:cNvPr id="1625" name="Google Shape;1625;g3ef13ed6d2a_0_237"/>
          <p:cNvGrpSpPr/>
          <p:nvPr/>
        </p:nvGrpSpPr>
        <p:grpSpPr>
          <a:xfrm>
            <a:off x="2420945" y="3662743"/>
            <a:ext cx="227775" cy="1302300"/>
            <a:chOff x="11033500" y="1841275"/>
            <a:chExt cx="227775" cy="1302300"/>
          </a:xfrm>
        </p:grpSpPr>
        <p:sp>
          <p:nvSpPr>
            <p:cNvPr id="1626" name="Google Shape;1626;g3ef13ed6d2a_0_237"/>
            <p:cNvSpPr/>
            <p:nvPr/>
          </p:nvSpPr>
          <p:spPr>
            <a:xfrm>
              <a:off x="11033500" y="1841275"/>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7" name="Google Shape;1627;g3ef13ed6d2a_0_237"/>
            <p:cNvSpPr/>
            <p:nvPr/>
          </p:nvSpPr>
          <p:spPr>
            <a:xfrm>
              <a:off x="11033500" y="2004063"/>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8" name="Google Shape;1628;g3ef13ed6d2a_0_237"/>
            <p:cNvSpPr/>
            <p:nvPr/>
          </p:nvSpPr>
          <p:spPr>
            <a:xfrm>
              <a:off x="11033500" y="2166850"/>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29" name="Google Shape;1629;g3ef13ed6d2a_0_237"/>
            <p:cNvSpPr/>
            <p:nvPr/>
          </p:nvSpPr>
          <p:spPr>
            <a:xfrm>
              <a:off x="11033500" y="2329638"/>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0" name="Google Shape;1630;g3ef13ed6d2a_0_237"/>
            <p:cNvSpPr/>
            <p:nvPr/>
          </p:nvSpPr>
          <p:spPr>
            <a:xfrm>
              <a:off x="11033500" y="2492425"/>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1" name="Google Shape;1631;g3ef13ed6d2a_0_237"/>
            <p:cNvSpPr/>
            <p:nvPr/>
          </p:nvSpPr>
          <p:spPr>
            <a:xfrm>
              <a:off x="11033500" y="2655213"/>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2" name="Google Shape;1632;g3ef13ed6d2a_0_237"/>
            <p:cNvSpPr/>
            <p:nvPr/>
          </p:nvSpPr>
          <p:spPr>
            <a:xfrm>
              <a:off x="11033500" y="2818000"/>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3" name="Google Shape;1633;g3ef13ed6d2a_0_237"/>
            <p:cNvSpPr/>
            <p:nvPr/>
          </p:nvSpPr>
          <p:spPr>
            <a:xfrm>
              <a:off x="11033500" y="2980788"/>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grpSp>
        <p:nvGrpSpPr>
          <p:cNvPr id="1634" name="Google Shape;1634;g3ef13ed6d2a_0_237"/>
          <p:cNvGrpSpPr/>
          <p:nvPr/>
        </p:nvGrpSpPr>
        <p:grpSpPr>
          <a:xfrm>
            <a:off x="2782020" y="3662743"/>
            <a:ext cx="227775" cy="1302300"/>
            <a:chOff x="11033500" y="1841275"/>
            <a:chExt cx="227775" cy="1302300"/>
          </a:xfrm>
        </p:grpSpPr>
        <p:sp>
          <p:nvSpPr>
            <p:cNvPr id="1635" name="Google Shape;1635;g3ef13ed6d2a_0_237"/>
            <p:cNvSpPr/>
            <p:nvPr/>
          </p:nvSpPr>
          <p:spPr>
            <a:xfrm>
              <a:off x="11033500" y="1841275"/>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6" name="Google Shape;1636;g3ef13ed6d2a_0_237"/>
            <p:cNvSpPr/>
            <p:nvPr/>
          </p:nvSpPr>
          <p:spPr>
            <a:xfrm>
              <a:off x="11033500" y="2004063"/>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7" name="Google Shape;1637;g3ef13ed6d2a_0_237"/>
            <p:cNvSpPr/>
            <p:nvPr/>
          </p:nvSpPr>
          <p:spPr>
            <a:xfrm>
              <a:off x="11033500" y="2166850"/>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8" name="Google Shape;1638;g3ef13ed6d2a_0_237"/>
            <p:cNvSpPr/>
            <p:nvPr/>
          </p:nvSpPr>
          <p:spPr>
            <a:xfrm>
              <a:off x="11033500" y="2329638"/>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39" name="Google Shape;1639;g3ef13ed6d2a_0_237"/>
            <p:cNvSpPr/>
            <p:nvPr/>
          </p:nvSpPr>
          <p:spPr>
            <a:xfrm>
              <a:off x="11033500" y="2492425"/>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40" name="Google Shape;1640;g3ef13ed6d2a_0_237"/>
            <p:cNvSpPr/>
            <p:nvPr/>
          </p:nvSpPr>
          <p:spPr>
            <a:xfrm>
              <a:off x="11033500" y="2655213"/>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41" name="Google Shape;1641;g3ef13ed6d2a_0_237"/>
            <p:cNvSpPr/>
            <p:nvPr/>
          </p:nvSpPr>
          <p:spPr>
            <a:xfrm>
              <a:off x="11033500" y="2818000"/>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42" name="Google Shape;1642;g3ef13ed6d2a_0_237"/>
            <p:cNvSpPr/>
            <p:nvPr/>
          </p:nvSpPr>
          <p:spPr>
            <a:xfrm>
              <a:off x="11033500" y="2980788"/>
              <a:ext cx="227775" cy="162788"/>
            </a:xfrm>
            <a:prstGeom prst="flowChartPreparation">
              <a:avLst/>
            </a:prstGeom>
            <a:solidFill>
              <a:srgbClr val="CC0000"/>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grpSp>
      <p:cxnSp>
        <p:nvCxnSpPr>
          <p:cNvPr id="1643" name="Google Shape;1643;g3ef13ed6d2a_0_237"/>
          <p:cNvCxnSpPr/>
          <p:nvPr/>
        </p:nvCxnSpPr>
        <p:spPr>
          <a:xfrm flipH="1">
            <a:off x="1465405" y="4651200"/>
            <a:ext cx="1054200" cy="655200"/>
          </a:xfrm>
          <a:prstGeom prst="straightConnector1">
            <a:avLst/>
          </a:prstGeom>
          <a:noFill/>
          <a:ln w="28575" cap="flat" cmpd="sng">
            <a:solidFill>
              <a:srgbClr val="1A1A1A"/>
            </a:solidFill>
            <a:prstDash val="solid"/>
            <a:round/>
            <a:headEnd type="none" w="med" len="med"/>
            <a:tailEnd type="none" w="med" len="med"/>
          </a:ln>
        </p:spPr>
      </p:cxnSp>
    </p:spTree>
    <p:extLst>
      <p:ext uri="{BB962C8B-B14F-4D97-AF65-F5344CB8AC3E}">
        <p14:creationId xmlns:p14="http://schemas.microsoft.com/office/powerpoint/2010/main" val="488579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48E6-D9E8-5DB6-56FC-DF81A99ABF1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9E717A-5A1D-60EC-8F44-1AB5AFAA04A4}"/>
              </a:ext>
            </a:extLst>
          </p:cNvPr>
          <p:cNvSpPr>
            <a:spLocks noGrp="1"/>
          </p:cNvSpPr>
          <p:nvPr>
            <p:ph type="sldNum" sz="quarter" idx="12"/>
          </p:nvPr>
        </p:nvSpPr>
        <p:spPr/>
        <p:txBody>
          <a:bodyPr/>
          <a:lstStyle/>
          <a:p>
            <a:fld id="{D5244C39-EA1C-4830-B3FA-E06130CB504B}" type="slidenum">
              <a:rPr lang="en-US" smtClean="0"/>
              <a:pPr/>
              <a:t>16</a:t>
            </a:fld>
            <a:endParaRPr lang="en-US"/>
          </a:p>
        </p:txBody>
      </p:sp>
      <p:sp>
        <p:nvSpPr>
          <p:cNvPr id="4" name="Title 3">
            <a:extLst>
              <a:ext uri="{FF2B5EF4-FFF2-40B4-BE49-F238E27FC236}">
                <a16:creationId xmlns:a16="http://schemas.microsoft.com/office/drawing/2014/main" id="{06EBDD16-5584-530E-98DC-7570F9E9587F}"/>
              </a:ext>
            </a:extLst>
          </p:cNvPr>
          <p:cNvSpPr>
            <a:spLocks noGrp="1"/>
          </p:cNvSpPr>
          <p:nvPr>
            <p:ph type="title"/>
          </p:nvPr>
        </p:nvSpPr>
        <p:spPr/>
        <p:txBody>
          <a:bodyPr/>
          <a:lstStyle/>
          <a:p>
            <a:r>
              <a:rPr lang="en-US" dirty="0"/>
              <a:t>Technique 1: Codeword Merge</a:t>
            </a:r>
          </a:p>
        </p:txBody>
      </p:sp>
      <p:pic>
        <p:nvPicPr>
          <p:cNvPr id="1648" name="Google Shape;1648;g3ef13ed6d2a_0_298"/>
          <p:cNvPicPr preferRelativeResize="0"/>
          <p:nvPr/>
        </p:nvPicPr>
        <p:blipFill rotWithShape="1">
          <a:blip r:embed="rId2">
            <a:alphaModFix/>
          </a:blip>
          <a:srcRect l="40138" b="50644"/>
          <a:stretch/>
        </p:blipFill>
        <p:spPr>
          <a:xfrm>
            <a:off x="1468751" y="6119038"/>
            <a:ext cx="3510277" cy="546900"/>
          </a:xfrm>
          <a:prstGeom prst="rect">
            <a:avLst/>
          </a:prstGeom>
          <a:noFill/>
          <a:ln>
            <a:noFill/>
          </a:ln>
        </p:spPr>
      </p:pic>
      <p:pic>
        <p:nvPicPr>
          <p:cNvPr id="1649" name="Google Shape;1649;g3ef13ed6d2a_0_298"/>
          <p:cNvPicPr preferRelativeResize="0"/>
          <p:nvPr/>
        </p:nvPicPr>
        <p:blipFill>
          <a:blip r:embed="rId3">
            <a:alphaModFix/>
          </a:blip>
          <a:stretch>
            <a:fillRect/>
          </a:stretch>
        </p:blipFill>
        <p:spPr>
          <a:xfrm>
            <a:off x="518174" y="2526270"/>
            <a:ext cx="5863899" cy="3046693"/>
          </a:xfrm>
          <a:prstGeom prst="rect">
            <a:avLst/>
          </a:prstGeom>
          <a:noFill/>
          <a:ln>
            <a:noFill/>
          </a:ln>
        </p:spPr>
      </p:pic>
      <p:sp>
        <p:nvSpPr>
          <p:cNvPr id="1650" name="Google Shape;1650;g3ef13ed6d2a_0_298"/>
          <p:cNvSpPr/>
          <p:nvPr/>
        </p:nvSpPr>
        <p:spPr>
          <a:xfrm>
            <a:off x="5936109" y="5509155"/>
            <a:ext cx="2479800" cy="2020200"/>
          </a:xfrm>
          <a:prstGeom prst="roundRect">
            <a:avLst>
              <a:gd name="adj" fmla="val 8446"/>
            </a:avLst>
          </a:prstGeom>
          <a:noFill/>
          <a:ln w="3810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51" name="Google Shape;1651;g3ef13ed6d2a_0_298"/>
          <p:cNvSpPr/>
          <p:nvPr/>
        </p:nvSpPr>
        <p:spPr>
          <a:xfrm rot="-5400000">
            <a:off x="7551875" y="3713363"/>
            <a:ext cx="5002200" cy="2327700"/>
          </a:xfrm>
          <a:prstGeom prst="rect">
            <a:avLst/>
          </a:prstGeom>
          <a:solidFill>
            <a:srgbClr val="D8D8D8"/>
          </a:solidFill>
          <a:ln w="5400" cap="flat" cmpd="sng">
            <a:solidFill>
              <a:schemeClr val="dk2"/>
            </a:solidFill>
            <a:prstDash val="solid"/>
            <a:round/>
            <a:headEnd type="none" w="sm" len="sm"/>
            <a:tailEnd type="none" w="sm" len="sm"/>
          </a:ln>
        </p:spPr>
        <p:txBody>
          <a:bodyPr spcFirstLastPara="1" wrap="square" lIns="51925" tIns="51925" rIns="51925" bIns="51925" anchor="ctr" anchorCtr="0">
            <a:noAutofit/>
          </a:bodyPr>
          <a:lstStyle/>
          <a:p>
            <a:pPr algn="ctr"/>
            <a:endParaRPr sz="795">
              <a:latin typeface="Calibri"/>
              <a:ea typeface="Calibri"/>
              <a:cs typeface="Calibri"/>
              <a:sym typeface="Calibri"/>
            </a:endParaRPr>
          </a:p>
        </p:txBody>
      </p:sp>
      <p:sp>
        <p:nvSpPr>
          <p:cNvPr id="1666" name="Google Shape;1666;g3ef13ed6d2a_0_298"/>
          <p:cNvSpPr/>
          <p:nvPr/>
        </p:nvSpPr>
        <p:spPr>
          <a:xfrm rot="-5400000">
            <a:off x="8083707" y="3737742"/>
            <a:ext cx="3934800" cy="2003700"/>
          </a:xfrm>
          <a:prstGeom prst="rect">
            <a:avLst/>
          </a:prstGeom>
          <a:solidFill>
            <a:schemeClr val="lt2"/>
          </a:solidFill>
          <a:ln w="21650" cap="flat" cmpd="sng">
            <a:solidFill>
              <a:srgbClr val="1A1A1A"/>
            </a:solidFill>
            <a:prstDash val="solid"/>
            <a:round/>
            <a:headEnd type="none" w="sm" len="sm"/>
            <a:tailEnd type="none" w="sm" len="sm"/>
          </a:ln>
        </p:spPr>
        <p:txBody>
          <a:bodyPr spcFirstLastPara="1" wrap="square" lIns="51925" tIns="51925" rIns="51925" bIns="51925" anchor="ctr" anchorCtr="0">
            <a:noAutofit/>
          </a:bodyPr>
          <a:lstStyle/>
          <a:p>
            <a:pPr algn="ctr"/>
            <a:endParaRPr sz="795">
              <a:latin typeface="Calibri"/>
              <a:ea typeface="Calibri"/>
              <a:cs typeface="Calibri"/>
              <a:sym typeface="Calibri"/>
            </a:endParaRPr>
          </a:p>
        </p:txBody>
      </p:sp>
      <p:sp>
        <p:nvSpPr>
          <p:cNvPr id="1667" name="Google Shape;1667;g3ef13ed6d2a_0_298"/>
          <p:cNvSpPr txBox="1"/>
          <p:nvPr/>
        </p:nvSpPr>
        <p:spPr>
          <a:xfrm>
            <a:off x="8617950" y="3271163"/>
            <a:ext cx="43200" cy="86700"/>
          </a:xfrm>
          <a:prstGeom prst="rect">
            <a:avLst/>
          </a:prstGeom>
          <a:noFill/>
          <a:ln>
            <a:noFill/>
          </a:ln>
        </p:spPr>
        <p:txBody>
          <a:bodyPr spcFirstLastPara="1" wrap="square" lIns="91425" tIns="91425" rIns="91425" bIns="91425" anchor="t" anchorCtr="0">
            <a:noAutofit/>
          </a:bodyPr>
          <a:lstStyle/>
          <a:p>
            <a:endParaRPr sz="2800">
              <a:solidFill>
                <a:schemeClr val="dk1"/>
              </a:solidFill>
              <a:latin typeface="Calibri"/>
              <a:ea typeface="Calibri"/>
              <a:cs typeface="Calibri"/>
              <a:sym typeface="Calibri"/>
            </a:endParaRPr>
          </a:p>
        </p:txBody>
      </p:sp>
      <p:sp>
        <p:nvSpPr>
          <p:cNvPr id="1668" name="Google Shape;1668;g3ef13ed6d2a_0_298"/>
          <p:cNvSpPr txBox="1"/>
          <p:nvPr/>
        </p:nvSpPr>
        <p:spPr>
          <a:xfrm>
            <a:off x="9166974" y="2329263"/>
            <a:ext cx="1854900" cy="303300"/>
          </a:xfrm>
          <a:prstGeom prst="rect">
            <a:avLst/>
          </a:prstGeom>
          <a:noFill/>
          <a:ln>
            <a:noFill/>
          </a:ln>
        </p:spPr>
        <p:txBody>
          <a:bodyPr spcFirstLastPara="1" wrap="square" lIns="51925" tIns="51925" rIns="51925" bIns="51925" anchor="t" anchorCtr="0">
            <a:noAutofit/>
          </a:bodyPr>
          <a:lstStyle/>
          <a:p>
            <a:r>
              <a:rPr lang="en-US" sz="2004" b="1">
                <a:solidFill>
                  <a:schemeClr val="dk1"/>
                </a:solidFill>
                <a:latin typeface="Calibri"/>
                <a:ea typeface="Calibri"/>
                <a:cs typeface="Calibri"/>
                <a:sym typeface="Calibri"/>
              </a:rPr>
              <a:t>Pseudo Channel</a:t>
            </a:r>
            <a:endParaRPr sz="2004" b="1">
              <a:solidFill>
                <a:schemeClr val="dk1"/>
              </a:solidFill>
              <a:latin typeface="Calibri"/>
              <a:ea typeface="Calibri"/>
              <a:cs typeface="Calibri"/>
              <a:sym typeface="Calibri"/>
            </a:endParaRPr>
          </a:p>
        </p:txBody>
      </p:sp>
      <p:pic>
        <p:nvPicPr>
          <p:cNvPr id="1669" name="Google Shape;1669;g3ef13ed6d2a_0_298"/>
          <p:cNvPicPr preferRelativeResize="0"/>
          <p:nvPr/>
        </p:nvPicPr>
        <p:blipFill>
          <a:blip r:embed="rId4">
            <a:alphaModFix/>
          </a:blip>
          <a:stretch>
            <a:fillRect/>
          </a:stretch>
        </p:blipFill>
        <p:spPr>
          <a:xfrm>
            <a:off x="6065591" y="5911556"/>
            <a:ext cx="2244464" cy="1464525"/>
          </a:xfrm>
          <a:prstGeom prst="rect">
            <a:avLst/>
          </a:prstGeom>
          <a:noFill/>
          <a:ln>
            <a:noFill/>
          </a:ln>
        </p:spPr>
      </p:pic>
      <p:sp>
        <p:nvSpPr>
          <p:cNvPr id="1670" name="Google Shape;1670;g3ef13ed6d2a_0_298"/>
          <p:cNvSpPr txBox="1"/>
          <p:nvPr/>
        </p:nvSpPr>
        <p:spPr>
          <a:xfrm>
            <a:off x="6364509" y="5424360"/>
            <a:ext cx="1786800" cy="546900"/>
          </a:xfrm>
          <a:prstGeom prst="rect">
            <a:avLst/>
          </a:prstGeom>
          <a:noFill/>
          <a:ln>
            <a:noFill/>
          </a:ln>
        </p:spPr>
        <p:txBody>
          <a:bodyPr spcFirstLastPara="1" wrap="square" lIns="91425" tIns="91425" rIns="91425" bIns="91425" anchor="t" anchorCtr="0">
            <a:noAutofit/>
          </a:bodyPr>
          <a:lstStyle/>
          <a:p>
            <a:r>
              <a:rPr lang="en-US" sz="2400" b="1">
                <a:solidFill>
                  <a:schemeClr val="dk1"/>
                </a:solidFill>
                <a:latin typeface="Calibri"/>
                <a:ea typeface="Calibri"/>
                <a:cs typeface="Calibri"/>
                <a:sym typeface="Calibri"/>
              </a:rPr>
              <a:t>Added Logic</a:t>
            </a:r>
            <a:endParaRPr sz="2400" b="1">
              <a:solidFill>
                <a:schemeClr val="dk1"/>
              </a:solidFill>
              <a:latin typeface="Calibri"/>
              <a:ea typeface="Calibri"/>
              <a:cs typeface="Calibri"/>
              <a:sym typeface="Calibri"/>
            </a:endParaRPr>
          </a:p>
        </p:txBody>
      </p:sp>
      <p:sp>
        <p:nvSpPr>
          <p:cNvPr id="1671" name="Google Shape;1671;g3ef13ed6d2a_0_298"/>
          <p:cNvSpPr/>
          <p:nvPr/>
        </p:nvSpPr>
        <p:spPr>
          <a:xfrm rot="5400000">
            <a:off x="9806500" y="6203463"/>
            <a:ext cx="455100" cy="16722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672" name="Google Shape;1672;g3ef13ed6d2a_0_298"/>
          <p:cNvSpPr txBox="1"/>
          <p:nvPr/>
        </p:nvSpPr>
        <p:spPr>
          <a:xfrm>
            <a:off x="9471175" y="6730730"/>
            <a:ext cx="1157100" cy="303300"/>
          </a:xfrm>
          <a:prstGeom prst="rect">
            <a:avLst/>
          </a:prstGeom>
          <a:noFill/>
          <a:ln>
            <a:noFill/>
          </a:ln>
        </p:spPr>
        <p:txBody>
          <a:bodyPr spcFirstLastPara="1" wrap="square" lIns="91425" tIns="91425" rIns="91425" bIns="91425" anchor="t" anchorCtr="0">
            <a:noAutofit/>
          </a:bodyPr>
          <a:lstStyle/>
          <a:p>
            <a:pPr algn="ctr"/>
            <a:r>
              <a:rPr lang="en-US" sz="2800" b="1">
                <a:solidFill>
                  <a:schemeClr val="dk1"/>
                </a:solidFill>
                <a:latin typeface="Calibri"/>
                <a:ea typeface="Calibri"/>
                <a:cs typeface="Calibri"/>
                <a:sym typeface="Calibri"/>
              </a:rPr>
              <a:t>SSC</a:t>
            </a:r>
            <a:endParaRPr sz="2800" b="1">
              <a:solidFill>
                <a:schemeClr val="dk1"/>
              </a:solidFill>
              <a:latin typeface="Calibri"/>
              <a:ea typeface="Calibri"/>
              <a:cs typeface="Calibri"/>
              <a:sym typeface="Calibri"/>
            </a:endParaRPr>
          </a:p>
        </p:txBody>
      </p:sp>
      <p:sp>
        <p:nvSpPr>
          <p:cNvPr id="1673" name="Google Shape;1673;g3ef13ed6d2a_0_298"/>
          <p:cNvSpPr/>
          <p:nvPr/>
        </p:nvSpPr>
        <p:spPr>
          <a:xfrm rot="10800000">
            <a:off x="8474075" y="6856875"/>
            <a:ext cx="665700" cy="365400"/>
          </a:xfrm>
          <a:prstGeom prst="leftArrow">
            <a:avLst>
              <a:gd name="adj1" fmla="val 50000"/>
              <a:gd name="adj2" fmla="val 50000"/>
            </a:avLst>
          </a:prstGeom>
          <a:solidFill>
            <a:srgbClr val="0B5394"/>
          </a:solidFill>
          <a:ln>
            <a:noFill/>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pic>
        <p:nvPicPr>
          <p:cNvPr id="1674" name="Google Shape;1674;g3ef13ed6d2a_0_298"/>
          <p:cNvPicPr preferRelativeResize="0"/>
          <p:nvPr/>
        </p:nvPicPr>
        <p:blipFill rotWithShape="1">
          <a:blip r:embed="rId2">
            <a:alphaModFix/>
          </a:blip>
          <a:srcRect t="67029" r="15390" b="-7"/>
          <a:stretch/>
        </p:blipFill>
        <p:spPr>
          <a:xfrm>
            <a:off x="743275" y="7082188"/>
            <a:ext cx="4961224" cy="365400"/>
          </a:xfrm>
          <a:prstGeom prst="rect">
            <a:avLst/>
          </a:prstGeom>
          <a:noFill/>
          <a:ln>
            <a:noFill/>
          </a:ln>
        </p:spPr>
      </p:pic>
      <p:grpSp>
        <p:nvGrpSpPr>
          <p:cNvPr id="1675" name="Google Shape;1675;g3ef13ed6d2a_0_298"/>
          <p:cNvGrpSpPr/>
          <p:nvPr/>
        </p:nvGrpSpPr>
        <p:grpSpPr>
          <a:xfrm rot="-5400000">
            <a:off x="8010169" y="4172721"/>
            <a:ext cx="3129134" cy="743353"/>
            <a:chOff x="3974948" y="3283625"/>
            <a:chExt cx="5482014" cy="1302300"/>
          </a:xfrm>
        </p:grpSpPr>
        <p:grpSp>
          <p:nvGrpSpPr>
            <p:cNvPr id="1676" name="Google Shape;1676;g3ef13ed6d2a_0_298"/>
            <p:cNvGrpSpPr/>
            <p:nvPr/>
          </p:nvGrpSpPr>
          <p:grpSpPr>
            <a:xfrm>
              <a:off x="9229188" y="3283625"/>
              <a:ext cx="227775" cy="1302300"/>
              <a:chOff x="11033500" y="1841275"/>
              <a:chExt cx="227775" cy="1302300"/>
            </a:xfrm>
          </p:grpSpPr>
          <p:sp>
            <p:nvSpPr>
              <p:cNvPr id="1677" name="Google Shape;1677;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78" name="Google Shape;1678;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79" name="Google Shape;1679;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0" name="Google Shape;1680;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1" name="Google Shape;1681;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2" name="Google Shape;1682;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3" name="Google Shape;1683;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4" name="Google Shape;1684;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685" name="Google Shape;1685;g3ef13ed6d2a_0_298"/>
            <p:cNvGrpSpPr/>
            <p:nvPr/>
          </p:nvGrpSpPr>
          <p:grpSpPr>
            <a:xfrm>
              <a:off x="8889188" y="3283625"/>
              <a:ext cx="227775" cy="1302300"/>
              <a:chOff x="11033500" y="1841275"/>
              <a:chExt cx="227775" cy="1302300"/>
            </a:xfrm>
          </p:grpSpPr>
          <p:sp>
            <p:nvSpPr>
              <p:cNvPr id="1686" name="Google Shape;1686;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7" name="Google Shape;1687;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8" name="Google Shape;1688;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89" name="Google Shape;1689;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0" name="Google Shape;1690;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1" name="Google Shape;1691;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2" name="Google Shape;1692;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3" name="Google Shape;1693;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694" name="Google Shape;1694;g3ef13ed6d2a_0_298"/>
            <p:cNvGrpSpPr/>
            <p:nvPr/>
          </p:nvGrpSpPr>
          <p:grpSpPr>
            <a:xfrm>
              <a:off x="8530373" y="3283625"/>
              <a:ext cx="227775" cy="1302300"/>
              <a:chOff x="11033500" y="1841275"/>
              <a:chExt cx="227775" cy="1302300"/>
            </a:xfrm>
          </p:grpSpPr>
          <p:sp>
            <p:nvSpPr>
              <p:cNvPr id="1695" name="Google Shape;1695;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6" name="Google Shape;1696;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7" name="Google Shape;1697;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8" name="Google Shape;1698;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699" name="Google Shape;1699;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0" name="Google Shape;1700;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1" name="Google Shape;1701;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2" name="Google Shape;1702;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03" name="Google Shape;1703;g3ef13ed6d2a_0_298"/>
            <p:cNvGrpSpPr/>
            <p:nvPr/>
          </p:nvGrpSpPr>
          <p:grpSpPr>
            <a:xfrm>
              <a:off x="8190373" y="3283625"/>
              <a:ext cx="227775" cy="1302300"/>
              <a:chOff x="11033500" y="1841275"/>
              <a:chExt cx="227775" cy="1302300"/>
            </a:xfrm>
          </p:grpSpPr>
          <p:sp>
            <p:nvSpPr>
              <p:cNvPr id="1704" name="Google Shape;1704;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5" name="Google Shape;1705;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6" name="Google Shape;1706;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7" name="Google Shape;1707;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8" name="Google Shape;1708;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09" name="Google Shape;1709;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0" name="Google Shape;1710;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1" name="Google Shape;1711;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12" name="Google Shape;1712;g3ef13ed6d2a_0_298"/>
            <p:cNvGrpSpPr/>
            <p:nvPr/>
          </p:nvGrpSpPr>
          <p:grpSpPr>
            <a:xfrm>
              <a:off x="7810888" y="3283625"/>
              <a:ext cx="227775" cy="1302300"/>
              <a:chOff x="11033500" y="1841275"/>
              <a:chExt cx="227775" cy="1302300"/>
            </a:xfrm>
          </p:grpSpPr>
          <p:sp>
            <p:nvSpPr>
              <p:cNvPr id="1713" name="Google Shape;1713;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4" name="Google Shape;1714;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5" name="Google Shape;1715;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6" name="Google Shape;1716;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7" name="Google Shape;1717;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8" name="Google Shape;1718;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19" name="Google Shape;1719;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0" name="Google Shape;1720;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21" name="Google Shape;1721;g3ef13ed6d2a_0_298"/>
            <p:cNvGrpSpPr/>
            <p:nvPr/>
          </p:nvGrpSpPr>
          <p:grpSpPr>
            <a:xfrm>
              <a:off x="7470888" y="3283625"/>
              <a:ext cx="227775" cy="1302300"/>
              <a:chOff x="11033500" y="1841275"/>
              <a:chExt cx="227775" cy="1302300"/>
            </a:xfrm>
          </p:grpSpPr>
          <p:sp>
            <p:nvSpPr>
              <p:cNvPr id="1722" name="Google Shape;1722;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3" name="Google Shape;1723;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4" name="Google Shape;1724;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5" name="Google Shape;1725;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6" name="Google Shape;1726;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7" name="Google Shape;1727;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8" name="Google Shape;1728;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29" name="Google Shape;1729;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30" name="Google Shape;1730;g3ef13ed6d2a_0_298"/>
            <p:cNvGrpSpPr/>
            <p:nvPr/>
          </p:nvGrpSpPr>
          <p:grpSpPr>
            <a:xfrm>
              <a:off x="7112073" y="3283625"/>
              <a:ext cx="227775" cy="1302300"/>
              <a:chOff x="11033500" y="1841275"/>
              <a:chExt cx="227775" cy="1302300"/>
            </a:xfrm>
          </p:grpSpPr>
          <p:sp>
            <p:nvSpPr>
              <p:cNvPr id="1731" name="Google Shape;1731;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32" name="Google Shape;1732;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33" name="Google Shape;1733;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34" name="Google Shape;1734;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35" name="Google Shape;1735;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36" name="Google Shape;1736;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37" name="Google Shape;1737;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38" name="Google Shape;1738;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39" name="Google Shape;1739;g3ef13ed6d2a_0_298"/>
            <p:cNvGrpSpPr/>
            <p:nvPr/>
          </p:nvGrpSpPr>
          <p:grpSpPr>
            <a:xfrm>
              <a:off x="6772073" y="3283625"/>
              <a:ext cx="227775" cy="1302300"/>
              <a:chOff x="11033500" y="1841275"/>
              <a:chExt cx="227775" cy="1302300"/>
            </a:xfrm>
          </p:grpSpPr>
          <p:sp>
            <p:nvSpPr>
              <p:cNvPr id="1740" name="Google Shape;1740;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41" name="Google Shape;1741;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42" name="Google Shape;1742;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43" name="Google Shape;1743;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44" name="Google Shape;1744;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45" name="Google Shape;1745;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46" name="Google Shape;1746;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47" name="Google Shape;1747;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48" name="Google Shape;1748;g3ef13ed6d2a_0_298"/>
            <p:cNvGrpSpPr/>
            <p:nvPr/>
          </p:nvGrpSpPr>
          <p:grpSpPr>
            <a:xfrm>
              <a:off x="6432063" y="3283625"/>
              <a:ext cx="227775" cy="1302300"/>
              <a:chOff x="11033500" y="1841275"/>
              <a:chExt cx="227775" cy="1302300"/>
            </a:xfrm>
          </p:grpSpPr>
          <p:sp>
            <p:nvSpPr>
              <p:cNvPr id="1749" name="Google Shape;1749;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0" name="Google Shape;1750;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1" name="Google Shape;1751;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2" name="Google Shape;1752;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3" name="Google Shape;1753;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4" name="Google Shape;1754;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5" name="Google Shape;1755;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6" name="Google Shape;1756;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57" name="Google Shape;1757;g3ef13ed6d2a_0_298"/>
            <p:cNvGrpSpPr/>
            <p:nvPr/>
          </p:nvGrpSpPr>
          <p:grpSpPr>
            <a:xfrm>
              <a:off x="6092063" y="3283625"/>
              <a:ext cx="227775" cy="1302300"/>
              <a:chOff x="11033500" y="1841275"/>
              <a:chExt cx="227775" cy="1302300"/>
            </a:xfrm>
          </p:grpSpPr>
          <p:sp>
            <p:nvSpPr>
              <p:cNvPr id="1758" name="Google Shape;1758;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59" name="Google Shape;1759;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0" name="Google Shape;1760;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1" name="Google Shape;1761;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2" name="Google Shape;1762;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3" name="Google Shape;1763;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4" name="Google Shape;1764;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5" name="Google Shape;1765;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66" name="Google Shape;1766;g3ef13ed6d2a_0_298"/>
            <p:cNvGrpSpPr/>
            <p:nvPr/>
          </p:nvGrpSpPr>
          <p:grpSpPr>
            <a:xfrm>
              <a:off x="5733248" y="3283625"/>
              <a:ext cx="227775" cy="1302300"/>
              <a:chOff x="11033500" y="1841275"/>
              <a:chExt cx="227775" cy="1302300"/>
            </a:xfrm>
          </p:grpSpPr>
          <p:sp>
            <p:nvSpPr>
              <p:cNvPr id="1767" name="Google Shape;1767;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8" name="Google Shape;1768;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69" name="Google Shape;1769;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0" name="Google Shape;1770;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1" name="Google Shape;1771;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2" name="Google Shape;1772;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3" name="Google Shape;1773;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4" name="Google Shape;1774;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75" name="Google Shape;1775;g3ef13ed6d2a_0_298"/>
            <p:cNvGrpSpPr/>
            <p:nvPr/>
          </p:nvGrpSpPr>
          <p:grpSpPr>
            <a:xfrm>
              <a:off x="5393248" y="3283625"/>
              <a:ext cx="227775" cy="1302300"/>
              <a:chOff x="11033500" y="1841275"/>
              <a:chExt cx="227775" cy="1302300"/>
            </a:xfrm>
          </p:grpSpPr>
          <p:sp>
            <p:nvSpPr>
              <p:cNvPr id="1776" name="Google Shape;1776;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7" name="Google Shape;1777;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8" name="Google Shape;1778;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79" name="Google Shape;1779;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0" name="Google Shape;1780;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1" name="Google Shape;1781;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2" name="Google Shape;1782;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3" name="Google Shape;1783;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84" name="Google Shape;1784;g3ef13ed6d2a_0_298"/>
            <p:cNvGrpSpPr/>
            <p:nvPr/>
          </p:nvGrpSpPr>
          <p:grpSpPr>
            <a:xfrm>
              <a:off x="5013763" y="3283625"/>
              <a:ext cx="227775" cy="1302300"/>
              <a:chOff x="11033500" y="1841275"/>
              <a:chExt cx="227775" cy="1302300"/>
            </a:xfrm>
          </p:grpSpPr>
          <p:sp>
            <p:nvSpPr>
              <p:cNvPr id="1785" name="Google Shape;1785;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6" name="Google Shape;1786;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7" name="Google Shape;1787;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8" name="Google Shape;1788;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89" name="Google Shape;1789;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0" name="Google Shape;1790;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1" name="Google Shape;1791;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2" name="Google Shape;1792;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793" name="Google Shape;1793;g3ef13ed6d2a_0_298"/>
            <p:cNvGrpSpPr/>
            <p:nvPr/>
          </p:nvGrpSpPr>
          <p:grpSpPr>
            <a:xfrm>
              <a:off x="4673763" y="3283625"/>
              <a:ext cx="227775" cy="1302300"/>
              <a:chOff x="11033500" y="1841275"/>
              <a:chExt cx="227775" cy="1302300"/>
            </a:xfrm>
          </p:grpSpPr>
          <p:sp>
            <p:nvSpPr>
              <p:cNvPr id="1794" name="Google Shape;1794;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5" name="Google Shape;1795;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6" name="Google Shape;1796;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7" name="Google Shape;1797;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8" name="Google Shape;1798;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799" name="Google Shape;1799;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0" name="Google Shape;1800;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1" name="Google Shape;1801;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02" name="Google Shape;1802;g3ef13ed6d2a_0_298"/>
            <p:cNvGrpSpPr/>
            <p:nvPr/>
          </p:nvGrpSpPr>
          <p:grpSpPr>
            <a:xfrm>
              <a:off x="4314948" y="3283625"/>
              <a:ext cx="227775" cy="1302300"/>
              <a:chOff x="11033500" y="1841275"/>
              <a:chExt cx="227775" cy="1302300"/>
            </a:xfrm>
          </p:grpSpPr>
          <p:sp>
            <p:nvSpPr>
              <p:cNvPr id="1803" name="Google Shape;1803;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4" name="Google Shape;1804;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5" name="Google Shape;1805;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6" name="Google Shape;1806;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7" name="Google Shape;1807;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8" name="Google Shape;1808;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09" name="Google Shape;1809;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0" name="Google Shape;1810;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11" name="Google Shape;1811;g3ef13ed6d2a_0_298"/>
            <p:cNvGrpSpPr/>
            <p:nvPr/>
          </p:nvGrpSpPr>
          <p:grpSpPr>
            <a:xfrm>
              <a:off x="3974948" y="3283625"/>
              <a:ext cx="227775" cy="1302300"/>
              <a:chOff x="11033500" y="1841275"/>
              <a:chExt cx="227775" cy="1302300"/>
            </a:xfrm>
          </p:grpSpPr>
          <p:sp>
            <p:nvSpPr>
              <p:cNvPr id="1812" name="Google Shape;1812;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3" name="Google Shape;1813;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4" name="Google Shape;1814;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5" name="Google Shape;1815;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6" name="Google Shape;1816;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7" name="Google Shape;1817;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8" name="Google Shape;1818;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19" name="Google Shape;1819;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grpSp>
        <p:nvGrpSpPr>
          <p:cNvPr id="1820" name="Google Shape;1820;g3ef13ed6d2a_0_298"/>
          <p:cNvGrpSpPr/>
          <p:nvPr/>
        </p:nvGrpSpPr>
        <p:grpSpPr>
          <a:xfrm rot="-5400000">
            <a:off x="8952910" y="4168122"/>
            <a:ext cx="3129134" cy="743353"/>
            <a:chOff x="3974948" y="3283625"/>
            <a:chExt cx="5482014" cy="1302300"/>
          </a:xfrm>
        </p:grpSpPr>
        <p:grpSp>
          <p:nvGrpSpPr>
            <p:cNvPr id="1821" name="Google Shape;1821;g3ef13ed6d2a_0_298"/>
            <p:cNvGrpSpPr/>
            <p:nvPr/>
          </p:nvGrpSpPr>
          <p:grpSpPr>
            <a:xfrm>
              <a:off x="9229188" y="3283625"/>
              <a:ext cx="227775" cy="1302300"/>
              <a:chOff x="11033500" y="1841275"/>
              <a:chExt cx="227775" cy="1302300"/>
            </a:xfrm>
          </p:grpSpPr>
          <p:sp>
            <p:nvSpPr>
              <p:cNvPr id="1822" name="Google Shape;1822;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23" name="Google Shape;1823;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24" name="Google Shape;1824;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25" name="Google Shape;1825;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26" name="Google Shape;1826;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27" name="Google Shape;1827;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28" name="Google Shape;1828;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29" name="Google Shape;1829;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30" name="Google Shape;1830;g3ef13ed6d2a_0_298"/>
            <p:cNvGrpSpPr/>
            <p:nvPr/>
          </p:nvGrpSpPr>
          <p:grpSpPr>
            <a:xfrm>
              <a:off x="8889188" y="3283625"/>
              <a:ext cx="227775" cy="1302300"/>
              <a:chOff x="11033500" y="1841275"/>
              <a:chExt cx="227775" cy="1302300"/>
            </a:xfrm>
          </p:grpSpPr>
          <p:sp>
            <p:nvSpPr>
              <p:cNvPr id="1831" name="Google Shape;1831;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32" name="Google Shape;1832;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33" name="Google Shape;1833;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34" name="Google Shape;1834;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35" name="Google Shape;1835;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36" name="Google Shape;1836;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37" name="Google Shape;1837;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38" name="Google Shape;1838;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39" name="Google Shape;1839;g3ef13ed6d2a_0_298"/>
            <p:cNvGrpSpPr/>
            <p:nvPr/>
          </p:nvGrpSpPr>
          <p:grpSpPr>
            <a:xfrm>
              <a:off x="8530373" y="3283625"/>
              <a:ext cx="227775" cy="1302300"/>
              <a:chOff x="11033500" y="1841275"/>
              <a:chExt cx="227775" cy="1302300"/>
            </a:xfrm>
          </p:grpSpPr>
          <p:sp>
            <p:nvSpPr>
              <p:cNvPr id="1840" name="Google Shape;1840;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41" name="Google Shape;1841;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42" name="Google Shape;1842;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43" name="Google Shape;1843;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44" name="Google Shape;1844;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45" name="Google Shape;1845;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46" name="Google Shape;1846;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47" name="Google Shape;1847;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48" name="Google Shape;1848;g3ef13ed6d2a_0_298"/>
            <p:cNvGrpSpPr/>
            <p:nvPr/>
          </p:nvGrpSpPr>
          <p:grpSpPr>
            <a:xfrm>
              <a:off x="8190373" y="3283625"/>
              <a:ext cx="227775" cy="1302300"/>
              <a:chOff x="11033500" y="1841275"/>
              <a:chExt cx="227775" cy="1302300"/>
            </a:xfrm>
          </p:grpSpPr>
          <p:sp>
            <p:nvSpPr>
              <p:cNvPr id="1849" name="Google Shape;1849;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0" name="Google Shape;1850;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1" name="Google Shape;1851;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2" name="Google Shape;1852;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3" name="Google Shape;1853;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4" name="Google Shape;1854;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5" name="Google Shape;1855;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6" name="Google Shape;1856;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57" name="Google Shape;1857;g3ef13ed6d2a_0_298"/>
            <p:cNvGrpSpPr/>
            <p:nvPr/>
          </p:nvGrpSpPr>
          <p:grpSpPr>
            <a:xfrm>
              <a:off x="7810888" y="3283625"/>
              <a:ext cx="227775" cy="1302300"/>
              <a:chOff x="11033500" y="1841275"/>
              <a:chExt cx="227775" cy="1302300"/>
            </a:xfrm>
          </p:grpSpPr>
          <p:sp>
            <p:nvSpPr>
              <p:cNvPr id="1858" name="Google Shape;1858;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59" name="Google Shape;1859;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0" name="Google Shape;1860;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1" name="Google Shape;1861;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2" name="Google Shape;1862;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3" name="Google Shape;1863;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4" name="Google Shape;1864;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5" name="Google Shape;1865;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66" name="Google Shape;1866;g3ef13ed6d2a_0_298"/>
            <p:cNvGrpSpPr/>
            <p:nvPr/>
          </p:nvGrpSpPr>
          <p:grpSpPr>
            <a:xfrm>
              <a:off x="7470888" y="3283625"/>
              <a:ext cx="227775" cy="1302300"/>
              <a:chOff x="11033500" y="1841275"/>
              <a:chExt cx="227775" cy="1302300"/>
            </a:xfrm>
          </p:grpSpPr>
          <p:sp>
            <p:nvSpPr>
              <p:cNvPr id="1867" name="Google Shape;1867;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8" name="Google Shape;1868;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69" name="Google Shape;1869;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0" name="Google Shape;1870;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1" name="Google Shape;1871;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2" name="Google Shape;1872;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3" name="Google Shape;1873;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4" name="Google Shape;1874;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75" name="Google Shape;1875;g3ef13ed6d2a_0_298"/>
            <p:cNvGrpSpPr/>
            <p:nvPr/>
          </p:nvGrpSpPr>
          <p:grpSpPr>
            <a:xfrm>
              <a:off x="7112073" y="3283625"/>
              <a:ext cx="227775" cy="1302300"/>
              <a:chOff x="11033500" y="1841275"/>
              <a:chExt cx="227775" cy="1302300"/>
            </a:xfrm>
          </p:grpSpPr>
          <p:sp>
            <p:nvSpPr>
              <p:cNvPr id="1876" name="Google Shape;1876;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7" name="Google Shape;1877;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8" name="Google Shape;1878;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79" name="Google Shape;1879;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0" name="Google Shape;1880;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1" name="Google Shape;1881;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2" name="Google Shape;1882;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3" name="Google Shape;1883;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84" name="Google Shape;1884;g3ef13ed6d2a_0_298"/>
            <p:cNvGrpSpPr/>
            <p:nvPr/>
          </p:nvGrpSpPr>
          <p:grpSpPr>
            <a:xfrm>
              <a:off x="6772073" y="3283625"/>
              <a:ext cx="227775" cy="1302300"/>
              <a:chOff x="11033500" y="1841275"/>
              <a:chExt cx="227775" cy="1302300"/>
            </a:xfrm>
          </p:grpSpPr>
          <p:sp>
            <p:nvSpPr>
              <p:cNvPr id="1885" name="Google Shape;1885;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6" name="Google Shape;1886;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7" name="Google Shape;1887;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8" name="Google Shape;1888;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89" name="Google Shape;1889;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0" name="Google Shape;1890;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1" name="Google Shape;1891;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2" name="Google Shape;1892;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893" name="Google Shape;1893;g3ef13ed6d2a_0_298"/>
            <p:cNvGrpSpPr/>
            <p:nvPr/>
          </p:nvGrpSpPr>
          <p:grpSpPr>
            <a:xfrm>
              <a:off x="6432063" y="3283625"/>
              <a:ext cx="227775" cy="1302300"/>
              <a:chOff x="11033500" y="1841275"/>
              <a:chExt cx="227775" cy="1302300"/>
            </a:xfrm>
          </p:grpSpPr>
          <p:sp>
            <p:nvSpPr>
              <p:cNvPr id="1894" name="Google Shape;1894;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5" name="Google Shape;1895;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6" name="Google Shape;1896;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7" name="Google Shape;1897;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8" name="Google Shape;1898;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899" name="Google Shape;1899;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0" name="Google Shape;1900;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1" name="Google Shape;1901;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902" name="Google Shape;1902;g3ef13ed6d2a_0_298"/>
            <p:cNvGrpSpPr/>
            <p:nvPr/>
          </p:nvGrpSpPr>
          <p:grpSpPr>
            <a:xfrm>
              <a:off x="6092063" y="3283625"/>
              <a:ext cx="227775" cy="1302300"/>
              <a:chOff x="11033500" y="1841275"/>
              <a:chExt cx="227775" cy="1302300"/>
            </a:xfrm>
          </p:grpSpPr>
          <p:sp>
            <p:nvSpPr>
              <p:cNvPr id="1903" name="Google Shape;1903;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4" name="Google Shape;1904;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5" name="Google Shape;1905;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6" name="Google Shape;1906;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7" name="Google Shape;1907;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8" name="Google Shape;1908;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09" name="Google Shape;1909;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0" name="Google Shape;1910;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911" name="Google Shape;1911;g3ef13ed6d2a_0_298"/>
            <p:cNvGrpSpPr/>
            <p:nvPr/>
          </p:nvGrpSpPr>
          <p:grpSpPr>
            <a:xfrm>
              <a:off x="5733248" y="3283625"/>
              <a:ext cx="227775" cy="1302300"/>
              <a:chOff x="11033500" y="1841275"/>
              <a:chExt cx="227775" cy="1302300"/>
            </a:xfrm>
          </p:grpSpPr>
          <p:sp>
            <p:nvSpPr>
              <p:cNvPr id="1912" name="Google Shape;1912;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3" name="Google Shape;1913;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4" name="Google Shape;1914;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5" name="Google Shape;1915;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6" name="Google Shape;1916;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7" name="Google Shape;1917;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8" name="Google Shape;1918;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19" name="Google Shape;1919;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920" name="Google Shape;1920;g3ef13ed6d2a_0_298"/>
            <p:cNvGrpSpPr/>
            <p:nvPr/>
          </p:nvGrpSpPr>
          <p:grpSpPr>
            <a:xfrm>
              <a:off x="5393248" y="3283625"/>
              <a:ext cx="227775" cy="1302300"/>
              <a:chOff x="11033500" y="1841275"/>
              <a:chExt cx="227775" cy="1302300"/>
            </a:xfrm>
          </p:grpSpPr>
          <p:sp>
            <p:nvSpPr>
              <p:cNvPr id="1921" name="Google Shape;1921;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22" name="Google Shape;1922;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23" name="Google Shape;1923;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24" name="Google Shape;1924;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25" name="Google Shape;1925;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26" name="Google Shape;1926;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27" name="Google Shape;1927;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28" name="Google Shape;1928;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929" name="Google Shape;1929;g3ef13ed6d2a_0_298"/>
            <p:cNvGrpSpPr/>
            <p:nvPr/>
          </p:nvGrpSpPr>
          <p:grpSpPr>
            <a:xfrm>
              <a:off x="5013763" y="3283625"/>
              <a:ext cx="227775" cy="1302300"/>
              <a:chOff x="11033500" y="1841275"/>
              <a:chExt cx="227775" cy="1302300"/>
            </a:xfrm>
          </p:grpSpPr>
          <p:sp>
            <p:nvSpPr>
              <p:cNvPr id="1930" name="Google Shape;1930;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31" name="Google Shape;1931;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32" name="Google Shape;1932;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33" name="Google Shape;1933;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34" name="Google Shape;1934;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35" name="Google Shape;1935;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36" name="Google Shape;1936;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37" name="Google Shape;1937;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938" name="Google Shape;1938;g3ef13ed6d2a_0_298"/>
            <p:cNvGrpSpPr/>
            <p:nvPr/>
          </p:nvGrpSpPr>
          <p:grpSpPr>
            <a:xfrm>
              <a:off x="4673763" y="3283625"/>
              <a:ext cx="227775" cy="1302300"/>
              <a:chOff x="11033500" y="1841275"/>
              <a:chExt cx="227775" cy="1302300"/>
            </a:xfrm>
          </p:grpSpPr>
          <p:sp>
            <p:nvSpPr>
              <p:cNvPr id="1939" name="Google Shape;1939;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0" name="Google Shape;1940;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1" name="Google Shape;1941;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2" name="Google Shape;1942;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3" name="Google Shape;1943;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4" name="Google Shape;1944;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5" name="Google Shape;1945;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6" name="Google Shape;1946;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947" name="Google Shape;1947;g3ef13ed6d2a_0_298"/>
            <p:cNvGrpSpPr/>
            <p:nvPr/>
          </p:nvGrpSpPr>
          <p:grpSpPr>
            <a:xfrm>
              <a:off x="4314948" y="3283625"/>
              <a:ext cx="227775" cy="1302300"/>
              <a:chOff x="11033500" y="1841275"/>
              <a:chExt cx="227775" cy="1302300"/>
            </a:xfrm>
          </p:grpSpPr>
          <p:sp>
            <p:nvSpPr>
              <p:cNvPr id="1948" name="Google Shape;1948;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49" name="Google Shape;1949;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0" name="Google Shape;1950;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1" name="Google Shape;1951;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2" name="Google Shape;1952;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3" name="Google Shape;1953;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4" name="Google Shape;1954;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5" name="Google Shape;1955;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1956" name="Google Shape;1956;g3ef13ed6d2a_0_298"/>
            <p:cNvGrpSpPr/>
            <p:nvPr/>
          </p:nvGrpSpPr>
          <p:grpSpPr>
            <a:xfrm>
              <a:off x="3974948" y="3283625"/>
              <a:ext cx="227775" cy="1302300"/>
              <a:chOff x="11033500" y="1841275"/>
              <a:chExt cx="227775" cy="1302300"/>
            </a:xfrm>
          </p:grpSpPr>
          <p:sp>
            <p:nvSpPr>
              <p:cNvPr id="1957" name="Google Shape;1957;g3ef13ed6d2a_0_298"/>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8" name="Google Shape;1958;g3ef13ed6d2a_0_298"/>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59" name="Google Shape;1959;g3ef13ed6d2a_0_298"/>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60" name="Google Shape;1960;g3ef13ed6d2a_0_298"/>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61" name="Google Shape;1961;g3ef13ed6d2a_0_298"/>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62" name="Google Shape;1962;g3ef13ed6d2a_0_298"/>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63" name="Google Shape;1963;g3ef13ed6d2a_0_298"/>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1964" name="Google Shape;1964;g3ef13ed6d2a_0_298"/>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grpSp>
        <p:nvGrpSpPr>
          <p:cNvPr id="1965" name="Google Shape;1965;g3ef13ed6d2a_0_298"/>
          <p:cNvGrpSpPr/>
          <p:nvPr/>
        </p:nvGrpSpPr>
        <p:grpSpPr>
          <a:xfrm rot="5400000">
            <a:off x="10003244" y="5945124"/>
            <a:ext cx="130014" cy="743353"/>
            <a:chOff x="11033500" y="1841275"/>
            <a:chExt cx="227775" cy="1302300"/>
          </a:xfrm>
        </p:grpSpPr>
        <p:sp>
          <p:nvSpPr>
            <p:cNvPr id="1966" name="Google Shape;1966;g3ef13ed6d2a_0_298"/>
            <p:cNvSpPr/>
            <p:nvPr/>
          </p:nvSpPr>
          <p:spPr>
            <a:xfrm>
              <a:off x="11033500" y="184127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67" name="Google Shape;1967;g3ef13ed6d2a_0_298"/>
            <p:cNvSpPr/>
            <p:nvPr/>
          </p:nvSpPr>
          <p:spPr>
            <a:xfrm>
              <a:off x="11033500" y="200406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68" name="Google Shape;1968;g3ef13ed6d2a_0_298"/>
            <p:cNvSpPr/>
            <p:nvPr/>
          </p:nvSpPr>
          <p:spPr>
            <a:xfrm>
              <a:off x="11033500" y="216685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69" name="Google Shape;1969;g3ef13ed6d2a_0_298"/>
            <p:cNvSpPr/>
            <p:nvPr/>
          </p:nvSpPr>
          <p:spPr>
            <a:xfrm>
              <a:off x="11033500" y="232963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0" name="Google Shape;1970;g3ef13ed6d2a_0_298"/>
            <p:cNvSpPr/>
            <p:nvPr/>
          </p:nvSpPr>
          <p:spPr>
            <a:xfrm>
              <a:off x="11033500" y="249242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1" name="Google Shape;1971;g3ef13ed6d2a_0_298"/>
            <p:cNvSpPr/>
            <p:nvPr/>
          </p:nvSpPr>
          <p:spPr>
            <a:xfrm>
              <a:off x="11033500" y="265521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2" name="Google Shape;1972;g3ef13ed6d2a_0_298"/>
            <p:cNvSpPr/>
            <p:nvPr/>
          </p:nvSpPr>
          <p:spPr>
            <a:xfrm>
              <a:off x="11033500" y="281800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3" name="Google Shape;1973;g3ef13ed6d2a_0_298"/>
            <p:cNvSpPr/>
            <p:nvPr/>
          </p:nvSpPr>
          <p:spPr>
            <a:xfrm>
              <a:off x="11033500" y="298078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grpSp>
      <p:grpSp>
        <p:nvGrpSpPr>
          <p:cNvPr id="1974" name="Google Shape;1974;g3ef13ed6d2a_0_298"/>
          <p:cNvGrpSpPr/>
          <p:nvPr/>
        </p:nvGrpSpPr>
        <p:grpSpPr>
          <a:xfrm rot="5400000">
            <a:off x="10003244" y="6151219"/>
            <a:ext cx="130014" cy="743353"/>
            <a:chOff x="11033500" y="1841275"/>
            <a:chExt cx="227775" cy="1302300"/>
          </a:xfrm>
        </p:grpSpPr>
        <p:sp>
          <p:nvSpPr>
            <p:cNvPr id="1975" name="Google Shape;1975;g3ef13ed6d2a_0_298"/>
            <p:cNvSpPr/>
            <p:nvPr/>
          </p:nvSpPr>
          <p:spPr>
            <a:xfrm>
              <a:off x="11033500" y="184127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6" name="Google Shape;1976;g3ef13ed6d2a_0_298"/>
            <p:cNvSpPr/>
            <p:nvPr/>
          </p:nvSpPr>
          <p:spPr>
            <a:xfrm>
              <a:off x="11033500" y="200406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7" name="Google Shape;1977;g3ef13ed6d2a_0_298"/>
            <p:cNvSpPr/>
            <p:nvPr/>
          </p:nvSpPr>
          <p:spPr>
            <a:xfrm>
              <a:off x="11033500" y="216685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8" name="Google Shape;1978;g3ef13ed6d2a_0_298"/>
            <p:cNvSpPr/>
            <p:nvPr/>
          </p:nvSpPr>
          <p:spPr>
            <a:xfrm>
              <a:off x="11033500" y="232963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79" name="Google Shape;1979;g3ef13ed6d2a_0_298"/>
            <p:cNvSpPr/>
            <p:nvPr/>
          </p:nvSpPr>
          <p:spPr>
            <a:xfrm>
              <a:off x="11033500" y="249242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80" name="Google Shape;1980;g3ef13ed6d2a_0_298"/>
            <p:cNvSpPr/>
            <p:nvPr/>
          </p:nvSpPr>
          <p:spPr>
            <a:xfrm>
              <a:off x="11033500" y="265521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81" name="Google Shape;1981;g3ef13ed6d2a_0_298"/>
            <p:cNvSpPr/>
            <p:nvPr/>
          </p:nvSpPr>
          <p:spPr>
            <a:xfrm>
              <a:off x="11033500" y="281800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1982" name="Google Shape;1982;g3ef13ed6d2a_0_298"/>
            <p:cNvSpPr/>
            <p:nvPr/>
          </p:nvSpPr>
          <p:spPr>
            <a:xfrm>
              <a:off x="11033500" y="298078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grpSp>
    </p:spTree>
    <p:extLst>
      <p:ext uri="{BB962C8B-B14F-4D97-AF65-F5344CB8AC3E}">
        <p14:creationId xmlns:p14="http://schemas.microsoft.com/office/powerpoint/2010/main" val="3620268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BC6C6-4963-7340-650C-1EB295D338D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39A2E16-7045-17CA-DC42-B8A3150BBB2B}"/>
              </a:ext>
            </a:extLst>
          </p:cNvPr>
          <p:cNvSpPr>
            <a:spLocks noGrp="1"/>
          </p:cNvSpPr>
          <p:nvPr>
            <p:ph type="sldNum" sz="quarter" idx="12"/>
          </p:nvPr>
        </p:nvSpPr>
        <p:spPr/>
        <p:txBody>
          <a:bodyPr/>
          <a:lstStyle/>
          <a:p>
            <a:fld id="{D5244C39-EA1C-4830-B3FA-E06130CB504B}" type="slidenum">
              <a:rPr lang="en-US" smtClean="0"/>
              <a:pPr/>
              <a:t>17</a:t>
            </a:fld>
            <a:endParaRPr lang="en-US"/>
          </a:p>
        </p:txBody>
      </p:sp>
      <p:sp>
        <p:nvSpPr>
          <p:cNvPr id="4" name="Title 3">
            <a:extLst>
              <a:ext uri="{FF2B5EF4-FFF2-40B4-BE49-F238E27FC236}">
                <a16:creationId xmlns:a16="http://schemas.microsoft.com/office/drawing/2014/main" id="{9B8D3B01-3383-6D4E-116A-DFA63A19D14A}"/>
              </a:ext>
            </a:extLst>
          </p:cNvPr>
          <p:cNvSpPr>
            <a:spLocks noGrp="1"/>
          </p:cNvSpPr>
          <p:nvPr>
            <p:ph type="title"/>
          </p:nvPr>
        </p:nvSpPr>
        <p:spPr/>
        <p:txBody>
          <a:bodyPr/>
          <a:lstStyle/>
          <a:p>
            <a:r>
              <a:rPr lang="en-US" dirty="0"/>
              <a:t>Technique 2: Delayed Write Verification</a:t>
            </a:r>
          </a:p>
        </p:txBody>
      </p:sp>
      <p:sp>
        <p:nvSpPr>
          <p:cNvPr id="2" name="Google Shape;2001;g3ef13ed6d2a_0_382">
            <a:extLst>
              <a:ext uri="{FF2B5EF4-FFF2-40B4-BE49-F238E27FC236}">
                <a16:creationId xmlns:a16="http://schemas.microsoft.com/office/drawing/2014/main" id="{C0340A46-E43C-CD04-FB94-6A4EBB4C1609}"/>
              </a:ext>
            </a:extLst>
          </p:cNvPr>
          <p:cNvSpPr txBox="1"/>
          <p:nvPr/>
        </p:nvSpPr>
        <p:spPr>
          <a:xfrm>
            <a:off x="2902693" y="2625367"/>
            <a:ext cx="2262900" cy="5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5" name="Google Shape;2002;g3ef13ed6d2a_0_382">
            <a:extLst>
              <a:ext uri="{FF2B5EF4-FFF2-40B4-BE49-F238E27FC236}">
                <a16:creationId xmlns:a16="http://schemas.microsoft.com/office/drawing/2014/main" id="{8311303D-DE4C-3ABB-6410-24A3551A1D0E}"/>
              </a:ext>
            </a:extLst>
          </p:cNvPr>
          <p:cNvSpPr/>
          <p:nvPr/>
        </p:nvSpPr>
        <p:spPr>
          <a:xfrm>
            <a:off x="7961018" y="3460392"/>
            <a:ext cx="2444100" cy="2442900"/>
          </a:xfrm>
          <a:prstGeom prst="rect">
            <a:avLst/>
          </a:prstGeom>
          <a:solidFill>
            <a:srgbClr val="D9D9D9"/>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 name="Google Shape;2003;g3ef13ed6d2a_0_382">
            <a:extLst>
              <a:ext uri="{FF2B5EF4-FFF2-40B4-BE49-F238E27FC236}">
                <a16:creationId xmlns:a16="http://schemas.microsoft.com/office/drawing/2014/main" id="{EC06A032-9D26-5E92-0772-1EB8E0D76824}"/>
              </a:ext>
            </a:extLst>
          </p:cNvPr>
          <p:cNvSpPr/>
          <p:nvPr/>
        </p:nvSpPr>
        <p:spPr>
          <a:xfrm>
            <a:off x="2054118" y="3421067"/>
            <a:ext cx="1888200" cy="2395500"/>
          </a:xfrm>
          <a:prstGeom prst="rect">
            <a:avLst/>
          </a:prstGeom>
          <a:solidFill>
            <a:srgbClr val="D8D8D8"/>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2004;g3ef13ed6d2a_0_382">
            <a:extLst>
              <a:ext uri="{FF2B5EF4-FFF2-40B4-BE49-F238E27FC236}">
                <a16:creationId xmlns:a16="http://schemas.microsoft.com/office/drawing/2014/main" id="{5927EAA2-8E8D-D77C-76C3-D742470FF91E}"/>
              </a:ext>
            </a:extLst>
          </p:cNvPr>
          <p:cNvSpPr txBox="1"/>
          <p:nvPr/>
        </p:nvSpPr>
        <p:spPr>
          <a:xfrm>
            <a:off x="1760253" y="2708339"/>
            <a:ext cx="30492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Memory Controller</a:t>
            </a:r>
            <a:endParaRPr sz="1800"/>
          </a:p>
        </p:txBody>
      </p:sp>
      <p:sp>
        <p:nvSpPr>
          <p:cNvPr id="8" name="Google Shape;2005;g3ef13ed6d2a_0_382">
            <a:extLst>
              <a:ext uri="{FF2B5EF4-FFF2-40B4-BE49-F238E27FC236}">
                <a16:creationId xmlns:a16="http://schemas.microsoft.com/office/drawing/2014/main" id="{1D0E4BB1-615F-A319-0F40-8704975E6F3C}"/>
              </a:ext>
            </a:extLst>
          </p:cNvPr>
          <p:cNvSpPr txBox="1"/>
          <p:nvPr/>
        </p:nvSpPr>
        <p:spPr>
          <a:xfrm>
            <a:off x="8392118" y="2763892"/>
            <a:ext cx="16638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DRAM Die</a:t>
            </a:r>
            <a:endParaRPr sz="2400"/>
          </a:p>
        </p:txBody>
      </p:sp>
      <p:sp>
        <p:nvSpPr>
          <p:cNvPr id="9" name="Google Shape;2006;g3ef13ed6d2a_0_382">
            <a:extLst>
              <a:ext uri="{FF2B5EF4-FFF2-40B4-BE49-F238E27FC236}">
                <a16:creationId xmlns:a16="http://schemas.microsoft.com/office/drawing/2014/main" id="{DB45A235-9294-7967-7839-A468A4A04C09}"/>
              </a:ext>
            </a:extLst>
          </p:cNvPr>
          <p:cNvSpPr txBox="1"/>
          <p:nvPr/>
        </p:nvSpPr>
        <p:spPr>
          <a:xfrm>
            <a:off x="1668148" y="5903290"/>
            <a:ext cx="2957400" cy="10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System level side </a:t>
            </a:r>
            <a:endParaRPr sz="2800">
              <a:solidFill>
                <a:schemeClr val="dk1"/>
              </a:solidFill>
              <a:latin typeface="Calibri"/>
              <a:ea typeface="Calibri"/>
              <a:cs typeface="Calibri"/>
              <a:sym typeface="Calibri"/>
            </a:endParaRPr>
          </a:p>
        </p:txBody>
      </p:sp>
      <p:sp>
        <p:nvSpPr>
          <p:cNvPr id="10" name="Google Shape;2007;g3ef13ed6d2a_0_382">
            <a:extLst>
              <a:ext uri="{FF2B5EF4-FFF2-40B4-BE49-F238E27FC236}">
                <a16:creationId xmlns:a16="http://schemas.microsoft.com/office/drawing/2014/main" id="{39DD513B-DFD1-AD9D-0990-C4388E4BAA68}"/>
              </a:ext>
            </a:extLst>
          </p:cNvPr>
          <p:cNvSpPr/>
          <p:nvPr/>
        </p:nvSpPr>
        <p:spPr>
          <a:xfrm>
            <a:off x="9064991" y="3819067"/>
            <a:ext cx="1019700" cy="16518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1" name="Google Shape;2008;g3ef13ed6d2a_0_382">
            <a:extLst>
              <a:ext uri="{FF2B5EF4-FFF2-40B4-BE49-F238E27FC236}">
                <a16:creationId xmlns:a16="http://schemas.microsoft.com/office/drawing/2014/main" id="{948F0984-9A9A-0F04-251B-263B2173A99D}"/>
              </a:ext>
            </a:extLst>
          </p:cNvPr>
          <p:cNvSpPr txBox="1"/>
          <p:nvPr/>
        </p:nvSpPr>
        <p:spPr>
          <a:xfrm>
            <a:off x="7901100" y="5981702"/>
            <a:ext cx="2957400" cy="10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On-die level side </a:t>
            </a:r>
            <a:endParaRPr sz="2800">
              <a:solidFill>
                <a:schemeClr val="dk1"/>
              </a:solidFill>
              <a:latin typeface="Calibri"/>
              <a:ea typeface="Calibri"/>
              <a:cs typeface="Calibri"/>
              <a:sym typeface="Calibri"/>
            </a:endParaRPr>
          </a:p>
        </p:txBody>
      </p:sp>
      <p:sp>
        <p:nvSpPr>
          <p:cNvPr id="12" name="Google Shape;2009;g3ef13ed6d2a_0_382">
            <a:extLst>
              <a:ext uri="{FF2B5EF4-FFF2-40B4-BE49-F238E27FC236}">
                <a16:creationId xmlns:a16="http://schemas.microsoft.com/office/drawing/2014/main" id="{74B6262F-EBAF-38C9-049F-0E7FA0CA22E9}"/>
              </a:ext>
            </a:extLst>
          </p:cNvPr>
          <p:cNvSpPr txBox="1"/>
          <p:nvPr/>
        </p:nvSpPr>
        <p:spPr>
          <a:xfrm>
            <a:off x="8945269" y="4169792"/>
            <a:ext cx="1241100" cy="81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b="1">
                <a:solidFill>
                  <a:schemeClr val="dk1"/>
                </a:solidFill>
                <a:latin typeface="Calibri"/>
                <a:ea typeface="Calibri"/>
                <a:cs typeface="Calibri"/>
                <a:sym typeface="Calibri"/>
              </a:rPr>
              <a:t>Small</a:t>
            </a:r>
            <a:br>
              <a:rPr lang="en-US" sz="2800" b="1">
                <a:solidFill>
                  <a:schemeClr val="dk1"/>
                </a:solidFill>
                <a:latin typeface="Calibri"/>
                <a:ea typeface="Calibri"/>
                <a:cs typeface="Calibri"/>
                <a:sym typeface="Calibri"/>
              </a:rPr>
            </a:br>
            <a:r>
              <a:rPr lang="en-US" sz="2800" b="1">
                <a:solidFill>
                  <a:schemeClr val="dk1"/>
                </a:solidFill>
                <a:latin typeface="Calibri"/>
                <a:ea typeface="Calibri"/>
                <a:cs typeface="Calibri"/>
                <a:sym typeface="Calibri"/>
              </a:rPr>
              <a:t>RS</a:t>
            </a:r>
            <a:endParaRPr sz="2800" b="1">
              <a:solidFill>
                <a:schemeClr val="dk1"/>
              </a:solidFill>
              <a:latin typeface="Calibri"/>
              <a:ea typeface="Calibri"/>
              <a:cs typeface="Calibri"/>
              <a:sym typeface="Calibri"/>
            </a:endParaRPr>
          </a:p>
        </p:txBody>
      </p:sp>
      <p:sp>
        <p:nvSpPr>
          <p:cNvPr id="13" name="Google Shape;2010;g3ef13ed6d2a_0_382">
            <a:extLst>
              <a:ext uri="{FF2B5EF4-FFF2-40B4-BE49-F238E27FC236}">
                <a16:creationId xmlns:a16="http://schemas.microsoft.com/office/drawing/2014/main" id="{1FEC07E7-0C98-F503-7DFD-2A93883BE0C8}"/>
              </a:ext>
            </a:extLst>
          </p:cNvPr>
          <p:cNvSpPr/>
          <p:nvPr/>
        </p:nvSpPr>
        <p:spPr>
          <a:xfrm>
            <a:off x="8113584" y="4220184"/>
            <a:ext cx="872100" cy="915600"/>
          </a:xfrm>
          <a:prstGeom prst="roundRect">
            <a:avLst>
              <a:gd name="adj" fmla="val 16667"/>
            </a:avLst>
          </a:prstGeom>
          <a:solidFill>
            <a:srgbClr val="F9CB9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4" name="Google Shape;2011;g3ef13ed6d2a_0_382">
            <a:extLst>
              <a:ext uri="{FF2B5EF4-FFF2-40B4-BE49-F238E27FC236}">
                <a16:creationId xmlns:a16="http://schemas.microsoft.com/office/drawing/2014/main" id="{274B263D-1AC5-B3E4-CB7B-C54F5E6DE4A2}"/>
              </a:ext>
            </a:extLst>
          </p:cNvPr>
          <p:cNvSpPr txBox="1"/>
          <p:nvPr/>
        </p:nvSpPr>
        <p:spPr>
          <a:xfrm>
            <a:off x="8146235" y="4323679"/>
            <a:ext cx="926700" cy="8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CRC</a:t>
            </a:r>
            <a:endParaRPr sz="2800" b="1">
              <a:solidFill>
                <a:schemeClr val="dk1"/>
              </a:solidFill>
              <a:latin typeface="Calibri"/>
              <a:ea typeface="Calibri"/>
              <a:cs typeface="Calibri"/>
              <a:sym typeface="Calibri"/>
            </a:endParaRPr>
          </a:p>
        </p:txBody>
      </p:sp>
      <p:sp>
        <p:nvSpPr>
          <p:cNvPr id="15" name="Google Shape;2012;g3ef13ed6d2a_0_382">
            <a:extLst>
              <a:ext uri="{FF2B5EF4-FFF2-40B4-BE49-F238E27FC236}">
                <a16:creationId xmlns:a16="http://schemas.microsoft.com/office/drawing/2014/main" id="{0F281498-86C8-B02D-4B91-07E37A7EB388}"/>
              </a:ext>
            </a:extLst>
          </p:cNvPr>
          <p:cNvSpPr/>
          <p:nvPr/>
        </p:nvSpPr>
        <p:spPr>
          <a:xfrm>
            <a:off x="2593934" y="4161021"/>
            <a:ext cx="872100" cy="915600"/>
          </a:xfrm>
          <a:prstGeom prst="roundRect">
            <a:avLst>
              <a:gd name="adj" fmla="val 16667"/>
            </a:avLst>
          </a:prstGeom>
          <a:solidFill>
            <a:srgbClr val="F9CB9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6" name="Google Shape;2013;g3ef13ed6d2a_0_382">
            <a:extLst>
              <a:ext uri="{FF2B5EF4-FFF2-40B4-BE49-F238E27FC236}">
                <a16:creationId xmlns:a16="http://schemas.microsoft.com/office/drawing/2014/main" id="{E3410E52-C11B-5423-7871-975ABF5F67F9}"/>
              </a:ext>
            </a:extLst>
          </p:cNvPr>
          <p:cNvSpPr txBox="1"/>
          <p:nvPr/>
        </p:nvSpPr>
        <p:spPr>
          <a:xfrm>
            <a:off x="2626585" y="4264517"/>
            <a:ext cx="926700" cy="8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CRC</a:t>
            </a:r>
            <a:endParaRPr sz="2800" b="1">
              <a:solidFill>
                <a:schemeClr val="dk1"/>
              </a:solidFill>
              <a:latin typeface="Calibri"/>
              <a:ea typeface="Calibri"/>
              <a:cs typeface="Calibri"/>
              <a:sym typeface="Calibri"/>
            </a:endParaRPr>
          </a:p>
        </p:txBody>
      </p:sp>
      <p:grpSp>
        <p:nvGrpSpPr>
          <p:cNvPr id="17" name="Google Shape;2014;g3ef13ed6d2a_0_382">
            <a:extLst>
              <a:ext uri="{FF2B5EF4-FFF2-40B4-BE49-F238E27FC236}">
                <a16:creationId xmlns:a16="http://schemas.microsoft.com/office/drawing/2014/main" id="{2E386B47-FE74-C7ED-89D0-06C2C556DAC1}"/>
              </a:ext>
            </a:extLst>
          </p:cNvPr>
          <p:cNvGrpSpPr/>
          <p:nvPr/>
        </p:nvGrpSpPr>
        <p:grpSpPr>
          <a:xfrm>
            <a:off x="3771868" y="3851729"/>
            <a:ext cx="4262400" cy="1429873"/>
            <a:chOff x="3791300" y="2501900"/>
            <a:chExt cx="4262400" cy="1429873"/>
          </a:xfrm>
        </p:grpSpPr>
        <p:sp>
          <p:nvSpPr>
            <p:cNvPr id="18" name="Google Shape;2015;g3ef13ed6d2a_0_382">
              <a:extLst>
                <a:ext uri="{FF2B5EF4-FFF2-40B4-BE49-F238E27FC236}">
                  <a16:creationId xmlns:a16="http://schemas.microsoft.com/office/drawing/2014/main" id="{DEEFE016-2384-A010-A035-D88E100346A3}"/>
                </a:ext>
              </a:extLst>
            </p:cNvPr>
            <p:cNvSpPr txBox="1"/>
            <p:nvPr/>
          </p:nvSpPr>
          <p:spPr>
            <a:xfrm>
              <a:off x="4945113" y="2501900"/>
              <a:ext cx="26472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Data + CRC </a:t>
              </a:r>
              <a:endParaRPr sz="2800" b="1">
                <a:solidFill>
                  <a:schemeClr val="dk1"/>
                </a:solidFill>
                <a:latin typeface="Calibri"/>
                <a:ea typeface="Calibri"/>
                <a:cs typeface="Calibri"/>
                <a:sym typeface="Calibri"/>
              </a:endParaRPr>
            </a:p>
          </p:txBody>
        </p:sp>
        <p:sp>
          <p:nvSpPr>
            <p:cNvPr id="19" name="Google Shape;2016;g3ef13ed6d2a_0_382">
              <a:extLst>
                <a:ext uri="{FF2B5EF4-FFF2-40B4-BE49-F238E27FC236}">
                  <a16:creationId xmlns:a16="http://schemas.microsoft.com/office/drawing/2014/main" id="{E15E1BB5-F201-D1E8-3B93-05712677A7A0}"/>
                </a:ext>
              </a:extLst>
            </p:cNvPr>
            <p:cNvSpPr txBox="1"/>
            <p:nvPr/>
          </p:nvSpPr>
          <p:spPr>
            <a:xfrm>
              <a:off x="4736617" y="3327573"/>
              <a:ext cx="31839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Write transfer</a:t>
              </a:r>
              <a:endParaRPr sz="2800" b="1">
                <a:solidFill>
                  <a:schemeClr val="dk1"/>
                </a:solidFill>
                <a:latin typeface="Calibri"/>
                <a:ea typeface="Calibri"/>
                <a:cs typeface="Calibri"/>
                <a:sym typeface="Calibri"/>
              </a:endParaRPr>
            </a:p>
          </p:txBody>
        </p:sp>
        <p:sp>
          <p:nvSpPr>
            <p:cNvPr id="20" name="Google Shape;2017;g3ef13ed6d2a_0_382">
              <a:extLst>
                <a:ext uri="{FF2B5EF4-FFF2-40B4-BE49-F238E27FC236}">
                  <a16:creationId xmlns:a16="http://schemas.microsoft.com/office/drawing/2014/main" id="{020BC904-5F5D-AF9C-B83D-DC1EC22BEAF1}"/>
                </a:ext>
              </a:extLst>
            </p:cNvPr>
            <p:cNvSpPr/>
            <p:nvPr/>
          </p:nvSpPr>
          <p:spPr>
            <a:xfrm>
              <a:off x="3791300" y="3106100"/>
              <a:ext cx="4262400" cy="3333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21" name="Google Shape;2018;g3ef13ed6d2a_0_382">
            <a:extLst>
              <a:ext uri="{FF2B5EF4-FFF2-40B4-BE49-F238E27FC236}">
                <a16:creationId xmlns:a16="http://schemas.microsoft.com/office/drawing/2014/main" id="{2DE705AF-9C1B-F064-C437-81D2D4B8C6E4}"/>
              </a:ext>
            </a:extLst>
          </p:cNvPr>
          <p:cNvGrpSpPr/>
          <p:nvPr/>
        </p:nvGrpSpPr>
        <p:grpSpPr>
          <a:xfrm>
            <a:off x="906143" y="3851729"/>
            <a:ext cx="4277876" cy="937501"/>
            <a:chOff x="925575" y="2501900"/>
            <a:chExt cx="4277876" cy="937501"/>
          </a:xfrm>
        </p:grpSpPr>
        <p:sp>
          <p:nvSpPr>
            <p:cNvPr id="22" name="Google Shape;2019;g3ef13ed6d2a_0_382">
              <a:extLst>
                <a:ext uri="{FF2B5EF4-FFF2-40B4-BE49-F238E27FC236}">
                  <a16:creationId xmlns:a16="http://schemas.microsoft.com/office/drawing/2014/main" id="{9454D8F0-FA6E-C41C-E0BC-2A1A82AE1517}"/>
                </a:ext>
              </a:extLst>
            </p:cNvPr>
            <p:cNvSpPr/>
            <p:nvPr/>
          </p:nvSpPr>
          <p:spPr>
            <a:xfrm>
              <a:off x="925575" y="3106101"/>
              <a:ext cx="1518900" cy="3333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 name="Google Shape;2020;g3ef13ed6d2a_0_382">
              <a:extLst>
                <a:ext uri="{FF2B5EF4-FFF2-40B4-BE49-F238E27FC236}">
                  <a16:creationId xmlns:a16="http://schemas.microsoft.com/office/drawing/2014/main" id="{0D6564D1-ECF7-1D12-78CC-D1294BA081A3}"/>
                </a:ext>
              </a:extLst>
            </p:cNvPr>
            <p:cNvSpPr txBox="1"/>
            <p:nvPr/>
          </p:nvSpPr>
          <p:spPr>
            <a:xfrm>
              <a:off x="1112051" y="2501900"/>
              <a:ext cx="40914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Data </a:t>
              </a:r>
              <a:endParaRPr sz="2800" b="1">
                <a:solidFill>
                  <a:schemeClr val="dk1"/>
                </a:solidFill>
                <a:latin typeface="Calibri"/>
                <a:ea typeface="Calibri"/>
                <a:cs typeface="Calibri"/>
                <a:sym typeface="Calibri"/>
              </a:endParaRPr>
            </a:p>
          </p:txBody>
        </p:sp>
      </p:grpSp>
      <p:grpSp>
        <p:nvGrpSpPr>
          <p:cNvPr id="24" name="Google Shape;2021;g3ef13ed6d2a_0_382">
            <a:extLst>
              <a:ext uri="{FF2B5EF4-FFF2-40B4-BE49-F238E27FC236}">
                <a16:creationId xmlns:a16="http://schemas.microsoft.com/office/drawing/2014/main" id="{0F19662E-F9F2-24E9-AB7B-804C0E1E6938}"/>
              </a:ext>
            </a:extLst>
          </p:cNvPr>
          <p:cNvGrpSpPr/>
          <p:nvPr/>
        </p:nvGrpSpPr>
        <p:grpSpPr>
          <a:xfrm>
            <a:off x="7008843" y="2806867"/>
            <a:ext cx="1976838" cy="2036095"/>
            <a:chOff x="7028275" y="1457038"/>
            <a:chExt cx="1976838" cy="2036095"/>
          </a:xfrm>
        </p:grpSpPr>
        <p:sp>
          <p:nvSpPr>
            <p:cNvPr id="25" name="Google Shape;2022;g3ef13ed6d2a_0_382">
              <a:extLst>
                <a:ext uri="{FF2B5EF4-FFF2-40B4-BE49-F238E27FC236}">
                  <a16:creationId xmlns:a16="http://schemas.microsoft.com/office/drawing/2014/main" id="{1CA11040-B792-0E49-34FB-2AB7C4D83D8E}"/>
                </a:ext>
              </a:extLst>
            </p:cNvPr>
            <p:cNvSpPr/>
            <p:nvPr/>
          </p:nvSpPr>
          <p:spPr>
            <a:xfrm rot="-1216383">
              <a:off x="7591811" y="1965477"/>
              <a:ext cx="1215604" cy="1359111"/>
            </a:xfrm>
            <a:prstGeom prst="uturnArrow">
              <a:avLst>
                <a:gd name="adj1" fmla="val 14966"/>
                <a:gd name="adj2" fmla="val 25000"/>
                <a:gd name="adj3" fmla="val 27327"/>
                <a:gd name="adj4" fmla="val 43750"/>
                <a:gd name="adj5" fmla="val 78414"/>
              </a:avLst>
            </a:prstGeom>
            <a:solidFill>
              <a:srgbClr val="CC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6" name="Google Shape;2023;g3ef13ed6d2a_0_382">
              <a:extLst>
                <a:ext uri="{FF2B5EF4-FFF2-40B4-BE49-F238E27FC236}">
                  <a16:creationId xmlns:a16="http://schemas.microsoft.com/office/drawing/2014/main" id="{45F81CB9-31C5-CDAF-6688-FEB59CF4145A}"/>
                </a:ext>
              </a:extLst>
            </p:cNvPr>
            <p:cNvSpPr txBox="1"/>
            <p:nvPr/>
          </p:nvSpPr>
          <p:spPr>
            <a:xfrm>
              <a:off x="7028275" y="1457038"/>
              <a:ext cx="1734600" cy="26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dk1"/>
                  </a:solidFill>
                  <a:latin typeface="Calibri"/>
                  <a:ea typeface="Calibri"/>
                  <a:cs typeface="Calibri"/>
                  <a:sym typeface="Calibri"/>
                </a:rPr>
                <a:t>Verify</a:t>
              </a:r>
              <a:endParaRPr sz="3000" b="1">
                <a:solidFill>
                  <a:schemeClr val="dk1"/>
                </a:solidFill>
                <a:latin typeface="Calibri"/>
                <a:ea typeface="Calibri"/>
                <a:cs typeface="Calibri"/>
                <a:sym typeface="Calibri"/>
              </a:endParaRPr>
            </a:p>
          </p:txBody>
        </p:sp>
      </p:grpSp>
      <p:sp>
        <p:nvSpPr>
          <p:cNvPr id="27" name="Google Shape;2024;g3ef13ed6d2a_0_382">
            <a:extLst>
              <a:ext uri="{FF2B5EF4-FFF2-40B4-BE49-F238E27FC236}">
                <a16:creationId xmlns:a16="http://schemas.microsoft.com/office/drawing/2014/main" id="{872D396A-2D14-0235-B876-21D23EF778C6}"/>
              </a:ext>
            </a:extLst>
          </p:cNvPr>
          <p:cNvSpPr txBox="1"/>
          <p:nvPr/>
        </p:nvSpPr>
        <p:spPr>
          <a:xfrm>
            <a:off x="5184018" y="2270442"/>
            <a:ext cx="2444100" cy="5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dk1"/>
                </a:solidFill>
                <a:latin typeface="Calibri"/>
                <a:ea typeface="Calibri"/>
                <a:cs typeface="Calibri"/>
                <a:sym typeface="Calibri"/>
              </a:rPr>
              <a:t>Baseline</a:t>
            </a:r>
            <a:endParaRPr sz="3000" b="1">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544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7AAC-F7D5-B21F-088C-CE7BB12E5C5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6C7E3B-3AC5-2252-FEA7-F9EB087251DB}"/>
              </a:ext>
            </a:extLst>
          </p:cNvPr>
          <p:cNvSpPr>
            <a:spLocks noGrp="1"/>
          </p:cNvSpPr>
          <p:nvPr>
            <p:ph type="sldNum" sz="quarter" idx="12"/>
          </p:nvPr>
        </p:nvSpPr>
        <p:spPr/>
        <p:txBody>
          <a:bodyPr/>
          <a:lstStyle/>
          <a:p>
            <a:fld id="{D5244C39-EA1C-4830-B3FA-E06130CB504B}" type="slidenum">
              <a:rPr lang="en-US" smtClean="0"/>
              <a:pPr/>
              <a:t>18</a:t>
            </a:fld>
            <a:endParaRPr lang="en-US"/>
          </a:p>
        </p:txBody>
      </p:sp>
      <p:sp>
        <p:nvSpPr>
          <p:cNvPr id="4" name="Title 3">
            <a:extLst>
              <a:ext uri="{FF2B5EF4-FFF2-40B4-BE49-F238E27FC236}">
                <a16:creationId xmlns:a16="http://schemas.microsoft.com/office/drawing/2014/main" id="{2CBC8897-C830-E9BF-E492-364A8875A1E1}"/>
              </a:ext>
            </a:extLst>
          </p:cNvPr>
          <p:cNvSpPr>
            <a:spLocks noGrp="1"/>
          </p:cNvSpPr>
          <p:nvPr>
            <p:ph type="title"/>
          </p:nvPr>
        </p:nvSpPr>
        <p:spPr/>
        <p:txBody>
          <a:bodyPr/>
          <a:lstStyle/>
          <a:p>
            <a:r>
              <a:rPr lang="en-US" dirty="0"/>
              <a:t>Technique 2: Delayed Write Verification</a:t>
            </a:r>
          </a:p>
        </p:txBody>
      </p:sp>
      <p:sp>
        <p:nvSpPr>
          <p:cNvPr id="35" name="Google Shape;2043;g3ef13ed6d2a_1_34">
            <a:extLst>
              <a:ext uri="{FF2B5EF4-FFF2-40B4-BE49-F238E27FC236}">
                <a16:creationId xmlns:a16="http://schemas.microsoft.com/office/drawing/2014/main" id="{13D5038A-ED5B-2D03-A6DB-5C8374F1F7C5}"/>
              </a:ext>
            </a:extLst>
          </p:cNvPr>
          <p:cNvSpPr txBox="1"/>
          <p:nvPr/>
        </p:nvSpPr>
        <p:spPr>
          <a:xfrm>
            <a:off x="2974843" y="2418603"/>
            <a:ext cx="2262900" cy="5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36" name="Google Shape;2044;g3ef13ed6d2a_1_34">
            <a:extLst>
              <a:ext uri="{FF2B5EF4-FFF2-40B4-BE49-F238E27FC236}">
                <a16:creationId xmlns:a16="http://schemas.microsoft.com/office/drawing/2014/main" id="{D5A97CBB-9557-50D0-8972-65BC8BB9ECB8}"/>
              </a:ext>
            </a:extLst>
          </p:cNvPr>
          <p:cNvSpPr/>
          <p:nvPr/>
        </p:nvSpPr>
        <p:spPr>
          <a:xfrm>
            <a:off x="8033168" y="3253640"/>
            <a:ext cx="2444100" cy="3091200"/>
          </a:xfrm>
          <a:prstGeom prst="rect">
            <a:avLst/>
          </a:prstGeom>
          <a:solidFill>
            <a:srgbClr val="D9D9D9"/>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 name="Google Shape;2045;g3ef13ed6d2a_1_34">
            <a:extLst>
              <a:ext uri="{FF2B5EF4-FFF2-40B4-BE49-F238E27FC236}">
                <a16:creationId xmlns:a16="http://schemas.microsoft.com/office/drawing/2014/main" id="{91254A78-30A9-051A-1F53-B0D781AE67DA}"/>
              </a:ext>
            </a:extLst>
          </p:cNvPr>
          <p:cNvSpPr/>
          <p:nvPr/>
        </p:nvSpPr>
        <p:spPr>
          <a:xfrm>
            <a:off x="2126268" y="3214315"/>
            <a:ext cx="1888200" cy="3130500"/>
          </a:xfrm>
          <a:prstGeom prst="rect">
            <a:avLst/>
          </a:prstGeom>
          <a:solidFill>
            <a:srgbClr val="D8D8D8"/>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 name="Google Shape;2046;g3ef13ed6d2a_1_34">
            <a:extLst>
              <a:ext uri="{FF2B5EF4-FFF2-40B4-BE49-F238E27FC236}">
                <a16:creationId xmlns:a16="http://schemas.microsoft.com/office/drawing/2014/main" id="{6C669A67-CC2E-C859-BC50-0BE2F311B77D}"/>
              </a:ext>
            </a:extLst>
          </p:cNvPr>
          <p:cNvSpPr txBox="1"/>
          <p:nvPr/>
        </p:nvSpPr>
        <p:spPr>
          <a:xfrm>
            <a:off x="1832403" y="2501575"/>
            <a:ext cx="30492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Memory Controller</a:t>
            </a:r>
            <a:endParaRPr sz="1800"/>
          </a:p>
        </p:txBody>
      </p:sp>
      <p:sp>
        <p:nvSpPr>
          <p:cNvPr id="39" name="Google Shape;2047;g3ef13ed6d2a_1_34">
            <a:extLst>
              <a:ext uri="{FF2B5EF4-FFF2-40B4-BE49-F238E27FC236}">
                <a16:creationId xmlns:a16="http://schemas.microsoft.com/office/drawing/2014/main" id="{5E932B4E-0672-375C-EAFC-FC0F77295E53}"/>
              </a:ext>
            </a:extLst>
          </p:cNvPr>
          <p:cNvSpPr txBox="1"/>
          <p:nvPr/>
        </p:nvSpPr>
        <p:spPr>
          <a:xfrm>
            <a:off x="8464268" y="2557128"/>
            <a:ext cx="16638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DRAM Die</a:t>
            </a:r>
            <a:endParaRPr sz="2400"/>
          </a:p>
        </p:txBody>
      </p:sp>
      <p:sp>
        <p:nvSpPr>
          <p:cNvPr id="40" name="Google Shape;2048;g3ef13ed6d2a_1_34">
            <a:extLst>
              <a:ext uri="{FF2B5EF4-FFF2-40B4-BE49-F238E27FC236}">
                <a16:creationId xmlns:a16="http://schemas.microsoft.com/office/drawing/2014/main" id="{B4F29F57-6CD8-4FFD-F25A-33EE7482EB3C}"/>
              </a:ext>
            </a:extLst>
          </p:cNvPr>
          <p:cNvSpPr txBox="1"/>
          <p:nvPr/>
        </p:nvSpPr>
        <p:spPr>
          <a:xfrm>
            <a:off x="1731373" y="6540176"/>
            <a:ext cx="2957400" cy="10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System level side </a:t>
            </a:r>
            <a:endParaRPr sz="2800">
              <a:solidFill>
                <a:schemeClr val="dk1"/>
              </a:solidFill>
              <a:latin typeface="Calibri"/>
              <a:ea typeface="Calibri"/>
              <a:cs typeface="Calibri"/>
              <a:sym typeface="Calibri"/>
            </a:endParaRPr>
          </a:p>
        </p:txBody>
      </p:sp>
      <p:sp>
        <p:nvSpPr>
          <p:cNvPr id="41" name="Google Shape;2049;g3ef13ed6d2a_1_34">
            <a:extLst>
              <a:ext uri="{FF2B5EF4-FFF2-40B4-BE49-F238E27FC236}">
                <a16:creationId xmlns:a16="http://schemas.microsoft.com/office/drawing/2014/main" id="{B703F810-3144-3652-FF25-A3694D3C7559}"/>
              </a:ext>
            </a:extLst>
          </p:cNvPr>
          <p:cNvSpPr/>
          <p:nvPr/>
        </p:nvSpPr>
        <p:spPr>
          <a:xfrm>
            <a:off x="9137141" y="3612303"/>
            <a:ext cx="1019700" cy="16518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 name="Google Shape;2050;g3ef13ed6d2a_1_34">
            <a:extLst>
              <a:ext uri="{FF2B5EF4-FFF2-40B4-BE49-F238E27FC236}">
                <a16:creationId xmlns:a16="http://schemas.microsoft.com/office/drawing/2014/main" id="{83EA5E14-F9DB-4A1A-34B1-1A33C23BA888}"/>
              </a:ext>
            </a:extLst>
          </p:cNvPr>
          <p:cNvSpPr txBox="1"/>
          <p:nvPr/>
        </p:nvSpPr>
        <p:spPr>
          <a:xfrm>
            <a:off x="7901100" y="6478163"/>
            <a:ext cx="2957400" cy="10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On-die level side </a:t>
            </a:r>
            <a:endParaRPr sz="2800">
              <a:solidFill>
                <a:schemeClr val="dk1"/>
              </a:solidFill>
              <a:latin typeface="Calibri"/>
              <a:ea typeface="Calibri"/>
              <a:cs typeface="Calibri"/>
              <a:sym typeface="Calibri"/>
            </a:endParaRPr>
          </a:p>
        </p:txBody>
      </p:sp>
      <p:sp>
        <p:nvSpPr>
          <p:cNvPr id="43" name="Google Shape;2051;g3ef13ed6d2a_1_34">
            <a:extLst>
              <a:ext uri="{FF2B5EF4-FFF2-40B4-BE49-F238E27FC236}">
                <a16:creationId xmlns:a16="http://schemas.microsoft.com/office/drawing/2014/main" id="{E3B6D358-191A-9CA6-ED3C-F720A76F9043}"/>
              </a:ext>
            </a:extLst>
          </p:cNvPr>
          <p:cNvSpPr txBox="1"/>
          <p:nvPr/>
        </p:nvSpPr>
        <p:spPr>
          <a:xfrm>
            <a:off x="9017419" y="3963028"/>
            <a:ext cx="1241100" cy="81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b="1">
                <a:solidFill>
                  <a:schemeClr val="dk1"/>
                </a:solidFill>
                <a:latin typeface="Calibri"/>
                <a:ea typeface="Calibri"/>
                <a:cs typeface="Calibri"/>
                <a:sym typeface="Calibri"/>
              </a:rPr>
              <a:t>Small</a:t>
            </a:r>
            <a:br>
              <a:rPr lang="en-US" sz="2800" b="1">
                <a:solidFill>
                  <a:schemeClr val="dk1"/>
                </a:solidFill>
                <a:latin typeface="Calibri"/>
                <a:ea typeface="Calibri"/>
                <a:cs typeface="Calibri"/>
                <a:sym typeface="Calibri"/>
              </a:rPr>
            </a:br>
            <a:r>
              <a:rPr lang="en-US" sz="2800" b="1">
                <a:solidFill>
                  <a:schemeClr val="dk1"/>
                </a:solidFill>
                <a:latin typeface="Calibri"/>
                <a:ea typeface="Calibri"/>
                <a:cs typeface="Calibri"/>
                <a:sym typeface="Calibri"/>
              </a:rPr>
              <a:t>RS</a:t>
            </a:r>
            <a:endParaRPr sz="2800" b="1">
              <a:solidFill>
                <a:schemeClr val="dk1"/>
              </a:solidFill>
              <a:latin typeface="Calibri"/>
              <a:ea typeface="Calibri"/>
              <a:cs typeface="Calibri"/>
              <a:sym typeface="Calibri"/>
            </a:endParaRPr>
          </a:p>
        </p:txBody>
      </p:sp>
      <p:sp>
        <p:nvSpPr>
          <p:cNvPr id="44" name="Google Shape;2052;g3ef13ed6d2a_1_34">
            <a:extLst>
              <a:ext uri="{FF2B5EF4-FFF2-40B4-BE49-F238E27FC236}">
                <a16:creationId xmlns:a16="http://schemas.microsoft.com/office/drawing/2014/main" id="{708B36E4-1F1B-754F-A04F-CB68832591C7}"/>
              </a:ext>
            </a:extLst>
          </p:cNvPr>
          <p:cNvSpPr/>
          <p:nvPr/>
        </p:nvSpPr>
        <p:spPr>
          <a:xfrm>
            <a:off x="8185734" y="4013420"/>
            <a:ext cx="872100" cy="915600"/>
          </a:xfrm>
          <a:prstGeom prst="roundRect">
            <a:avLst>
              <a:gd name="adj" fmla="val 16667"/>
            </a:avLst>
          </a:prstGeom>
          <a:solidFill>
            <a:srgbClr val="F9CB9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5" name="Google Shape;2053;g3ef13ed6d2a_1_34">
            <a:extLst>
              <a:ext uri="{FF2B5EF4-FFF2-40B4-BE49-F238E27FC236}">
                <a16:creationId xmlns:a16="http://schemas.microsoft.com/office/drawing/2014/main" id="{7878AE12-6B88-1174-E3A4-1F5C4F4B4509}"/>
              </a:ext>
            </a:extLst>
          </p:cNvPr>
          <p:cNvSpPr txBox="1"/>
          <p:nvPr/>
        </p:nvSpPr>
        <p:spPr>
          <a:xfrm>
            <a:off x="8218385" y="4116915"/>
            <a:ext cx="926700" cy="8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CRC</a:t>
            </a:r>
            <a:endParaRPr sz="2800" b="1">
              <a:solidFill>
                <a:schemeClr val="dk1"/>
              </a:solidFill>
              <a:latin typeface="Calibri"/>
              <a:ea typeface="Calibri"/>
              <a:cs typeface="Calibri"/>
              <a:sym typeface="Calibri"/>
            </a:endParaRPr>
          </a:p>
        </p:txBody>
      </p:sp>
      <p:sp>
        <p:nvSpPr>
          <p:cNvPr id="46" name="Google Shape;2054;g3ef13ed6d2a_1_34">
            <a:extLst>
              <a:ext uri="{FF2B5EF4-FFF2-40B4-BE49-F238E27FC236}">
                <a16:creationId xmlns:a16="http://schemas.microsoft.com/office/drawing/2014/main" id="{9348B3F3-2BDB-769E-B9A1-0B171AD61059}"/>
              </a:ext>
            </a:extLst>
          </p:cNvPr>
          <p:cNvSpPr txBox="1"/>
          <p:nvPr/>
        </p:nvSpPr>
        <p:spPr>
          <a:xfrm>
            <a:off x="5078618" y="2036559"/>
            <a:ext cx="3631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dk1"/>
                </a:solidFill>
                <a:latin typeface="Calibri"/>
                <a:ea typeface="Calibri"/>
                <a:cs typeface="Calibri"/>
                <a:sym typeface="Calibri"/>
              </a:rPr>
              <a:t>Our Scheme</a:t>
            </a:r>
            <a:endParaRPr sz="3000" b="1">
              <a:solidFill>
                <a:schemeClr val="dk1"/>
              </a:solidFill>
              <a:latin typeface="Calibri"/>
              <a:ea typeface="Calibri"/>
              <a:cs typeface="Calibri"/>
              <a:sym typeface="Calibri"/>
            </a:endParaRPr>
          </a:p>
        </p:txBody>
      </p:sp>
      <p:sp>
        <p:nvSpPr>
          <p:cNvPr id="47" name="Google Shape;2055;g3ef13ed6d2a_1_34">
            <a:extLst>
              <a:ext uri="{FF2B5EF4-FFF2-40B4-BE49-F238E27FC236}">
                <a16:creationId xmlns:a16="http://schemas.microsoft.com/office/drawing/2014/main" id="{1350F7E6-6951-DA92-49F2-7BEDC0D802BC}"/>
              </a:ext>
            </a:extLst>
          </p:cNvPr>
          <p:cNvSpPr/>
          <p:nvPr/>
        </p:nvSpPr>
        <p:spPr>
          <a:xfrm>
            <a:off x="2306860" y="3647719"/>
            <a:ext cx="1521000" cy="1581000"/>
          </a:xfrm>
          <a:prstGeom prst="roundRect">
            <a:avLst>
              <a:gd name="adj" fmla="val 16667"/>
            </a:avLst>
          </a:prstGeom>
          <a:solidFill>
            <a:srgbClr val="E0666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 name="Google Shape;2056;g3ef13ed6d2a_1_34">
            <a:extLst>
              <a:ext uri="{FF2B5EF4-FFF2-40B4-BE49-F238E27FC236}">
                <a16:creationId xmlns:a16="http://schemas.microsoft.com/office/drawing/2014/main" id="{52F63A98-942E-954C-8B17-3451EEAB1220}"/>
              </a:ext>
            </a:extLst>
          </p:cNvPr>
          <p:cNvSpPr txBox="1"/>
          <p:nvPr/>
        </p:nvSpPr>
        <p:spPr>
          <a:xfrm>
            <a:off x="1947168" y="3927465"/>
            <a:ext cx="2246400" cy="60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b="1">
                <a:solidFill>
                  <a:schemeClr val="dk1"/>
                </a:solidFill>
                <a:latin typeface="Calibri"/>
                <a:ea typeface="Calibri"/>
                <a:cs typeface="Calibri"/>
                <a:sym typeface="Calibri"/>
              </a:rPr>
              <a:t>Advanced</a:t>
            </a:r>
            <a:endParaRPr sz="2800" b="1">
              <a:solidFill>
                <a:schemeClr val="dk1"/>
              </a:solidFill>
              <a:latin typeface="Calibri"/>
              <a:ea typeface="Calibri"/>
              <a:cs typeface="Calibri"/>
              <a:sym typeface="Calibri"/>
            </a:endParaRPr>
          </a:p>
          <a:p>
            <a:pPr marL="0" lvl="0" indent="0" algn="ctr" rtl="0">
              <a:spcBef>
                <a:spcPts val="0"/>
              </a:spcBef>
              <a:spcAft>
                <a:spcPts val="0"/>
              </a:spcAft>
              <a:buNone/>
            </a:pPr>
            <a:r>
              <a:rPr lang="en-US" sz="2800" b="1">
                <a:solidFill>
                  <a:schemeClr val="dk1"/>
                </a:solidFill>
                <a:latin typeface="Calibri"/>
                <a:ea typeface="Calibri"/>
                <a:cs typeface="Calibri"/>
                <a:sym typeface="Calibri"/>
              </a:rPr>
              <a:t> RS</a:t>
            </a:r>
            <a:endParaRPr sz="2800" b="1">
              <a:solidFill>
                <a:schemeClr val="dk1"/>
              </a:solidFill>
              <a:latin typeface="Calibri"/>
              <a:ea typeface="Calibri"/>
              <a:cs typeface="Calibri"/>
              <a:sym typeface="Calibri"/>
            </a:endParaRPr>
          </a:p>
        </p:txBody>
      </p:sp>
      <p:sp>
        <p:nvSpPr>
          <p:cNvPr id="49" name="Google Shape;2057;g3ef13ed6d2a_1_34">
            <a:extLst>
              <a:ext uri="{FF2B5EF4-FFF2-40B4-BE49-F238E27FC236}">
                <a16:creationId xmlns:a16="http://schemas.microsoft.com/office/drawing/2014/main" id="{5B86970B-8C91-D403-00FC-0C6298CF1B88}"/>
              </a:ext>
            </a:extLst>
          </p:cNvPr>
          <p:cNvSpPr txBox="1"/>
          <p:nvPr/>
        </p:nvSpPr>
        <p:spPr>
          <a:xfrm>
            <a:off x="2376468" y="5362790"/>
            <a:ext cx="10197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50" name="Google Shape;2058;g3ef13ed6d2a_1_34">
            <a:extLst>
              <a:ext uri="{FF2B5EF4-FFF2-40B4-BE49-F238E27FC236}">
                <a16:creationId xmlns:a16="http://schemas.microsoft.com/office/drawing/2014/main" id="{8BF714CF-DCB5-AE56-A60F-EAE62BC9E45D}"/>
              </a:ext>
            </a:extLst>
          </p:cNvPr>
          <p:cNvSpPr txBox="1"/>
          <p:nvPr/>
        </p:nvSpPr>
        <p:spPr>
          <a:xfrm>
            <a:off x="2347618" y="5305065"/>
            <a:ext cx="12411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51" name="Google Shape;2059;g3ef13ed6d2a_1_34">
            <a:extLst>
              <a:ext uri="{FF2B5EF4-FFF2-40B4-BE49-F238E27FC236}">
                <a16:creationId xmlns:a16="http://schemas.microsoft.com/office/drawing/2014/main" id="{98C5E619-496A-FF32-C771-B0EB876573D5}"/>
              </a:ext>
            </a:extLst>
          </p:cNvPr>
          <p:cNvSpPr/>
          <p:nvPr/>
        </p:nvSpPr>
        <p:spPr>
          <a:xfrm>
            <a:off x="2238468" y="5362790"/>
            <a:ext cx="1663800" cy="704100"/>
          </a:xfrm>
          <a:prstGeom prst="rect">
            <a:avLst/>
          </a:prstGeom>
          <a:solidFill>
            <a:srgbClr val="4A86E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a:latin typeface="Calibri"/>
                <a:ea typeface="Calibri"/>
                <a:cs typeface="Calibri"/>
                <a:sym typeface="Calibri"/>
              </a:rPr>
              <a:t>Buffer</a:t>
            </a:r>
            <a:endParaRPr sz="2800" b="1">
              <a:latin typeface="Calibri"/>
              <a:ea typeface="Calibri"/>
              <a:cs typeface="Calibri"/>
              <a:sym typeface="Calibri"/>
            </a:endParaRPr>
          </a:p>
        </p:txBody>
      </p:sp>
      <p:sp>
        <p:nvSpPr>
          <p:cNvPr id="52" name="Google Shape;2060;g3ef13ed6d2a_1_34">
            <a:extLst>
              <a:ext uri="{FF2B5EF4-FFF2-40B4-BE49-F238E27FC236}">
                <a16:creationId xmlns:a16="http://schemas.microsoft.com/office/drawing/2014/main" id="{CB1CD0F1-14AE-C530-CCAF-3A502CB7D15B}"/>
              </a:ext>
            </a:extLst>
          </p:cNvPr>
          <p:cNvSpPr/>
          <p:nvPr/>
        </p:nvSpPr>
        <p:spPr>
          <a:xfrm>
            <a:off x="8423318" y="5402615"/>
            <a:ext cx="1663800" cy="704100"/>
          </a:xfrm>
          <a:prstGeom prst="rect">
            <a:avLst/>
          </a:prstGeom>
          <a:solidFill>
            <a:srgbClr val="4A86E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a:latin typeface="Calibri"/>
                <a:ea typeface="Calibri"/>
                <a:cs typeface="Calibri"/>
                <a:sym typeface="Calibri"/>
              </a:rPr>
              <a:t>Buffer</a:t>
            </a:r>
            <a:endParaRPr sz="2800" b="1">
              <a:latin typeface="Calibri"/>
              <a:ea typeface="Calibri"/>
              <a:cs typeface="Calibri"/>
              <a:sym typeface="Calibri"/>
            </a:endParaRPr>
          </a:p>
        </p:txBody>
      </p:sp>
      <p:grpSp>
        <p:nvGrpSpPr>
          <p:cNvPr id="53" name="Google Shape;2061;g3ef13ed6d2a_1_34">
            <a:extLst>
              <a:ext uri="{FF2B5EF4-FFF2-40B4-BE49-F238E27FC236}">
                <a16:creationId xmlns:a16="http://schemas.microsoft.com/office/drawing/2014/main" id="{A93B6AF1-6E79-9309-6638-9BEBF5019900}"/>
              </a:ext>
            </a:extLst>
          </p:cNvPr>
          <p:cNvGrpSpPr/>
          <p:nvPr/>
        </p:nvGrpSpPr>
        <p:grpSpPr>
          <a:xfrm>
            <a:off x="794306" y="3694278"/>
            <a:ext cx="4277876" cy="937501"/>
            <a:chOff x="925575" y="2501900"/>
            <a:chExt cx="4277876" cy="937501"/>
          </a:xfrm>
        </p:grpSpPr>
        <p:sp>
          <p:nvSpPr>
            <p:cNvPr id="54" name="Google Shape;2062;g3ef13ed6d2a_1_34">
              <a:extLst>
                <a:ext uri="{FF2B5EF4-FFF2-40B4-BE49-F238E27FC236}">
                  <a16:creationId xmlns:a16="http://schemas.microsoft.com/office/drawing/2014/main" id="{2F61A169-B5D0-3514-7EAB-ED79207DDFE9}"/>
                </a:ext>
              </a:extLst>
            </p:cNvPr>
            <p:cNvSpPr/>
            <p:nvPr/>
          </p:nvSpPr>
          <p:spPr>
            <a:xfrm>
              <a:off x="925575" y="3106101"/>
              <a:ext cx="1518900" cy="3333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5" name="Google Shape;2063;g3ef13ed6d2a_1_34">
              <a:extLst>
                <a:ext uri="{FF2B5EF4-FFF2-40B4-BE49-F238E27FC236}">
                  <a16:creationId xmlns:a16="http://schemas.microsoft.com/office/drawing/2014/main" id="{3B029889-DD91-598E-39CF-144770CDCAC5}"/>
                </a:ext>
              </a:extLst>
            </p:cNvPr>
            <p:cNvSpPr txBox="1"/>
            <p:nvPr/>
          </p:nvSpPr>
          <p:spPr>
            <a:xfrm>
              <a:off x="1112051" y="2501900"/>
              <a:ext cx="40914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Data </a:t>
              </a:r>
              <a:endParaRPr sz="2800" b="1">
                <a:solidFill>
                  <a:schemeClr val="dk1"/>
                </a:solidFill>
                <a:latin typeface="Calibri"/>
                <a:ea typeface="Calibri"/>
                <a:cs typeface="Calibri"/>
                <a:sym typeface="Calibri"/>
              </a:endParaRPr>
            </a:p>
          </p:txBody>
        </p:sp>
      </p:grpSp>
      <p:grpSp>
        <p:nvGrpSpPr>
          <p:cNvPr id="56" name="Google Shape;2064;g3ef13ed6d2a_1_34">
            <a:extLst>
              <a:ext uri="{FF2B5EF4-FFF2-40B4-BE49-F238E27FC236}">
                <a16:creationId xmlns:a16="http://schemas.microsoft.com/office/drawing/2014/main" id="{B0A70783-C428-BB0A-DE42-47CD8938AE97}"/>
              </a:ext>
            </a:extLst>
          </p:cNvPr>
          <p:cNvGrpSpPr/>
          <p:nvPr/>
        </p:nvGrpSpPr>
        <p:grpSpPr>
          <a:xfrm>
            <a:off x="3935118" y="4773215"/>
            <a:ext cx="3481461" cy="1111200"/>
            <a:chOff x="3882400" y="3630150"/>
            <a:chExt cx="3481461" cy="1111200"/>
          </a:xfrm>
        </p:grpSpPr>
        <p:sp>
          <p:nvSpPr>
            <p:cNvPr id="57" name="Google Shape;2065;g3ef13ed6d2a_1_34">
              <a:extLst>
                <a:ext uri="{FF2B5EF4-FFF2-40B4-BE49-F238E27FC236}">
                  <a16:creationId xmlns:a16="http://schemas.microsoft.com/office/drawing/2014/main" id="{5CA4C456-799C-3566-35F8-244AE07C0CC9}"/>
                </a:ext>
              </a:extLst>
            </p:cNvPr>
            <p:cNvSpPr/>
            <p:nvPr/>
          </p:nvSpPr>
          <p:spPr>
            <a:xfrm>
              <a:off x="3882400" y="3630150"/>
              <a:ext cx="872100" cy="1111200"/>
            </a:xfrm>
            <a:prstGeom prst="curvedLeftArrow">
              <a:avLst>
                <a:gd name="adj1" fmla="val 25000"/>
                <a:gd name="adj2" fmla="val 50000"/>
                <a:gd name="adj3" fmla="val 25000"/>
              </a:avLst>
            </a:prstGeom>
            <a:solidFill>
              <a:srgbClr val="4A86E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8" name="Google Shape;2066;g3ef13ed6d2a_1_34">
              <a:extLst>
                <a:ext uri="{FF2B5EF4-FFF2-40B4-BE49-F238E27FC236}">
                  <a16:creationId xmlns:a16="http://schemas.microsoft.com/office/drawing/2014/main" id="{09A6AD38-AAD6-63A6-B98C-9CAEF7C5EF0C}"/>
                </a:ext>
              </a:extLst>
            </p:cNvPr>
            <p:cNvSpPr txBox="1"/>
            <p:nvPr/>
          </p:nvSpPr>
          <p:spPr>
            <a:xfrm>
              <a:off x="4798561" y="3800382"/>
              <a:ext cx="2565300" cy="5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generate parity </a:t>
              </a:r>
              <a:endParaRPr sz="2800" b="1">
                <a:solidFill>
                  <a:schemeClr val="dk1"/>
                </a:solidFill>
                <a:latin typeface="Calibri"/>
                <a:ea typeface="Calibri"/>
                <a:cs typeface="Calibri"/>
                <a:sym typeface="Calibri"/>
              </a:endParaRPr>
            </a:p>
          </p:txBody>
        </p:sp>
      </p:grpSp>
      <p:grpSp>
        <p:nvGrpSpPr>
          <p:cNvPr id="59" name="Google Shape;2067;g3ef13ed6d2a_1_34">
            <a:extLst>
              <a:ext uri="{FF2B5EF4-FFF2-40B4-BE49-F238E27FC236}">
                <a16:creationId xmlns:a16="http://schemas.microsoft.com/office/drawing/2014/main" id="{F07A3FDF-5374-C14E-8172-78555C4C2BE3}"/>
              </a:ext>
            </a:extLst>
          </p:cNvPr>
          <p:cNvGrpSpPr/>
          <p:nvPr/>
        </p:nvGrpSpPr>
        <p:grpSpPr>
          <a:xfrm>
            <a:off x="3844018" y="3717124"/>
            <a:ext cx="4262400" cy="1429873"/>
            <a:chOff x="3791300" y="2501900"/>
            <a:chExt cx="4262400" cy="1429873"/>
          </a:xfrm>
        </p:grpSpPr>
        <p:sp>
          <p:nvSpPr>
            <p:cNvPr id="60" name="Google Shape;2068;g3ef13ed6d2a_1_34">
              <a:extLst>
                <a:ext uri="{FF2B5EF4-FFF2-40B4-BE49-F238E27FC236}">
                  <a16:creationId xmlns:a16="http://schemas.microsoft.com/office/drawing/2014/main" id="{7FD25F2B-85F8-5D29-D7F3-682927370C4D}"/>
                </a:ext>
              </a:extLst>
            </p:cNvPr>
            <p:cNvSpPr txBox="1"/>
            <p:nvPr/>
          </p:nvSpPr>
          <p:spPr>
            <a:xfrm>
              <a:off x="4714204" y="2501900"/>
              <a:ext cx="26472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Data + </a:t>
              </a:r>
              <a:r>
                <a:rPr lang="en-US" sz="2800" b="1">
                  <a:solidFill>
                    <a:srgbClr val="CC0000"/>
                  </a:solidFill>
                  <a:latin typeface="Calibri"/>
                  <a:ea typeface="Calibri"/>
                  <a:cs typeface="Calibri"/>
                  <a:sym typeface="Calibri"/>
                </a:rPr>
                <a:t>SysECC </a:t>
              </a:r>
              <a:endParaRPr sz="2800" b="1">
                <a:solidFill>
                  <a:srgbClr val="CC0000"/>
                </a:solidFill>
                <a:latin typeface="Calibri"/>
                <a:ea typeface="Calibri"/>
                <a:cs typeface="Calibri"/>
                <a:sym typeface="Calibri"/>
              </a:endParaRPr>
            </a:p>
          </p:txBody>
        </p:sp>
        <p:sp>
          <p:nvSpPr>
            <p:cNvPr id="61" name="Google Shape;2069;g3ef13ed6d2a_1_34">
              <a:extLst>
                <a:ext uri="{FF2B5EF4-FFF2-40B4-BE49-F238E27FC236}">
                  <a16:creationId xmlns:a16="http://schemas.microsoft.com/office/drawing/2014/main" id="{828B6BA8-F797-5861-DD78-C654CB2EB909}"/>
                </a:ext>
              </a:extLst>
            </p:cNvPr>
            <p:cNvSpPr txBox="1"/>
            <p:nvPr/>
          </p:nvSpPr>
          <p:spPr>
            <a:xfrm>
              <a:off x="4736617" y="3327573"/>
              <a:ext cx="31839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Write transfer</a:t>
              </a:r>
              <a:endParaRPr sz="2800" b="1">
                <a:solidFill>
                  <a:schemeClr val="dk1"/>
                </a:solidFill>
                <a:latin typeface="Calibri"/>
                <a:ea typeface="Calibri"/>
                <a:cs typeface="Calibri"/>
                <a:sym typeface="Calibri"/>
              </a:endParaRPr>
            </a:p>
          </p:txBody>
        </p:sp>
        <p:sp>
          <p:nvSpPr>
            <p:cNvPr id="62" name="Google Shape;2070;g3ef13ed6d2a_1_34">
              <a:extLst>
                <a:ext uri="{FF2B5EF4-FFF2-40B4-BE49-F238E27FC236}">
                  <a16:creationId xmlns:a16="http://schemas.microsoft.com/office/drawing/2014/main" id="{864431D3-5CF2-5B88-E686-678B4EACB217}"/>
                </a:ext>
              </a:extLst>
            </p:cNvPr>
            <p:cNvSpPr/>
            <p:nvPr/>
          </p:nvSpPr>
          <p:spPr>
            <a:xfrm>
              <a:off x="3791300" y="3106100"/>
              <a:ext cx="4262400" cy="3333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63" name="Google Shape;2071;g3ef13ed6d2a_1_34">
            <a:extLst>
              <a:ext uri="{FF2B5EF4-FFF2-40B4-BE49-F238E27FC236}">
                <a16:creationId xmlns:a16="http://schemas.microsoft.com/office/drawing/2014/main" id="{AE56B6F2-5AD3-A094-5022-AC5DD7B56BE3}"/>
              </a:ext>
            </a:extLst>
          </p:cNvPr>
          <p:cNvGrpSpPr/>
          <p:nvPr/>
        </p:nvGrpSpPr>
        <p:grpSpPr>
          <a:xfrm>
            <a:off x="4852265" y="4773215"/>
            <a:ext cx="3362828" cy="1111200"/>
            <a:chOff x="4799547" y="3630150"/>
            <a:chExt cx="3362828" cy="1111200"/>
          </a:xfrm>
        </p:grpSpPr>
        <p:sp>
          <p:nvSpPr>
            <p:cNvPr id="2553" name="Google Shape;2072;g3ef13ed6d2a_1_34">
              <a:extLst>
                <a:ext uri="{FF2B5EF4-FFF2-40B4-BE49-F238E27FC236}">
                  <a16:creationId xmlns:a16="http://schemas.microsoft.com/office/drawing/2014/main" id="{903AB520-3CB8-FE96-4016-AE46B1E8D5DC}"/>
                </a:ext>
              </a:extLst>
            </p:cNvPr>
            <p:cNvSpPr/>
            <p:nvPr/>
          </p:nvSpPr>
          <p:spPr>
            <a:xfrm flipH="1">
              <a:off x="7235675" y="3630150"/>
              <a:ext cx="926700" cy="1111200"/>
            </a:xfrm>
            <a:prstGeom prst="curvedLeftArrow">
              <a:avLst>
                <a:gd name="adj1" fmla="val 25000"/>
                <a:gd name="adj2" fmla="val 50000"/>
                <a:gd name="adj3" fmla="val 25000"/>
              </a:avLst>
            </a:prstGeom>
            <a:solidFill>
              <a:srgbClr val="4A86E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554" name="Google Shape;2073;g3ef13ed6d2a_1_34">
              <a:extLst>
                <a:ext uri="{FF2B5EF4-FFF2-40B4-BE49-F238E27FC236}">
                  <a16:creationId xmlns:a16="http://schemas.microsoft.com/office/drawing/2014/main" id="{330AD77C-5538-70DA-691B-0940CC7D81E2}"/>
                </a:ext>
              </a:extLst>
            </p:cNvPr>
            <p:cNvSpPr txBox="1"/>
            <p:nvPr/>
          </p:nvSpPr>
          <p:spPr>
            <a:xfrm>
              <a:off x="4799547" y="3801956"/>
              <a:ext cx="2565300" cy="5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generate parity </a:t>
              </a:r>
              <a:endParaRPr sz="2800" b="1">
                <a:solidFill>
                  <a:schemeClr val="dk1"/>
                </a:solidFill>
                <a:latin typeface="Calibri"/>
                <a:ea typeface="Calibri"/>
                <a:cs typeface="Calibri"/>
                <a:sym typeface="Calibri"/>
              </a:endParaRPr>
            </a:p>
          </p:txBody>
        </p:sp>
      </p:grpSp>
      <p:sp>
        <p:nvSpPr>
          <p:cNvPr id="2555" name="Google Shape;2168;g3ef13ed6d2a_1_145">
            <a:extLst>
              <a:ext uri="{FF2B5EF4-FFF2-40B4-BE49-F238E27FC236}">
                <a16:creationId xmlns:a16="http://schemas.microsoft.com/office/drawing/2014/main" id="{ED762374-8404-7B9F-3D3C-E4C42D945FEA}"/>
              </a:ext>
            </a:extLst>
          </p:cNvPr>
          <p:cNvSpPr txBox="1"/>
          <p:nvPr/>
        </p:nvSpPr>
        <p:spPr>
          <a:xfrm>
            <a:off x="2112968" y="7906452"/>
            <a:ext cx="8364300" cy="8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FF0000"/>
                </a:solidFill>
                <a:latin typeface="Calibri"/>
                <a:ea typeface="Calibri"/>
                <a:cs typeface="Calibri"/>
                <a:sym typeface="Calibri"/>
              </a:rPr>
              <a:t>Until:</a:t>
            </a:r>
            <a:r>
              <a:rPr lang="en-US" sz="2800" b="1">
                <a:solidFill>
                  <a:schemeClr val="dk1"/>
                </a:solidFill>
                <a:latin typeface="Calibri"/>
                <a:ea typeface="Calibri"/>
                <a:cs typeface="Calibri"/>
                <a:sym typeface="Calibri"/>
              </a:rPr>
              <a:t> Accumulate parity across the entire write batch </a:t>
            </a:r>
            <a:endParaRPr sz="2800" b="1">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3079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1113-55C1-134F-DF6C-52125211AC6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EFF24B-353A-BCE6-895B-06857178985E}"/>
              </a:ext>
            </a:extLst>
          </p:cNvPr>
          <p:cNvSpPr>
            <a:spLocks noGrp="1"/>
          </p:cNvSpPr>
          <p:nvPr>
            <p:ph type="sldNum" sz="quarter" idx="12"/>
          </p:nvPr>
        </p:nvSpPr>
        <p:spPr/>
        <p:txBody>
          <a:bodyPr/>
          <a:lstStyle/>
          <a:p>
            <a:fld id="{D5244C39-EA1C-4830-B3FA-E06130CB504B}" type="slidenum">
              <a:rPr lang="en-US" smtClean="0"/>
              <a:pPr/>
              <a:t>19</a:t>
            </a:fld>
            <a:endParaRPr lang="en-US"/>
          </a:p>
        </p:txBody>
      </p:sp>
      <p:sp>
        <p:nvSpPr>
          <p:cNvPr id="4" name="Title 3">
            <a:extLst>
              <a:ext uri="{FF2B5EF4-FFF2-40B4-BE49-F238E27FC236}">
                <a16:creationId xmlns:a16="http://schemas.microsoft.com/office/drawing/2014/main" id="{1D27D41B-FEE3-5B69-673D-9ACA8862F338}"/>
              </a:ext>
            </a:extLst>
          </p:cNvPr>
          <p:cNvSpPr>
            <a:spLocks noGrp="1"/>
          </p:cNvSpPr>
          <p:nvPr>
            <p:ph type="title"/>
          </p:nvPr>
        </p:nvSpPr>
        <p:spPr/>
        <p:txBody>
          <a:bodyPr/>
          <a:lstStyle/>
          <a:p>
            <a:r>
              <a:rPr lang="en-US" dirty="0"/>
              <a:t>Technique 2: Delayed Write Verification</a:t>
            </a:r>
          </a:p>
        </p:txBody>
      </p:sp>
      <p:sp>
        <p:nvSpPr>
          <p:cNvPr id="33" name="Google Shape;2188;g3ef13ed6d2a_1_196">
            <a:extLst>
              <a:ext uri="{FF2B5EF4-FFF2-40B4-BE49-F238E27FC236}">
                <a16:creationId xmlns:a16="http://schemas.microsoft.com/office/drawing/2014/main" id="{5B93C3C7-473F-33F6-C9AD-34FA993B1DFB}"/>
              </a:ext>
            </a:extLst>
          </p:cNvPr>
          <p:cNvSpPr txBox="1"/>
          <p:nvPr/>
        </p:nvSpPr>
        <p:spPr>
          <a:xfrm>
            <a:off x="2974843" y="2436684"/>
            <a:ext cx="2262900" cy="50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34" name="Google Shape;2189;g3ef13ed6d2a_1_196">
            <a:extLst>
              <a:ext uri="{FF2B5EF4-FFF2-40B4-BE49-F238E27FC236}">
                <a16:creationId xmlns:a16="http://schemas.microsoft.com/office/drawing/2014/main" id="{24D320F2-B263-CFA3-545A-912DF387950F}"/>
              </a:ext>
            </a:extLst>
          </p:cNvPr>
          <p:cNvSpPr/>
          <p:nvPr/>
        </p:nvSpPr>
        <p:spPr>
          <a:xfrm>
            <a:off x="8033168" y="3271721"/>
            <a:ext cx="2444100" cy="3091200"/>
          </a:xfrm>
          <a:prstGeom prst="rect">
            <a:avLst/>
          </a:prstGeom>
          <a:solidFill>
            <a:srgbClr val="D9D9D9"/>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 name="Google Shape;2190;g3ef13ed6d2a_1_196">
            <a:extLst>
              <a:ext uri="{FF2B5EF4-FFF2-40B4-BE49-F238E27FC236}">
                <a16:creationId xmlns:a16="http://schemas.microsoft.com/office/drawing/2014/main" id="{E6647823-6EBA-84D7-4FB5-4D807F788FC3}"/>
              </a:ext>
            </a:extLst>
          </p:cNvPr>
          <p:cNvSpPr/>
          <p:nvPr/>
        </p:nvSpPr>
        <p:spPr>
          <a:xfrm>
            <a:off x="2126268" y="3232396"/>
            <a:ext cx="1888200" cy="3130500"/>
          </a:xfrm>
          <a:prstGeom prst="rect">
            <a:avLst/>
          </a:prstGeom>
          <a:solidFill>
            <a:srgbClr val="D8D8D8"/>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 name="Google Shape;2191;g3ef13ed6d2a_1_196">
            <a:extLst>
              <a:ext uri="{FF2B5EF4-FFF2-40B4-BE49-F238E27FC236}">
                <a16:creationId xmlns:a16="http://schemas.microsoft.com/office/drawing/2014/main" id="{5652AFEE-88E9-8037-00E3-C168CD512A7C}"/>
              </a:ext>
            </a:extLst>
          </p:cNvPr>
          <p:cNvSpPr txBox="1"/>
          <p:nvPr/>
        </p:nvSpPr>
        <p:spPr>
          <a:xfrm>
            <a:off x="1832403" y="2519656"/>
            <a:ext cx="30492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Memory Controller</a:t>
            </a:r>
            <a:endParaRPr sz="1800"/>
          </a:p>
        </p:txBody>
      </p:sp>
      <p:sp>
        <p:nvSpPr>
          <p:cNvPr id="37" name="Google Shape;2192;g3ef13ed6d2a_1_196">
            <a:extLst>
              <a:ext uri="{FF2B5EF4-FFF2-40B4-BE49-F238E27FC236}">
                <a16:creationId xmlns:a16="http://schemas.microsoft.com/office/drawing/2014/main" id="{39FE7DB8-7AC8-B1BB-0919-D5D62E2D7AA0}"/>
              </a:ext>
            </a:extLst>
          </p:cNvPr>
          <p:cNvSpPr txBox="1"/>
          <p:nvPr/>
        </p:nvSpPr>
        <p:spPr>
          <a:xfrm>
            <a:off x="8464268" y="2575209"/>
            <a:ext cx="16638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DRAM Die</a:t>
            </a:r>
            <a:endParaRPr sz="2400"/>
          </a:p>
        </p:txBody>
      </p:sp>
      <p:sp>
        <p:nvSpPr>
          <p:cNvPr id="38" name="Google Shape;2193;g3ef13ed6d2a_1_196">
            <a:extLst>
              <a:ext uri="{FF2B5EF4-FFF2-40B4-BE49-F238E27FC236}">
                <a16:creationId xmlns:a16="http://schemas.microsoft.com/office/drawing/2014/main" id="{8343B35E-501F-6C63-136B-4760B35A5D24}"/>
              </a:ext>
            </a:extLst>
          </p:cNvPr>
          <p:cNvSpPr txBox="1"/>
          <p:nvPr/>
        </p:nvSpPr>
        <p:spPr>
          <a:xfrm>
            <a:off x="1731373" y="6558257"/>
            <a:ext cx="2957400" cy="10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System level side </a:t>
            </a:r>
            <a:endParaRPr sz="2800">
              <a:solidFill>
                <a:schemeClr val="dk1"/>
              </a:solidFill>
              <a:latin typeface="Calibri"/>
              <a:ea typeface="Calibri"/>
              <a:cs typeface="Calibri"/>
              <a:sym typeface="Calibri"/>
            </a:endParaRPr>
          </a:p>
        </p:txBody>
      </p:sp>
      <p:sp>
        <p:nvSpPr>
          <p:cNvPr id="39" name="Google Shape;2194;g3ef13ed6d2a_1_196">
            <a:extLst>
              <a:ext uri="{FF2B5EF4-FFF2-40B4-BE49-F238E27FC236}">
                <a16:creationId xmlns:a16="http://schemas.microsoft.com/office/drawing/2014/main" id="{8ADD1696-293C-EA67-6426-1C4167FDAFC3}"/>
              </a:ext>
            </a:extLst>
          </p:cNvPr>
          <p:cNvSpPr/>
          <p:nvPr/>
        </p:nvSpPr>
        <p:spPr>
          <a:xfrm>
            <a:off x="9137141" y="3630384"/>
            <a:ext cx="1019700" cy="16518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 name="Google Shape;2195;g3ef13ed6d2a_1_196">
            <a:extLst>
              <a:ext uri="{FF2B5EF4-FFF2-40B4-BE49-F238E27FC236}">
                <a16:creationId xmlns:a16="http://schemas.microsoft.com/office/drawing/2014/main" id="{7A11B91C-2C38-EC59-FB32-FD98723B1F25}"/>
              </a:ext>
            </a:extLst>
          </p:cNvPr>
          <p:cNvSpPr txBox="1"/>
          <p:nvPr/>
        </p:nvSpPr>
        <p:spPr>
          <a:xfrm>
            <a:off x="7901100" y="6496244"/>
            <a:ext cx="2957400" cy="10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On-die level side </a:t>
            </a:r>
            <a:endParaRPr sz="2800">
              <a:solidFill>
                <a:schemeClr val="dk1"/>
              </a:solidFill>
              <a:latin typeface="Calibri"/>
              <a:ea typeface="Calibri"/>
              <a:cs typeface="Calibri"/>
              <a:sym typeface="Calibri"/>
            </a:endParaRPr>
          </a:p>
        </p:txBody>
      </p:sp>
      <p:sp>
        <p:nvSpPr>
          <p:cNvPr id="41" name="Google Shape;2196;g3ef13ed6d2a_1_196">
            <a:extLst>
              <a:ext uri="{FF2B5EF4-FFF2-40B4-BE49-F238E27FC236}">
                <a16:creationId xmlns:a16="http://schemas.microsoft.com/office/drawing/2014/main" id="{03171A45-3992-BA7B-0A63-879D292915DE}"/>
              </a:ext>
            </a:extLst>
          </p:cNvPr>
          <p:cNvSpPr txBox="1"/>
          <p:nvPr/>
        </p:nvSpPr>
        <p:spPr>
          <a:xfrm>
            <a:off x="9017419" y="3981109"/>
            <a:ext cx="1241100" cy="81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b="1">
                <a:solidFill>
                  <a:schemeClr val="dk1"/>
                </a:solidFill>
                <a:latin typeface="Calibri"/>
                <a:ea typeface="Calibri"/>
                <a:cs typeface="Calibri"/>
                <a:sym typeface="Calibri"/>
              </a:rPr>
              <a:t>Small</a:t>
            </a:r>
            <a:br>
              <a:rPr lang="en-US" sz="2800" b="1">
                <a:solidFill>
                  <a:schemeClr val="dk1"/>
                </a:solidFill>
                <a:latin typeface="Calibri"/>
                <a:ea typeface="Calibri"/>
                <a:cs typeface="Calibri"/>
                <a:sym typeface="Calibri"/>
              </a:rPr>
            </a:br>
            <a:r>
              <a:rPr lang="en-US" sz="2800" b="1">
                <a:solidFill>
                  <a:schemeClr val="dk1"/>
                </a:solidFill>
                <a:latin typeface="Calibri"/>
                <a:ea typeface="Calibri"/>
                <a:cs typeface="Calibri"/>
                <a:sym typeface="Calibri"/>
              </a:rPr>
              <a:t>RS</a:t>
            </a:r>
            <a:endParaRPr sz="2800" b="1">
              <a:solidFill>
                <a:schemeClr val="dk1"/>
              </a:solidFill>
              <a:latin typeface="Calibri"/>
              <a:ea typeface="Calibri"/>
              <a:cs typeface="Calibri"/>
              <a:sym typeface="Calibri"/>
            </a:endParaRPr>
          </a:p>
        </p:txBody>
      </p:sp>
      <p:sp>
        <p:nvSpPr>
          <p:cNvPr id="42" name="Google Shape;2197;g3ef13ed6d2a_1_196">
            <a:extLst>
              <a:ext uri="{FF2B5EF4-FFF2-40B4-BE49-F238E27FC236}">
                <a16:creationId xmlns:a16="http://schemas.microsoft.com/office/drawing/2014/main" id="{DCDB3067-D465-93E2-3158-7A3F148A78CE}"/>
              </a:ext>
            </a:extLst>
          </p:cNvPr>
          <p:cNvSpPr/>
          <p:nvPr/>
        </p:nvSpPr>
        <p:spPr>
          <a:xfrm>
            <a:off x="8185734" y="4031501"/>
            <a:ext cx="872100" cy="915600"/>
          </a:xfrm>
          <a:prstGeom prst="roundRect">
            <a:avLst>
              <a:gd name="adj" fmla="val 16667"/>
            </a:avLst>
          </a:prstGeom>
          <a:solidFill>
            <a:srgbClr val="F9CB9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 name="Google Shape;2198;g3ef13ed6d2a_1_196">
            <a:extLst>
              <a:ext uri="{FF2B5EF4-FFF2-40B4-BE49-F238E27FC236}">
                <a16:creationId xmlns:a16="http://schemas.microsoft.com/office/drawing/2014/main" id="{5E6F140C-3E82-B08F-6228-3386BF3D71FD}"/>
              </a:ext>
            </a:extLst>
          </p:cNvPr>
          <p:cNvSpPr txBox="1"/>
          <p:nvPr/>
        </p:nvSpPr>
        <p:spPr>
          <a:xfrm>
            <a:off x="8218385" y="4134996"/>
            <a:ext cx="926700" cy="8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CRC</a:t>
            </a:r>
            <a:endParaRPr sz="2800" b="1">
              <a:solidFill>
                <a:schemeClr val="dk1"/>
              </a:solidFill>
              <a:latin typeface="Calibri"/>
              <a:ea typeface="Calibri"/>
              <a:cs typeface="Calibri"/>
              <a:sym typeface="Calibri"/>
            </a:endParaRPr>
          </a:p>
        </p:txBody>
      </p:sp>
      <p:sp>
        <p:nvSpPr>
          <p:cNvPr id="44" name="Google Shape;2199;g3ef13ed6d2a_1_196">
            <a:extLst>
              <a:ext uri="{FF2B5EF4-FFF2-40B4-BE49-F238E27FC236}">
                <a16:creationId xmlns:a16="http://schemas.microsoft.com/office/drawing/2014/main" id="{C45EC04A-4040-7A83-B0D8-9D5EA6A61CC6}"/>
              </a:ext>
            </a:extLst>
          </p:cNvPr>
          <p:cNvSpPr txBox="1"/>
          <p:nvPr/>
        </p:nvSpPr>
        <p:spPr>
          <a:xfrm>
            <a:off x="5078618" y="2054640"/>
            <a:ext cx="36315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dk1"/>
                </a:solidFill>
                <a:latin typeface="Calibri"/>
                <a:ea typeface="Calibri"/>
                <a:cs typeface="Calibri"/>
                <a:sym typeface="Calibri"/>
              </a:rPr>
              <a:t>Our Scheme</a:t>
            </a:r>
            <a:endParaRPr sz="3000" b="1">
              <a:solidFill>
                <a:schemeClr val="dk1"/>
              </a:solidFill>
              <a:latin typeface="Calibri"/>
              <a:ea typeface="Calibri"/>
              <a:cs typeface="Calibri"/>
              <a:sym typeface="Calibri"/>
            </a:endParaRPr>
          </a:p>
        </p:txBody>
      </p:sp>
      <p:sp>
        <p:nvSpPr>
          <p:cNvPr id="45" name="Google Shape;2200;g3ef13ed6d2a_1_196">
            <a:extLst>
              <a:ext uri="{FF2B5EF4-FFF2-40B4-BE49-F238E27FC236}">
                <a16:creationId xmlns:a16="http://schemas.microsoft.com/office/drawing/2014/main" id="{12E3E0F9-F897-881C-5D17-7FE6F981ADDC}"/>
              </a:ext>
            </a:extLst>
          </p:cNvPr>
          <p:cNvSpPr/>
          <p:nvPr/>
        </p:nvSpPr>
        <p:spPr>
          <a:xfrm>
            <a:off x="2306860" y="3665800"/>
            <a:ext cx="1521000" cy="1581000"/>
          </a:xfrm>
          <a:prstGeom prst="roundRect">
            <a:avLst>
              <a:gd name="adj" fmla="val 16667"/>
            </a:avLst>
          </a:prstGeom>
          <a:solidFill>
            <a:srgbClr val="E0666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6" name="Google Shape;2201;g3ef13ed6d2a_1_196">
            <a:extLst>
              <a:ext uri="{FF2B5EF4-FFF2-40B4-BE49-F238E27FC236}">
                <a16:creationId xmlns:a16="http://schemas.microsoft.com/office/drawing/2014/main" id="{505FDFE5-EF91-43D6-2061-CF046AC0ABE1}"/>
              </a:ext>
            </a:extLst>
          </p:cNvPr>
          <p:cNvSpPr txBox="1"/>
          <p:nvPr/>
        </p:nvSpPr>
        <p:spPr>
          <a:xfrm>
            <a:off x="1947168" y="3945546"/>
            <a:ext cx="2246400" cy="60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b="1">
                <a:solidFill>
                  <a:schemeClr val="dk1"/>
                </a:solidFill>
                <a:latin typeface="Calibri"/>
                <a:ea typeface="Calibri"/>
                <a:cs typeface="Calibri"/>
                <a:sym typeface="Calibri"/>
              </a:rPr>
              <a:t>Advanced</a:t>
            </a:r>
            <a:endParaRPr sz="2800" b="1">
              <a:solidFill>
                <a:schemeClr val="dk1"/>
              </a:solidFill>
              <a:latin typeface="Calibri"/>
              <a:ea typeface="Calibri"/>
              <a:cs typeface="Calibri"/>
              <a:sym typeface="Calibri"/>
            </a:endParaRPr>
          </a:p>
          <a:p>
            <a:pPr marL="0" lvl="0" indent="0" algn="ctr" rtl="0">
              <a:spcBef>
                <a:spcPts val="0"/>
              </a:spcBef>
              <a:spcAft>
                <a:spcPts val="0"/>
              </a:spcAft>
              <a:buNone/>
            </a:pPr>
            <a:r>
              <a:rPr lang="en-US" sz="2800" b="1">
                <a:solidFill>
                  <a:schemeClr val="dk1"/>
                </a:solidFill>
                <a:latin typeface="Calibri"/>
                <a:ea typeface="Calibri"/>
                <a:cs typeface="Calibri"/>
                <a:sym typeface="Calibri"/>
              </a:rPr>
              <a:t> RS</a:t>
            </a:r>
            <a:endParaRPr sz="2800" b="1">
              <a:solidFill>
                <a:schemeClr val="dk1"/>
              </a:solidFill>
              <a:latin typeface="Calibri"/>
              <a:ea typeface="Calibri"/>
              <a:cs typeface="Calibri"/>
              <a:sym typeface="Calibri"/>
            </a:endParaRPr>
          </a:p>
        </p:txBody>
      </p:sp>
      <p:sp>
        <p:nvSpPr>
          <p:cNvPr id="47" name="Google Shape;2202;g3ef13ed6d2a_1_196">
            <a:extLst>
              <a:ext uri="{FF2B5EF4-FFF2-40B4-BE49-F238E27FC236}">
                <a16:creationId xmlns:a16="http://schemas.microsoft.com/office/drawing/2014/main" id="{758B35FA-72C4-E551-D7EE-BED5B8BCAE16}"/>
              </a:ext>
            </a:extLst>
          </p:cNvPr>
          <p:cNvSpPr txBox="1"/>
          <p:nvPr/>
        </p:nvSpPr>
        <p:spPr>
          <a:xfrm>
            <a:off x="2376468" y="5380871"/>
            <a:ext cx="10197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48" name="Google Shape;2203;g3ef13ed6d2a_1_196">
            <a:extLst>
              <a:ext uri="{FF2B5EF4-FFF2-40B4-BE49-F238E27FC236}">
                <a16:creationId xmlns:a16="http://schemas.microsoft.com/office/drawing/2014/main" id="{423D463E-88AB-625D-5D39-0A41574F36BD}"/>
              </a:ext>
            </a:extLst>
          </p:cNvPr>
          <p:cNvSpPr txBox="1"/>
          <p:nvPr/>
        </p:nvSpPr>
        <p:spPr>
          <a:xfrm>
            <a:off x="2347618" y="5323146"/>
            <a:ext cx="12411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49" name="Google Shape;2204;g3ef13ed6d2a_1_196">
            <a:extLst>
              <a:ext uri="{FF2B5EF4-FFF2-40B4-BE49-F238E27FC236}">
                <a16:creationId xmlns:a16="http://schemas.microsoft.com/office/drawing/2014/main" id="{2D6454B9-14F3-66EF-D8AC-45E91EEA4DA7}"/>
              </a:ext>
            </a:extLst>
          </p:cNvPr>
          <p:cNvSpPr/>
          <p:nvPr/>
        </p:nvSpPr>
        <p:spPr>
          <a:xfrm>
            <a:off x="2238468" y="5380871"/>
            <a:ext cx="1663800" cy="704100"/>
          </a:xfrm>
          <a:prstGeom prst="rect">
            <a:avLst/>
          </a:prstGeom>
          <a:solidFill>
            <a:srgbClr val="4A86E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a:latin typeface="Calibri"/>
                <a:ea typeface="Calibri"/>
                <a:cs typeface="Calibri"/>
                <a:sym typeface="Calibri"/>
              </a:rPr>
              <a:t>Buffer</a:t>
            </a:r>
            <a:endParaRPr sz="2800" b="1">
              <a:latin typeface="Calibri"/>
              <a:ea typeface="Calibri"/>
              <a:cs typeface="Calibri"/>
              <a:sym typeface="Calibri"/>
            </a:endParaRPr>
          </a:p>
        </p:txBody>
      </p:sp>
      <p:sp>
        <p:nvSpPr>
          <p:cNvPr id="50" name="Google Shape;2205;g3ef13ed6d2a_1_196">
            <a:extLst>
              <a:ext uri="{FF2B5EF4-FFF2-40B4-BE49-F238E27FC236}">
                <a16:creationId xmlns:a16="http://schemas.microsoft.com/office/drawing/2014/main" id="{8A32C567-96FE-4A43-A8E0-3FD46BBD570E}"/>
              </a:ext>
            </a:extLst>
          </p:cNvPr>
          <p:cNvSpPr/>
          <p:nvPr/>
        </p:nvSpPr>
        <p:spPr>
          <a:xfrm>
            <a:off x="8423318" y="5420696"/>
            <a:ext cx="1663800" cy="704100"/>
          </a:xfrm>
          <a:prstGeom prst="rect">
            <a:avLst/>
          </a:prstGeom>
          <a:solidFill>
            <a:srgbClr val="4A86E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a:latin typeface="Calibri"/>
                <a:ea typeface="Calibri"/>
                <a:cs typeface="Calibri"/>
                <a:sym typeface="Calibri"/>
              </a:rPr>
              <a:t>Buffer</a:t>
            </a:r>
            <a:endParaRPr sz="2800" b="1">
              <a:latin typeface="Calibri"/>
              <a:ea typeface="Calibri"/>
              <a:cs typeface="Calibri"/>
              <a:sym typeface="Calibri"/>
            </a:endParaRPr>
          </a:p>
        </p:txBody>
      </p:sp>
      <p:grpSp>
        <p:nvGrpSpPr>
          <p:cNvPr id="51" name="Google Shape;2206;g3ef13ed6d2a_1_196">
            <a:extLst>
              <a:ext uri="{FF2B5EF4-FFF2-40B4-BE49-F238E27FC236}">
                <a16:creationId xmlns:a16="http://schemas.microsoft.com/office/drawing/2014/main" id="{D997B73F-6E7F-D8E4-5FAE-0B7EC221F9FF}"/>
              </a:ext>
            </a:extLst>
          </p:cNvPr>
          <p:cNvGrpSpPr/>
          <p:nvPr/>
        </p:nvGrpSpPr>
        <p:grpSpPr>
          <a:xfrm>
            <a:off x="6214871" y="4949514"/>
            <a:ext cx="2000209" cy="1111200"/>
            <a:chOff x="6162153" y="3788368"/>
            <a:chExt cx="2000209" cy="1111200"/>
          </a:xfrm>
        </p:grpSpPr>
        <p:sp>
          <p:nvSpPr>
            <p:cNvPr id="52" name="Google Shape;2207;g3ef13ed6d2a_1_196">
              <a:extLst>
                <a:ext uri="{FF2B5EF4-FFF2-40B4-BE49-F238E27FC236}">
                  <a16:creationId xmlns:a16="http://schemas.microsoft.com/office/drawing/2014/main" id="{CA704999-1A3E-3649-53AC-31F3E4EBF0FD}"/>
                </a:ext>
              </a:extLst>
            </p:cNvPr>
            <p:cNvSpPr/>
            <p:nvPr/>
          </p:nvSpPr>
          <p:spPr>
            <a:xfrm flipH="1">
              <a:off x="7235663" y="3788368"/>
              <a:ext cx="926700" cy="1111200"/>
            </a:xfrm>
            <a:prstGeom prst="curvedLeftArrow">
              <a:avLst>
                <a:gd name="adj1" fmla="val 25000"/>
                <a:gd name="adj2" fmla="val 50000"/>
                <a:gd name="adj3" fmla="val 25000"/>
              </a:avLst>
            </a:prstGeom>
            <a:solidFill>
              <a:srgbClr val="FF00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3" name="Google Shape;2208;g3ef13ed6d2a_1_196">
              <a:extLst>
                <a:ext uri="{FF2B5EF4-FFF2-40B4-BE49-F238E27FC236}">
                  <a16:creationId xmlns:a16="http://schemas.microsoft.com/office/drawing/2014/main" id="{A210640A-D689-100E-7D65-511CE58B13E0}"/>
                </a:ext>
              </a:extLst>
            </p:cNvPr>
            <p:cNvSpPr txBox="1"/>
            <p:nvPr/>
          </p:nvSpPr>
          <p:spPr>
            <a:xfrm>
              <a:off x="6162153" y="3954575"/>
              <a:ext cx="12411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CC0000"/>
                  </a:solidFill>
                  <a:latin typeface="Calibri"/>
                  <a:ea typeface="Calibri"/>
                  <a:cs typeface="Calibri"/>
                  <a:sym typeface="Calibri"/>
                </a:rPr>
                <a:t>Verify</a:t>
              </a:r>
              <a:endParaRPr sz="2800" b="1">
                <a:solidFill>
                  <a:srgbClr val="CC0000"/>
                </a:solidFill>
                <a:latin typeface="Calibri"/>
                <a:ea typeface="Calibri"/>
                <a:cs typeface="Calibri"/>
                <a:sym typeface="Calibri"/>
              </a:endParaRPr>
            </a:p>
          </p:txBody>
        </p:sp>
      </p:grpSp>
      <p:sp>
        <p:nvSpPr>
          <p:cNvPr id="54" name="Google Shape;2209;g3ef13ed6d2a_1_196">
            <a:extLst>
              <a:ext uri="{FF2B5EF4-FFF2-40B4-BE49-F238E27FC236}">
                <a16:creationId xmlns:a16="http://schemas.microsoft.com/office/drawing/2014/main" id="{03616DAB-902C-8232-582F-04F255D43F40}"/>
              </a:ext>
            </a:extLst>
          </p:cNvPr>
          <p:cNvSpPr txBox="1"/>
          <p:nvPr/>
        </p:nvSpPr>
        <p:spPr>
          <a:xfrm>
            <a:off x="4428995" y="5714171"/>
            <a:ext cx="3360900" cy="7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If Match → Success</a:t>
            </a:r>
            <a:endParaRPr sz="2800" b="1">
              <a:solidFill>
                <a:schemeClr val="dk1"/>
              </a:solidFill>
              <a:latin typeface="Calibri"/>
              <a:ea typeface="Calibri"/>
              <a:cs typeface="Calibri"/>
              <a:sym typeface="Calibri"/>
            </a:endParaRPr>
          </a:p>
        </p:txBody>
      </p:sp>
      <p:sp>
        <p:nvSpPr>
          <p:cNvPr id="55" name="Google Shape;2210;g3ef13ed6d2a_1_196">
            <a:extLst>
              <a:ext uri="{FF2B5EF4-FFF2-40B4-BE49-F238E27FC236}">
                <a16:creationId xmlns:a16="http://schemas.microsoft.com/office/drawing/2014/main" id="{200798FE-C06E-6861-04CB-7F0B55D6E22C}"/>
              </a:ext>
            </a:extLst>
          </p:cNvPr>
          <p:cNvSpPr txBox="1"/>
          <p:nvPr/>
        </p:nvSpPr>
        <p:spPr>
          <a:xfrm>
            <a:off x="4427267" y="5703115"/>
            <a:ext cx="4477200" cy="7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If Mismatch </a:t>
            </a:r>
            <a:endParaRPr sz="2800" b="1">
              <a:solidFill>
                <a:schemeClr val="dk1"/>
              </a:solidFill>
              <a:latin typeface="Calibri"/>
              <a:ea typeface="Calibri"/>
              <a:cs typeface="Calibri"/>
              <a:sym typeface="Calibri"/>
            </a:endParaRPr>
          </a:p>
          <a:p>
            <a:pPr marL="0" lvl="0" indent="0" algn="l" rtl="0">
              <a:spcBef>
                <a:spcPts val="0"/>
              </a:spcBef>
              <a:spcAft>
                <a:spcPts val="0"/>
              </a:spcAft>
              <a:buNone/>
            </a:pPr>
            <a:r>
              <a:rPr lang="en-US" sz="2800" b="1">
                <a:solidFill>
                  <a:schemeClr val="dk1"/>
                </a:solidFill>
                <a:latin typeface="Calibri"/>
                <a:ea typeface="Calibri"/>
                <a:cs typeface="Calibri"/>
                <a:sym typeface="Calibri"/>
              </a:rPr>
              <a:t>→ Retry the Whole Batch</a:t>
            </a:r>
            <a:endParaRPr sz="2800" b="1">
              <a:solidFill>
                <a:schemeClr val="dk1"/>
              </a:solidFill>
              <a:latin typeface="Calibri"/>
              <a:ea typeface="Calibri"/>
              <a:cs typeface="Calibri"/>
              <a:sym typeface="Calibri"/>
            </a:endParaRPr>
          </a:p>
        </p:txBody>
      </p:sp>
      <p:grpSp>
        <p:nvGrpSpPr>
          <p:cNvPr id="56" name="Google Shape;2211;g3ef13ed6d2a_1_196">
            <a:extLst>
              <a:ext uri="{FF2B5EF4-FFF2-40B4-BE49-F238E27FC236}">
                <a16:creationId xmlns:a16="http://schemas.microsoft.com/office/drawing/2014/main" id="{477D0062-551F-6CDD-3E94-259576110BF3}"/>
              </a:ext>
            </a:extLst>
          </p:cNvPr>
          <p:cNvGrpSpPr/>
          <p:nvPr/>
        </p:nvGrpSpPr>
        <p:grpSpPr>
          <a:xfrm>
            <a:off x="3844018" y="3735196"/>
            <a:ext cx="4718975" cy="1317818"/>
            <a:chOff x="3791300" y="2574050"/>
            <a:chExt cx="4718975" cy="1317818"/>
          </a:xfrm>
        </p:grpSpPr>
        <p:grpSp>
          <p:nvGrpSpPr>
            <p:cNvPr id="57" name="Google Shape;2212;g3ef13ed6d2a_1_196">
              <a:extLst>
                <a:ext uri="{FF2B5EF4-FFF2-40B4-BE49-F238E27FC236}">
                  <a16:creationId xmlns:a16="http://schemas.microsoft.com/office/drawing/2014/main" id="{0411E455-9862-EF03-2B69-C2F82CBA7B74}"/>
                </a:ext>
              </a:extLst>
            </p:cNvPr>
            <p:cNvGrpSpPr/>
            <p:nvPr/>
          </p:nvGrpSpPr>
          <p:grpSpPr>
            <a:xfrm>
              <a:off x="3791300" y="2574050"/>
              <a:ext cx="4377242" cy="937509"/>
              <a:chOff x="3791300" y="2574050"/>
              <a:chExt cx="4377242" cy="937509"/>
            </a:xfrm>
          </p:grpSpPr>
          <p:sp>
            <p:nvSpPr>
              <p:cNvPr id="59" name="Google Shape;2213;g3ef13ed6d2a_1_196">
                <a:extLst>
                  <a:ext uri="{FF2B5EF4-FFF2-40B4-BE49-F238E27FC236}">
                    <a16:creationId xmlns:a16="http://schemas.microsoft.com/office/drawing/2014/main" id="{4DD59C1E-9FC8-D279-498B-C0EC83B26998}"/>
                  </a:ext>
                </a:extLst>
              </p:cNvPr>
              <p:cNvSpPr/>
              <p:nvPr/>
            </p:nvSpPr>
            <p:spPr>
              <a:xfrm>
                <a:off x="3791300" y="3178259"/>
                <a:ext cx="4262400" cy="333300"/>
              </a:xfrm>
              <a:prstGeom prst="rightArrow">
                <a:avLst>
                  <a:gd name="adj1" fmla="val 50000"/>
                  <a:gd name="adj2" fmla="val 50000"/>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60" name="Google Shape;2214;g3ef13ed6d2a_1_196">
                <a:extLst>
                  <a:ext uri="{FF2B5EF4-FFF2-40B4-BE49-F238E27FC236}">
                    <a16:creationId xmlns:a16="http://schemas.microsoft.com/office/drawing/2014/main" id="{F5636DEE-53C0-0266-2BF0-719D62DD42AF}"/>
                  </a:ext>
                </a:extLst>
              </p:cNvPr>
              <p:cNvSpPr txBox="1"/>
              <p:nvPr/>
            </p:nvSpPr>
            <p:spPr>
              <a:xfrm>
                <a:off x="3906142" y="2574050"/>
                <a:ext cx="42624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CC0000"/>
                    </a:solidFill>
                    <a:latin typeface="Calibri"/>
                    <a:ea typeface="Calibri"/>
                    <a:cs typeface="Calibri"/>
                    <a:sym typeface="Calibri"/>
                  </a:rPr>
                  <a:t>Accumulated Parity (64bit)</a:t>
                </a:r>
                <a:endParaRPr sz="2800" b="1">
                  <a:solidFill>
                    <a:srgbClr val="CC0000"/>
                  </a:solidFill>
                  <a:latin typeface="Calibri"/>
                  <a:ea typeface="Calibri"/>
                  <a:cs typeface="Calibri"/>
                  <a:sym typeface="Calibri"/>
                </a:endParaRPr>
              </a:p>
            </p:txBody>
          </p:sp>
        </p:grpSp>
        <p:sp>
          <p:nvSpPr>
            <p:cNvPr id="58" name="Google Shape;2215;g3ef13ed6d2a_1_196">
              <a:extLst>
                <a:ext uri="{FF2B5EF4-FFF2-40B4-BE49-F238E27FC236}">
                  <a16:creationId xmlns:a16="http://schemas.microsoft.com/office/drawing/2014/main" id="{68BFC3BA-95BE-70D9-C38E-16555E89A8DF}"/>
                </a:ext>
              </a:extLst>
            </p:cNvPr>
            <p:cNvSpPr txBox="1"/>
            <p:nvPr/>
          </p:nvSpPr>
          <p:spPr>
            <a:xfrm>
              <a:off x="4241875" y="3287668"/>
              <a:ext cx="4268400" cy="6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An extra Write transfer</a:t>
              </a:r>
              <a:endParaRPr sz="2800" b="1">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39370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FC221-D8D8-0BC9-6D7C-B94FE548A4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6B41D7-16D4-EDE2-FB8A-90A5F4A7B318}"/>
              </a:ext>
            </a:extLst>
          </p:cNvPr>
          <p:cNvSpPr>
            <a:spLocks noGrp="1"/>
          </p:cNvSpPr>
          <p:nvPr>
            <p:ph type="sldNum" sz="quarter" idx="12"/>
          </p:nvPr>
        </p:nvSpPr>
        <p:spPr/>
        <p:txBody>
          <a:bodyPr/>
          <a:lstStyle/>
          <a:p>
            <a:fld id="{D5244C39-EA1C-4830-B3FA-E06130CB504B}" type="slidenum">
              <a:rPr lang="en-US" smtClean="0"/>
              <a:pPr/>
              <a:t>20</a:t>
            </a:fld>
            <a:endParaRPr lang="en-US"/>
          </a:p>
        </p:txBody>
      </p:sp>
      <p:sp>
        <p:nvSpPr>
          <p:cNvPr id="4" name="Title 3">
            <a:extLst>
              <a:ext uri="{FF2B5EF4-FFF2-40B4-BE49-F238E27FC236}">
                <a16:creationId xmlns:a16="http://schemas.microsoft.com/office/drawing/2014/main" id="{8EBE9FDD-9C6C-1EA0-6D74-CAE867BE6A1E}"/>
              </a:ext>
            </a:extLst>
          </p:cNvPr>
          <p:cNvSpPr>
            <a:spLocks noGrp="1"/>
          </p:cNvSpPr>
          <p:nvPr>
            <p:ph type="title"/>
          </p:nvPr>
        </p:nvSpPr>
        <p:spPr/>
        <p:txBody>
          <a:bodyPr/>
          <a:lstStyle/>
          <a:p>
            <a:r>
              <a:rPr lang="en-US" dirty="0"/>
              <a:t>Technique 2: Delayed Write Verification</a:t>
            </a:r>
          </a:p>
        </p:txBody>
      </p:sp>
      <p:pic>
        <p:nvPicPr>
          <p:cNvPr id="2220" name="Google Shape;2220;g3ef13ed6d2a_1_252"/>
          <p:cNvPicPr preferRelativeResize="0"/>
          <p:nvPr/>
        </p:nvPicPr>
        <p:blipFill>
          <a:blip r:embed="rId2">
            <a:alphaModFix/>
          </a:blip>
          <a:stretch>
            <a:fillRect/>
          </a:stretch>
        </p:blipFill>
        <p:spPr>
          <a:xfrm>
            <a:off x="388720" y="2400906"/>
            <a:ext cx="8184289" cy="3105119"/>
          </a:xfrm>
          <a:prstGeom prst="rect">
            <a:avLst/>
          </a:prstGeom>
          <a:noFill/>
          <a:ln>
            <a:noFill/>
          </a:ln>
        </p:spPr>
      </p:pic>
      <p:sp>
        <p:nvSpPr>
          <p:cNvPr id="2221" name="Google Shape;2221;g3ef13ed6d2a_1_252"/>
          <p:cNvSpPr/>
          <p:nvPr/>
        </p:nvSpPr>
        <p:spPr>
          <a:xfrm>
            <a:off x="5936109" y="5509155"/>
            <a:ext cx="2479800" cy="2020200"/>
          </a:xfrm>
          <a:prstGeom prst="roundRect">
            <a:avLst>
              <a:gd name="adj" fmla="val 8446"/>
            </a:avLst>
          </a:prstGeom>
          <a:noFill/>
          <a:ln w="3810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22" name="Google Shape;2222;g3ef13ed6d2a_1_252"/>
          <p:cNvSpPr/>
          <p:nvPr/>
        </p:nvSpPr>
        <p:spPr>
          <a:xfrm rot="-5400000">
            <a:off x="7551875" y="3713363"/>
            <a:ext cx="5002200" cy="2327700"/>
          </a:xfrm>
          <a:prstGeom prst="rect">
            <a:avLst/>
          </a:prstGeom>
          <a:solidFill>
            <a:srgbClr val="D8D8D8"/>
          </a:solidFill>
          <a:ln w="5400" cap="flat" cmpd="sng">
            <a:solidFill>
              <a:schemeClr val="dk2"/>
            </a:solidFill>
            <a:prstDash val="solid"/>
            <a:round/>
            <a:headEnd type="none" w="sm" len="sm"/>
            <a:tailEnd type="none" w="sm" len="sm"/>
          </a:ln>
        </p:spPr>
        <p:txBody>
          <a:bodyPr spcFirstLastPara="1" wrap="square" lIns="51925" tIns="51925" rIns="51925" bIns="51925" anchor="ctr" anchorCtr="0">
            <a:noAutofit/>
          </a:bodyPr>
          <a:lstStyle/>
          <a:p>
            <a:pPr algn="ctr"/>
            <a:endParaRPr sz="795">
              <a:latin typeface="Calibri"/>
              <a:ea typeface="Calibri"/>
              <a:cs typeface="Calibri"/>
              <a:sym typeface="Calibri"/>
            </a:endParaRPr>
          </a:p>
        </p:txBody>
      </p:sp>
      <p:sp>
        <p:nvSpPr>
          <p:cNvPr id="2235" name="Google Shape;2235;g3ef13ed6d2a_1_252"/>
          <p:cNvSpPr/>
          <p:nvPr/>
        </p:nvSpPr>
        <p:spPr>
          <a:xfrm>
            <a:off x="320040" y="2011680"/>
            <a:ext cx="11521200" cy="18000"/>
          </a:xfrm>
          <a:prstGeom prst="rect">
            <a:avLst/>
          </a:prstGeom>
          <a:solidFill>
            <a:srgbClr val="FCC200"/>
          </a:solidFill>
          <a:ln>
            <a:noFill/>
          </a:ln>
          <a:effectLst>
            <a:outerShdw blurRad="39960" dist="23040" dir="5400000" rotWithShape="0">
              <a:srgbClr val="000000">
                <a:alpha val="34900"/>
              </a:srgbClr>
            </a:outerShdw>
          </a:effectLst>
        </p:spPr>
        <p:txBody>
          <a:bodyPr spcFirstLastPara="1" wrap="square" lIns="90000" tIns="0" rIns="90000" bIns="0" anchor="ctr" anchorCtr="0">
            <a:noAutofit/>
          </a:bodyPr>
          <a:lstStyle/>
          <a:p>
            <a:pPr algn="ctr"/>
            <a:endParaRPr>
              <a:solidFill>
                <a:schemeClr val="lt1"/>
              </a:solidFill>
              <a:latin typeface="Calibri"/>
              <a:ea typeface="Calibri"/>
              <a:cs typeface="Calibri"/>
              <a:sym typeface="Calibri"/>
            </a:endParaRPr>
          </a:p>
        </p:txBody>
      </p:sp>
      <p:sp>
        <p:nvSpPr>
          <p:cNvPr id="2237" name="Google Shape;2237;g3ef13ed6d2a_1_252"/>
          <p:cNvSpPr/>
          <p:nvPr/>
        </p:nvSpPr>
        <p:spPr>
          <a:xfrm rot="-5400000">
            <a:off x="8083707" y="3737742"/>
            <a:ext cx="3934800" cy="2003700"/>
          </a:xfrm>
          <a:prstGeom prst="rect">
            <a:avLst/>
          </a:prstGeom>
          <a:solidFill>
            <a:schemeClr val="lt2"/>
          </a:solidFill>
          <a:ln w="21650" cap="flat" cmpd="sng">
            <a:solidFill>
              <a:srgbClr val="1A1A1A"/>
            </a:solidFill>
            <a:prstDash val="solid"/>
            <a:round/>
            <a:headEnd type="none" w="sm" len="sm"/>
            <a:tailEnd type="none" w="sm" len="sm"/>
          </a:ln>
        </p:spPr>
        <p:txBody>
          <a:bodyPr spcFirstLastPara="1" wrap="square" lIns="51925" tIns="51925" rIns="51925" bIns="51925" anchor="ctr" anchorCtr="0">
            <a:noAutofit/>
          </a:bodyPr>
          <a:lstStyle/>
          <a:p>
            <a:pPr algn="ctr"/>
            <a:endParaRPr sz="795">
              <a:latin typeface="Calibri"/>
              <a:ea typeface="Calibri"/>
              <a:cs typeface="Calibri"/>
              <a:sym typeface="Calibri"/>
            </a:endParaRPr>
          </a:p>
        </p:txBody>
      </p:sp>
      <p:sp>
        <p:nvSpPr>
          <p:cNvPr id="2238" name="Google Shape;2238;g3ef13ed6d2a_1_252"/>
          <p:cNvSpPr txBox="1"/>
          <p:nvPr/>
        </p:nvSpPr>
        <p:spPr>
          <a:xfrm>
            <a:off x="8617950" y="3271163"/>
            <a:ext cx="43200" cy="86700"/>
          </a:xfrm>
          <a:prstGeom prst="rect">
            <a:avLst/>
          </a:prstGeom>
          <a:noFill/>
          <a:ln>
            <a:noFill/>
          </a:ln>
        </p:spPr>
        <p:txBody>
          <a:bodyPr spcFirstLastPara="1" wrap="square" lIns="91425" tIns="91425" rIns="91425" bIns="91425" anchor="t" anchorCtr="0">
            <a:noAutofit/>
          </a:bodyPr>
          <a:lstStyle/>
          <a:p>
            <a:endParaRPr sz="2800">
              <a:solidFill>
                <a:schemeClr val="dk1"/>
              </a:solidFill>
              <a:latin typeface="Calibri"/>
              <a:ea typeface="Calibri"/>
              <a:cs typeface="Calibri"/>
              <a:sym typeface="Calibri"/>
            </a:endParaRPr>
          </a:p>
        </p:txBody>
      </p:sp>
      <p:sp>
        <p:nvSpPr>
          <p:cNvPr id="2239" name="Google Shape;2239;g3ef13ed6d2a_1_252"/>
          <p:cNvSpPr txBox="1"/>
          <p:nvPr/>
        </p:nvSpPr>
        <p:spPr>
          <a:xfrm>
            <a:off x="9166974" y="2329263"/>
            <a:ext cx="1854900" cy="303300"/>
          </a:xfrm>
          <a:prstGeom prst="rect">
            <a:avLst/>
          </a:prstGeom>
          <a:noFill/>
          <a:ln>
            <a:noFill/>
          </a:ln>
        </p:spPr>
        <p:txBody>
          <a:bodyPr spcFirstLastPara="1" wrap="square" lIns="51925" tIns="51925" rIns="51925" bIns="51925" anchor="t" anchorCtr="0">
            <a:noAutofit/>
          </a:bodyPr>
          <a:lstStyle/>
          <a:p>
            <a:r>
              <a:rPr lang="en-US" sz="2004" b="1">
                <a:solidFill>
                  <a:schemeClr val="dk1"/>
                </a:solidFill>
                <a:latin typeface="Calibri"/>
                <a:ea typeface="Calibri"/>
                <a:cs typeface="Calibri"/>
                <a:sym typeface="Calibri"/>
              </a:rPr>
              <a:t>Pseudo Channel</a:t>
            </a:r>
            <a:endParaRPr sz="2004" b="1">
              <a:solidFill>
                <a:schemeClr val="dk1"/>
              </a:solidFill>
              <a:latin typeface="Calibri"/>
              <a:ea typeface="Calibri"/>
              <a:cs typeface="Calibri"/>
              <a:sym typeface="Calibri"/>
            </a:endParaRPr>
          </a:p>
        </p:txBody>
      </p:sp>
      <p:sp>
        <p:nvSpPr>
          <p:cNvPr id="2240" name="Google Shape;2240;g3ef13ed6d2a_1_252"/>
          <p:cNvSpPr txBox="1"/>
          <p:nvPr/>
        </p:nvSpPr>
        <p:spPr>
          <a:xfrm>
            <a:off x="6364509" y="5424360"/>
            <a:ext cx="1786800" cy="546900"/>
          </a:xfrm>
          <a:prstGeom prst="rect">
            <a:avLst/>
          </a:prstGeom>
          <a:noFill/>
          <a:ln>
            <a:noFill/>
          </a:ln>
        </p:spPr>
        <p:txBody>
          <a:bodyPr spcFirstLastPara="1" wrap="square" lIns="91425" tIns="91425" rIns="91425" bIns="91425" anchor="t" anchorCtr="0">
            <a:noAutofit/>
          </a:bodyPr>
          <a:lstStyle/>
          <a:p>
            <a:r>
              <a:rPr lang="en-US" sz="2400" b="1">
                <a:solidFill>
                  <a:schemeClr val="dk1"/>
                </a:solidFill>
                <a:latin typeface="Calibri"/>
                <a:ea typeface="Calibri"/>
                <a:cs typeface="Calibri"/>
                <a:sym typeface="Calibri"/>
              </a:rPr>
              <a:t>Added Logic</a:t>
            </a:r>
            <a:endParaRPr sz="2400" b="1">
              <a:solidFill>
                <a:schemeClr val="dk1"/>
              </a:solidFill>
              <a:latin typeface="Calibri"/>
              <a:ea typeface="Calibri"/>
              <a:cs typeface="Calibri"/>
              <a:sym typeface="Calibri"/>
            </a:endParaRPr>
          </a:p>
        </p:txBody>
      </p:sp>
      <p:sp>
        <p:nvSpPr>
          <p:cNvPr id="2241" name="Google Shape;2241;g3ef13ed6d2a_1_252"/>
          <p:cNvSpPr/>
          <p:nvPr/>
        </p:nvSpPr>
        <p:spPr>
          <a:xfrm rot="5400000">
            <a:off x="9806500" y="6203463"/>
            <a:ext cx="455100" cy="16722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242" name="Google Shape;2242;g3ef13ed6d2a_1_252"/>
          <p:cNvSpPr txBox="1"/>
          <p:nvPr/>
        </p:nvSpPr>
        <p:spPr>
          <a:xfrm>
            <a:off x="9471175" y="6730730"/>
            <a:ext cx="1157100" cy="303300"/>
          </a:xfrm>
          <a:prstGeom prst="rect">
            <a:avLst/>
          </a:prstGeom>
          <a:noFill/>
          <a:ln>
            <a:noFill/>
          </a:ln>
        </p:spPr>
        <p:txBody>
          <a:bodyPr spcFirstLastPara="1" wrap="square" lIns="91425" tIns="91425" rIns="91425" bIns="91425" anchor="t" anchorCtr="0">
            <a:noAutofit/>
          </a:bodyPr>
          <a:lstStyle/>
          <a:p>
            <a:pPr algn="ctr"/>
            <a:r>
              <a:rPr lang="en-US" sz="2800" b="1">
                <a:solidFill>
                  <a:schemeClr val="dk1"/>
                </a:solidFill>
                <a:latin typeface="Calibri"/>
                <a:ea typeface="Calibri"/>
                <a:cs typeface="Calibri"/>
                <a:sym typeface="Calibri"/>
              </a:rPr>
              <a:t>SSC</a:t>
            </a:r>
            <a:endParaRPr sz="2800" b="1">
              <a:solidFill>
                <a:schemeClr val="dk1"/>
              </a:solidFill>
              <a:latin typeface="Calibri"/>
              <a:ea typeface="Calibri"/>
              <a:cs typeface="Calibri"/>
              <a:sym typeface="Calibri"/>
            </a:endParaRPr>
          </a:p>
        </p:txBody>
      </p:sp>
      <p:sp>
        <p:nvSpPr>
          <p:cNvPr id="2243" name="Google Shape;2243;g3ef13ed6d2a_1_252"/>
          <p:cNvSpPr/>
          <p:nvPr/>
        </p:nvSpPr>
        <p:spPr>
          <a:xfrm rot="10800000">
            <a:off x="8488000" y="6846625"/>
            <a:ext cx="665700" cy="365400"/>
          </a:xfrm>
          <a:prstGeom prst="leftArrow">
            <a:avLst>
              <a:gd name="adj1" fmla="val 50000"/>
              <a:gd name="adj2" fmla="val 50000"/>
            </a:avLst>
          </a:prstGeom>
          <a:solidFill>
            <a:srgbClr val="0B5394"/>
          </a:solidFill>
          <a:ln>
            <a:noFill/>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pic>
        <p:nvPicPr>
          <p:cNvPr id="2244" name="Google Shape;2244;g3ef13ed6d2a_1_252"/>
          <p:cNvPicPr preferRelativeResize="0"/>
          <p:nvPr/>
        </p:nvPicPr>
        <p:blipFill>
          <a:blip r:embed="rId3">
            <a:alphaModFix/>
          </a:blip>
          <a:stretch>
            <a:fillRect/>
          </a:stretch>
        </p:blipFill>
        <p:spPr>
          <a:xfrm>
            <a:off x="6065536" y="5877246"/>
            <a:ext cx="2249062" cy="1542860"/>
          </a:xfrm>
          <a:prstGeom prst="rect">
            <a:avLst/>
          </a:prstGeom>
          <a:noFill/>
          <a:ln>
            <a:noFill/>
          </a:ln>
        </p:spPr>
      </p:pic>
      <p:grpSp>
        <p:nvGrpSpPr>
          <p:cNvPr id="2245" name="Google Shape;2245;g3ef13ed6d2a_1_252"/>
          <p:cNvGrpSpPr/>
          <p:nvPr/>
        </p:nvGrpSpPr>
        <p:grpSpPr>
          <a:xfrm rot="5400000">
            <a:off x="9998054" y="6104021"/>
            <a:ext cx="130014" cy="743353"/>
            <a:chOff x="11033500" y="1841275"/>
            <a:chExt cx="227775" cy="1302300"/>
          </a:xfrm>
        </p:grpSpPr>
        <p:sp>
          <p:nvSpPr>
            <p:cNvPr id="2246" name="Google Shape;2246;g3ef13ed6d2a_1_252"/>
            <p:cNvSpPr/>
            <p:nvPr/>
          </p:nvSpPr>
          <p:spPr>
            <a:xfrm>
              <a:off x="11033500" y="184127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247" name="Google Shape;2247;g3ef13ed6d2a_1_252"/>
            <p:cNvSpPr/>
            <p:nvPr/>
          </p:nvSpPr>
          <p:spPr>
            <a:xfrm>
              <a:off x="11033500" y="200406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248" name="Google Shape;2248;g3ef13ed6d2a_1_252"/>
            <p:cNvSpPr/>
            <p:nvPr/>
          </p:nvSpPr>
          <p:spPr>
            <a:xfrm>
              <a:off x="11033500" y="216685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249" name="Google Shape;2249;g3ef13ed6d2a_1_252"/>
            <p:cNvSpPr/>
            <p:nvPr/>
          </p:nvSpPr>
          <p:spPr>
            <a:xfrm>
              <a:off x="11033500" y="232963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250" name="Google Shape;2250;g3ef13ed6d2a_1_252"/>
            <p:cNvSpPr/>
            <p:nvPr/>
          </p:nvSpPr>
          <p:spPr>
            <a:xfrm>
              <a:off x="11033500" y="249242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251" name="Google Shape;2251;g3ef13ed6d2a_1_252"/>
            <p:cNvSpPr/>
            <p:nvPr/>
          </p:nvSpPr>
          <p:spPr>
            <a:xfrm>
              <a:off x="11033500" y="265521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252" name="Google Shape;2252;g3ef13ed6d2a_1_252"/>
            <p:cNvSpPr/>
            <p:nvPr/>
          </p:nvSpPr>
          <p:spPr>
            <a:xfrm>
              <a:off x="11033500" y="281800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253" name="Google Shape;2253;g3ef13ed6d2a_1_252"/>
            <p:cNvSpPr/>
            <p:nvPr/>
          </p:nvSpPr>
          <p:spPr>
            <a:xfrm>
              <a:off x="11033500" y="298078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grpSp>
      <p:grpSp>
        <p:nvGrpSpPr>
          <p:cNvPr id="2254" name="Google Shape;2254;g3ef13ed6d2a_1_252"/>
          <p:cNvGrpSpPr/>
          <p:nvPr/>
        </p:nvGrpSpPr>
        <p:grpSpPr>
          <a:xfrm rot="-5400000">
            <a:off x="8004979" y="4140651"/>
            <a:ext cx="3129134" cy="743353"/>
            <a:chOff x="3974948" y="3283625"/>
            <a:chExt cx="5482014" cy="1302300"/>
          </a:xfrm>
        </p:grpSpPr>
        <p:grpSp>
          <p:nvGrpSpPr>
            <p:cNvPr id="2255" name="Google Shape;2255;g3ef13ed6d2a_1_252"/>
            <p:cNvGrpSpPr/>
            <p:nvPr/>
          </p:nvGrpSpPr>
          <p:grpSpPr>
            <a:xfrm>
              <a:off x="9229188" y="3283625"/>
              <a:ext cx="227775" cy="1302300"/>
              <a:chOff x="11033500" y="1841275"/>
              <a:chExt cx="227775" cy="1302300"/>
            </a:xfrm>
          </p:grpSpPr>
          <p:sp>
            <p:nvSpPr>
              <p:cNvPr id="2256" name="Google Shape;2256;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57" name="Google Shape;2257;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58" name="Google Shape;2258;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59" name="Google Shape;2259;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0" name="Google Shape;2260;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1" name="Google Shape;2261;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2" name="Google Shape;2262;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3" name="Google Shape;2263;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264" name="Google Shape;2264;g3ef13ed6d2a_1_252"/>
            <p:cNvGrpSpPr/>
            <p:nvPr/>
          </p:nvGrpSpPr>
          <p:grpSpPr>
            <a:xfrm>
              <a:off x="8889188" y="3283625"/>
              <a:ext cx="227775" cy="1302300"/>
              <a:chOff x="11033500" y="1841275"/>
              <a:chExt cx="227775" cy="1302300"/>
            </a:xfrm>
          </p:grpSpPr>
          <p:sp>
            <p:nvSpPr>
              <p:cNvPr id="2265" name="Google Shape;2265;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6" name="Google Shape;2266;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7" name="Google Shape;2267;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8" name="Google Shape;2268;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69" name="Google Shape;2269;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0" name="Google Shape;2270;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1" name="Google Shape;2271;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2" name="Google Shape;2272;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273" name="Google Shape;2273;g3ef13ed6d2a_1_252"/>
            <p:cNvGrpSpPr/>
            <p:nvPr/>
          </p:nvGrpSpPr>
          <p:grpSpPr>
            <a:xfrm>
              <a:off x="8530373" y="3283625"/>
              <a:ext cx="227775" cy="1302300"/>
              <a:chOff x="11033500" y="1841275"/>
              <a:chExt cx="227775" cy="1302300"/>
            </a:xfrm>
          </p:grpSpPr>
          <p:sp>
            <p:nvSpPr>
              <p:cNvPr id="2274" name="Google Shape;2274;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5" name="Google Shape;2275;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6" name="Google Shape;2276;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7" name="Google Shape;2277;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8" name="Google Shape;2278;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79" name="Google Shape;2279;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0" name="Google Shape;2280;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1" name="Google Shape;2281;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282" name="Google Shape;2282;g3ef13ed6d2a_1_252"/>
            <p:cNvGrpSpPr/>
            <p:nvPr/>
          </p:nvGrpSpPr>
          <p:grpSpPr>
            <a:xfrm>
              <a:off x="8190373" y="3283625"/>
              <a:ext cx="227775" cy="1302300"/>
              <a:chOff x="11033500" y="1841275"/>
              <a:chExt cx="227775" cy="1302300"/>
            </a:xfrm>
          </p:grpSpPr>
          <p:sp>
            <p:nvSpPr>
              <p:cNvPr id="2283" name="Google Shape;2283;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4" name="Google Shape;2284;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5" name="Google Shape;2285;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6" name="Google Shape;2286;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7" name="Google Shape;2287;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8" name="Google Shape;2288;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89" name="Google Shape;2289;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0" name="Google Shape;2290;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291" name="Google Shape;2291;g3ef13ed6d2a_1_252"/>
            <p:cNvGrpSpPr/>
            <p:nvPr/>
          </p:nvGrpSpPr>
          <p:grpSpPr>
            <a:xfrm>
              <a:off x="7810888" y="3283625"/>
              <a:ext cx="227775" cy="1302300"/>
              <a:chOff x="11033500" y="1841275"/>
              <a:chExt cx="227775" cy="1302300"/>
            </a:xfrm>
          </p:grpSpPr>
          <p:sp>
            <p:nvSpPr>
              <p:cNvPr id="2292" name="Google Shape;2292;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3" name="Google Shape;2293;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4" name="Google Shape;2294;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5" name="Google Shape;2295;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6" name="Google Shape;2296;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7" name="Google Shape;2297;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8" name="Google Shape;2298;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299" name="Google Shape;2299;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00" name="Google Shape;2300;g3ef13ed6d2a_1_252"/>
            <p:cNvGrpSpPr/>
            <p:nvPr/>
          </p:nvGrpSpPr>
          <p:grpSpPr>
            <a:xfrm>
              <a:off x="7470888" y="3283625"/>
              <a:ext cx="227775" cy="1302300"/>
              <a:chOff x="11033500" y="1841275"/>
              <a:chExt cx="227775" cy="1302300"/>
            </a:xfrm>
          </p:grpSpPr>
          <p:sp>
            <p:nvSpPr>
              <p:cNvPr id="2301" name="Google Shape;2301;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02" name="Google Shape;2302;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03" name="Google Shape;2303;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04" name="Google Shape;2304;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05" name="Google Shape;2305;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06" name="Google Shape;2306;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07" name="Google Shape;2307;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08" name="Google Shape;2308;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09" name="Google Shape;2309;g3ef13ed6d2a_1_252"/>
            <p:cNvGrpSpPr/>
            <p:nvPr/>
          </p:nvGrpSpPr>
          <p:grpSpPr>
            <a:xfrm>
              <a:off x="7112073" y="3283625"/>
              <a:ext cx="227775" cy="1302300"/>
              <a:chOff x="11033500" y="1841275"/>
              <a:chExt cx="227775" cy="1302300"/>
            </a:xfrm>
          </p:grpSpPr>
          <p:sp>
            <p:nvSpPr>
              <p:cNvPr id="2310" name="Google Shape;2310;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11" name="Google Shape;2311;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12" name="Google Shape;2312;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13" name="Google Shape;2313;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14" name="Google Shape;2314;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15" name="Google Shape;2315;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16" name="Google Shape;2316;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17" name="Google Shape;2317;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18" name="Google Shape;2318;g3ef13ed6d2a_1_252"/>
            <p:cNvGrpSpPr/>
            <p:nvPr/>
          </p:nvGrpSpPr>
          <p:grpSpPr>
            <a:xfrm>
              <a:off x="6772073" y="3283625"/>
              <a:ext cx="227775" cy="1302300"/>
              <a:chOff x="11033500" y="1841275"/>
              <a:chExt cx="227775" cy="1302300"/>
            </a:xfrm>
          </p:grpSpPr>
          <p:sp>
            <p:nvSpPr>
              <p:cNvPr id="2319" name="Google Shape;2319;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0" name="Google Shape;2320;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1" name="Google Shape;2321;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2" name="Google Shape;2322;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3" name="Google Shape;2323;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4" name="Google Shape;2324;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5" name="Google Shape;2325;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6" name="Google Shape;2326;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27" name="Google Shape;2327;g3ef13ed6d2a_1_252"/>
            <p:cNvGrpSpPr/>
            <p:nvPr/>
          </p:nvGrpSpPr>
          <p:grpSpPr>
            <a:xfrm>
              <a:off x="6432063" y="3283625"/>
              <a:ext cx="227775" cy="1302300"/>
              <a:chOff x="11033500" y="1841275"/>
              <a:chExt cx="227775" cy="1302300"/>
            </a:xfrm>
          </p:grpSpPr>
          <p:sp>
            <p:nvSpPr>
              <p:cNvPr id="2328" name="Google Shape;2328;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29" name="Google Shape;2329;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0" name="Google Shape;2330;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1" name="Google Shape;2331;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2" name="Google Shape;2332;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3" name="Google Shape;2333;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4" name="Google Shape;2334;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5" name="Google Shape;2335;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36" name="Google Shape;2336;g3ef13ed6d2a_1_252"/>
            <p:cNvGrpSpPr/>
            <p:nvPr/>
          </p:nvGrpSpPr>
          <p:grpSpPr>
            <a:xfrm>
              <a:off x="6092063" y="3283625"/>
              <a:ext cx="227775" cy="1302300"/>
              <a:chOff x="11033500" y="1841275"/>
              <a:chExt cx="227775" cy="1302300"/>
            </a:xfrm>
          </p:grpSpPr>
          <p:sp>
            <p:nvSpPr>
              <p:cNvPr id="2337" name="Google Shape;2337;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8" name="Google Shape;2338;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39" name="Google Shape;2339;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0" name="Google Shape;2340;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1" name="Google Shape;2341;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2" name="Google Shape;2342;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3" name="Google Shape;2343;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4" name="Google Shape;2344;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45" name="Google Shape;2345;g3ef13ed6d2a_1_252"/>
            <p:cNvGrpSpPr/>
            <p:nvPr/>
          </p:nvGrpSpPr>
          <p:grpSpPr>
            <a:xfrm>
              <a:off x="5733248" y="3283625"/>
              <a:ext cx="227775" cy="1302300"/>
              <a:chOff x="11033500" y="1841275"/>
              <a:chExt cx="227775" cy="1302300"/>
            </a:xfrm>
          </p:grpSpPr>
          <p:sp>
            <p:nvSpPr>
              <p:cNvPr id="2346" name="Google Shape;2346;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7" name="Google Shape;2347;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8" name="Google Shape;2348;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49" name="Google Shape;2349;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0" name="Google Shape;2350;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1" name="Google Shape;2351;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2" name="Google Shape;2352;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3" name="Google Shape;2353;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54" name="Google Shape;2354;g3ef13ed6d2a_1_252"/>
            <p:cNvGrpSpPr/>
            <p:nvPr/>
          </p:nvGrpSpPr>
          <p:grpSpPr>
            <a:xfrm>
              <a:off x="5393248" y="3283625"/>
              <a:ext cx="227775" cy="1302300"/>
              <a:chOff x="11033500" y="1841275"/>
              <a:chExt cx="227775" cy="1302300"/>
            </a:xfrm>
          </p:grpSpPr>
          <p:sp>
            <p:nvSpPr>
              <p:cNvPr id="2355" name="Google Shape;2355;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6" name="Google Shape;2356;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7" name="Google Shape;2357;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8" name="Google Shape;2358;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59" name="Google Shape;2359;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0" name="Google Shape;2360;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1" name="Google Shape;2361;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2" name="Google Shape;2362;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63" name="Google Shape;2363;g3ef13ed6d2a_1_252"/>
            <p:cNvGrpSpPr/>
            <p:nvPr/>
          </p:nvGrpSpPr>
          <p:grpSpPr>
            <a:xfrm>
              <a:off x="5013763" y="3283625"/>
              <a:ext cx="227775" cy="1302300"/>
              <a:chOff x="11033500" y="1841275"/>
              <a:chExt cx="227775" cy="1302300"/>
            </a:xfrm>
          </p:grpSpPr>
          <p:sp>
            <p:nvSpPr>
              <p:cNvPr id="2364" name="Google Shape;2364;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5" name="Google Shape;2365;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6" name="Google Shape;2366;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7" name="Google Shape;2367;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8" name="Google Shape;2368;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69" name="Google Shape;2369;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0" name="Google Shape;2370;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1" name="Google Shape;2371;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72" name="Google Shape;2372;g3ef13ed6d2a_1_252"/>
            <p:cNvGrpSpPr/>
            <p:nvPr/>
          </p:nvGrpSpPr>
          <p:grpSpPr>
            <a:xfrm>
              <a:off x="4673763" y="3283625"/>
              <a:ext cx="227775" cy="1302300"/>
              <a:chOff x="11033500" y="1841275"/>
              <a:chExt cx="227775" cy="1302300"/>
            </a:xfrm>
          </p:grpSpPr>
          <p:sp>
            <p:nvSpPr>
              <p:cNvPr id="2373" name="Google Shape;2373;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4" name="Google Shape;2374;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5" name="Google Shape;2375;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6" name="Google Shape;2376;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7" name="Google Shape;2377;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8" name="Google Shape;2378;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79" name="Google Shape;2379;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0" name="Google Shape;2380;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81" name="Google Shape;2381;g3ef13ed6d2a_1_252"/>
            <p:cNvGrpSpPr/>
            <p:nvPr/>
          </p:nvGrpSpPr>
          <p:grpSpPr>
            <a:xfrm>
              <a:off x="4314948" y="3283625"/>
              <a:ext cx="227775" cy="1302300"/>
              <a:chOff x="11033500" y="1841275"/>
              <a:chExt cx="227775" cy="1302300"/>
            </a:xfrm>
          </p:grpSpPr>
          <p:sp>
            <p:nvSpPr>
              <p:cNvPr id="2382" name="Google Shape;2382;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3" name="Google Shape;2383;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4" name="Google Shape;2384;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5" name="Google Shape;2385;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6" name="Google Shape;2386;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7" name="Google Shape;2387;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8" name="Google Shape;2388;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89" name="Google Shape;2389;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390" name="Google Shape;2390;g3ef13ed6d2a_1_252"/>
            <p:cNvGrpSpPr/>
            <p:nvPr/>
          </p:nvGrpSpPr>
          <p:grpSpPr>
            <a:xfrm>
              <a:off x="3974948" y="3283625"/>
              <a:ext cx="227775" cy="1302300"/>
              <a:chOff x="11033500" y="1841275"/>
              <a:chExt cx="227775" cy="1302300"/>
            </a:xfrm>
          </p:grpSpPr>
          <p:sp>
            <p:nvSpPr>
              <p:cNvPr id="2391" name="Google Shape;2391;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92" name="Google Shape;2392;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93" name="Google Shape;2393;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94" name="Google Shape;2394;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95" name="Google Shape;2395;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96" name="Google Shape;2396;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97" name="Google Shape;2397;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398" name="Google Shape;2398;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grpSp>
        <p:nvGrpSpPr>
          <p:cNvPr id="2399" name="Google Shape;2399;g3ef13ed6d2a_1_252"/>
          <p:cNvGrpSpPr/>
          <p:nvPr/>
        </p:nvGrpSpPr>
        <p:grpSpPr>
          <a:xfrm rot="-5400000">
            <a:off x="8947720" y="4136052"/>
            <a:ext cx="3129134" cy="743353"/>
            <a:chOff x="3974948" y="3283625"/>
            <a:chExt cx="5482014" cy="1302300"/>
          </a:xfrm>
        </p:grpSpPr>
        <p:grpSp>
          <p:nvGrpSpPr>
            <p:cNvPr id="2400" name="Google Shape;2400;g3ef13ed6d2a_1_252"/>
            <p:cNvGrpSpPr/>
            <p:nvPr/>
          </p:nvGrpSpPr>
          <p:grpSpPr>
            <a:xfrm>
              <a:off x="9229188" y="3283625"/>
              <a:ext cx="227775" cy="1302300"/>
              <a:chOff x="11033500" y="1841275"/>
              <a:chExt cx="227775" cy="1302300"/>
            </a:xfrm>
          </p:grpSpPr>
          <p:sp>
            <p:nvSpPr>
              <p:cNvPr id="2401" name="Google Shape;2401;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02" name="Google Shape;2402;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03" name="Google Shape;2403;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04" name="Google Shape;2404;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05" name="Google Shape;2405;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06" name="Google Shape;2406;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07" name="Google Shape;2407;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08" name="Google Shape;2408;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09" name="Google Shape;2409;g3ef13ed6d2a_1_252"/>
            <p:cNvGrpSpPr/>
            <p:nvPr/>
          </p:nvGrpSpPr>
          <p:grpSpPr>
            <a:xfrm>
              <a:off x="8889188" y="3283625"/>
              <a:ext cx="227775" cy="1302300"/>
              <a:chOff x="11033500" y="1841275"/>
              <a:chExt cx="227775" cy="1302300"/>
            </a:xfrm>
          </p:grpSpPr>
          <p:sp>
            <p:nvSpPr>
              <p:cNvPr id="2410" name="Google Shape;2410;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11" name="Google Shape;2411;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12" name="Google Shape;2412;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13" name="Google Shape;2413;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14" name="Google Shape;2414;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15" name="Google Shape;2415;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16" name="Google Shape;2416;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17" name="Google Shape;2417;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18" name="Google Shape;2418;g3ef13ed6d2a_1_252"/>
            <p:cNvGrpSpPr/>
            <p:nvPr/>
          </p:nvGrpSpPr>
          <p:grpSpPr>
            <a:xfrm>
              <a:off x="8530373" y="3283625"/>
              <a:ext cx="227775" cy="1302300"/>
              <a:chOff x="11033500" y="1841275"/>
              <a:chExt cx="227775" cy="1302300"/>
            </a:xfrm>
          </p:grpSpPr>
          <p:sp>
            <p:nvSpPr>
              <p:cNvPr id="2419" name="Google Shape;2419;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0" name="Google Shape;2420;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1" name="Google Shape;2421;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2" name="Google Shape;2422;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3" name="Google Shape;2423;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4" name="Google Shape;2424;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5" name="Google Shape;2425;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6" name="Google Shape;2426;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27" name="Google Shape;2427;g3ef13ed6d2a_1_252"/>
            <p:cNvGrpSpPr/>
            <p:nvPr/>
          </p:nvGrpSpPr>
          <p:grpSpPr>
            <a:xfrm>
              <a:off x="8190373" y="3283625"/>
              <a:ext cx="227775" cy="1302300"/>
              <a:chOff x="11033500" y="1841275"/>
              <a:chExt cx="227775" cy="1302300"/>
            </a:xfrm>
          </p:grpSpPr>
          <p:sp>
            <p:nvSpPr>
              <p:cNvPr id="2428" name="Google Shape;2428;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29" name="Google Shape;2429;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0" name="Google Shape;2430;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1" name="Google Shape;2431;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2" name="Google Shape;2432;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3" name="Google Shape;2433;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4" name="Google Shape;2434;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5" name="Google Shape;2435;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36" name="Google Shape;2436;g3ef13ed6d2a_1_252"/>
            <p:cNvGrpSpPr/>
            <p:nvPr/>
          </p:nvGrpSpPr>
          <p:grpSpPr>
            <a:xfrm>
              <a:off x="7810888" y="3283625"/>
              <a:ext cx="227775" cy="1302300"/>
              <a:chOff x="11033500" y="1841275"/>
              <a:chExt cx="227775" cy="1302300"/>
            </a:xfrm>
          </p:grpSpPr>
          <p:sp>
            <p:nvSpPr>
              <p:cNvPr id="2437" name="Google Shape;2437;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8" name="Google Shape;2438;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39" name="Google Shape;2439;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0" name="Google Shape;2440;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1" name="Google Shape;2441;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2" name="Google Shape;2442;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3" name="Google Shape;2443;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4" name="Google Shape;2444;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45" name="Google Shape;2445;g3ef13ed6d2a_1_252"/>
            <p:cNvGrpSpPr/>
            <p:nvPr/>
          </p:nvGrpSpPr>
          <p:grpSpPr>
            <a:xfrm>
              <a:off x="7470888" y="3283625"/>
              <a:ext cx="227775" cy="1302300"/>
              <a:chOff x="11033500" y="1841275"/>
              <a:chExt cx="227775" cy="1302300"/>
            </a:xfrm>
          </p:grpSpPr>
          <p:sp>
            <p:nvSpPr>
              <p:cNvPr id="2446" name="Google Shape;2446;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7" name="Google Shape;2447;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8" name="Google Shape;2448;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49" name="Google Shape;2449;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0" name="Google Shape;2450;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1" name="Google Shape;2451;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2" name="Google Shape;2452;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3" name="Google Shape;2453;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54" name="Google Shape;2454;g3ef13ed6d2a_1_252"/>
            <p:cNvGrpSpPr/>
            <p:nvPr/>
          </p:nvGrpSpPr>
          <p:grpSpPr>
            <a:xfrm>
              <a:off x="7112073" y="3283625"/>
              <a:ext cx="227775" cy="1302300"/>
              <a:chOff x="11033500" y="1841275"/>
              <a:chExt cx="227775" cy="1302300"/>
            </a:xfrm>
          </p:grpSpPr>
          <p:sp>
            <p:nvSpPr>
              <p:cNvPr id="2455" name="Google Shape;2455;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6" name="Google Shape;2456;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7" name="Google Shape;2457;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8" name="Google Shape;2458;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59" name="Google Shape;2459;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0" name="Google Shape;2460;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1" name="Google Shape;2461;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2" name="Google Shape;2462;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63" name="Google Shape;2463;g3ef13ed6d2a_1_252"/>
            <p:cNvGrpSpPr/>
            <p:nvPr/>
          </p:nvGrpSpPr>
          <p:grpSpPr>
            <a:xfrm>
              <a:off x="6772073" y="3283625"/>
              <a:ext cx="227775" cy="1302300"/>
              <a:chOff x="11033500" y="1841275"/>
              <a:chExt cx="227775" cy="1302300"/>
            </a:xfrm>
          </p:grpSpPr>
          <p:sp>
            <p:nvSpPr>
              <p:cNvPr id="2464" name="Google Shape;2464;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5" name="Google Shape;2465;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6" name="Google Shape;2466;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7" name="Google Shape;2467;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8" name="Google Shape;2468;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69" name="Google Shape;2469;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0" name="Google Shape;2470;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1" name="Google Shape;2471;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72" name="Google Shape;2472;g3ef13ed6d2a_1_252"/>
            <p:cNvGrpSpPr/>
            <p:nvPr/>
          </p:nvGrpSpPr>
          <p:grpSpPr>
            <a:xfrm>
              <a:off x="6432063" y="3283625"/>
              <a:ext cx="227775" cy="1302300"/>
              <a:chOff x="11033500" y="1841275"/>
              <a:chExt cx="227775" cy="1302300"/>
            </a:xfrm>
          </p:grpSpPr>
          <p:sp>
            <p:nvSpPr>
              <p:cNvPr id="2473" name="Google Shape;2473;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4" name="Google Shape;2474;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5" name="Google Shape;2475;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6" name="Google Shape;2476;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7" name="Google Shape;2477;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8" name="Google Shape;2478;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79" name="Google Shape;2479;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0" name="Google Shape;2480;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81" name="Google Shape;2481;g3ef13ed6d2a_1_252"/>
            <p:cNvGrpSpPr/>
            <p:nvPr/>
          </p:nvGrpSpPr>
          <p:grpSpPr>
            <a:xfrm>
              <a:off x="6092063" y="3283625"/>
              <a:ext cx="227775" cy="1302300"/>
              <a:chOff x="11033500" y="1841275"/>
              <a:chExt cx="227775" cy="1302300"/>
            </a:xfrm>
          </p:grpSpPr>
          <p:sp>
            <p:nvSpPr>
              <p:cNvPr id="2482" name="Google Shape;2482;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3" name="Google Shape;2483;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4" name="Google Shape;2484;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5" name="Google Shape;2485;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6" name="Google Shape;2486;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7" name="Google Shape;2487;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8" name="Google Shape;2488;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89" name="Google Shape;2489;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90" name="Google Shape;2490;g3ef13ed6d2a_1_252"/>
            <p:cNvGrpSpPr/>
            <p:nvPr/>
          </p:nvGrpSpPr>
          <p:grpSpPr>
            <a:xfrm>
              <a:off x="5733248" y="3283625"/>
              <a:ext cx="227775" cy="1302300"/>
              <a:chOff x="11033500" y="1841275"/>
              <a:chExt cx="227775" cy="1302300"/>
            </a:xfrm>
          </p:grpSpPr>
          <p:sp>
            <p:nvSpPr>
              <p:cNvPr id="2491" name="Google Shape;2491;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92" name="Google Shape;2492;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93" name="Google Shape;2493;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94" name="Google Shape;2494;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95" name="Google Shape;2495;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96" name="Google Shape;2496;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97" name="Google Shape;2497;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498" name="Google Shape;2498;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499" name="Google Shape;2499;g3ef13ed6d2a_1_252"/>
            <p:cNvGrpSpPr/>
            <p:nvPr/>
          </p:nvGrpSpPr>
          <p:grpSpPr>
            <a:xfrm>
              <a:off x="5393248" y="3283625"/>
              <a:ext cx="227775" cy="1302300"/>
              <a:chOff x="11033500" y="1841275"/>
              <a:chExt cx="227775" cy="1302300"/>
            </a:xfrm>
          </p:grpSpPr>
          <p:sp>
            <p:nvSpPr>
              <p:cNvPr id="2500" name="Google Shape;2500;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01" name="Google Shape;2501;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02" name="Google Shape;2502;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03" name="Google Shape;2503;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04" name="Google Shape;2504;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05" name="Google Shape;2505;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06" name="Google Shape;2506;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07" name="Google Shape;2507;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508" name="Google Shape;2508;g3ef13ed6d2a_1_252"/>
            <p:cNvGrpSpPr/>
            <p:nvPr/>
          </p:nvGrpSpPr>
          <p:grpSpPr>
            <a:xfrm>
              <a:off x="5013763" y="3283625"/>
              <a:ext cx="227775" cy="1302300"/>
              <a:chOff x="11033500" y="1841275"/>
              <a:chExt cx="227775" cy="1302300"/>
            </a:xfrm>
          </p:grpSpPr>
          <p:sp>
            <p:nvSpPr>
              <p:cNvPr id="2509" name="Google Shape;2509;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0" name="Google Shape;2510;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1" name="Google Shape;2511;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2" name="Google Shape;2512;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3" name="Google Shape;2513;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4" name="Google Shape;2514;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5" name="Google Shape;2515;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6" name="Google Shape;2516;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517" name="Google Shape;2517;g3ef13ed6d2a_1_252"/>
            <p:cNvGrpSpPr/>
            <p:nvPr/>
          </p:nvGrpSpPr>
          <p:grpSpPr>
            <a:xfrm>
              <a:off x="4673763" y="3283625"/>
              <a:ext cx="227775" cy="1302300"/>
              <a:chOff x="11033500" y="1841275"/>
              <a:chExt cx="227775" cy="1302300"/>
            </a:xfrm>
          </p:grpSpPr>
          <p:sp>
            <p:nvSpPr>
              <p:cNvPr id="2518" name="Google Shape;2518;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19" name="Google Shape;2519;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0" name="Google Shape;2520;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1" name="Google Shape;2521;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2" name="Google Shape;2522;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3" name="Google Shape;2523;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4" name="Google Shape;2524;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5" name="Google Shape;2525;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526" name="Google Shape;2526;g3ef13ed6d2a_1_252"/>
            <p:cNvGrpSpPr/>
            <p:nvPr/>
          </p:nvGrpSpPr>
          <p:grpSpPr>
            <a:xfrm>
              <a:off x="4314948" y="3283625"/>
              <a:ext cx="227775" cy="1302300"/>
              <a:chOff x="11033500" y="1841275"/>
              <a:chExt cx="227775" cy="1302300"/>
            </a:xfrm>
          </p:grpSpPr>
          <p:sp>
            <p:nvSpPr>
              <p:cNvPr id="2527" name="Google Shape;2527;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8" name="Google Shape;2528;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29" name="Google Shape;2529;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0" name="Google Shape;2530;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1" name="Google Shape;2531;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2" name="Google Shape;2532;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3" name="Google Shape;2533;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4" name="Google Shape;2534;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nvGrpSpPr>
            <p:cNvPr id="2535" name="Google Shape;2535;g3ef13ed6d2a_1_252"/>
            <p:cNvGrpSpPr/>
            <p:nvPr/>
          </p:nvGrpSpPr>
          <p:grpSpPr>
            <a:xfrm>
              <a:off x="3974948" y="3283625"/>
              <a:ext cx="227775" cy="1302300"/>
              <a:chOff x="11033500" y="1841275"/>
              <a:chExt cx="227775" cy="1302300"/>
            </a:xfrm>
          </p:grpSpPr>
          <p:sp>
            <p:nvSpPr>
              <p:cNvPr id="2536" name="Google Shape;2536;g3ef13ed6d2a_1_252"/>
              <p:cNvSpPr/>
              <p:nvPr/>
            </p:nvSpPr>
            <p:spPr>
              <a:xfrm>
                <a:off x="11033500" y="184127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7" name="Google Shape;2537;g3ef13ed6d2a_1_252"/>
              <p:cNvSpPr/>
              <p:nvPr/>
            </p:nvSpPr>
            <p:spPr>
              <a:xfrm>
                <a:off x="11033500" y="200406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8" name="Google Shape;2538;g3ef13ed6d2a_1_252"/>
              <p:cNvSpPr/>
              <p:nvPr/>
            </p:nvSpPr>
            <p:spPr>
              <a:xfrm>
                <a:off x="11033500" y="216685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39" name="Google Shape;2539;g3ef13ed6d2a_1_252"/>
              <p:cNvSpPr/>
              <p:nvPr/>
            </p:nvSpPr>
            <p:spPr>
              <a:xfrm>
                <a:off x="11033500" y="232963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40" name="Google Shape;2540;g3ef13ed6d2a_1_252"/>
              <p:cNvSpPr/>
              <p:nvPr/>
            </p:nvSpPr>
            <p:spPr>
              <a:xfrm>
                <a:off x="11033500" y="2492425"/>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41" name="Google Shape;2541;g3ef13ed6d2a_1_252"/>
              <p:cNvSpPr/>
              <p:nvPr/>
            </p:nvSpPr>
            <p:spPr>
              <a:xfrm>
                <a:off x="11033500" y="2655213"/>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42" name="Google Shape;2542;g3ef13ed6d2a_1_252"/>
              <p:cNvSpPr/>
              <p:nvPr/>
            </p:nvSpPr>
            <p:spPr>
              <a:xfrm>
                <a:off x="11033500" y="2818000"/>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sp>
            <p:nvSpPr>
              <p:cNvPr id="2543" name="Google Shape;2543;g3ef13ed6d2a_1_252"/>
              <p:cNvSpPr/>
              <p:nvPr/>
            </p:nvSpPr>
            <p:spPr>
              <a:xfrm>
                <a:off x="11033500" y="2980788"/>
                <a:ext cx="227775" cy="162788"/>
              </a:xfrm>
              <a:prstGeom prst="flowChartPreparation">
                <a:avLst/>
              </a:prstGeom>
              <a:solidFill>
                <a:srgbClr val="1155CC"/>
              </a:solidFill>
              <a:ln w="16325" cap="flat" cmpd="sng">
                <a:solidFill>
                  <a:schemeClr val="dk1"/>
                </a:solidFill>
                <a:prstDash val="solid"/>
                <a:round/>
                <a:headEnd type="none" w="sm" len="sm"/>
                <a:tailEnd type="none" w="sm" len="sm"/>
              </a:ln>
            </p:spPr>
            <p:txBody>
              <a:bodyPr spcFirstLastPara="1" wrap="square" lIns="52200" tIns="52200" rIns="52200" bIns="52200" anchor="ctr" anchorCtr="0">
                <a:noAutofit/>
              </a:bodyPr>
              <a:lstStyle/>
              <a:p>
                <a:pPr algn="ctr"/>
                <a:endParaRPr sz="799">
                  <a:latin typeface="Calibri"/>
                  <a:ea typeface="Calibri"/>
                  <a:cs typeface="Calibri"/>
                  <a:sym typeface="Calibri"/>
                </a:endParaRPr>
              </a:p>
            </p:txBody>
          </p:sp>
        </p:grpSp>
      </p:grpSp>
      <p:grpSp>
        <p:nvGrpSpPr>
          <p:cNvPr id="2544" name="Google Shape;2544;g3ef13ed6d2a_1_252"/>
          <p:cNvGrpSpPr/>
          <p:nvPr/>
        </p:nvGrpSpPr>
        <p:grpSpPr>
          <a:xfrm rot="5400000">
            <a:off x="9998054" y="5913054"/>
            <a:ext cx="130014" cy="743353"/>
            <a:chOff x="11033500" y="1841275"/>
            <a:chExt cx="227775" cy="1302300"/>
          </a:xfrm>
        </p:grpSpPr>
        <p:sp>
          <p:nvSpPr>
            <p:cNvPr id="2545" name="Google Shape;2545;g3ef13ed6d2a_1_252"/>
            <p:cNvSpPr/>
            <p:nvPr/>
          </p:nvSpPr>
          <p:spPr>
            <a:xfrm>
              <a:off x="11033500" y="184127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546" name="Google Shape;2546;g3ef13ed6d2a_1_252"/>
            <p:cNvSpPr/>
            <p:nvPr/>
          </p:nvSpPr>
          <p:spPr>
            <a:xfrm>
              <a:off x="11033500" y="200406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547" name="Google Shape;2547;g3ef13ed6d2a_1_252"/>
            <p:cNvSpPr/>
            <p:nvPr/>
          </p:nvSpPr>
          <p:spPr>
            <a:xfrm>
              <a:off x="11033500" y="216685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548" name="Google Shape;2548;g3ef13ed6d2a_1_252"/>
            <p:cNvSpPr/>
            <p:nvPr/>
          </p:nvSpPr>
          <p:spPr>
            <a:xfrm>
              <a:off x="11033500" y="232963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549" name="Google Shape;2549;g3ef13ed6d2a_1_252"/>
            <p:cNvSpPr/>
            <p:nvPr/>
          </p:nvSpPr>
          <p:spPr>
            <a:xfrm>
              <a:off x="11033500" y="2492425"/>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550" name="Google Shape;2550;g3ef13ed6d2a_1_252"/>
            <p:cNvSpPr/>
            <p:nvPr/>
          </p:nvSpPr>
          <p:spPr>
            <a:xfrm>
              <a:off x="11033500" y="2655213"/>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551" name="Google Shape;2551;g3ef13ed6d2a_1_252"/>
            <p:cNvSpPr/>
            <p:nvPr/>
          </p:nvSpPr>
          <p:spPr>
            <a:xfrm>
              <a:off x="11033500" y="2818000"/>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sp>
          <p:nvSpPr>
            <p:cNvPr id="2552" name="Google Shape;2552;g3ef13ed6d2a_1_252"/>
            <p:cNvSpPr/>
            <p:nvPr/>
          </p:nvSpPr>
          <p:spPr>
            <a:xfrm>
              <a:off x="11033500" y="2980788"/>
              <a:ext cx="227775" cy="162788"/>
            </a:xfrm>
            <a:prstGeom prst="flowChartPreparation">
              <a:avLst/>
            </a:prstGeom>
            <a:solidFill>
              <a:srgbClr val="CC0000"/>
            </a:solidFill>
            <a:ln w="16300" cap="flat" cmpd="sng">
              <a:solidFill>
                <a:schemeClr val="dk1"/>
              </a:solidFill>
              <a:prstDash val="solid"/>
              <a:round/>
              <a:headEnd type="none" w="sm" len="sm"/>
              <a:tailEnd type="none" w="sm" len="sm"/>
            </a:ln>
          </p:spPr>
          <p:txBody>
            <a:bodyPr spcFirstLastPara="1" wrap="square" lIns="52175" tIns="52175" rIns="52175" bIns="52175" anchor="ctr" anchorCtr="0">
              <a:noAutofit/>
            </a:bodyPr>
            <a:lstStyle/>
            <a:p>
              <a:pPr algn="ctr"/>
              <a:endParaRPr sz="799">
                <a:latin typeface="Calibri"/>
                <a:ea typeface="Calibri"/>
                <a:cs typeface="Calibri"/>
                <a:sym typeface="Calibri"/>
              </a:endParaRPr>
            </a:p>
          </p:txBody>
        </p:sp>
      </p:grpSp>
    </p:spTree>
    <p:extLst>
      <p:ext uri="{BB962C8B-B14F-4D97-AF65-F5344CB8AC3E}">
        <p14:creationId xmlns:p14="http://schemas.microsoft.com/office/powerpoint/2010/main" val="3436583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838B7-83F3-48BD-69BC-38EFF5CFD10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10FCD0-C2DA-F96D-3A0D-79A6F5A65CC7}"/>
              </a:ext>
            </a:extLst>
          </p:cNvPr>
          <p:cNvSpPr>
            <a:spLocks noGrp="1"/>
          </p:cNvSpPr>
          <p:nvPr>
            <p:ph type="sldNum" sz="quarter" idx="12"/>
          </p:nvPr>
        </p:nvSpPr>
        <p:spPr/>
        <p:txBody>
          <a:bodyPr/>
          <a:lstStyle/>
          <a:p>
            <a:fld id="{D5244C39-EA1C-4830-B3FA-E06130CB504B}" type="slidenum">
              <a:rPr lang="en-US" smtClean="0"/>
              <a:pPr/>
              <a:t>21</a:t>
            </a:fld>
            <a:endParaRPr lang="en-US"/>
          </a:p>
        </p:txBody>
      </p:sp>
      <p:sp>
        <p:nvSpPr>
          <p:cNvPr id="4" name="Title 3">
            <a:extLst>
              <a:ext uri="{FF2B5EF4-FFF2-40B4-BE49-F238E27FC236}">
                <a16:creationId xmlns:a16="http://schemas.microsoft.com/office/drawing/2014/main" id="{90A613EF-781A-5EEB-171D-C98752D685E1}"/>
              </a:ext>
            </a:extLst>
          </p:cNvPr>
          <p:cNvSpPr>
            <a:spLocks noGrp="1"/>
          </p:cNvSpPr>
          <p:nvPr>
            <p:ph type="title"/>
          </p:nvPr>
        </p:nvSpPr>
        <p:spPr/>
        <p:txBody>
          <a:bodyPr/>
          <a:lstStyle/>
          <a:p>
            <a:r>
              <a:rPr lang="en-US" dirty="0"/>
              <a:t>Technique 3: Decoupled Read Protection</a:t>
            </a:r>
          </a:p>
        </p:txBody>
      </p:sp>
      <p:sp>
        <p:nvSpPr>
          <p:cNvPr id="5" name="Google Shape;3728;g3ef13ed6d2a_1_1026">
            <a:extLst>
              <a:ext uri="{FF2B5EF4-FFF2-40B4-BE49-F238E27FC236}">
                <a16:creationId xmlns:a16="http://schemas.microsoft.com/office/drawing/2014/main" id="{002F58E5-DE47-8A03-42D1-CFFBB9FB1B80}"/>
              </a:ext>
            </a:extLst>
          </p:cNvPr>
          <p:cNvSpPr/>
          <p:nvPr/>
        </p:nvSpPr>
        <p:spPr>
          <a:xfrm>
            <a:off x="9212890" y="3380750"/>
            <a:ext cx="2444100" cy="3130500"/>
          </a:xfrm>
          <a:prstGeom prst="rect">
            <a:avLst/>
          </a:prstGeom>
          <a:solidFill>
            <a:srgbClr val="D9D9D9"/>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7" name="Google Shape;3729;g3ef13ed6d2a_1_1026">
            <a:extLst>
              <a:ext uri="{FF2B5EF4-FFF2-40B4-BE49-F238E27FC236}">
                <a16:creationId xmlns:a16="http://schemas.microsoft.com/office/drawing/2014/main" id="{091F7257-FE92-1924-005B-E28BE6FE7230}"/>
              </a:ext>
            </a:extLst>
          </p:cNvPr>
          <p:cNvSpPr/>
          <p:nvPr/>
        </p:nvSpPr>
        <p:spPr>
          <a:xfrm>
            <a:off x="6486420" y="3392960"/>
            <a:ext cx="1888200" cy="3130500"/>
          </a:xfrm>
          <a:prstGeom prst="rect">
            <a:avLst/>
          </a:prstGeom>
          <a:solidFill>
            <a:srgbClr val="D8D8D8"/>
          </a:solidFill>
          <a:ln w="25400" cap="flat" cmpd="sng">
            <a:solidFill>
              <a:srgbClr val="262626"/>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9" name="Google Shape;3730;g3ef13ed6d2a_1_1026">
            <a:extLst>
              <a:ext uri="{FF2B5EF4-FFF2-40B4-BE49-F238E27FC236}">
                <a16:creationId xmlns:a16="http://schemas.microsoft.com/office/drawing/2014/main" id="{1A117D40-A6CC-4D83-DEF6-2A69E63C7298}"/>
              </a:ext>
            </a:extLst>
          </p:cNvPr>
          <p:cNvSpPr txBox="1"/>
          <p:nvPr/>
        </p:nvSpPr>
        <p:spPr>
          <a:xfrm>
            <a:off x="6104834" y="6718821"/>
            <a:ext cx="2707732" cy="1014300"/>
          </a:xfrm>
          <a:prstGeom prst="rect">
            <a:avLst/>
          </a:prstGeom>
          <a:noFill/>
          <a:ln>
            <a:noFill/>
          </a:ln>
        </p:spPr>
        <p:txBody>
          <a:bodyPr spcFirstLastPara="1" wrap="square" lIns="91425" tIns="91425" rIns="91425" bIns="91425" anchor="t" anchorCtr="0">
            <a:noAutofit/>
          </a:bodyPr>
          <a:lstStyle/>
          <a:p>
            <a:r>
              <a:rPr lang="en-US" sz="2800" dirty="0">
                <a:solidFill>
                  <a:schemeClr val="dk1"/>
                </a:solidFill>
                <a:latin typeface="Calibri"/>
                <a:ea typeface="Calibri"/>
                <a:cs typeface="Calibri"/>
                <a:sym typeface="Calibri"/>
              </a:rPr>
              <a:t>System level side </a:t>
            </a:r>
            <a:endParaRPr sz="2800" dirty="0">
              <a:solidFill>
                <a:schemeClr val="dk1"/>
              </a:solidFill>
              <a:latin typeface="Calibri"/>
              <a:ea typeface="Calibri"/>
              <a:cs typeface="Calibri"/>
              <a:sym typeface="Calibri"/>
            </a:endParaRPr>
          </a:p>
        </p:txBody>
      </p:sp>
      <p:sp>
        <p:nvSpPr>
          <p:cNvPr id="11" name="Google Shape;3731;g3ef13ed6d2a_1_1026">
            <a:extLst>
              <a:ext uri="{FF2B5EF4-FFF2-40B4-BE49-F238E27FC236}">
                <a16:creationId xmlns:a16="http://schemas.microsoft.com/office/drawing/2014/main" id="{BF8C65F9-0E3F-2667-D483-96D8C966CB40}"/>
              </a:ext>
            </a:extLst>
          </p:cNvPr>
          <p:cNvSpPr/>
          <p:nvPr/>
        </p:nvSpPr>
        <p:spPr>
          <a:xfrm>
            <a:off x="10310118" y="3735947"/>
            <a:ext cx="1019700" cy="1651800"/>
          </a:xfrm>
          <a:prstGeom prst="roundRect">
            <a:avLst>
              <a:gd name="adj" fmla="val 16667"/>
            </a:avLst>
          </a:prstGeom>
          <a:solidFill>
            <a:srgbClr val="B45F0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3" name="Google Shape;3732;g3ef13ed6d2a_1_1026">
            <a:extLst>
              <a:ext uri="{FF2B5EF4-FFF2-40B4-BE49-F238E27FC236}">
                <a16:creationId xmlns:a16="http://schemas.microsoft.com/office/drawing/2014/main" id="{EAEDBB5B-44A2-BACC-4258-0E47BC41C953}"/>
              </a:ext>
            </a:extLst>
          </p:cNvPr>
          <p:cNvSpPr txBox="1"/>
          <p:nvPr/>
        </p:nvSpPr>
        <p:spPr>
          <a:xfrm>
            <a:off x="9238912" y="6712434"/>
            <a:ext cx="2707732" cy="1014300"/>
          </a:xfrm>
          <a:prstGeom prst="rect">
            <a:avLst/>
          </a:prstGeom>
          <a:noFill/>
          <a:ln>
            <a:noFill/>
          </a:ln>
        </p:spPr>
        <p:txBody>
          <a:bodyPr spcFirstLastPara="1" wrap="square" lIns="91425" tIns="91425" rIns="91425" bIns="91425" anchor="t" anchorCtr="0">
            <a:noAutofit/>
          </a:bodyPr>
          <a:lstStyle/>
          <a:p>
            <a:r>
              <a:rPr lang="en-US" sz="2800">
                <a:solidFill>
                  <a:schemeClr val="dk1"/>
                </a:solidFill>
                <a:latin typeface="Calibri"/>
                <a:ea typeface="Calibri"/>
                <a:cs typeface="Calibri"/>
                <a:sym typeface="Calibri"/>
              </a:rPr>
              <a:t>On-die level side </a:t>
            </a:r>
            <a:endParaRPr sz="2800">
              <a:solidFill>
                <a:schemeClr val="dk1"/>
              </a:solidFill>
              <a:latin typeface="Calibri"/>
              <a:ea typeface="Calibri"/>
              <a:cs typeface="Calibri"/>
              <a:sym typeface="Calibri"/>
            </a:endParaRPr>
          </a:p>
        </p:txBody>
      </p:sp>
      <p:sp>
        <p:nvSpPr>
          <p:cNvPr id="15" name="Google Shape;3733;g3ef13ed6d2a_1_1026">
            <a:extLst>
              <a:ext uri="{FF2B5EF4-FFF2-40B4-BE49-F238E27FC236}">
                <a16:creationId xmlns:a16="http://schemas.microsoft.com/office/drawing/2014/main" id="{E6CC3D35-CA26-D79C-FE66-2A6DB1BBC00C}"/>
              </a:ext>
            </a:extLst>
          </p:cNvPr>
          <p:cNvSpPr txBox="1"/>
          <p:nvPr/>
        </p:nvSpPr>
        <p:spPr>
          <a:xfrm>
            <a:off x="10190396" y="4086672"/>
            <a:ext cx="1241100" cy="812100"/>
          </a:xfrm>
          <a:prstGeom prst="rect">
            <a:avLst/>
          </a:prstGeom>
          <a:noFill/>
          <a:ln>
            <a:noFill/>
          </a:ln>
        </p:spPr>
        <p:txBody>
          <a:bodyPr spcFirstLastPara="1" wrap="square" lIns="91425" tIns="91425" rIns="91425" bIns="91425" anchor="t" anchorCtr="0">
            <a:noAutofit/>
          </a:bodyPr>
          <a:lstStyle/>
          <a:p>
            <a:pPr algn="ctr"/>
            <a:r>
              <a:rPr lang="en-US" sz="2800" b="1">
                <a:solidFill>
                  <a:schemeClr val="dk1"/>
                </a:solidFill>
                <a:latin typeface="Calibri"/>
                <a:ea typeface="Calibri"/>
                <a:cs typeface="Calibri"/>
                <a:sym typeface="Calibri"/>
              </a:rPr>
              <a:t>Merge</a:t>
            </a:r>
            <a:br>
              <a:rPr lang="en-US" sz="2800" b="1">
                <a:solidFill>
                  <a:schemeClr val="dk1"/>
                </a:solidFill>
                <a:latin typeface="Calibri"/>
                <a:ea typeface="Calibri"/>
                <a:cs typeface="Calibri"/>
                <a:sym typeface="Calibri"/>
              </a:rPr>
            </a:br>
            <a:r>
              <a:rPr lang="en-US" sz="2800" b="1">
                <a:solidFill>
                  <a:schemeClr val="dk1"/>
                </a:solidFill>
                <a:latin typeface="Calibri"/>
                <a:ea typeface="Calibri"/>
                <a:cs typeface="Calibri"/>
                <a:sym typeface="Calibri"/>
              </a:rPr>
              <a:t>RS</a:t>
            </a:r>
            <a:endParaRPr sz="2800" b="1">
              <a:solidFill>
                <a:schemeClr val="dk1"/>
              </a:solidFill>
              <a:latin typeface="Calibri"/>
              <a:ea typeface="Calibri"/>
              <a:cs typeface="Calibri"/>
              <a:sym typeface="Calibri"/>
            </a:endParaRPr>
          </a:p>
        </p:txBody>
      </p:sp>
      <p:sp>
        <p:nvSpPr>
          <p:cNvPr id="17" name="Google Shape;3734;g3ef13ed6d2a_1_1026">
            <a:extLst>
              <a:ext uri="{FF2B5EF4-FFF2-40B4-BE49-F238E27FC236}">
                <a16:creationId xmlns:a16="http://schemas.microsoft.com/office/drawing/2014/main" id="{D85613CA-8200-EE36-6A9E-36120474F6F8}"/>
              </a:ext>
            </a:extLst>
          </p:cNvPr>
          <p:cNvSpPr/>
          <p:nvPr/>
        </p:nvSpPr>
        <p:spPr>
          <a:xfrm>
            <a:off x="9365461" y="4179828"/>
            <a:ext cx="872100" cy="915600"/>
          </a:xfrm>
          <a:prstGeom prst="roundRect">
            <a:avLst>
              <a:gd name="adj" fmla="val 16667"/>
            </a:avLst>
          </a:prstGeom>
          <a:solidFill>
            <a:srgbClr val="F9CB9C"/>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19" name="Google Shape;3735;g3ef13ed6d2a_1_1026">
            <a:extLst>
              <a:ext uri="{FF2B5EF4-FFF2-40B4-BE49-F238E27FC236}">
                <a16:creationId xmlns:a16="http://schemas.microsoft.com/office/drawing/2014/main" id="{BA346B15-82E8-10E6-C8BF-BE96BA78CA3B}"/>
              </a:ext>
            </a:extLst>
          </p:cNvPr>
          <p:cNvSpPr txBox="1"/>
          <p:nvPr/>
        </p:nvSpPr>
        <p:spPr>
          <a:xfrm>
            <a:off x="9398112" y="4283323"/>
            <a:ext cx="926700" cy="812100"/>
          </a:xfrm>
          <a:prstGeom prst="rect">
            <a:avLst/>
          </a:prstGeom>
          <a:noFill/>
          <a:ln>
            <a:noFill/>
          </a:ln>
        </p:spPr>
        <p:txBody>
          <a:bodyPr spcFirstLastPara="1" wrap="square" lIns="91425" tIns="91425" rIns="91425" bIns="91425" anchor="t" anchorCtr="0">
            <a:noAutofit/>
          </a:bodyPr>
          <a:lstStyle/>
          <a:p>
            <a:r>
              <a:rPr lang="en-US" sz="2800" b="1">
                <a:solidFill>
                  <a:schemeClr val="dk1"/>
                </a:solidFill>
                <a:latin typeface="Calibri"/>
                <a:ea typeface="Calibri"/>
                <a:cs typeface="Calibri"/>
                <a:sym typeface="Calibri"/>
              </a:rPr>
              <a:t>CRC</a:t>
            </a:r>
            <a:endParaRPr sz="2800" b="1">
              <a:solidFill>
                <a:schemeClr val="dk1"/>
              </a:solidFill>
              <a:latin typeface="Calibri"/>
              <a:ea typeface="Calibri"/>
              <a:cs typeface="Calibri"/>
              <a:sym typeface="Calibri"/>
            </a:endParaRPr>
          </a:p>
        </p:txBody>
      </p:sp>
      <p:sp>
        <p:nvSpPr>
          <p:cNvPr id="21" name="Google Shape;3736;g3ef13ed6d2a_1_1026">
            <a:extLst>
              <a:ext uri="{FF2B5EF4-FFF2-40B4-BE49-F238E27FC236}">
                <a16:creationId xmlns:a16="http://schemas.microsoft.com/office/drawing/2014/main" id="{DFF974F1-E472-A8B8-D196-E125754E73CE}"/>
              </a:ext>
            </a:extLst>
          </p:cNvPr>
          <p:cNvSpPr/>
          <p:nvPr/>
        </p:nvSpPr>
        <p:spPr>
          <a:xfrm>
            <a:off x="6667012" y="3826364"/>
            <a:ext cx="1521000" cy="1581000"/>
          </a:xfrm>
          <a:prstGeom prst="roundRect">
            <a:avLst>
              <a:gd name="adj" fmla="val 16667"/>
            </a:avLst>
          </a:prstGeom>
          <a:solidFill>
            <a:srgbClr val="E06666"/>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algn="ctr"/>
            <a:endParaRPr>
              <a:latin typeface="Calibri"/>
              <a:ea typeface="Calibri"/>
              <a:cs typeface="Calibri"/>
              <a:sym typeface="Calibri"/>
            </a:endParaRPr>
          </a:p>
        </p:txBody>
      </p:sp>
      <p:sp>
        <p:nvSpPr>
          <p:cNvPr id="23" name="Google Shape;3737;g3ef13ed6d2a_1_1026">
            <a:extLst>
              <a:ext uri="{FF2B5EF4-FFF2-40B4-BE49-F238E27FC236}">
                <a16:creationId xmlns:a16="http://schemas.microsoft.com/office/drawing/2014/main" id="{ED18F653-7288-3ECE-4CC7-0646B2CF75F1}"/>
              </a:ext>
            </a:extLst>
          </p:cNvPr>
          <p:cNvSpPr txBox="1"/>
          <p:nvPr/>
        </p:nvSpPr>
        <p:spPr>
          <a:xfrm>
            <a:off x="6307320" y="4106110"/>
            <a:ext cx="2246400" cy="604200"/>
          </a:xfrm>
          <a:prstGeom prst="rect">
            <a:avLst/>
          </a:prstGeom>
          <a:noFill/>
          <a:ln>
            <a:noFill/>
          </a:ln>
        </p:spPr>
        <p:txBody>
          <a:bodyPr spcFirstLastPara="1" wrap="square" lIns="91425" tIns="91425" rIns="91425" bIns="91425" anchor="t" anchorCtr="0">
            <a:noAutofit/>
          </a:bodyPr>
          <a:lstStyle/>
          <a:p>
            <a:pPr algn="ctr"/>
            <a:r>
              <a:rPr lang="en-US" sz="2800" b="1">
                <a:solidFill>
                  <a:schemeClr val="dk1"/>
                </a:solidFill>
                <a:latin typeface="Calibri"/>
                <a:ea typeface="Calibri"/>
                <a:cs typeface="Calibri"/>
                <a:sym typeface="Calibri"/>
              </a:rPr>
              <a:t>Advanced</a:t>
            </a:r>
            <a:endParaRPr sz="2800" b="1">
              <a:solidFill>
                <a:schemeClr val="dk1"/>
              </a:solidFill>
              <a:latin typeface="Calibri"/>
              <a:ea typeface="Calibri"/>
              <a:cs typeface="Calibri"/>
              <a:sym typeface="Calibri"/>
            </a:endParaRPr>
          </a:p>
          <a:p>
            <a:pPr algn="ctr"/>
            <a:r>
              <a:rPr lang="en-US" sz="2800" b="1">
                <a:solidFill>
                  <a:schemeClr val="dk1"/>
                </a:solidFill>
                <a:latin typeface="Calibri"/>
                <a:ea typeface="Calibri"/>
                <a:cs typeface="Calibri"/>
                <a:sym typeface="Calibri"/>
              </a:rPr>
              <a:t> RS</a:t>
            </a:r>
            <a:endParaRPr sz="2800" b="1">
              <a:solidFill>
                <a:schemeClr val="dk1"/>
              </a:solidFill>
              <a:latin typeface="Calibri"/>
              <a:ea typeface="Calibri"/>
              <a:cs typeface="Calibri"/>
              <a:sym typeface="Calibri"/>
            </a:endParaRPr>
          </a:p>
        </p:txBody>
      </p:sp>
      <p:sp>
        <p:nvSpPr>
          <p:cNvPr id="25" name="Google Shape;3738;g3ef13ed6d2a_1_1026">
            <a:extLst>
              <a:ext uri="{FF2B5EF4-FFF2-40B4-BE49-F238E27FC236}">
                <a16:creationId xmlns:a16="http://schemas.microsoft.com/office/drawing/2014/main" id="{9BBD0364-2089-F47E-18DF-CC1598E3D63D}"/>
              </a:ext>
            </a:extLst>
          </p:cNvPr>
          <p:cNvSpPr txBox="1"/>
          <p:nvPr/>
        </p:nvSpPr>
        <p:spPr>
          <a:xfrm>
            <a:off x="6736620" y="5541435"/>
            <a:ext cx="1019700" cy="333300"/>
          </a:xfrm>
          <a:prstGeom prst="rect">
            <a:avLst/>
          </a:prstGeom>
          <a:noFill/>
          <a:ln>
            <a:noFill/>
          </a:ln>
        </p:spPr>
        <p:txBody>
          <a:bodyPr spcFirstLastPara="1" wrap="square" lIns="91425" tIns="91425" rIns="91425" bIns="91425" anchor="t" anchorCtr="0">
            <a:noAutofit/>
          </a:bodyPr>
          <a:lstStyle/>
          <a:p>
            <a:endParaRPr sz="2800">
              <a:solidFill>
                <a:schemeClr val="dk1"/>
              </a:solidFill>
              <a:latin typeface="Calibri"/>
              <a:ea typeface="Calibri"/>
              <a:cs typeface="Calibri"/>
              <a:sym typeface="Calibri"/>
            </a:endParaRPr>
          </a:p>
        </p:txBody>
      </p:sp>
      <p:sp>
        <p:nvSpPr>
          <p:cNvPr id="27" name="Google Shape;3739;g3ef13ed6d2a_1_1026">
            <a:extLst>
              <a:ext uri="{FF2B5EF4-FFF2-40B4-BE49-F238E27FC236}">
                <a16:creationId xmlns:a16="http://schemas.microsoft.com/office/drawing/2014/main" id="{30794F75-2A2B-C51F-60CD-A9BB56CEC139}"/>
              </a:ext>
            </a:extLst>
          </p:cNvPr>
          <p:cNvSpPr txBox="1"/>
          <p:nvPr/>
        </p:nvSpPr>
        <p:spPr>
          <a:xfrm>
            <a:off x="6707770" y="5483710"/>
            <a:ext cx="1241100" cy="461700"/>
          </a:xfrm>
          <a:prstGeom prst="rect">
            <a:avLst/>
          </a:prstGeom>
          <a:noFill/>
          <a:ln>
            <a:noFill/>
          </a:ln>
        </p:spPr>
        <p:txBody>
          <a:bodyPr spcFirstLastPara="1" wrap="square" lIns="91425" tIns="91425" rIns="91425" bIns="91425" anchor="t" anchorCtr="0">
            <a:noAutofit/>
          </a:bodyPr>
          <a:lstStyle/>
          <a:p>
            <a:endParaRPr sz="2800">
              <a:solidFill>
                <a:schemeClr val="dk1"/>
              </a:solidFill>
              <a:latin typeface="Calibri"/>
              <a:ea typeface="Calibri"/>
              <a:cs typeface="Calibri"/>
              <a:sym typeface="Calibri"/>
            </a:endParaRPr>
          </a:p>
        </p:txBody>
      </p:sp>
      <p:sp>
        <p:nvSpPr>
          <p:cNvPr id="29" name="Google Shape;3740;g3ef13ed6d2a_1_1026">
            <a:extLst>
              <a:ext uri="{FF2B5EF4-FFF2-40B4-BE49-F238E27FC236}">
                <a16:creationId xmlns:a16="http://schemas.microsoft.com/office/drawing/2014/main" id="{AE576441-065D-195B-0DFC-B09D95736382}"/>
              </a:ext>
            </a:extLst>
          </p:cNvPr>
          <p:cNvSpPr/>
          <p:nvPr/>
        </p:nvSpPr>
        <p:spPr>
          <a:xfrm>
            <a:off x="6598620" y="5541435"/>
            <a:ext cx="1663800" cy="704100"/>
          </a:xfrm>
          <a:prstGeom prst="rect">
            <a:avLst/>
          </a:prstGeom>
          <a:solidFill>
            <a:srgbClr val="4A86E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sz="2800" b="1" dirty="0">
                <a:latin typeface="Calibri"/>
                <a:ea typeface="Calibri"/>
                <a:cs typeface="Calibri"/>
                <a:sym typeface="Calibri"/>
              </a:rPr>
              <a:t>Buffer</a:t>
            </a:r>
            <a:endParaRPr sz="2800" b="1" dirty="0">
              <a:latin typeface="Calibri"/>
              <a:ea typeface="Calibri"/>
              <a:cs typeface="Calibri"/>
              <a:sym typeface="Calibri"/>
            </a:endParaRPr>
          </a:p>
        </p:txBody>
      </p:sp>
      <p:sp>
        <p:nvSpPr>
          <p:cNvPr id="31" name="Google Shape;3741;g3ef13ed6d2a_1_1026">
            <a:extLst>
              <a:ext uri="{FF2B5EF4-FFF2-40B4-BE49-F238E27FC236}">
                <a16:creationId xmlns:a16="http://schemas.microsoft.com/office/drawing/2014/main" id="{D743981C-868B-F0F0-6A0C-8FCE60B365A3}"/>
              </a:ext>
            </a:extLst>
          </p:cNvPr>
          <p:cNvSpPr/>
          <p:nvPr/>
        </p:nvSpPr>
        <p:spPr>
          <a:xfrm>
            <a:off x="9603045" y="5569023"/>
            <a:ext cx="1663800" cy="704100"/>
          </a:xfrm>
          <a:prstGeom prst="rect">
            <a:avLst/>
          </a:prstGeom>
          <a:solidFill>
            <a:srgbClr val="4A86E8"/>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en-US" sz="2800" b="1">
                <a:latin typeface="Calibri"/>
                <a:ea typeface="Calibri"/>
                <a:cs typeface="Calibri"/>
                <a:sym typeface="Calibri"/>
              </a:rPr>
              <a:t>Buffer</a:t>
            </a:r>
            <a:endParaRPr sz="2800" b="1">
              <a:latin typeface="Calibri"/>
              <a:ea typeface="Calibri"/>
              <a:cs typeface="Calibri"/>
              <a:sym typeface="Calibri"/>
            </a:endParaRPr>
          </a:p>
        </p:txBody>
      </p:sp>
      <p:sp>
        <p:nvSpPr>
          <p:cNvPr id="33" name="Google Shape;3742;g3ef13ed6d2a_1_1026">
            <a:extLst>
              <a:ext uri="{FF2B5EF4-FFF2-40B4-BE49-F238E27FC236}">
                <a16:creationId xmlns:a16="http://schemas.microsoft.com/office/drawing/2014/main" id="{54DA6099-1EC9-A977-9143-1886728C5F1B}"/>
              </a:ext>
            </a:extLst>
          </p:cNvPr>
          <p:cNvSpPr txBox="1"/>
          <p:nvPr/>
        </p:nvSpPr>
        <p:spPr>
          <a:xfrm>
            <a:off x="9212890" y="2683613"/>
            <a:ext cx="2444100" cy="546900"/>
          </a:xfrm>
          <a:prstGeom prst="rect">
            <a:avLst/>
          </a:prstGeom>
          <a:noFill/>
          <a:ln>
            <a:noFill/>
          </a:ln>
        </p:spPr>
        <p:txBody>
          <a:bodyPr spcFirstLastPara="1" wrap="square" lIns="91425" tIns="91425" rIns="91425" bIns="91425" anchor="t" anchorCtr="0">
            <a:noAutofit/>
          </a:bodyPr>
          <a:lstStyle/>
          <a:p>
            <a:r>
              <a:rPr lang="en-US" sz="2800" b="1" dirty="0">
                <a:solidFill>
                  <a:schemeClr val="dk1"/>
                </a:solidFill>
                <a:latin typeface="Calibri"/>
                <a:ea typeface="Calibri"/>
                <a:cs typeface="Calibri"/>
                <a:sym typeface="Calibri"/>
              </a:rPr>
              <a:t>Detect only</a:t>
            </a:r>
            <a:endParaRPr sz="2800" b="1" dirty="0">
              <a:solidFill>
                <a:schemeClr val="dk1"/>
              </a:solidFill>
              <a:latin typeface="Calibri"/>
              <a:ea typeface="Calibri"/>
              <a:cs typeface="Calibri"/>
              <a:sym typeface="Calibri"/>
            </a:endParaRPr>
          </a:p>
        </p:txBody>
      </p:sp>
      <p:sp>
        <p:nvSpPr>
          <p:cNvPr id="35" name="Google Shape;3743;g3ef13ed6d2a_1_1026">
            <a:extLst>
              <a:ext uri="{FF2B5EF4-FFF2-40B4-BE49-F238E27FC236}">
                <a16:creationId xmlns:a16="http://schemas.microsoft.com/office/drawing/2014/main" id="{A765F5C5-FBF2-95C2-5B83-E84C4808971E}"/>
              </a:ext>
            </a:extLst>
          </p:cNvPr>
          <p:cNvSpPr txBox="1"/>
          <p:nvPr/>
        </p:nvSpPr>
        <p:spPr>
          <a:xfrm>
            <a:off x="5520290" y="2683625"/>
            <a:ext cx="3511500" cy="546900"/>
          </a:xfrm>
          <a:prstGeom prst="rect">
            <a:avLst/>
          </a:prstGeom>
          <a:noFill/>
          <a:ln>
            <a:noFill/>
          </a:ln>
        </p:spPr>
        <p:txBody>
          <a:bodyPr spcFirstLastPara="1" wrap="square" lIns="91425" tIns="91425" rIns="91425" bIns="91425" anchor="t" anchorCtr="0">
            <a:noAutofit/>
          </a:bodyPr>
          <a:lstStyle/>
          <a:p>
            <a:r>
              <a:rPr lang="en-US" sz="2800" b="1" dirty="0">
                <a:solidFill>
                  <a:schemeClr val="dk1"/>
                </a:solidFill>
                <a:latin typeface="Calibri"/>
                <a:ea typeface="Calibri"/>
                <a:cs typeface="Calibri"/>
                <a:sym typeface="Calibri"/>
              </a:rPr>
              <a:t>Correct when needed </a:t>
            </a:r>
            <a:endParaRPr sz="2800" b="1" dirty="0">
              <a:solidFill>
                <a:schemeClr val="dk1"/>
              </a:solidFill>
              <a:latin typeface="Calibri"/>
              <a:ea typeface="Calibri"/>
              <a:cs typeface="Calibri"/>
              <a:sym typeface="Calibri"/>
            </a:endParaRPr>
          </a:p>
        </p:txBody>
      </p:sp>
      <p:sp>
        <p:nvSpPr>
          <p:cNvPr id="37" name="Google Shape;3744;g3ef13ed6d2a_1_1026">
            <a:extLst>
              <a:ext uri="{FF2B5EF4-FFF2-40B4-BE49-F238E27FC236}">
                <a16:creationId xmlns:a16="http://schemas.microsoft.com/office/drawing/2014/main" id="{A0767537-316E-DDF3-3594-FAD3AE921D35}"/>
              </a:ext>
            </a:extLst>
          </p:cNvPr>
          <p:cNvSpPr txBox="1"/>
          <p:nvPr/>
        </p:nvSpPr>
        <p:spPr>
          <a:xfrm>
            <a:off x="241500" y="2632335"/>
            <a:ext cx="5228256" cy="4268831"/>
          </a:xfrm>
          <a:prstGeom prst="rect">
            <a:avLst/>
          </a:prstGeom>
          <a:solidFill>
            <a:schemeClr val="bg1"/>
          </a:solidFill>
          <a:ln>
            <a:noFill/>
          </a:ln>
        </p:spPr>
        <p:txBody>
          <a:bodyPr spcFirstLastPara="1" wrap="square" lIns="91425" tIns="91425" rIns="91425" bIns="91425" anchor="t" anchorCtr="0">
            <a:spAutoFit/>
          </a:bodyPr>
          <a:lstStyle/>
          <a:p>
            <a:pPr>
              <a:lnSpc>
                <a:spcPct val="115000"/>
              </a:lnSpc>
              <a:spcBef>
                <a:spcPts val="1200"/>
              </a:spcBef>
            </a:pPr>
            <a:r>
              <a:rPr lang="en-US" sz="2800" b="1" dirty="0">
                <a:solidFill>
                  <a:schemeClr val="dk1"/>
                </a:solidFill>
              </a:rPr>
              <a:t>1. Move complex decoding to MC</a:t>
            </a:r>
            <a:br>
              <a:rPr lang="en-US" sz="2800" b="1" dirty="0">
                <a:solidFill>
                  <a:schemeClr val="dk1"/>
                </a:solidFill>
              </a:rPr>
            </a:br>
            <a:r>
              <a:rPr lang="en-US" sz="2800" dirty="0">
                <a:solidFill>
                  <a:schemeClr val="dk1"/>
                </a:solidFill>
              </a:rPr>
              <a:t>Avoid costly on-die RS correction.</a:t>
            </a:r>
            <a:endParaRPr sz="2800" dirty="0">
              <a:solidFill>
                <a:schemeClr val="dk1"/>
              </a:solidFill>
            </a:endParaRPr>
          </a:p>
          <a:p>
            <a:pPr>
              <a:lnSpc>
                <a:spcPct val="115000"/>
              </a:lnSpc>
              <a:spcBef>
                <a:spcPts val="1200"/>
              </a:spcBef>
            </a:pPr>
            <a:r>
              <a:rPr lang="en-US" sz="2800" b="1" dirty="0">
                <a:solidFill>
                  <a:schemeClr val="dk1"/>
                </a:solidFill>
              </a:rPr>
              <a:t>2. Correction is rare</a:t>
            </a:r>
            <a:br>
              <a:rPr lang="en-US" sz="2800" b="1" dirty="0">
                <a:solidFill>
                  <a:schemeClr val="dk1"/>
                </a:solidFill>
              </a:rPr>
            </a:br>
            <a:r>
              <a:rPr lang="en-US" sz="2800" dirty="0">
                <a:solidFill>
                  <a:schemeClr val="dk1"/>
                </a:solidFill>
              </a:rPr>
              <a:t>Most reads only need detection.</a:t>
            </a:r>
            <a:endParaRPr sz="2800" dirty="0">
              <a:solidFill>
                <a:schemeClr val="dk1"/>
              </a:solidFill>
            </a:endParaRPr>
          </a:p>
          <a:p>
            <a:pPr>
              <a:lnSpc>
                <a:spcPct val="115000"/>
              </a:lnSpc>
              <a:spcBef>
                <a:spcPts val="1200"/>
              </a:spcBef>
              <a:spcAft>
                <a:spcPts val="1200"/>
              </a:spcAft>
            </a:pPr>
            <a:r>
              <a:rPr lang="en-US" sz="2800" b="1" dirty="0">
                <a:solidFill>
                  <a:schemeClr val="dk1"/>
                </a:solidFill>
              </a:rPr>
              <a:t>3. Preserve HBM scrubbing </a:t>
            </a:r>
            <a:br>
              <a:rPr lang="en-US" sz="2800" b="1" dirty="0">
                <a:solidFill>
                  <a:schemeClr val="dk1"/>
                </a:solidFill>
              </a:rPr>
            </a:br>
            <a:r>
              <a:rPr lang="en-US" sz="2800" dirty="0">
                <a:solidFill>
                  <a:schemeClr val="dk1"/>
                </a:solidFill>
              </a:rPr>
              <a:t>HBM-CASO remains compatible with periodic error scrubbing. </a:t>
            </a:r>
            <a:endParaRPr sz="3200" b="1" dirty="0">
              <a:solidFill>
                <a:schemeClr val="dk1"/>
              </a:solidFill>
            </a:endParaRPr>
          </a:p>
        </p:txBody>
      </p:sp>
    </p:spTree>
    <p:extLst>
      <p:ext uri="{BB962C8B-B14F-4D97-AF65-F5344CB8AC3E}">
        <p14:creationId xmlns:p14="http://schemas.microsoft.com/office/powerpoint/2010/main" val="296366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CA0F6-E630-5606-390D-FF1B0F3F67E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8B621DB-F3B1-1C13-1658-2BA95169EC88}"/>
              </a:ext>
            </a:extLst>
          </p:cNvPr>
          <p:cNvSpPr>
            <a:spLocks noGrp="1"/>
          </p:cNvSpPr>
          <p:nvPr>
            <p:ph type="sldNum" sz="quarter" idx="12"/>
          </p:nvPr>
        </p:nvSpPr>
        <p:spPr/>
        <p:txBody>
          <a:bodyPr/>
          <a:lstStyle/>
          <a:p>
            <a:fld id="{D5244C39-EA1C-4830-B3FA-E06130CB504B}" type="slidenum">
              <a:rPr lang="en-US" smtClean="0"/>
              <a:pPr/>
              <a:t>22</a:t>
            </a:fld>
            <a:endParaRPr lang="en-US"/>
          </a:p>
        </p:txBody>
      </p:sp>
      <p:sp>
        <p:nvSpPr>
          <p:cNvPr id="4" name="Title 3">
            <a:extLst>
              <a:ext uri="{FF2B5EF4-FFF2-40B4-BE49-F238E27FC236}">
                <a16:creationId xmlns:a16="http://schemas.microsoft.com/office/drawing/2014/main" id="{3C18FB4B-F2E7-C8CE-E175-099EA86C9140}"/>
              </a:ext>
            </a:extLst>
          </p:cNvPr>
          <p:cNvSpPr>
            <a:spLocks noGrp="1"/>
          </p:cNvSpPr>
          <p:nvPr>
            <p:ph type="title"/>
          </p:nvPr>
        </p:nvSpPr>
        <p:spPr/>
        <p:txBody>
          <a:bodyPr/>
          <a:lstStyle/>
          <a:p>
            <a:r>
              <a:rPr lang="en-US" dirty="0"/>
              <a:t>Correction Capability</a:t>
            </a:r>
          </a:p>
        </p:txBody>
      </p:sp>
      <p:sp>
        <p:nvSpPr>
          <p:cNvPr id="5854" name="Google Shape;5854;g3f2552a43c7_0_636"/>
          <p:cNvSpPr/>
          <p:nvPr/>
        </p:nvSpPr>
        <p:spPr>
          <a:xfrm>
            <a:off x="554550" y="7615002"/>
            <a:ext cx="182400" cy="171600"/>
          </a:xfrm>
          <a:prstGeom prst="ellipse">
            <a:avLst/>
          </a:prstGeom>
          <a:solidFill>
            <a:srgbClr val="FF0000"/>
          </a:solidFill>
          <a:ln>
            <a:noFill/>
          </a:ln>
          <a:effectLst>
            <a:outerShdw blurRad="39960" dist="23040" dir="5400000" rotWithShape="0">
              <a:srgbClr val="000000">
                <a:alpha val="34900"/>
              </a:srgbClr>
            </a:outerShdw>
          </a:effectLst>
        </p:spPr>
        <p:txBody>
          <a:bodyPr spcFirstLastPara="1" wrap="square" lIns="90000" tIns="45000" rIns="90000" bIns="45000" anchor="ctr" anchorCtr="0">
            <a:noAutofit/>
          </a:bodyPr>
          <a:lstStyle/>
          <a:p>
            <a:pPr algn="ctr"/>
            <a:endParaRPr>
              <a:solidFill>
                <a:schemeClr val="lt1"/>
              </a:solidFill>
              <a:latin typeface="Calibri"/>
              <a:ea typeface="Calibri"/>
              <a:cs typeface="Calibri"/>
              <a:sym typeface="Calibri"/>
            </a:endParaRPr>
          </a:p>
        </p:txBody>
      </p:sp>
      <p:sp>
        <p:nvSpPr>
          <p:cNvPr id="5855" name="Google Shape;5855;g3f2552a43c7_0_636"/>
          <p:cNvSpPr txBox="1"/>
          <p:nvPr/>
        </p:nvSpPr>
        <p:spPr>
          <a:xfrm>
            <a:off x="825150" y="7470364"/>
            <a:ext cx="2810100" cy="414600"/>
          </a:xfrm>
          <a:prstGeom prst="rect">
            <a:avLst/>
          </a:prstGeom>
          <a:noFill/>
          <a:ln>
            <a:noFill/>
          </a:ln>
        </p:spPr>
        <p:txBody>
          <a:bodyPr spcFirstLastPara="1" wrap="square" lIns="91425" tIns="91425" rIns="91425" bIns="91425" anchor="t" anchorCtr="0">
            <a:noAutofit/>
          </a:bodyPr>
          <a:lstStyle/>
          <a:p>
            <a:r>
              <a:rPr lang="en-US" b="1">
                <a:solidFill>
                  <a:schemeClr val="dk1"/>
                </a:solidFill>
                <a:latin typeface="Calibri"/>
                <a:ea typeface="Calibri"/>
                <a:cs typeface="Calibri"/>
                <a:sym typeface="Calibri"/>
              </a:rPr>
              <a:t>Symbol Error</a:t>
            </a:r>
            <a:endParaRPr b="1">
              <a:solidFill>
                <a:schemeClr val="dk1"/>
              </a:solidFill>
              <a:latin typeface="Calibri"/>
              <a:ea typeface="Calibri"/>
              <a:cs typeface="Calibri"/>
              <a:sym typeface="Calibri"/>
            </a:endParaRPr>
          </a:p>
        </p:txBody>
      </p:sp>
      <p:grpSp>
        <p:nvGrpSpPr>
          <p:cNvPr id="5858" name="Google Shape;5858;g3f2552a43c7_0_636"/>
          <p:cNvGrpSpPr/>
          <p:nvPr/>
        </p:nvGrpSpPr>
        <p:grpSpPr>
          <a:xfrm>
            <a:off x="857825" y="1968251"/>
            <a:ext cx="3380712" cy="1839509"/>
            <a:chOff x="857825" y="825250"/>
            <a:chExt cx="3380712" cy="1839509"/>
          </a:xfrm>
        </p:grpSpPr>
        <p:sp>
          <p:nvSpPr>
            <p:cNvPr id="5859" name="Google Shape;5859;g3f2552a43c7_0_636"/>
            <p:cNvSpPr/>
            <p:nvPr/>
          </p:nvSpPr>
          <p:spPr>
            <a:xfrm>
              <a:off x="857825" y="1338050"/>
              <a:ext cx="2512800" cy="329100"/>
            </a:xfrm>
            <a:prstGeom prst="rect">
              <a:avLst/>
            </a:prstGeom>
            <a:solidFill>
              <a:schemeClr val="lt2"/>
            </a:solidFill>
            <a:ln w="13600"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0" name="Google Shape;5860;g3f2552a43c7_0_636"/>
            <p:cNvSpPr/>
            <p:nvPr/>
          </p:nvSpPr>
          <p:spPr>
            <a:xfrm>
              <a:off x="1348962" y="1374985"/>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1" name="Google Shape;5861;g3f2552a43c7_0_636"/>
            <p:cNvSpPr/>
            <p:nvPr/>
          </p:nvSpPr>
          <p:spPr>
            <a:xfrm>
              <a:off x="985685" y="1374985"/>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2" name="Google Shape;5862;g3f2552a43c7_0_636"/>
            <p:cNvSpPr/>
            <p:nvPr/>
          </p:nvSpPr>
          <p:spPr>
            <a:xfrm>
              <a:off x="857825" y="1667376"/>
              <a:ext cx="2512800" cy="329100"/>
            </a:xfrm>
            <a:prstGeom prst="rect">
              <a:avLst/>
            </a:prstGeom>
            <a:solidFill>
              <a:schemeClr val="lt2"/>
            </a:solidFill>
            <a:ln w="13600"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3" name="Google Shape;5863;g3f2552a43c7_0_636"/>
            <p:cNvSpPr/>
            <p:nvPr/>
          </p:nvSpPr>
          <p:spPr>
            <a:xfrm>
              <a:off x="1348962" y="1704315"/>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4" name="Google Shape;5864;g3f2552a43c7_0_636"/>
            <p:cNvSpPr/>
            <p:nvPr/>
          </p:nvSpPr>
          <p:spPr>
            <a:xfrm>
              <a:off x="985685" y="1704315"/>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5" name="Google Shape;5865;g3f2552a43c7_0_636"/>
            <p:cNvSpPr/>
            <p:nvPr/>
          </p:nvSpPr>
          <p:spPr>
            <a:xfrm>
              <a:off x="857825" y="2006333"/>
              <a:ext cx="2512800" cy="329100"/>
            </a:xfrm>
            <a:prstGeom prst="rect">
              <a:avLst/>
            </a:prstGeom>
            <a:solidFill>
              <a:schemeClr val="lt2"/>
            </a:solidFill>
            <a:ln w="13600"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6" name="Google Shape;5866;g3f2552a43c7_0_636"/>
            <p:cNvSpPr/>
            <p:nvPr/>
          </p:nvSpPr>
          <p:spPr>
            <a:xfrm>
              <a:off x="1348962" y="2043277"/>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7" name="Google Shape;5867;g3f2552a43c7_0_636"/>
            <p:cNvSpPr/>
            <p:nvPr/>
          </p:nvSpPr>
          <p:spPr>
            <a:xfrm>
              <a:off x="985685" y="2043277"/>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8" name="Google Shape;5868;g3f2552a43c7_0_636"/>
            <p:cNvSpPr/>
            <p:nvPr/>
          </p:nvSpPr>
          <p:spPr>
            <a:xfrm>
              <a:off x="857825" y="2335659"/>
              <a:ext cx="2512800" cy="329100"/>
            </a:xfrm>
            <a:prstGeom prst="rect">
              <a:avLst/>
            </a:prstGeom>
            <a:solidFill>
              <a:schemeClr val="lt2"/>
            </a:solidFill>
            <a:ln w="13600"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69" name="Google Shape;5869;g3f2552a43c7_0_636"/>
            <p:cNvSpPr/>
            <p:nvPr/>
          </p:nvSpPr>
          <p:spPr>
            <a:xfrm>
              <a:off x="1348962" y="2372607"/>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70" name="Google Shape;5870;g3f2552a43c7_0_636"/>
            <p:cNvSpPr/>
            <p:nvPr/>
          </p:nvSpPr>
          <p:spPr>
            <a:xfrm>
              <a:off x="985685" y="2372607"/>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871" name="Google Shape;5871;g3f2552a43c7_0_636"/>
            <p:cNvSpPr txBox="1"/>
            <p:nvPr/>
          </p:nvSpPr>
          <p:spPr>
            <a:xfrm>
              <a:off x="1621020" y="825250"/>
              <a:ext cx="1446900" cy="492600"/>
            </a:xfrm>
            <a:prstGeom prst="rect">
              <a:avLst/>
            </a:prstGeom>
            <a:noFill/>
            <a:ln>
              <a:noFill/>
            </a:ln>
          </p:spPr>
          <p:txBody>
            <a:bodyPr spcFirstLastPara="1" wrap="square" lIns="91425" tIns="91425" rIns="91425" bIns="91425" anchor="t" anchorCtr="0">
              <a:spAutoFit/>
            </a:bodyPr>
            <a:lstStyle/>
            <a:p>
              <a:r>
                <a:rPr lang="en-US" sz="2000" b="1">
                  <a:solidFill>
                    <a:srgbClr val="1A1A1A"/>
                  </a:solidFill>
                  <a:latin typeface="Calibri"/>
                  <a:ea typeface="Calibri"/>
                  <a:cs typeface="Calibri"/>
                  <a:sym typeface="Calibri"/>
                </a:rPr>
                <a:t>Baseline</a:t>
              </a:r>
              <a:endParaRPr sz="400"/>
            </a:p>
          </p:txBody>
        </p:sp>
        <p:sp>
          <p:nvSpPr>
            <p:cNvPr id="5872" name="Google Shape;5872;g3f2552a43c7_0_636"/>
            <p:cNvSpPr/>
            <p:nvPr/>
          </p:nvSpPr>
          <p:spPr>
            <a:xfrm>
              <a:off x="2223756" y="1757969"/>
              <a:ext cx="1677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5873" name="Google Shape;5873;g3f2552a43c7_0_636"/>
            <p:cNvSpPr/>
            <p:nvPr/>
          </p:nvSpPr>
          <p:spPr>
            <a:xfrm>
              <a:off x="2710656" y="1412490"/>
              <a:ext cx="1677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5874" name="Google Shape;5874;g3f2552a43c7_0_636"/>
            <p:cNvSpPr/>
            <p:nvPr/>
          </p:nvSpPr>
          <p:spPr>
            <a:xfrm>
              <a:off x="1845074" y="2087305"/>
              <a:ext cx="1677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5875" name="Google Shape;5875;g3f2552a43c7_0_636"/>
            <p:cNvSpPr/>
            <p:nvPr/>
          </p:nvSpPr>
          <p:spPr>
            <a:xfrm>
              <a:off x="2579623" y="2425093"/>
              <a:ext cx="1677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pic>
          <p:nvPicPr>
            <p:cNvPr id="5876" name="Google Shape;5876;g3f2552a43c7_0_636"/>
            <p:cNvPicPr preferRelativeResize="0"/>
            <p:nvPr/>
          </p:nvPicPr>
          <p:blipFill>
            <a:blip r:embed="rId2">
              <a:alphaModFix/>
            </a:blip>
            <a:stretch>
              <a:fillRect/>
            </a:stretch>
          </p:blipFill>
          <p:spPr>
            <a:xfrm>
              <a:off x="3648738" y="1771975"/>
              <a:ext cx="589800" cy="589800"/>
            </a:xfrm>
            <a:prstGeom prst="rect">
              <a:avLst/>
            </a:prstGeom>
            <a:noFill/>
            <a:ln>
              <a:noFill/>
            </a:ln>
          </p:spPr>
        </p:pic>
      </p:grpSp>
      <p:grpSp>
        <p:nvGrpSpPr>
          <p:cNvPr id="5877" name="Google Shape;5877;g3f2552a43c7_0_636"/>
          <p:cNvGrpSpPr/>
          <p:nvPr/>
        </p:nvGrpSpPr>
        <p:grpSpPr>
          <a:xfrm>
            <a:off x="4621026" y="1959775"/>
            <a:ext cx="3453565" cy="1837974"/>
            <a:chOff x="4621025" y="816775"/>
            <a:chExt cx="3453565" cy="1837974"/>
          </a:xfrm>
        </p:grpSpPr>
        <p:sp>
          <p:nvSpPr>
            <p:cNvPr id="5878" name="Google Shape;5878;g3f2552a43c7_0_636"/>
            <p:cNvSpPr/>
            <p:nvPr/>
          </p:nvSpPr>
          <p:spPr>
            <a:xfrm>
              <a:off x="4621025" y="1338050"/>
              <a:ext cx="2586000" cy="6654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79" name="Google Shape;5879;g3f2552a43c7_0_636"/>
            <p:cNvSpPr/>
            <p:nvPr/>
          </p:nvSpPr>
          <p:spPr>
            <a:xfrm>
              <a:off x="5161950" y="1374847"/>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0" name="Google Shape;5880;g3f2552a43c7_0_636"/>
            <p:cNvSpPr/>
            <p:nvPr/>
          </p:nvSpPr>
          <p:spPr>
            <a:xfrm>
              <a:off x="4694029" y="1509168"/>
              <a:ext cx="187200" cy="254100"/>
            </a:xfrm>
            <a:prstGeom prst="rect">
              <a:avLst/>
            </a:prstGeom>
            <a:solidFill>
              <a:srgbClr val="C0392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1" name="Google Shape;5881;g3f2552a43c7_0_636"/>
            <p:cNvSpPr/>
            <p:nvPr/>
          </p:nvSpPr>
          <p:spPr>
            <a:xfrm>
              <a:off x="5161950" y="1702845"/>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2" name="Google Shape;5882;g3f2552a43c7_0_636"/>
            <p:cNvSpPr/>
            <p:nvPr/>
          </p:nvSpPr>
          <p:spPr>
            <a:xfrm>
              <a:off x="4927997" y="1509159"/>
              <a:ext cx="187200" cy="254100"/>
            </a:xfrm>
            <a:prstGeom prst="rect">
              <a:avLst/>
            </a:prstGeom>
            <a:solidFill>
              <a:srgbClr val="CC0000"/>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3" name="Google Shape;5883;g3f2552a43c7_0_636"/>
            <p:cNvSpPr/>
            <p:nvPr/>
          </p:nvSpPr>
          <p:spPr>
            <a:xfrm>
              <a:off x="4621025" y="1989349"/>
              <a:ext cx="2586000" cy="6654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4" name="Google Shape;5884;g3f2552a43c7_0_636"/>
            <p:cNvSpPr/>
            <p:nvPr/>
          </p:nvSpPr>
          <p:spPr>
            <a:xfrm>
              <a:off x="5161950" y="2026145"/>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5" name="Google Shape;5885;g3f2552a43c7_0_636"/>
            <p:cNvSpPr/>
            <p:nvPr/>
          </p:nvSpPr>
          <p:spPr>
            <a:xfrm>
              <a:off x="4694029" y="2160467"/>
              <a:ext cx="187200" cy="254100"/>
            </a:xfrm>
            <a:prstGeom prst="rect">
              <a:avLst/>
            </a:prstGeom>
            <a:solidFill>
              <a:srgbClr val="C0392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6" name="Google Shape;5886;g3f2552a43c7_0_636"/>
            <p:cNvSpPr/>
            <p:nvPr/>
          </p:nvSpPr>
          <p:spPr>
            <a:xfrm>
              <a:off x="5161950" y="2354144"/>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7" name="Google Shape;5887;g3f2552a43c7_0_636"/>
            <p:cNvSpPr/>
            <p:nvPr/>
          </p:nvSpPr>
          <p:spPr>
            <a:xfrm>
              <a:off x="4927997" y="2160457"/>
              <a:ext cx="187200" cy="254100"/>
            </a:xfrm>
            <a:prstGeom prst="rect">
              <a:avLst/>
            </a:prstGeom>
            <a:solidFill>
              <a:srgbClr val="CC0000"/>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88" name="Google Shape;5888;g3f2552a43c7_0_636"/>
            <p:cNvSpPr txBox="1"/>
            <p:nvPr/>
          </p:nvSpPr>
          <p:spPr>
            <a:xfrm>
              <a:off x="5401794" y="816775"/>
              <a:ext cx="1323600" cy="492600"/>
            </a:xfrm>
            <a:prstGeom prst="rect">
              <a:avLst/>
            </a:prstGeom>
            <a:noFill/>
            <a:ln>
              <a:noFill/>
            </a:ln>
          </p:spPr>
          <p:txBody>
            <a:bodyPr spcFirstLastPara="1" wrap="square" lIns="91425" tIns="91425" rIns="91425" bIns="91425" anchor="t" anchorCtr="0">
              <a:spAutoFit/>
            </a:bodyPr>
            <a:lstStyle/>
            <a:p>
              <a:r>
                <a:rPr lang="en-US" sz="2000" b="1">
                  <a:solidFill>
                    <a:srgbClr val="1A1A1A"/>
                  </a:solidFill>
                  <a:latin typeface="Calibri"/>
                  <a:ea typeface="Calibri"/>
                  <a:cs typeface="Calibri"/>
                  <a:sym typeface="Calibri"/>
                </a:rPr>
                <a:t>R-mode</a:t>
              </a:r>
              <a:endParaRPr sz="400"/>
            </a:p>
          </p:txBody>
        </p:sp>
        <p:sp>
          <p:nvSpPr>
            <p:cNvPr id="5889" name="Google Shape;5889;g3f2552a43c7_0_636"/>
            <p:cNvSpPr/>
            <p:nvPr/>
          </p:nvSpPr>
          <p:spPr>
            <a:xfrm>
              <a:off x="6048285" y="1749350"/>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890" name="Google Shape;5890;g3f2552a43c7_0_636"/>
            <p:cNvSpPr/>
            <p:nvPr/>
          </p:nvSpPr>
          <p:spPr>
            <a:xfrm>
              <a:off x="6608576" y="1415010"/>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891" name="Google Shape;5891;g3f2552a43c7_0_636"/>
            <p:cNvSpPr/>
            <p:nvPr/>
          </p:nvSpPr>
          <p:spPr>
            <a:xfrm>
              <a:off x="5606045" y="2077429"/>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892" name="Google Shape;5892;g3f2552a43c7_0_636"/>
            <p:cNvSpPr/>
            <p:nvPr/>
          </p:nvSpPr>
          <p:spPr>
            <a:xfrm>
              <a:off x="6395513" y="2402985"/>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pic>
          <p:nvPicPr>
            <p:cNvPr id="5893" name="Google Shape;5893;g3f2552a43c7_0_636"/>
            <p:cNvPicPr preferRelativeResize="0"/>
            <p:nvPr/>
          </p:nvPicPr>
          <p:blipFill>
            <a:blip r:embed="rId2">
              <a:alphaModFix/>
            </a:blip>
            <a:stretch>
              <a:fillRect/>
            </a:stretch>
          </p:blipFill>
          <p:spPr>
            <a:xfrm>
              <a:off x="7484791" y="1799825"/>
              <a:ext cx="589800" cy="589800"/>
            </a:xfrm>
            <a:prstGeom prst="rect">
              <a:avLst/>
            </a:prstGeom>
            <a:noFill/>
            <a:ln>
              <a:noFill/>
            </a:ln>
          </p:spPr>
        </p:pic>
      </p:grpSp>
      <p:grpSp>
        <p:nvGrpSpPr>
          <p:cNvPr id="5894" name="Google Shape;5894;g3f2552a43c7_0_636"/>
          <p:cNvGrpSpPr/>
          <p:nvPr/>
        </p:nvGrpSpPr>
        <p:grpSpPr>
          <a:xfrm>
            <a:off x="4632145" y="4177998"/>
            <a:ext cx="3448283" cy="1316699"/>
            <a:chOff x="4632144" y="3034997"/>
            <a:chExt cx="3448283" cy="1316699"/>
          </a:xfrm>
        </p:grpSpPr>
        <p:sp>
          <p:nvSpPr>
            <p:cNvPr id="5895" name="Google Shape;5895;g3f2552a43c7_0_636"/>
            <p:cNvSpPr/>
            <p:nvPr/>
          </p:nvSpPr>
          <p:spPr>
            <a:xfrm>
              <a:off x="4632144" y="3034997"/>
              <a:ext cx="2586000" cy="6654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96" name="Google Shape;5896;g3f2552a43c7_0_636"/>
            <p:cNvSpPr/>
            <p:nvPr/>
          </p:nvSpPr>
          <p:spPr>
            <a:xfrm>
              <a:off x="5173070" y="3071794"/>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97" name="Google Shape;5897;g3f2552a43c7_0_636"/>
            <p:cNvSpPr/>
            <p:nvPr/>
          </p:nvSpPr>
          <p:spPr>
            <a:xfrm>
              <a:off x="4705148" y="3206115"/>
              <a:ext cx="187200" cy="254100"/>
            </a:xfrm>
            <a:prstGeom prst="rect">
              <a:avLst/>
            </a:prstGeom>
            <a:solidFill>
              <a:srgbClr val="C0392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98" name="Google Shape;5898;g3f2552a43c7_0_636"/>
            <p:cNvSpPr/>
            <p:nvPr/>
          </p:nvSpPr>
          <p:spPr>
            <a:xfrm>
              <a:off x="5173070" y="3399792"/>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899" name="Google Shape;5899;g3f2552a43c7_0_636"/>
            <p:cNvSpPr/>
            <p:nvPr/>
          </p:nvSpPr>
          <p:spPr>
            <a:xfrm>
              <a:off x="4939117" y="3206105"/>
              <a:ext cx="187200" cy="254100"/>
            </a:xfrm>
            <a:prstGeom prst="rect">
              <a:avLst/>
            </a:prstGeom>
            <a:solidFill>
              <a:srgbClr val="CC0000"/>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900" name="Google Shape;5900;g3f2552a43c7_0_636"/>
            <p:cNvSpPr/>
            <p:nvPr/>
          </p:nvSpPr>
          <p:spPr>
            <a:xfrm>
              <a:off x="4632144" y="3686295"/>
              <a:ext cx="2586000" cy="6654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901" name="Google Shape;5901;g3f2552a43c7_0_636"/>
            <p:cNvSpPr/>
            <p:nvPr/>
          </p:nvSpPr>
          <p:spPr>
            <a:xfrm>
              <a:off x="5173070" y="3723092"/>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902" name="Google Shape;5902;g3f2552a43c7_0_636"/>
            <p:cNvSpPr/>
            <p:nvPr/>
          </p:nvSpPr>
          <p:spPr>
            <a:xfrm>
              <a:off x="4705148" y="3857413"/>
              <a:ext cx="187200" cy="254100"/>
            </a:xfrm>
            <a:prstGeom prst="rect">
              <a:avLst/>
            </a:prstGeom>
            <a:solidFill>
              <a:srgbClr val="C0392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903" name="Google Shape;5903;g3f2552a43c7_0_636"/>
            <p:cNvSpPr/>
            <p:nvPr/>
          </p:nvSpPr>
          <p:spPr>
            <a:xfrm>
              <a:off x="5173070" y="4051090"/>
              <a:ext cx="1939500" cy="254100"/>
            </a:xfrm>
            <a:prstGeom prst="rect">
              <a:avLst/>
            </a:prstGeom>
            <a:solidFill>
              <a:srgbClr val="6D9EEB"/>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904" name="Google Shape;5904;g3f2552a43c7_0_636"/>
            <p:cNvSpPr/>
            <p:nvPr/>
          </p:nvSpPr>
          <p:spPr>
            <a:xfrm>
              <a:off x="4939117" y="3857404"/>
              <a:ext cx="187200" cy="254100"/>
            </a:xfrm>
            <a:prstGeom prst="rect">
              <a:avLst/>
            </a:prstGeom>
            <a:solidFill>
              <a:srgbClr val="CC0000"/>
            </a:solidFill>
            <a:ln w="6850" cap="flat" cmpd="sng">
              <a:solidFill>
                <a:schemeClr val="dk1"/>
              </a:solidFill>
              <a:prstDash val="solid"/>
              <a:round/>
              <a:headEnd type="none" w="sm" len="sm"/>
              <a:tailEnd type="none" w="sm" len="sm"/>
            </a:ln>
          </p:spPr>
          <p:txBody>
            <a:bodyPr spcFirstLastPara="1" wrap="square" lIns="32950" tIns="32950" rIns="32950" bIns="32950" anchor="ctr" anchorCtr="0">
              <a:noAutofit/>
            </a:bodyPr>
            <a:lstStyle/>
            <a:p>
              <a:pPr algn="ctr"/>
              <a:endParaRPr sz="505">
                <a:latin typeface="Calibri"/>
                <a:ea typeface="Calibri"/>
                <a:cs typeface="Calibri"/>
                <a:sym typeface="Calibri"/>
              </a:endParaRPr>
            </a:p>
          </p:txBody>
        </p:sp>
        <p:sp>
          <p:nvSpPr>
            <p:cNvPr id="5905" name="Google Shape;5905;g3f2552a43c7_0_636"/>
            <p:cNvSpPr/>
            <p:nvPr/>
          </p:nvSpPr>
          <p:spPr>
            <a:xfrm>
              <a:off x="6324090" y="3120635"/>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06" name="Google Shape;5906;g3f2552a43c7_0_636"/>
            <p:cNvSpPr/>
            <p:nvPr/>
          </p:nvSpPr>
          <p:spPr>
            <a:xfrm>
              <a:off x="6619695" y="3120630"/>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07" name="Google Shape;5907;g3f2552a43c7_0_636"/>
            <p:cNvSpPr/>
            <p:nvPr/>
          </p:nvSpPr>
          <p:spPr>
            <a:xfrm>
              <a:off x="6059412" y="3774272"/>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08" name="Google Shape;5908;g3f2552a43c7_0_636"/>
            <p:cNvSpPr/>
            <p:nvPr/>
          </p:nvSpPr>
          <p:spPr>
            <a:xfrm>
              <a:off x="5841807" y="4108476"/>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09" name="Google Shape;5909;g3f2552a43c7_0_636"/>
            <p:cNvSpPr/>
            <p:nvPr/>
          </p:nvSpPr>
          <p:spPr>
            <a:xfrm>
              <a:off x="6261875" y="3060375"/>
              <a:ext cx="589800" cy="255300"/>
            </a:xfrm>
            <a:prstGeom prst="rect">
              <a:avLst/>
            </a:prstGeom>
            <a:noFill/>
            <a:ln w="31875" cap="flat" cmpd="sng">
              <a:solidFill>
                <a:srgbClr val="FF0000"/>
              </a:solidFill>
              <a:prstDash val="dash"/>
              <a:round/>
              <a:headEnd type="none" w="sm" len="sm"/>
              <a:tailEnd type="none" w="sm" len="sm"/>
            </a:ln>
          </p:spPr>
          <p:txBody>
            <a:bodyPr spcFirstLastPara="1" wrap="square" lIns="101950" tIns="101950" rIns="101950" bIns="101950" anchor="ctr" anchorCtr="0">
              <a:noAutofit/>
            </a:bodyPr>
            <a:lstStyle/>
            <a:p>
              <a:pPr algn="ctr"/>
              <a:endParaRPr sz="1561">
                <a:latin typeface="Calibri"/>
                <a:ea typeface="Calibri"/>
                <a:cs typeface="Calibri"/>
                <a:sym typeface="Calibri"/>
              </a:endParaRPr>
            </a:p>
          </p:txBody>
        </p:sp>
        <p:pic>
          <p:nvPicPr>
            <p:cNvPr id="5910" name="Google Shape;5910;g3f2552a43c7_0_636"/>
            <p:cNvPicPr preferRelativeResize="0"/>
            <p:nvPr/>
          </p:nvPicPr>
          <p:blipFill>
            <a:blip r:embed="rId2">
              <a:alphaModFix/>
            </a:blip>
            <a:stretch>
              <a:fillRect/>
            </a:stretch>
          </p:blipFill>
          <p:spPr>
            <a:xfrm>
              <a:off x="7490628" y="3384400"/>
              <a:ext cx="589800" cy="589800"/>
            </a:xfrm>
            <a:prstGeom prst="rect">
              <a:avLst/>
            </a:prstGeom>
            <a:noFill/>
            <a:ln>
              <a:noFill/>
            </a:ln>
          </p:spPr>
        </p:pic>
      </p:grpSp>
      <p:grpSp>
        <p:nvGrpSpPr>
          <p:cNvPr id="5911" name="Google Shape;5911;g3f2552a43c7_0_636"/>
          <p:cNvGrpSpPr/>
          <p:nvPr/>
        </p:nvGrpSpPr>
        <p:grpSpPr>
          <a:xfrm>
            <a:off x="8513137" y="2013388"/>
            <a:ext cx="3322016" cy="1793250"/>
            <a:chOff x="8513137" y="870388"/>
            <a:chExt cx="3322016" cy="1793250"/>
          </a:xfrm>
        </p:grpSpPr>
        <p:sp>
          <p:nvSpPr>
            <p:cNvPr id="5912" name="Google Shape;5912;g3f2552a43c7_0_636"/>
            <p:cNvSpPr/>
            <p:nvPr/>
          </p:nvSpPr>
          <p:spPr>
            <a:xfrm>
              <a:off x="8513137" y="1353538"/>
              <a:ext cx="2512800" cy="1310100"/>
            </a:xfrm>
            <a:prstGeom prst="rect">
              <a:avLst/>
            </a:prstGeom>
            <a:solidFill>
              <a:schemeClr val="lt2"/>
            </a:solidFill>
            <a:ln w="13375" cap="flat" cmpd="sng">
              <a:solidFill>
                <a:srgbClr val="1A1A1A"/>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13" name="Google Shape;5913;g3f2552a43c7_0_636"/>
            <p:cNvSpPr/>
            <p:nvPr/>
          </p:nvSpPr>
          <p:spPr>
            <a:xfrm>
              <a:off x="9038833" y="1428357"/>
              <a:ext cx="1884600" cy="2421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14" name="Google Shape;5914;g3f2552a43c7_0_636"/>
            <p:cNvSpPr/>
            <p:nvPr/>
          </p:nvSpPr>
          <p:spPr>
            <a:xfrm>
              <a:off x="8584081" y="1748461"/>
              <a:ext cx="182100" cy="438300"/>
            </a:xfrm>
            <a:prstGeom prst="rect">
              <a:avLst/>
            </a:prstGeom>
            <a:solidFill>
              <a:srgbClr val="073763"/>
            </a:solidFill>
            <a:ln w="6675" cap="flat" cmpd="sng">
              <a:solidFill>
                <a:schemeClr val="dk1"/>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15" name="Google Shape;5915;g3f2552a43c7_0_636"/>
            <p:cNvSpPr/>
            <p:nvPr/>
          </p:nvSpPr>
          <p:spPr>
            <a:xfrm>
              <a:off x="9038833" y="1714442"/>
              <a:ext cx="1884600" cy="2421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16" name="Google Shape;5916;g3f2552a43c7_0_636"/>
            <p:cNvSpPr/>
            <p:nvPr/>
          </p:nvSpPr>
          <p:spPr>
            <a:xfrm>
              <a:off x="8811455" y="1529863"/>
              <a:ext cx="182100" cy="2421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17" name="Google Shape;5917;g3f2552a43c7_0_636"/>
            <p:cNvSpPr/>
            <p:nvPr/>
          </p:nvSpPr>
          <p:spPr>
            <a:xfrm>
              <a:off x="9038856" y="2036025"/>
              <a:ext cx="1884600" cy="2421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18" name="Google Shape;5918;g3f2552a43c7_0_636"/>
            <p:cNvSpPr/>
            <p:nvPr/>
          </p:nvSpPr>
          <p:spPr>
            <a:xfrm>
              <a:off x="9038833" y="2334823"/>
              <a:ext cx="1884600" cy="2421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19" name="Google Shape;5919;g3f2552a43c7_0_636"/>
            <p:cNvSpPr/>
            <p:nvPr/>
          </p:nvSpPr>
          <p:spPr>
            <a:xfrm>
              <a:off x="8811467" y="2150331"/>
              <a:ext cx="182100" cy="2421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50" tIns="32050" rIns="32050" bIns="32050" anchor="ctr" anchorCtr="0">
              <a:noAutofit/>
            </a:bodyPr>
            <a:lstStyle/>
            <a:p>
              <a:pPr algn="ctr"/>
              <a:endParaRPr sz="490">
                <a:latin typeface="Calibri"/>
                <a:ea typeface="Calibri"/>
                <a:cs typeface="Calibri"/>
                <a:sym typeface="Calibri"/>
              </a:endParaRPr>
            </a:p>
          </p:txBody>
        </p:sp>
        <p:sp>
          <p:nvSpPr>
            <p:cNvPr id="5920" name="Google Shape;5920;g3f2552a43c7_0_636"/>
            <p:cNvSpPr txBox="1"/>
            <p:nvPr/>
          </p:nvSpPr>
          <p:spPr>
            <a:xfrm>
              <a:off x="9138370" y="870388"/>
              <a:ext cx="1446900" cy="492600"/>
            </a:xfrm>
            <a:prstGeom prst="rect">
              <a:avLst/>
            </a:prstGeom>
            <a:noFill/>
            <a:ln>
              <a:noFill/>
            </a:ln>
          </p:spPr>
          <p:txBody>
            <a:bodyPr spcFirstLastPara="1" wrap="square" lIns="91425" tIns="91425" rIns="91425" bIns="91425" anchor="t" anchorCtr="0">
              <a:spAutoFit/>
            </a:bodyPr>
            <a:lstStyle/>
            <a:p>
              <a:r>
                <a:rPr lang="en-US" sz="2000" b="1">
                  <a:solidFill>
                    <a:srgbClr val="1A1A1A"/>
                  </a:solidFill>
                  <a:latin typeface="Calibri"/>
                  <a:ea typeface="Calibri"/>
                  <a:cs typeface="Calibri"/>
                  <a:sym typeface="Calibri"/>
                </a:rPr>
                <a:t>G-mode</a:t>
              </a:r>
              <a:endParaRPr sz="400"/>
            </a:p>
          </p:txBody>
        </p:sp>
        <p:sp>
          <p:nvSpPr>
            <p:cNvPr id="5921" name="Google Shape;5921;g3f2552a43c7_0_636"/>
            <p:cNvSpPr/>
            <p:nvPr/>
          </p:nvSpPr>
          <p:spPr>
            <a:xfrm>
              <a:off x="9934497" y="1746772"/>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sp>
          <p:nvSpPr>
            <p:cNvPr id="5922" name="Google Shape;5922;g3f2552a43c7_0_636"/>
            <p:cNvSpPr/>
            <p:nvPr/>
          </p:nvSpPr>
          <p:spPr>
            <a:xfrm>
              <a:off x="10478974" y="1466744"/>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sp>
          <p:nvSpPr>
            <p:cNvPr id="5923" name="Google Shape;5923;g3f2552a43c7_0_636"/>
            <p:cNvSpPr/>
            <p:nvPr/>
          </p:nvSpPr>
          <p:spPr>
            <a:xfrm>
              <a:off x="9504739" y="2088030"/>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sp>
          <p:nvSpPr>
            <p:cNvPr id="5924" name="Google Shape;5924;g3f2552a43c7_0_636"/>
            <p:cNvSpPr/>
            <p:nvPr/>
          </p:nvSpPr>
          <p:spPr>
            <a:xfrm>
              <a:off x="10271925" y="2381958"/>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pic>
          <p:nvPicPr>
            <p:cNvPr id="5925" name="Google Shape;5925;g3f2552a43c7_0_636"/>
            <p:cNvPicPr preferRelativeResize="0"/>
            <p:nvPr/>
          </p:nvPicPr>
          <p:blipFill>
            <a:blip r:embed="rId2">
              <a:alphaModFix/>
            </a:blip>
            <a:stretch>
              <a:fillRect/>
            </a:stretch>
          </p:blipFill>
          <p:spPr>
            <a:xfrm>
              <a:off x="11245353" y="1771975"/>
              <a:ext cx="589800" cy="589800"/>
            </a:xfrm>
            <a:prstGeom prst="rect">
              <a:avLst/>
            </a:prstGeom>
            <a:noFill/>
            <a:ln>
              <a:noFill/>
            </a:ln>
          </p:spPr>
        </p:pic>
      </p:grpSp>
      <p:grpSp>
        <p:nvGrpSpPr>
          <p:cNvPr id="5926" name="Google Shape;5926;g3f2552a43c7_0_636"/>
          <p:cNvGrpSpPr/>
          <p:nvPr/>
        </p:nvGrpSpPr>
        <p:grpSpPr>
          <a:xfrm>
            <a:off x="8513692" y="4150910"/>
            <a:ext cx="3321849" cy="1342534"/>
            <a:chOff x="8513691" y="3007910"/>
            <a:chExt cx="3321849" cy="1342534"/>
          </a:xfrm>
        </p:grpSpPr>
        <p:grpSp>
          <p:nvGrpSpPr>
            <p:cNvPr id="5927" name="Google Shape;5927;g3f2552a43c7_0_636"/>
            <p:cNvGrpSpPr/>
            <p:nvPr/>
          </p:nvGrpSpPr>
          <p:grpSpPr>
            <a:xfrm>
              <a:off x="8516522" y="3008161"/>
              <a:ext cx="2510145" cy="1342283"/>
              <a:chOff x="8406469" y="4388050"/>
              <a:chExt cx="2780400" cy="1486800"/>
            </a:xfrm>
          </p:grpSpPr>
          <p:sp>
            <p:nvSpPr>
              <p:cNvPr id="5928" name="Google Shape;5928;g3f2552a43c7_0_636"/>
              <p:cNvSpPr/>
              <p:nvPr/>
            </p:nvSpPr>
            <p:spPr>
              <a:xfrm>
                <a:off x="8406469" y="4388050"/>
                <a:ext cx="2780400" cy="1486800"/>
              </a:xfrm>
              <a:prstGeom prst="rect">
                <a:avLst/>
              </a:prstGeom>
              <a:solidFill>
                <a:schemeClr val="lt2"/>
              </a:solidFill>
              <a:ln w="13350" cap="flat" cmpd="sng">
                <a:solidFill>
                  <a:srgbClr val="1A1A1A"/>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29" name="Google Shape;5929;g3f2552a43c7_0_636"/>
              <p:cNvSpPr/>
              <p:nvPr/>
            </p:nvSpPr>
            <p:spPr>
              <a:xfrm>
                <a:off x="8988158" y="4458419"/>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30" name="Google Shape;5930;g3f2552a43c7_0_636"/>
              <p:cNvSpPr/>
              <p:nvPr/>
            </p:nvSpPr>
            <p:spPr>
              <a:xfrm>
                <a:off x="8484969" y="4825383"/>
                <a:ext cx="201300" cy="502500"/>
              </a:xfrm>
              <a:prstGeom prst="rect">
                <a:avLst/>
              </a:prstGeom>
              <a:solidFill>
                <a:srgbClr val="073763"/>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31" name="Google Shape;5931;g3f2552a43c7_0_636"/>
              <p:cNvSpPr/>
              <p:nvPr/>
            </p:nvSpPr>
            <p:spPr>
              <a:xfrm>
                <a:off x="8988158" y="47863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32" name="Google Shape;5932;g3f2552a43c7_0_636"/>
              <p:cNvSpPr/>
              <p:nvPr/>
            </p:nvSpPr>
            <p:spPr>
              <a:xfrm>
                <a:off x="8736562" y="45747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33" name="Google Shape;5933;g3f2552a43c7_0_636"/>
              <p:cNvSpPr/>
              <p:nvPr/>
            </p:nvSpPr>
            <p:spPr>
              <a:xfrm>
                <a:off x="8988183" y="5155044"/>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34" name="Google Shape;5934;g3f2552a43c7_0_636"/>
              <p:cNvSpPr/>
              <p:nvPr/>
            </p:nvSpPr>
            <p:spPr>
              <a:xfrm>
                <a:off x="8988158" y="54975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35" name="Google Shape;5935;g3f2552a43c7_0_636"/>
              <p:cNvSpPr/>
              <p:nvPr/>
            </p:nvSpPr>
            <p:spPr>
              <a:xfrm>
                <a:off x="8736574" y="52860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36" name="Google Shape;5936;g3f2552a43c7_0_636"/>
              <p:cNvSpPr/>
              <p:nvPr/>
            </p:nvSpPr>
            <p:spPr>
              <a:xfrm>
                <a:off x="10059228" y="4503929"/>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sp>
            <p:nvSpPr>
              <p:cNvPr id="5937" name="Google Shape;5937;g3f2552a43c7_0_636"/>
              <p:cNvSpPr/>
              <p:nvPr/>
            </p:nvSpPr>
            <p:spPr>
              <a:xfrm>
                <a:off x="9759403" y="4858122"/>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sp>
            <p:nvSpPr>
              <p:cNvPr id="5938" name="Google Shape;5938;g3f2552a43c7_0_636"/>
              <p:cNvSpPr/>
              <p:nvPr/>
            </p:nvSpPr>
            <p:spPr>
              <a:xfrm>
                <a:off x="10372853" y="5216288"/>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sp>
            <p:nvSpPr>
              <p:cNvPr id="5939" name="Google Shape;5939;g3f2552a43c7_0_636"/>
              <p:cNvSpPr/>
              <p:nvPr/>
            </p:nvSpPr>
            <p:spPr>
              <a:xfrm>
                <a:off x="10372853" y="4505095"/>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grpSp>
        <p:grpSp>
          <p:nvGrpSpPr>
            <p:cNvPr id="5940" name="Google Shape;5940;g3f2552a43c7_0_636"/>
            <p:cNvGrpSpPr/>
            <p:nvPr/>
          </p:nvGrpSpPr>
          <p:grpSpPr>
            <a:xfrm>
              <a:off x="8513691" y="3007910"/>
              <a:ext cx="2510145" cy="1342283"/>
              <a:chOff x="8406469" y="4388050"/>
              <a:chExt cx="2780400" cy="1486800"/>
            </a:xfrm>
          </p:grpSpPr>
          <p:sp>
            <p:nvSpPr>
              <p:cNvPr id="5941" name="Google Shape;5941;g3f2552a43c7_0_636"/>
              <p:cNvSpPr/>
              <p:nvPr/>
            </p:nvSpPr>
            <p:spPr>
              <a:xfrm>
                <a:off x="8406469" y="4388050"/>
                <a:ext cx="2780400" cy="1486800"/>
              </a:xfrm>
              <a:prstGeom prst="rect">
                <a:avLst/>
              </a:prstGeom>
              <a:solidFill>
                <a:schemeClr val="lt2"/>
              </a:solidFill>
              <a:ln w="13350" cap="flat" cmpd="sng">
                <a:solidFill>
                  <a:srgbClr val="1A1A1A"/>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42" name="Google Shape;5942;g3f2552a43c7_0_636"/>
              <p:cNvSpPr/>
              <p:nvPr/>
            </p:nvSpPr>
            <p:spPr>
              <a:xfrm>
                <a:off x="8988158" y="4458419"/>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43" name="Google Shape;5943;g3f2552a43c7_0_636"/>
              <p:cNvSpPr/>
              <p:nvPr/>
            </p:nvSpPr>
            <p:spPr>
              <a:xfrm>
                <a:off x="8484969" y="4825383"/>
                <a:ext cx="201300" cy="502500"/>
              </a:xfrm>
              <a:prstGeom prst="rect">
                <a:avLst/>
              </a:prstGeom>
              <a:solidFill>
                <a:srgbClr val="073763"/>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44" name="Google Shape;5944;g3f2552a43c7_0_636"/>
              <p:cNvSpPr/>
              <p:nvPr/>
            </p:nvSpPr>
            <p:spPr>
              <a:xfrm>
                <a:off x="8988158" y="47863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45" name="Google Shape;5945;g3f2552a43c7_0_636"/>
              <p:cNvSpPr/>
              <p:nvPr/>
            </p:nvSpPr>
            <p:spPr>
              <a:xfrm>
                <a:off x="8736562" y="45747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46" name="Google Shape;5946;g3f2552a43c7_0_636"/>
              <p:cNvSpPr/>
              <p:nvPr/>
            </p:nvSpPr>
            <p:spPr>
              <a:xfrm>
                <a:off x="8988183" y="5155044"/>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47" name="Google Shape;5947;g3f2552a43c7_0_636"/>
              <p:cNvSpPr/>
              <p:nvPr/>
            </p:nvSpPr>
            <p:spPr>
              <a:xfrm>
                <a:off x="8988158" y="54975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48" name="Google Shape;5948;g3f2552a43c7_0_636"/>
              <p:cNvSpPr/>
              <p:nvPr/>
            </p:nvSpPr>
            <p:spPr>
              <a:xfrm>
                <a:off x="8736574" y="52860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grpSp>
        <p:sp>
          <p:nvSpPr>
            <p:cNvPr id="5949" name="Google Shape;5949;g3f2552a43c7_0_636"/>
            <p:cNvSpPr/>
            <p:nvPr/>
          </p:nvSpPr>
          <p:spPr>
            <a:xfrm>
              <a:off x="10048797" y="3069374"/>
              <a:ext cx="639000" cy="246300"/>
            </a:xfrm>
            <a:prstGeom prst="rect">
              <a:avLst/>
            </a:prstGeom>
            <a:noFill/>
            <a:ln w="30975" cap="flat" cmpd="sng">
              <a:solidFill>
                <a:srgbClr val="FF0000"/>
              </a:solidFill>
              <a:prstDash val="dash"/>
              <a:round/>
              <a:headEnd type="none" w="sm" len="sm"/>
              <a:tailEnd type="none" w="sm" len="sm"/>
            </a:ln>
          </p:spPr>
          <p:txBody>
            <a:bodyPr spcFirstLastPara="1" wrap="square" lIns="99075" tIns="99075" rIns="99075" bIns="99075" anchor="ctr" anchorCtr="0">
              <a:noAutofit/>
            </a:bodyPr>
            <a:lstStyle/>
            <a:p>
              <a:pPr algn="ctr"/>
              <a:endParaRPr sz="1517">
                <a:latin typeface="Calibri"/>
                <a:ea typeface="Calibri"/>
                <a:cs typeface="Calibri"/>
                <a:sym typeface="Calibri"/>
              </a:endParaRPr>
            </a:p>
          </p:txBody>
        </p:sp>
        <p:sp>
          <p:nvSpPr>
            <p:cNvPr id="5950" name="Google Shape;5950;g3f2552a43c7_0_636"/>
            <p:cNvSpPr/>
            <p:nvPr/>
          </p:nvSpPr>
          <p:spPr>
            <a:xfrm>
              <a:off x="10125431" y="3117304"/>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sp>
          <p:nvSpPr>
            <p:cNvPr id="5951" name="Google Shape;5951;g3f2552a43c7_0_636"/>
            <p:cNvSpPr/>
            <p:nvPr/>
          </p:nvSpPr>
          <p:spPr>
            <a:xfrm>
              <a:off x="10412693" y="3117300"/>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sp>
          <p:nvSpPr>
            <p:cNvPr id="5952" name="Google Shape;5952;g3f2552a43c7_0_636"/>
            <p:cNvSpPr/>
            <p:nvPr/>
          </p:nvSpPr>
          <p:spPr>
            <a:xfrm>
              <a:off x="9868223" y="3752493"/>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sp>
          <p:nvSpPr>
            <p:cNvPr id="5953" name="Google Shape;5953;g3f2552a43c7_0_636"/>
            <p:cNvSpPr/>
            <p:nvPr/>
          </p:nvSpPr>
          <p:spPr>
            <a:xfrm>
              <a:off x="9656760" y="4077264"/>
              <a:ext cx="162000" cy="152100"/>
            </a:xfrm>
            <a:prstGeom prst="ellipse">
              <a:avLst/>
            </a:prstGeom>
            <a:solidFill>
              <a:srgbClr val="FF0000"/>
            </a:solidFill>
            <a:ln>
              <a:noFill/>
            </a:ln>
            <a:effectLst>
              <a:outerShdw blurRad="35436" dist="20431" dir="5400000" rotWithShape="0">
                <a:srgbClr val="000000">
                  <a:alpha val="34900"/>
                </a:srgbClr>
              </a:outerShdw>
            </a:effectLst>
          </p:spPr>
          <p:txBody>
            <a:bodyPr spcFirstLastPara="1" wrap="square" lIns="79800" tIns="39900" rIns="79800" bIns="39900" anchor="ctr" anchorCtr="0">
              <a:noAutofit/>
            </a:bodyPr>
            <a:lstStyle/>
            <a:p>
              <a:pPr algn="ctr"/>
              <a:endParaRPr sz="1596">
                <a:solidFill>
                  <a:schemeClr val="lt1"/>
                </a:solidFill>
                <a:latin typeface="Calibri"/>
                <a:ea typeface="Calibri"/>
                <a:cs typeface="Calibri"/>
                <a:sym typeface="Calibri"/>
              </a:endParaRPr>
            </a:p>
          </p:txBody>
        </p:sp>
        <p:pic>
          <p:nvPicPr>
            <p:cNvPr id="5954" name="Google Shape;5954;g3f2552a43c7_0_636"/>
            <p:cNvPicPr preferRelativeResize="0"/>
            <p:nvPr/>
          </p:nvPicPr>
          <p:blipFill>
            <a:blip r:embed="rId2">
              <a:alphaModFix/>
            </a:blip>
            <a:stretch>
              <a:fillRect/>
            </a:stretch>
          </p:blipFill>
          <p:spPr>
            <a:xfrm>
              <a:off x="11245740" y="3384150"/>
              <a:ext cx="589800" cy="589800"/>
            </a:xfrm>
            <a:prstGeom prst="rect">
              <a:avLst/>
            </a:prstGeom>
            <a:noFill/>
            <a:ln>
              <a:noFill/>
            </a:ln>
          </p:spPr>
        </p:pic>
      </p:grpSp>
      <p:grpSp>
        <p:nvGrpSpPr>
          <p:cNvPr id="5955" name="Google Shape;5955;g3f2552a43c7_0_636"/>
          <p:cNvGrpSpPr/>
          <p:nvPr/>
        </p:nvGrpSpPr>
        <p:grpSpPr>
          <a:xfrm>
            <a:off x="8512280" y="5837767"/>
            <a:ext cx="3322549" cy="1342534"/>
            <a:chOff x="8512279" y="4694767"/>
            <a:chExt cx="3322549" cy="1342534"/>
          </a:xfrm>
        </p:grpSpPr>
        <p:grpSp>
          <p:nvGrpSpPr>
            <p:cNvPr id="5956" name="Google Shape;5956;g3f2552a43c7_0_636"/>
            <p:cNvGrpSpPr/>
            <p:nvPr/>
          </p:nvGrpSpPr>
          <p:grpSpPr>
            <a:xfrm>
              <a:off x="8515109" y="4695018"/>
              <a:ext cx="2510145" cy="1342283"/>
              <a:chOff x="8406469" y="4388050"/>
              <a:chExt cx="2780400" cy="1486800"/>
            </a:xfrm>
          </p:grpSpPr>
          <p:sp>
            <p:nvSpPr>
              <p:cNvPr id="5957" name="Google Shape;5957;g3f2552a43c7_0_636"/>
              <p:cNvSpPr/>
              <p:nvPr/>
            </p:nvSpPr>
            <p:spPr>
              <a:xfrm>
                <a:off x="8406469" y="4388050"/>
                <a:ext cx="2780400" cy="1486800"/>
              </a:xfrm>
              <a:prstGeom prst="rect">
                <a:avLst/>
              </a:prstGeom>
              <a:solidFill>
                <a:schemeClr val="lt2"/>
              </a:solidFill>
              <a:ln w="13350" cap="flat" cmpd="sng">
                <a:solidFill>
                  <a:srgbClr val="1A1A1A"/>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58" name="Google Shape;5958;g3f2552a43c7_0_636"/>
              <p:cNvSpPr/>
              <p:nvPr/>
            </p:nvSpPr>
            <p:spPr>
              <a:xfrm>
                <a:off x="8988158" y="4458419"/>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59" name="Google Shape;5959;g3f2552a43c7_0_636"/>
              <p:cNvSpPr/>
              <p:nvPr/>
            </p:nvSpPr>
            <p:spPr>
              <a:xfrm>
                <a:off x="8484969" y="4825383"/>
                <a:ext cx="201300" cy="502500"/>
              </a:xfrm>
              <a:prstGeom prst="rect">
                <a:avLst/>
              </a:prstGeom>
              <a:solidFill>
                <a:srgbClr val="073763"/>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60" name="Google Shape;5960;g3f2552a43c7_0_636"/>
              <p:cNvSpPr/>
              <p:nvPr/>
            </p:nvSpPr>
            <p:spPr>
              <a:xfrm>
                <a:off x="8988158" y="47863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61" name="Google Shape;5961;g3f2552a43c7_0_636"/>
              <p:cNvSpPr/>
              <p:nvPr/>
            </p:nvSpPr>
            <p:spPr>
              <a:xfrm>
                <a:off x="8736562" y="45747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62" name="Google Shape;5962;g3f2552a43c7_0_636"/>
              <p:cNvSpPr/>
              <p:nvPr/>
            </p:nvSpPr>
            <p:spPr>
              <a:xfrm>
                <a:off x="8988183" y="5155044"/>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63" name="Google Shape;5963;g3f2552a43c7_0_636"/>
              <p:cNvSpPr/>
              <p:nvPr/>
            </p:nvSpPr>
            <p:spPr>
              <a:xfrm>
                <a:off x="8988158" y="54975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64" name="Google Shape;5964;g3f2552a43c7_0_636"/>
              <p:cNvSpPr/>
              <p:nvPr/>
            </p:nvSpPr>
            <p:spPr>
              <a:xfrm>
                <a:off x="8736574" y="52860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65" name="Google Shape;5965;g3f2552a43c7_0_636"/>
              <p:cNvSpPr/>
              <p:nvPr/>
            </p:nvSpPr>
            <p:spPr>
              <a:xfrm>
                <a:off x="10059228" y="4503929"/>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sp>
            <p:nvSpPr>
              <p:cNvPr id="5966" name="Google Shape;5966;g3f2552a43c7_0_636"/>
              <p:cNvSpPr/>
              <p:nvPr/>
            </p:nvSpPr>
            <p:spPr>
              <a:xfrm>
                <a:off x="9759403" y="4858122"/>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sp>
            <p:nvSpPr>
              <p:cNvPr id="5967" name="Google Shape;5967;g3f2552a43c7_0_636"/>
              <p:cNvSpPr/>
              <p:nvPr/>
            </p:nvSpPr>
            <p:spPr>
              <a:xfrm>
                <a:off x="10372853" y="5216288"/>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sp>
            <p:nvSpPr>
              <p:cNvPr id="5968" name="Google Shape;5968;g3f2552a43c7_0_636"/>
              <p:cNvSpPr/>
              <p:nvPr/>
            </p:nvSpPr>
            <p:spPr>
              <a:xfrm>
                <a:off x="10372853" y="4505095"/>
                <a:ext cx="182400" cy="171600"/>
              </a:xfrm>
              <a:prstGeom prst="ellipse">
                <a:avLst/>
              </a:prstGeom>
              <a:solidFill>
                <a:srgbClr val="FF0000"/>
              </a:solidFill>
              <a:ln>
                <a:noFill/>
              </a:ln>
              <a:effectLst>
                <a:outerShdw blurRad="36074" dist="20800" dir="5400000" rotWithShape="0">
                  <a:srgbClr val="000000">
                    <a:alpha val="34900"/>
                  </a:srgbClr>
                </a:outerShdw>
              </a:effectLst>
            </p:spPr>
            <p:txBody>
              <a:bodyPr spcFirstLastPara="1" wrap="square" lIns="81250" tIns="40625" rIns="81250" bIns="40625" anchor="ctr" anchorCtr="0">
                <a:noAutofit/>
              </a:bodyPr>
              <a:lstStyle/>
              <a:p>
                <a:pPr algn="ctr"/>
                <a:endParaRPr sz="1625">
                  <a:solidFill>
                    <a:schemeClr val="lt1"/>
                  </a:solidFill>
                  <a:latin typeface="Calibri"/>
                  <a:ea typeface="Calibri"/>
                  <a:cs typeface="Calibri"/>
                  <a:sym typeface="Calibri"/>
                </a:endParaRPr>
              </a:p>
            </p:txBody>
          </p:sp>
        </p:grpSp>
        <p:grpSp>
          <p:nvGrpSpPr>
            <p:cNvPr id="5969" name="Google Shape;5969;g3f2552a43c7_0_636"/>
            <p:cNvGrpSpPr/>
            <p:nvPr/>
          </p:nvGrpSpPr>
          <p:grpSpPr>
            <a:xfrm>
              <a:off x="8512279" y="4694767"/>
              <a:ext cx="2510145" cy="1342283"/>
              <a:chOff x="8406469" y="4388050"/>
              <a:chExt cx="2780400" cy="1486800"/>
            </a:xfrm>
          </p:grpSpPr>
          <p:sp>
            <p:nvSpPr>
              <p:cNvPr id="5970" name="Google Shape;5970;g3f2552a43c7_0_636"/>
              <p:cNvSpPr/>
              <p:nvPr/>
            </p:nvSpPr>
            <p:spPr>
              <a:xfrm>
                <a:off x="8406469" y="4388050"/>
                <a:ext cx="2780400" cy="1486800"/>
              </a:xfrm>
              <a:prstGeom prst="rect">
                <a:avLst/>
              </a:prstGeom>
              <a:solidFill>
                <a:schemeClr val="lt2"/>
              </a:solidFill>
              <a:ln w="13350" cap="flat" cmpd="sng">
                <a:solidFill>
                  <a:srgbClr val="1A1A1A"/>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71" name="Google Shape;5971;g3f2552a43c7_0_636"/>
              <p:cNvSpPr/>
              <p:nvPr/>
            </p:nvSpPr>
            <p:spPr>
              <a:xfrm>
                <a:off x="8988158" y="4458419"/>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72" name="Google Shape;5972;g3f2552a43c7_0_636"/>
              <p:cNvSpPr/>
              <p:nvPr/>
            </p:nvSpPr>
            <p:spPr>
              <a:xfrm>
                <a:off x="8484969" y="4825383"/>
                <a:ext cx="201300" cy="502500"/>
              </a:xfrm>
              <a:prstGeom prst="rect">
                <a:avLst/>
              </a:prstGeom>
              <a:solidFill>
                <a:srgbClr val="073763"/>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73" name="Google Shape;5973;g3f2552a43c7_0_636"/>
              <p:cNvSpPr/>
              <p:nvPr/>
            </p:nvSpPr>
            <p:spPr>
              <a:xfrm>
                <a:off x="8988158" y="47863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74" name="Google Shape;5974;g3f2552a43c7_0_636"/>
              <p:cNvSpPr/>
              <p:nvPr/>
            </p:nvSpPr>
            <p:spPr>
              <a:xfrm>
                <a:off x="8736562" y="45747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75" name="Google Shape;5975;g3f2552a43c7_0_636"/>
              <p:cNvSpPr/>
              <p:nvPr/>
            </p:nvSpPr>
            <p:spPr>
              <a:xfrm>
                <a:off x="8988183" y="5155044"/>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76" name="Google Shape;5976;g3f2552a43c7_0_636"/>
              <p:cNvSpPr/>
              <p:nvPr/>
            </p:nvSpPr>
            <p:spPr>
              <a:xfrm>
                <a:off x="8988158" y="5497583"/>
                <a:ext cx="2085300" cy="277800"/>
              </a:xfrm>
              <a:prstGeom prst="rect">
                <a:avLst/>
              </a:prstGeom>
              <a:solidFill>
                <a:srgbClr val="6D9EEB"/>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sp>
            <p:nvSpPr>
              <p:cNvPr id="5977" name="Google Shape;5977;g3f2552a43c7_0_636"/>
              <p:cNvSpPr/>
              <p:nvPr/>
            </p:nvSpPr>
            <p:spPr>
              <a:xfrm>
                <a:off x="8736574" y="5286083"/>
                <a:ext cx="201300" cy="277800"/>
              </a:xfrm>
              <a:prstGeom prst="rect">
                <a:avLst/>
              </a:prstGeom>
              <a:solidFill>
                <a:srgbClr val="CC0000"/>
              </a:solidFill>
              <a:ln w="6675" cap="flat" cmpd="sng">
                <a:solidFill>
                  <a:schemeClr val="dk1"/>
                </a:solidFill>
                <a:prstDash val="solid"/>
                <a:round/>
                <a:headEnd type="none" w="sm" len="sm"/>
                <a:tailEnd type="none" w="sm" len="sm"/>
              </a:ln>
            </p:spPr>
            <p:txBody>
              <a:bodyPr spcFirstLastPara="1" wrap="square" lIns="32000" tIns="32000" rIns="32000" bIns="32000" anchor="ctr" anchorCtr="0">
                <a:noAutofit/>
              </a:bodyPr>
              <a:lstStyle/>
              <a:p>
                <a:pPr algn="ctr"/>
                <a:endParaRPr sz="490">
                  <a:latin typeface="Calibri"/>
                  <a:ea typeface="Calibri"/>
                  <a:cs typeface="Calibri"/>
                  <a:sym typeface="Calibri"/>
                </a:endParaRPr>
              </a:p>
            </p:txBody>
          </p:sp>
        </p:grpSp>
        <p:sp>
          <p:nvSpPr>
            <p:cNvPr id="5978" name="Google Shape;5978;g3f2552a43c7_0_636"/>
            <p:cNvSpPr/>
            <p:nvPr/>
          </p:nvSpPr>
          <p:spPr>
            <a:xfrm>
              <a:off x="10495606" y="4802565"/>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79" name="Google Shape;5979;g3f2552a43c7_0_636"/>
            <p:cNvSpPr/>
            <p:nvPr/>
          </p:nvSpPr>
          <p:spPr>
            <a:xfrm>
              <a:off x="10187114" y="4802565"/>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80" name="Google Shape;5980;g3f2552a43c7_0_636"/>
            <p:cNvSpPr/>
            <p:nvPr/>
          </p:nvSpPr>
          <p:spPr>
            <a:xfrm>
              <a:off x="9878622" y="4804805"/>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81" name="Google Shape;5981;g3f2552a43c7_0_636"/>
            <p:cNvSpPr/>
            <p:nvPr/>
          </p:nvSpPr>
          <p:spPr>
            <a:xfrm>
              <a:off x="9688195" y="5734414"/>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5982" name="Google Shape;5982;g3f2552a43c7_0_636"/>
            <p:cNvSpPr/>
            <p:nvPr/>
          </p:nvSpPr>
          <p:spPr>
            <a:xfrm>
              <a:off x="9829383" y="4758452"/>
              <a:ext cx="882300" cy="253500"/>
            </a:xfrm>
            <a:prstGeom prst="rect">
              <a:avLst/>
            </a:prstGeom>
            <a:noFill/>
            <a:ln w="31875" cap="flat" cmpd="sng">
              <a:solidFill>
                <a:srgbClr val="FF0000"/>
              </a:solidFill>
              <a:prstDash val="dash"/>
              <a:round/>
              <a:headEnd type="none" w="sm" len="sm"/>
              <a:tailEnd type="none" w="sm" len="sm"/>
            </a:ln>
          </p:spPr>
          <p:txBody>
            <a:bodyPr spcFirstLastPara="1" wrap="square" lIns="101950" tIns="101950" rIns="101950" bIns="101950" anchor="ctr" anchorCtr="0">
              <a:noAutofit/>
            </a:bodyPr>
            <a:lstStyle/>
            <a:p>
              <a:pPr algn="ctr"/>
              <a:endParaRPr sz="1561">
                <a:latin typeface="Calibri"/>
                <a:ea typeface="Calibri"/>
                <a:cs typeface="Calibri"/>
                <a:sym typeface="Calibri"/>
              </a:endParaRPr>
            </a:p>
          </p:txBody>
        </p:sp>
        <p:pic>
          <p:nvPicPr>
            <p:cNvPr id="5983" name="Google Shape;5983;g3f2552a43c7_0_636"/>
            <p:cNvPicPr preferRelativeResize="0"/>
            <p:nvPr/>
          </p:nvPicPr>
          <p:blipFill>
            <a:blip r:embed="rId2">
              <a:alphaModFix/>
            </a:blip>
            <a:stretch>
              <a:fillRect/>
            </a:stretch>
          </p:blipFill>
          <p:spPr>
            <a:xfrm>
              <a:off x="11245028" y="5052500"/>
              <a:ext cx="589800" cy="589800"/>
            </a:xfrm>
            <a:prstGeom prst="rect">
              <a:avLst/>
            </a:prstGeom>
            <a:noFill/>
            <a:ln>
              <a:noFill/>
            </a:ln>
          </p:spPr>
        </p:pic>
      </p:grpSp>
      <p:grpSp>
        <p:nvGrpSpPr>
          <p:cNvPr id="5984" name="Google Shape;5984;g3f2552a43c7_0_636"/>
          <p:cNvGrpSpPr/>
          <p:nvPr/>
        </p:nvGrpSpPr>
        <p:grpSpPr>
          <a:xfrm>
            <a:off x="857842" y="4178543"/>
            <a:ext cx="3395099" cy="1326640"/>
            <a:chOff x="857841" y="3035543"/>
            <a:chExt cx="3395099" cy="1326640"/>
          </a:xfrm>
        </p:grpSpPr>
        <p:sp>
          <p:nvSpPr>
            <p:cNvPr id="5985" name="Google Shape;5985;g3f2552a43c7_0_636"/>
            <p:cNvSpPr/>
            <p:nvPr/>
          </p:nvSpPr>
          <p:spPr>
            <a:xfrm>
              <a:off x="857841" y="3035543"/>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86" name="Google Shape;5986;g3f2552a43c7_0_636"/>
            <p:cNvSpPr/>
            <p:nvPr/>
          </p:nvSpPr>
          <p:spPr>
            <a:xfrm>
              <a:off x="1348943" y="3072475"/>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87" name="Google Shape;5987;g3f2552a43c7_0_636"/>
            <p:cNvSpPr/>
            <p:nvPr/>
          </p:nvSpPr>
          <p:spPr>
            <a:xfrm>
              <a:off x="985692" y="3072475"/>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88" name="Google Shape;5988;g3f2552a43c7_0_636"/>
            <p:cNvSpPr/>
            <p:nvPr/>
          </p:nvSpPr>
          <p:spPr>
            <a:xfrm>
              <a:off x="857841" y="3364846"/>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89" name="Google Shape;5989;g3f2552a43c7_0_636"/>
            <p:cNvSpPr/>
            <p:nvPr/>
          </p:nvSpPr>
          <p:spPr>
            <a:xfrm>
              <a:off x="1348943" y="3401782"/>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0" name="Google Shape;5990;g3f2552a43c7_0_636"/>
            <p:cNvSpPr/>
            <p:nvPr/>
          </p:nvSpPr>
          <p:spPr>
            <a:xfrm>
              <a:off x="985692" y="3401782"/>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1" name="Google Shape;5991;g3f2552a43c7_0_636"/>
            <p:cNvSpPr/>
            <p:nvPr/>
          </p:nvSpPr>
          <p:spPr>
            <a:xfrm>
              <a:off x="857841" y="3703780"/>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2" name="Google Shape;5992;g3f2552a43c7_0_636"/>
            <p:cNvSpPr/>
            <p:nvPr/>
          </p:nvSpPr>
          <p:spPr>
            <a:xfrm>
              <a:off x="1348943" y="3740721"/>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3" name="Google Shape;5993;g3f2552a43c7_0_636"/>
            <p:cNvSpPr/>
            <p:nvPr/>
          </p:nvSpPr>
          <p:spPr>
            <a:xfrm>
              <a:off x="985692" y="3740721"/>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4" name="Google Shape;5994;g3f2552a43c7_0_636"/>
            <p:cNvSpPr/>
            <p:nvPr/>
          </p:nvSpPr>
          <p:spPr>
            <a:xfrm>
              <a:off x="857841" y="4033083"/>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5" name="Google Shape;5995;g3f2552a43c7_0_636"/>
            <p:cNvSpPr/>
            <p:nvPr/>
          </p:nvSpPr>
          <p:spPr>
            <a:xfrm>
              <a:off x="1348943" y="4070029"/>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6" name="Google Shape;5996;g3f2552a43c7_0_636"/>
            <p:cNvSpPr/>
            <p:nvPr/>
          </p:nvSpPr>
          <p:spPr>
            <a:xfrm>
              <a:off x="985692" y="4070029"/>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5997" name="Google Shape;5997;g3f2552a43c7_0_636"/>
            <p:cNvSpPr/>
            <p:nvPr/>
          </p:nvSpPr>
          <p:spPr>
            <a:xfrm>
              <a:off x="2788983" y="3121999"/>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5998" name="Google Shape;5998;g3f2552a43c7_0_636"/>
            <p:cNvSpPr/>
            <p:nvPr/>
          </p:nvSpPr>
          <p:spPr>
            <a:xfrm>
              <a:off x="2478144" y="3121999"/>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5999" name="Google Shape;5999;g3f2552a43c7_0_636"/>
            <p:cNvSpPr/>
            <p:nvPr/>
          </p:nvSpPr>
          <p:spPr>
            <a:xfrm>
              <a:off x="2223849" y="3792020"/>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6000" name="Google Shape;6000;g3f2552a43c7_0_636"/>
            <p:cNvSpPr/>
            <p:nvPr/>
          </p:nvSpPr>
          <p:spPr>
            <a:xfrm>
              <a:off x="1968150" y="4128632"/>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6001" name="Google Shape;6001;g3f2552a43c7_0_636"/>
            <p:cNvSpPr/>
            <p:nvPr/>
          </p:nvSpPr>
          <p:spPr>
            <a:xfrm>
              <a:off x="2391714" y="3069200"/>
              <a:ext cx="662700" cy="255300"/>
            </a:xfrm>
            <a:prstGeom prst="rect">
              <a:avLst/>
            </a:prstGeom>
            <a:noFill/>
            <a:ln w="32100" cap="flat" cmpd="sng">
              <a:solidFill>
                <a:srgbClr val="FF0000"/>
              </a:solidFill>
              <a:prstDash val="dash"/>
              <a:round/>
              <a:headEnd type="none" w="sm" len="sm"/>
              <a:tailEnd type="none" w="sm" len="sm"/>
            </a:ln>
          </p:spPr>
          <p:txBody>
            <a:bodyPr spcFirstLastPara="1" wrap="square" lIns="102725" tIns="102725" rIns="102725" bIns="102725" anchor="ctr" anchorCtr="0">
              <a:noAutofit/>
            </a:bodyPr>
            <a:lstStyle/>
            <a:p>
              <a:pPr algn="ctr"/>
              <a:endParaRPr sz="1573">
                <a:latin typeface="Calibri"/>
                <a:ea typeface="Calibri"/>
                <a:cs typeface="Calibri"/>
                <a:sym typeface="Calibri"/>
              </a:endParaRPr>
            </a:p>
          </p:txBody>
        </p:sp>
        <p:pic>
          <p:nvPicPr>
            <p:cNvPr id="6002" name="Google Shape;6002;g3f2552a43c7_0_636"/>
            <p:cNvPicPr preferRelativeResize="0"/>
            <p:nvPr/>
          </p:nvPicPr>
          <p:blipFill>
            <a:blip r:embed="rId3">
              <a:alphaModFix/>
            </a:blip>
            <a:stretch>
              <a:fillRect/>
            </a:stretch>
          </p:blipFill>
          <p:spPr>
            <a:xfrm>
              <a:off x="3590240" y="3344687"/>
              <a:ext cx="662700" cy="662723"/>
            </a:xfrm>
            <a:prstGeom prst="rect">
              <a:avLst/>
            </a:prstGeom>
            <a:noFill/>
            <a:ln>
              <a:noFill/>
            </a:ln>
          </p:spPr>
        </p:pic>
      </p:grpSp>
      <p:grpSp>
        <p:nvGrpSpPr>
          <p:cNvPr id="6003" name="Google Shape;6003;g3f2552a43c7_0_636"/>
          <p:cNvGrpSpPr/>
          <p:nvPr/>
        </p:nvGrpSpPr>
        <p:grpSpPr>
          <a:xfrm>
            <a:off x="857842" y="5879891"/>
            <a:ext cx="3395099" cy="1326640"/>
            <a:chOff x="857841" y="4736891"/>
            <a:chExt cx="3395099" cy="1326640"/>
          </a:xfrm>
        </p:grpSpPr>
        <p:sp>
          <p:nvSpPr>
            <p:cNvPr id="6004" name="Google Shape;6004;g3f2552a43c7_0_636"/>
            <p:cNvSpPr/>
            <p:nvPr/>
          </p:nvSpPr>
          <p:spPr>
            <a:xfrm>
              <a:off x="857841" y="4736891"/>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05" name="Google Shape;6005;g3f2552a43c7_0_636"/>
            <p:cNvSpPr/>
            <p:nvPr/>
          </p:nvSpPr>
          <p:spPr>
            <a:xfrm>
              <a:off x="1348943" y="4773823"/>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06" name="Google Shape;6006;g3f2552a43c7_0_636"/>
            <p:cNvSpPr/>
            <p:nvPr/>
          </p:nvSpPr>
          <p:spPr>
            <a:xfrm>
              <a:off x="985692" y="4773823"/>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07" name="Google Shape;6007;g3f2552a43c7_0_636"/>
            <p:cNvSpPr/>
            <p:nvPr/>
          </p:nvSpPr>
          <p:spPr>
            <a:xfrm>
              <a:off x="857841" y="5066194"/>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08" name="Google Shape;6008;g3f2552a43c7_0_636"/>
            <p:cNvSpPr/>
            <p:nvPr/>
          </p:nvSpPr>
          <p:spPr>
            <a:xfrm>
              <a:off x="1348943" y="5103130"/>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09" name="Google Shape;6009;g3f2552a43c7_0_636"/>
            <p:cNvSpPr/>
            <p:nvPr/>
          </p:nvSpPr>
          <p:spPr>
            <a:xfrm>
              <a:off x="985692" y="5103130"/>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10" name="Google Shape;6010;g3f2552a43c7_0_636"/>
            <p:cNvSpPr/>
            <p:nvPr/>
          </p:nvSpPr>
          <p:spPr>
            <a:xfrm>
              <a:off x="857841" y="5405128"/>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11" name="Google Shape;6011;g3f2552a43c7_0_636"/>
            <p:cNvSpPr/>
            <p:nvPr/>
          </p:nvSpPr>
          <p:spPr>
            <a:xfrm>
              <a:off x="1348943" y="5442069"/>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12" name="Google Shape;6012;g3f2552a43c7_0_636"/>
            <p:cNvSpPr/>
            <p:nvPr/>
          </p:nvSpPr>
          <p:spPr>
            <a:xfrm>
              <a:off x="985692" y="5442069"/>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13" name="Google Shape;6013;g3f2552a43c7_0_636"/>
            <p:cNvSpPr/>
            <p:nvPr/>
          </p:nvSpPr>
          <p:spPr>
            <a:xfrm>
              <a:off x="857841" y="5734431"/>
              <a:ext cx="2512800" cy="329100"/>
            </a:xfrm>
            <a:prstGeom prst="rect">
              <a:avLst/>
            </a:prstGeom>
            <a:solidFill>
              <a:schemeClr val="lt2"/>
            </a:solidFill>
            <a:ln w="13575" cap="flat" cmpd="sng">
              <a:solidFill>
                <a:srgbClr val="1A1A1A"/>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14" name="Google Shape;6014;g3f2552a43c7_0_636"/>
            <p:cNvSpPr/>
            <p:nvPr/>
          </p:nvSpPr>
          <p:spPr>
            <a:xfrm>
              <a:off x="1348943" y="5771377"/>
              <a:ext cx="1917300" cy="255300"/>
            </a:xfrm>
            <a:prstGeom prst="rect">
              <a:avLst/>
            </a:prstGeom>
            <a:solidFill>
              <a:srgbClr val="6D9EEB"/>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15" name="Google Shape;6015;g3f2552a43c7_0_636"/>
            <p:cNvSpPr/>
            <p:nvPr/>
          </p:nvSpPr>
          <p:spPr>
            <a:xfrm>
              <a:off x="985692" y="5771377"/>
              <a:ext cx="185100" cy="255300"/>
            </a:xfrm>
            <a:prstGeom prst="rect">
              <a:avLst/>
            </a:prstGeom>
            <a:solidFill>
              <a:srgbClr val="E69138"/>
            </a:solidFill>
            <a:ln w="6775" cap="flat" cmpd="sng">
              <a:solidFill>
                <a:schemeClr val="dk1"/>
              </a:solidFill>
              <a:prstDash val="solid"/>
              <a:round/>
              <a:headEnd type="none" w="sm" len="sm"/>
              <a:tailEnd type="none" w="sm" len="sm"/>
            </a:ln>
          </p:spPr>
          <p:txBody>
            <a:bodyPr spcFirstLastPara="1" wrap="square" lIns="32575" tIns="32575" rIns="32575" bIns="32575" anchor="ctr" anchorCtr="0">
              <a:noAutofit/>
            </a:bodyPr>
            <a:lstStyle/>
            <a:p>
              <a:pPr algn="ctr"/>
              <a:endParaRPr sz="499">
                <a:latin typeface="Calibri"/>
                <a:ea typeface="Calibri"/>
                <a:cs typeface="Calibri"/>
                <a:sym typeface="Calibri"/>
              </a:endParaRPr>
            </a:p>
          </p:txBody>
        </p:sp>
        <p:sp>
          <p:nvSpPr>
            <p:cNvPr id="6016" name="Google Shape;6016;g3f2552a43c7_0_636"/>
            <p:cNvSpPr/>
            <p:nvPr/>
          </p:nvSpPr>
          <p:spPr>
            <a:xfrm>
              <a:off x="2788983" y="4823347"/>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6017" name="Google Shape;6017;g3f2552a43c7_0_636"/>
            <p:cNvSpPr/>
            <p:nvPr/>
          </p:nvSpPr>
          <p:spPr>
            <a:xfrm>
              <a:off x="2478144" y="4823347"/>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6018" name="Google Shape;6018;g3f2552a43c7_0_636"/>
            <p:cNvSpPr/>
            <p:nvPr/>
          </p:nvSpPr>
          <p:spPr>
            <a:xfrm>
              <a:off x="2167305" y="4825604"/>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6019" name="Google Shape;6019;g3f2552a43c7_0_636"/>
            <p:cNvSpPr/>
            <p:nvPr/>
          </p:nvSpPr>
          <p:spPr>
            <a:xfrm>
              <a:off x="1968150" y="5829980"/>
              <a:ext cx="168000" cy="157800"/>
            </a:xfrm>
            <a:prstGeom prst="ellipse">
              <a:avLst/>
            </a:prstGeom>
            <a:solidFill>
              <a:srgbClr val="FF0000"/>
            </a:solidFill>
            <a:ln>
              <a:noFill/>
            </a:ln>
            <a:effectLst>
              <a:outerShdw blurRad="36742" dist="21185" dir="5400000" rotWithShape="0">
                <a:srgbClr val="000000">
                  <a:alpha val="34900"/>
                </a:srgbClr>
              </a:outerShdw>
            </a:effectLst>
          </p:spPr>
          <p:txBody>
            <a:bodyPr spcFirstLastPara="1" wrap="square" lIns="82750" tIns="41375" rIns="82750" bIns="41375" anchor="ctr" anchorCtr="0">
              <a:noAutofit/>
            </a:bodyPr>
            <a:lstStyle/>
            <a:p>
              <a:pPr algn="ctr"/>
              <a:endParaRPr sz="1655">
                <a:solidFill>
                  <a:schemeClr val="lt1"/>
                </a:solidFill>
                <a:latin typeface="Calibri"/>
                <a:ea typeface="Calibri"/>
                <a:cs typeface="Calibri"/>
                <a:sym typeface="Calibri"/>
              </a:endParaRPr>
            </a:p>
          </p:txBody>
        </p:sp>
        <p:sp>
          <p:nvSpPr>
            <p:cNvPr id="6020" name="Google Shape;6020;g3f2552a43c7_0_636"/>
            <p:cNvSpPr/>
            <p:nvPr/>
          </p:nvSpPr>
          <p:spPr>
            <a:xfrm>
              <a:off x="2117476" y="4770356"/>
              <a:ext cx="889200" cy="255300"/>
            </a:xfrm>
            <a:prstGeom prst="rect">
              <a:avLst/>
            </a:prstGeom>
            <a:noFill/>
            <a:ln w="32100" cap="flat" cmpd="sng">
              <a:solidFill>
                <a:srgbClr val="FF0000"/>
              </a:solidFill>
              <a:prstDash val="dash"/>
              <a:round/>
              <a:headEnd type="none" w="sm" len="sm"/>
              <a:tailEnd type="none" w="sm" len="sm"/>
            </a:ln>
          </p:spPr>
          <p:txBody>
            <a:bodyPr spcFirstLastPara="1" wrap="square" lIns="102725" tIns="102725" rIns="102725" bIns="102725" anchor="ctr" anchorCtr="0">
              <a:noAutofit/>
            </a:bodyPr>
            <a:lstStyle/>
            <a:p>
              <a:pPr algn="ctr"/>
              <a:endParaRPr sz="1573">
                <a:latin typeface="Calibri"/>
                <a:ea typeface="Calibri"/>
                <a:cs typeface="Calibri"/>
                <a:sym typeface="Calibri"/>
              </a:endParaRPr>
            </a:p>
          </p:txBody>
        </p:sp>
        <p:pic>
          <p:nvPicPr>
            <p:cNvPr id="6021" name="Google Shape;6021;g3f2552a43c7_0_636"/>
            <p:cNvPicPr preferRelativeResize="0"/>
            <p:nvPr/>
          </p:nvPicPr>
          <p:blipFill>
            <a:blip r:embed="rId3">
              <a:alphaModFix/>
            </a:blip>
            <a:stretch>
              <a:fillRect/>
            </a:stretch>
          </p:blipFill>
          <p:spPr>
            <a:xfrm>
              <a:off x="3590240" y="5051882"/>
              <a:ext cx="662700" cy="662723"/>
            </a:xfrm>
            <a:prstGeom prst="rect">
              <a:avLst/>
            </a:prstGeom>
            <a:noFill/>
            <a:ln>
              <a:noFill/>
            </a:ln>
          </p:spPr>
        </p:pic>
      </p:grpSp>
      <p:grpSp>
        <p:nvGrpSpPr>
          <p:cNvPr id="6022" name="Google Shape;6022;g3f2552a43c7_0_636"/>
          <p:cNvGrpSpPr/>
          <p:nvPr/>
        </p:nvGrpSpPr>
        <p:grpSpPr>
          <a:xfrm>
            <a:off x="4632166" y="5875446"/>
            <a:ext cx="3475771" cy="1336055"/>
            <a:chOff x="4632165" y="4732445"/>
            <a:chExt cx="3475771" cy="1336055"/>
          </a:xfrm>
        </p:grpSpPr>
        <p:grpSp>
          <p:nvGrpSpPr>
            <p:cNvPr id="6023" name="Google Shape;6023;g3f2552a43c7_0_636"/>
            <p:cNvGrpSpPr/>
            <p:nvPr/>
          </p:nvGrpSpPr>
          <p:grpSpPr>
            <a:xfrm>
              <a:off x="4632165" y="4733943"/>
              <a:ext cx="2580211" cy="1334557"/>
              <a:chOff x="4470176" y="4381813"/>
              <a:chExt cx="2780400" cy="1438100"/>
            </a:xfrm>
          </p:grpSpPr>
          <p:grpSp>
            <p:nvGrpSpPr>
              <p:cNvPr id="6024" name="Google Shape;6024;g3f2552a43c7_0_636"/>
              <p:cNvGrpSpPr/>
              <p:nvPr/>
            </p:nvGrpSpPr>
            <p:grpSpPr>
              <a:xfrm>
                <a:off x="4470176" y="4381813"/>
                <a:ext cx="2780400" cy="1438100"/>
                <a:chOff x="4470176" y="4381813"/>
                <a:chExt cx="2780400" cy="1438100"/>
              </a:xfrm>
            </p:grpSpPr>
            <p:sp>
              <p:nvSpPr>
                <p:cNvPr id="6025" name="Google Shape;6025;g3f2552a43c7_0_636"/>
                <p:cNvSpPr/>
                <p:nvPr/>
              </p:nvSpPr>
              <p:spPr>
                <a:xfrm>
                  <a:off x="4470176" y="4381813"/>
                  <a:ext cx="2780400" cy="7269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26" name="Google Shape;6026;g3f2552a43c7_0_636"/>
                <p:cNvSpPr/>
                <p:nvPr/>
              </p:nvSpPr>
              <p:spPr>
                <a:xfrm>
                  <a:off x="4470176" y="5093013"/>
                  <a:ext cx="2780400" cy="7269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27" name="Google Shape;6027;g3f2552a43c7_0_636"/>
                <p:cNvSpPr/>
                <p:nvPr/>
              </p:nvSpPr>
              <p:spPr>
                <a:xfrm>
                  <a:off x="5051865" y="4421994"/>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28" name="Google Shape;6028;g3f2552a43c7_0_636"/>
                <p:cNvSpPr/>
                <p:nvPr/>
              </p:nvSpPr>
              <p:spPr>
                <a:xfrm>
                  <a:off x="5051865" y="4780158"/>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29" name="Google Shape;6029;g3f2552a43c7_0_636"/>
                <p:cNvSpPr/>
                <p:nvPr/>
              </p:nvSpPr>
              <p:spPr>
                <a:xfrm>
                  <a:off x="5051865" y="5133194"/>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30" name="Google Shape;6030;g3f2552a43c7_0_636"/>
                <p:cNvSpPr/>
                <p:nvPr/>
              </p:nvSpPr>
              <p:spPr>
                <a:xfrm>
                  <a:off x="5051865" y="5491358"/>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31" name="Google Shape;6031;g3f2552a43c7_0_636"/>
                <p:cNvSpPr/>
                <p:nvPr/>
              </p:nvSpPr>
              <p:spPr>
                <a:xfrm>
                  <a:off x="6068988" y="4476502"/>
                  <a:ext cx="182400" cy="171600"/>
                </a:xfrm>
                <a:prstGeom prst="ellipse">
                  <a:avLst/>
                </a:prstGeom>
                <a:solidFill>
                  <a:srgbClr val="FF0000"/>
                </a:solidFill>
                <a:ln>
                  <a:noFill/>
                </a:ln>
                <a:effectLst>
                  <a:outerShdw blurRad="37082" dist="21380" dir="5400000" rotWithShape="0">
                    <a:srgbClr val="000000">
                      <a:alpha val="34900"/>
                    </a:srgbClr>
                  </a:outerShdw>
                </a:effectLst>
              </p:spPr>
              <p:txBody>
                <a:bodyPr spcFirstLastPara="1" wrap="square" lIns="83500" tIns="41775" rIns="83500" bIns="41775" anchor="ctr" anchorCtr="0">
                  <a:noAutofit/>
                </a:bodyPr>
                <a:lstStyle/>
                <a:p>
                  <a:pPr algn="ctr"/>
                  <a:endParaRPr sz="1670">
                    <a:solidFill>
                      <a:schemeClr val="lt1"/>
                    </a:solidFill>
                    <a:latin typeface="Calibri"/>
                    <a:ea typeface="Calibri"/>
                    <a:cs typeface="Calibri"/>
                    <a:sym typeface="Calibri"/>
                  </a:endParaRPr>
                </a:p>
              </p:txBody>
            </p:sp>
            <p:sp>
              <p:nvSpPr>
                <p:cNvPr id="6032" name="Google Shape;6032;g3f2552a43c7_0_636"/>
                <p:cNvSpPr/>
                <p:nvPr/>
              </p:nvSpPr>
              <p:spPr>
                <a:xfrm>
                  <a:off x="6382613" y="4476493"/>
                  <a:ext cx="182400" cy="171600"/>
                </a:xfrm>
                <a:prstGeom prst="ellipse">
                  <a:avLst/>
                </a:prstGeom>
                <a:solidFill>
                  <a:srgbClr val="C0392B"/>
                </a:solidFill>
                <a:ln>
                  <a:noFill/>
                </a:ln>
                <a:effectLst>
                  <a:outerShdw blurRad="37082" dist="21380" dir="5400000" rotWithShape="0">
                    <a:srgbClr val="000000">
                      <a:alpha val="34900"/>
                    </a:srgbClr>
                  </a:outerShdw>
                </a:effectLst>
              </p:spPr>
              <p:txBody>
                <a:bodyPr spcFirstLastPara="1" wrap="square" lIns="83500" tIns="41775" rIns="83500" bIns="41775" anchor="ctr" anchorCtr="0">
                  <a:noAutofit/>
                </a:bodyPr>
                <a:lstStyle/>
                <a:p>
                  <a:pPr algn="ctr"/>
                  <a:endParaRPr sz="1670">
                    <a:solidFill>
                      <a:schemeClr val="lt1"/>
                    </a:solidFill>
                    <a:latin typeface="Calibri"/>
                    <a:ea typeface="Calibri"/>
                    <a:cs typeface="Calibri"/>
                    <a:sym typeface="Calibri"/>
                  </a:endParaRPr>
                </a:p>
              </p:txBody>
            </p:sp>
            <p:sp>
              <p:nvSpPr>
                <p:cNvPr id="6033" name="Google Shape;6033;g3f2552a43c7_0_636"/>
                <p:cNvSpPr/>
                <p:nvPr/>
              </p:nvSpPr>
              <p:spPr>
                <a:xfrm>
                  <a:off x="6035213" y="5188857"/>
                  <a:ext cx="182400" cy="171600"/>
                </a:xfrm>
                <a:prstGeom prst="ellipse">
                  <a:avLst/>
                </a:prstGeom>
                <a:solidFill>
                  <a:srgbClr val="FF0000"/>
                </a:solidFill>
                <a:ln>
                  <a:noFill/>
                </a:ln>
                <a:effectLst>
                  <a:outerShdw blurRad="37082" dist="21380" dir="5400000" rotWithShape="0">
                    <a:srgbClr val="000000">
                      <a:alpha val="34900"/>
                    </a:srgbClr>
                  </a:outerShdw>
                </a:effectLst>
              </p:spPr>
              <p:txBody>
                <a:bodyPr spcFirstLastPara="1" wrap="square" lIns="83500" tIns="41775" rIns="83500" bIns="41775" anchor="ctr" anchorCtr="0">
                  <a:noAutofit/>
                </a:bodyPr>
                <a:lstStyle/>
                <a:p>
                  <a:pPr algn="ctr"/>
                  <a:endParaRPr sz="1670">
                    <a:solidFill>
                      <a:schemeClr val="lt1"/>
                    </a:solidFill>
                    <a:latin typeface="Calibri"/>
                    <a:ea typeface="Calibri"/>
                    <a:cs typeface="Calibri"/>
                    <a:sym typeface="Calibri"/>
                  </a:endParaRPr>
                </a:p>
              </p:txBody>
            </p:sp>
            <p:sp>
              <p:nvSpPr>
                <p:cNvPr id="6034" name="Google Shape;6034;g3f2552a43c7_0_636"/>
                <p:cNvSpPr/>
                <p:nvPr/>
              </p:nvSpPr>
              <p:spPr>
                <a:xfrm>
                  <a:off x="6565013" y="5560086"/>
                  <a:ext cx="182400" cy="171600"/>
                </a:xfrm>
                <a:prstGeom prst="ellipse">
                  <a:avLst/>
                </a:prstGeom>
                <a:solidFill>
                  <a:srgbClr val="FF0000"/>
                </a:solidFill>
                <a:ln>
                  <a:noFill/>
                </a:ln>
                <a:effectLst>
                  <a:outerShdw blurRad="37082" dist="21380" dir="5400000" rotWithShape="0">
                    <a:srgbClr val="000000">
                      <a:alpha val="34900"/>
                    </a:srgbClr>
                  </a:outerShdw>
                </a:effectLst>
              </p:spPr>
              <p:txBody>
                <a:bodyPr spcFirstLastPara="1" wrap="square" lIns="83500" tIns="41775" rIns="83500" bIns="41775" anchor="ctr" anchorCtr="0">
                  <a:noAutofit/>
                </a:bodyPr>
                <a:lstStyle/>
                <a:p>
                  <a:pPr algn="ctr"/>
                  <a:endParaRPr sz="1670">
                    <a:solidFill>
                      <a:schemeClr val="lt1"/>
                    </a:solidFill>
                    <a:latin typeface="Calibri"/>
                    <a:ea typeface="Calibri"/>
                    <a:cs typeface="Calibri"/>
                    <a:sym typeface="Calibri"/>
                  </a:endParaRPr>
                </a:p>
              </p:txBody>
            </p:sp>
            <p:sp>
              <p:nvSpPr>
                <p:cNvPr id="6035" name="Google Shape;6035;g3f2552a43c7_0_636"/>
                <p:cNvSpPr/>
                <p:nvPr/>
              </p:nvSpPr>
              <p:spPr>
                <a:xfrm>
                  <a:off x="6382613" y="4475093"/>
                  <a:ext cx="182400" cy="171600"/>
                </a:xfrm>
                <a:prstGeom prst="ellipse">
                  <a:avLst/>
                </a:prstGeom>
                <a:solidFill>
                  <a:srgbClr val="FF0000"/>
                </a:solidFill>
                <a:ln>
                  <a:noFill/>
                </a:ln>
                <a:effectLst>
                  <a:outerShdw blurRad="37082" dist="21380" dir="5400000" rotWithShape="0">
                    <a:srgbClr val="000000">
                      <a:alpha val="34900"/>
                    </a:srgbClr>
                  </a:outerShdw>
                </a:effectLst>
              </p:spPr>
              <p:txBody>
                <a:bodyPr spcFirstLastPara="1" wrap="square" lIns="83500" tIns="41775" rIns="83500" bIns="41775" anchor="ctr" anchorCtr="0">
                  <a:noAutofit/>
                </a:bodyPr>
                <a:lstStyle/>
                <a:p>
                  <a:pPr algn="ctr"/>
                  <a:endParaRPr sz="1670">
                    <a:solidFill>
                      <a:schemeClr val="lt1"/>
                    </a:solidFill>
                    <a:latin typeface="Calibri"/>
                    <a:ea typeface="Calibri"/>
                    <a:cs typeface="Calibri"/>
                    <a:sym typeface="Calibri"/>
                  </a:endParaRPr>
                </a:p>
              </p:txBody>
            </p:sp>
          </p:grpSp>
          <p:sp>
            <p:nvSpPr>
              <p:cNvPr id="6036" name="Google Shape;6036;g3f2552a43c7_0_636"/>
              <p:cNvSpPr/>
              <p:nvPr/>
            </p:nvSpPr>
            <p:spPr>
              <a:xfrm>
                <a:off x="4548681" y="4568669"/>
                <a:ext cx="201300" cy="277800"/>
              </a:xfrm>
              <a:prstGeom prst="rect">
                <a:avLst/>
              </a:prstGeom>
              <a:solidFill>
                <a:srgbClr val="C0392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37" name="Google Shape;6037;g3f2552a43c7_0_636"/>
              <p:cNvSpPr/>
              <p:nvPr/>
            </p:nvSpPr>
            <p:spPr>
              <a:xfrm>
                <a:off x="4800281" y="4568658"/>
                <a:ext cx="201300" cy="277800"/>
              </a:xfrm>
              <a:prstGeom prst="rect">
                <a:avLst/>
              </a:prstGeom>
              <a:solidFill>
                <a:srgbClr val="CC0000"/>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38" name="Google Shape;6038;g3f2552a43c7_0_636"/>
              <p:cNvSpPr/>
              <p:nvPr/>
            </p:nvSpPr>
            <p:spPr>
              <a:xfrm>
                <a:off x="4548681" y="5279869"/>
                <a:ext cx="201300" cy="277800"/>
              </a:xfrm>
              <a:prstGeom prst="rect">
                <a:avLst/>
              </a:prstGeom>
              <a:solidFill>
                <a:srgbClr val="C0392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39" name="Google Shape;6039;g3f2552a43c7_0_636"/>
              <p:cNvSpPr/>
              <p:nvPr/>
            </p:nvSpPr>
            <p:spPr>
              <a:xfrm>
                <a:off x="4800281" y="5279858"/>
                <a:ext cx="201300" cy="277800"/>
              </a:xfrm>
              <a:prstGeom prst="rect">
                <a:avLst/>
              </a:prstGeom>
              <a:solidFill>
                <a:srgbClr val="CC0000"/>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grpSp>
        <p:grpSp>
          <p:nvGrpSpPr>
            <p:cNvPr id="6040" name="Google Shape;6040;g3f2552a43c7_0_636"/>
            <p:cNvGrpSpPr/>
            <p:nvPr/>
          </p:nvGrpSpPr>
          <p:grpSpPr>
            <a:xfrm>
              <a:off x="4638008" y="4732445"/>
              <a:ext cx="2580211" cy="1334557"/>
              <a:chOff x="4471722" y="4381944"/>
              <a:chExt cx="2780400" cy="1438100"/>
            </a:xfrm>
          </p:grpSpPr>
          <p:sp>
            <p:nvSpPr>
              <p:cNvPr id="6041" name="Google Shape;6041;g3f2552a43c7_0_636"/>
              <p:cNvSpPr/>
              <p:nvPr/>
            </p:nvSpPr>
            <p:spPr>
              <a:xfrm>
                <a:off x="4471722" y="4381944"/>
                <a:ext cx="2780400" cy="7269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2" name="Google Shape;6042;g3f2552a43c7_0_636"/>
              <p:cNvSpPr/>
              <p:nvPr/>
            </p:nvSpPr>
            <p:spPr>
              <a:xfrm>
                <a:off x="4471722" y="5093144"/>
                <a:ext cx="2780400" cy="726900"/>
              </a:xfrm>
              <a:prstGeom prst="rect">
                <a:avLst/>
              </a:prstGeom>
              <a:solidFill>
                <a:schemeClr val="lt2"/>
              </a:solidFill>
              <a:ln w="13725" cap="flat" cmpd="sng">
                <a:solidFill>
                  <a:srgbClr val="1A1A1A"/>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3" name="Google Shape;6043;g3f2552a43c7_0_636"/>
              <p:cNvSpPr/>
              <p:nvPr/>
            </p:nvSpPr>
            <p:spPr>
              <a:xfrm>
                <a:off x="4550227" y="4568800"/>
                <a:ext cx="201300" cy="277800"/>
              </a:xfrm>
              <a:prstGeom prst="rect">
                <a:avLst/>
              </a:prstGeom>
              <a:solidFill>
                <a:srgbClr val="C0392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4" name="Google Shape;6044;g3f2552a43c7_0_636"/>
              <p:cNvSpPr/>
              <p:nvPr/>
            </p:nvSpPr>
            <p:spPr>
              <a:xfrm>
                <a:off x="4801827" y="4568790"/>
                <a:ext cx="201300" cy="277800"/>
              </a:xfrm>
              <a:prstGeom prst="rect">
                <a:avLst/>
              </a:prstGeom>
              <a:solidFill>
                <a:srgbClr val="CC0000"/>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5" name="Google Shape;6045;g3f2552a43c7_0_636"/>
              <p:cNvSpPr/>
              <p:nvPr/>
            </p:nvSpPr>
            <p:spPr>
              <a:xfrm>
                <a:off x="4550227" y="5280000"/>
                <a:ext cx="201300" cy="277800"/>
              </a:xfrm>
              <a:prstGeom prst="rect">
                <a:avLst/>
              </a:prstGeom>
              <a:solidFill>
                <a:srgbClr val="C0392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6" name="Google Shape;6046;g3f2552a43c7_0_636"/>
              <p:cNvSpPr/>
              <p:nvPr/>
            </p:nvSpPr>
            <p:spPr>
              <a:xfrm>
                <a:off x="4801827" y="5279990"/>
                <a:ext cx="201300" cy="277800"/>
              </a:xfrm>
              <a:prstGeom prst="rect">
                <a:avLst/>
              </a:prstGeom>
              <a:solidFill>
                <a:srgbClr val="CC0000"/>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7" name="Google Shape;6047;g3f2552a43c7_0_636"/>
              <p:cNvSpPr/>
              <p:nvPr/>
            </p:nvSpPr>
            <p:spPr>
              <a:xfrm>
                <a:off x="5053411" y="4422125"/>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8" name="Google Shape;6048;g3f2552a43c7_0_636"/>
              <p:cNvSpPr/>
              <p:nvPr/>
            </p:nvSpPr>
            <p:spPr>
              <a:xfrm>
                <a:off x="5053411" y="4780290"/>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49" name="Google Shape;6049;g3f2552a43c7_0_636"/>
              <p:cNvSpPr/>
              <p:nvPr/>
            </p:nvSpPr>
            <p:spPr>
              <a:xfrm>
                <a:off x="5053411" y="5133325"/>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sp>
            <p:nvSpPr>
              <p:cNvPr id="6050" name="Google Shape;6050;g3f2552a43c7_0_636"/>
              <p:cNvSpPr/>
              <p:nvPr/>
            </p:nvSpPr>
            <p:spPr>
              <a:xfrm>
                <a:off x="5053411" y="5491490"/>
                <a:ext cx="2085300" cy="277800"/>
              </a:xfrm>
              <a:prstGeom prst="rect">
                <a:avLst/>
              </a:prstGeom>
              <a:solidFill>
                <a:srgbClr val="6D9EEB"/>
              </a:solidFill>
              <a:ln w="6825" cap="flat" cmpd="sng">
                <a:solidFill>
                  <a:schemeClr val="dk1"/>
                </a:solidFill>
                <a:prstDash val="solid"/>
                <a:round/>
                <a:headEnd type="none" w="sm" len="sm"/>
                <a:tailEnd type="none" w="sm" len="sm"/>
              </a:ln>
            </p:spPr>
            <p:txBody>
              <a:bodyPr spcFirstLastPara="1" wrap="square" lIns="32900" tIns="32900" rIns="32900" bIns="32900" anchor="ctr" anchorCtr="0">
                <a:noAutofit/>
              </a:bodyPr>
              <a:lstStyle/>
              <a:p>
                <a:pPr algn="ctr"/>
                <a:endParaRPr sz="504">
                  <a:latin typeface="Calibri"/>
                  <a:ea typeface="Calibri"/>
                  <a:cs typeface="Calibri"/>
                  <a:sym typeface="Calibri"/>
                </a:endParaRPr>
              </a:p>
            </p:txBody>
          </p:sp>
        </p:grpSp>
        <p:sp>
          <p:nvSpPr>
            <p:cNvPr id="6051" name="Google Shape;6051;g3f2552a43c7_0_636"/>
            <p:cNvSpPr/>
            <p:nvPr/>
          </p:nvSpPr>
          <p:spPr>
            <a:xfrm>
              <a:off x="6678980" y="4815818"/>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6052" name="Google Shape;6052;g3f2552a43c7_0_636"/>
            <p:cNvSpPr/>
            <p:nvPr/>
          </p:nvSpPr>
          <p:spPr>
            <a:xfrm>
              <a:off x="6370488" y="4815818"/>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6053" name="Google Shape;6053;g3f2552a43c7_0_636"/>
            <p:cNvSpPr/>
            <p:nvPr/>
          </p:nvSpPr>
          <p:spPr>
            <a:xfrm>
              <a:off x="6061995" y="4818057"/>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6054" name="Google Shape;6054;g3f2552a43c7_0_636"/>
            <p:cNvSpPr/>
            <p:nvPr/>
          </p:nvSpPr>
          <p:spPr>
            <a:xfrm>
              <a:off x="5864344" y="5814841"/>
              <a:ext cx="166800" cy="156600"/>
            </a:xfrm>
            <a:prstGeom prst="ellipse">
              <a:avLst/>
            </a:prstGeom>
            <a:solidFill>
              <a:srgbClr val="FF0000"/>
            </a:solidFill>
            <a:ln>
              <a:noFill/>
            </a:ln>
            <a:effectLst>
              <a:outerShdw blurRad="36465" dist="21025" dir="5400000" rotWithShape="0">
                <a:srgbClr val="000000">
                  <a:alpha val="34900"/>
                </a:srgbClr>
              </a:outerShdw>
            </a:effectLst>
          </p:spPr>
          <p:txBody>
            <a:bodyPr spcFirstLastPara="1" wrap="square" lIns="82125" tIns="41075" rIns="82125" bIns="41075" anchor="ctr" anchorCtr="0">
              <a:noAutofit/>
            </a:bodyPr>
            <a:lstStyle/>
            <a:p>
              <a:pPr algn="ctr"/>
              <a:endParaRPr sz="1643">
                <a:solidFill>
                  <a:schemeClr val="lt1"/>
                </a:solidFill>
                <a:latin typeface="Calibri"/>
                <a:ea typeface="Calibri"/>
                <a:cs typeface="Calibri"/>
                <a:sym typeface="Calibri"/>
              </a:endParaRPr>
            </a:p>
          </p:txBody>
        </p:sp>
        <p:sp>
          <p:nvSpPr>
            <p:cNvPr id="6055" name="Google Shape;6055;g3f2552a43c7_0_636"/>
            <p:cNvSpPr/>
            <p:nvPr/>
          </p:nvSpPr>
          <p:spPr>
            <a:xfrm>
              <a:off x="6024740" y="4761533"/>
              <a:ext cx="882300" cy="253500"/>
            </a:xfrm>
            <a:prstGeom prst="rect">
              <a:avLst/>
            </a:prstGeom>
            <a:noFill/>
            <a:ln w="31875" cap="flat" cmpd="sng">
              <a:solidFill>
                <a:srgbClr val="FF0000"/>
              </a:solidFill>
              <a:prstDash val="dash"/>
              <a:round/>
              <a:headEnd type="none" w="sm" len="sm"/>
              <a:tailEnd type="none" w="sm" len="sm"/>
            </a:ln>
          </p:spPr>
          <p:txBody>
            <a:bodyPr spcFirstLastPara="1" wrap="square" lIns="101950" tIns="101950" rIns="101950" bIns="101950" anchor="ctr" anchorCtr="0">
              <a:noAutofit/>
            </a:bodyPr>
            <a:lstStyle/>
            <a:p>
              <a:pPr algn="ctr"/>
              <a:endParaRPr sz="1561">
                <a:latin typeface="Calibri"/>
                <a:ea typeface="Calibri"/>
                <a:cs typeface="Calibri"/>
                <a:sym typeface="Calibri"/>
              </a:endParaRPr>
            </a:p>
          </p:txBody>
        </p:sp>
        <p:pic>
          <p:nvPicPr>
            <p:cNvPr id="6056" name="Google Shape;6056;g3f2552a43c7_0_636"/>
            <p:cNvPicPr preferRelativeResize="0"/>
            <p:nvPr/>
          </p:nvPicPr>
          <p:blipFill>
            <a:blip r:embed="rId3">
              <a:alphaModFix/>
            </a:blip>
            <a:stretch>
              <a:fillRect/>
            </a:stretch>
          </p:blipFill>
          <p:spPr>
            <a:xfrm>
              <a:off x="7445236" y="5016169"/>
              <a:ext cx="662700" cy="662723"/>
            </a:xfrm>
            <a:prstGeom prst="rect">
              <a:avLst/>
            </a:prstGeom>
            <a:noFill/>
            <a:ln>
              <a:noFill/>
            </a:ln>
          </p:spPr>
        </p:pic>
      </p:grpSp>
    </p:spTree>
    <p:extLst>
      <p:ext uri="{BB962C8B-B14F-4D97-AF65-F5344CB8AC3E}">
        <p14:creationId xmlns:p14="http://schemas.microsoft.com/office/powerpoint/2010/main" val="273190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58"/>
                                        </p:tgtEl>
                                        <p:attrNameLst>
                                          <p:attrName>style.visibility</p:attrName>
                                        </p:attrNameLst>
                                      </p:cBhvr>
                                      <p:to>
                                        <p:strVal val="visible"/>
                                      </p:to>
                                    </p:set>
                                    <p:anim calcmode="lin" valueType="num">
                                      <p:cBhvr additive="base">
                                        <p:cTn id="7" dur="1000"/>
                                        <p:tgtEl>
                                          <p:spTgt spid="585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984"/>
                                        </p:tgtEl>
                                        <p:attrNameLst>
                                          <p:attrName>style.visibility</p:attrName>
                                        </p:attrNameLst>
                                      </p:cBhvr>
                                      <p:to>
                                        <p:strVal val="visible"/>
                                      </p:to>
                                    </p:set>
                                    <p:anim calcmode="lin" valueType="num">
                                      <p:cBhvr additive="base">
                                        <p:cTn id="12" dur="1000"/>
                                        <p:tgtEl>
                                          <p:spTgt spid="5984"/>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6003"/>
                                        </p:tgtEl>
                                        <p:attrNameLst>
                                          <p:attrName>style.visibility</p:attrName>
                                        </p:attrNameLst>
                                      </p:cBhvr>
                                      <p:to>
                                        <p:strVal val="visible"/>
                                      </p:to>
                                    </p:set>
                                    <p:anim calcmode="lin" valueType="num">
                                      <p:cBhvr additive="base">
                                        <p:cTn id="17" dur="1000"/>
                                        <p:tgtEl>
                                          <p:spTgt spid="6003"/>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5877"/>
                                        </p:tgtEl>
                                        <p:attrNameLst>
                                          <p:attrName>style.visibility</p:attrName>
                                        </p:attrNameLst>
                                      </p:cBhvr>
                                      <p:to>
                                        <p:strVal val="visible"/>
                                      </p:to>
                                    </p:set>
                                    <p:anim calcmode="lin" valueType="num">
                                      <p:cBhvr additive="base">
                                        <p:cTn id="22" dur="1"/>
                                        <p:tgtEl>
                                          <p:spTgt spid="5877"/>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5894"/>
                                        </p:tgtEl>
                                        <p:attrNameLst>
                                          <p:attrName>style.visibility</p:attrName>
                                        </p:attrNameLst>
                                      </p:cBhvr>
                                      <p:to>
                                        <p:strVal val="visible"/>
                                      </p:to>
                                    </p:set>
                                    <p:anim calcmode="lin" valueType="num">
                                      <p:cBhvr additive="base">
                                        <p:cTn id="27" dur="1000"/>
                                        <p:tgtEl>
                                          <p:spTgt spid="5894"/>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022"/>
                                        </p:tgtEl>
                                        <p:attrNameLst>
                                          <p:attrName>style.visibility</p:attrName>
                                        </p:attrNameLst>
                                      </p:cBhvr>
                                      <p:to>
                                        <p:strVal val="visible"/>
                                      </p:to>
                                    </p:set>
                                    <p:anim calcmode="lin" valueType="num">
                                      <p:cBhvr additive="base">
                                        <p:cTn id="32" dur="1000"/>
                                        <p:tgtEl>
                                          <p:spTgt spid="6022"/>
                                        </p:tgtEl>
                                        <p:attrNameLst>
                                          <p:attrName>ppt_x</p:attrName>
                                        </p:attrNameLst>
                                      </p:cBhvr>
                                      <p:tavLst>
                                        <p:tav tm="0">
                                          <p:val>
                                            <p:strVal val="#ppt_x-1"/>
                                          </p:val>
                                        </p:tav>
                                        <p:tav tm="100000">
                                          <p:val>
                                            <p:strVal val="#ppt_x"/>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911"/>
                                        </p:tgtEl>
                                        <p:attrNameLst>
                                          <p:attrName>style.visibility</p:attrName>
                                        </p:attrNameLst>
                                      </p:cBhvr>
                                      <p:to>
                                        <p:strVal val="visible"/>
                                      </p:to>
                                    </p:set>
                                    <p:anim calcmode="lin" valueType="num">
                                      <p:cBhvr additive="base">
                                        <p:cTn id="37" dur="1"/>
                                        <p:tgtEl>
                                          <p:spTgt spid="5911"/>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5926"/>
                                        </p:tgtEl>
                                        <p:attrNameLst>
                                          <p:attrName>style.visibility</p:attrName>
                                        </p:attrNameLst>
                                      </p:cBhvr>
                                      <p:to>
                                        <p:strVal val="visible"/>
                                      </p:to>
                                    </p:set>
                                    <p:anim calcmode="lin" valueType="num">
                                      <p:cBhvr additive="base">
                                        <p:cTn id="42" dur="1000"/>
                                        <p:tgtEl>
                                          <p:spTgt spid="5926"/>
                                        </p:tgtEl>
                                        <p:attrNameLst>
                                          <p:attrName>ppt_x</p:attrName>
                                        </p:attrNameLst>
                                      </p:cBhvr>
                                      <p:tavLst>
                                        <p:tav tm="0">
                                          <p:val>
                                            <p:strVal val="#ppt_x-1"/>
                                          </p:val>
                                        </p:tav>
                                        <p:tav tm="100000">
                                          <p:val>
                                            <p:strVal val="#ppt_x"/>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5955"/>
                                        </p:tgtEl>
                                        <p:attrNameLst>
                                          <p:attrName>style.visibility</p:attrName>
                                        </p:attrNameLst>
                                      </p:cBhvr>
                                      <p:to>
                                        <p:strVal val="visible"/>
                                      </p:to>
                                    </p:set>
                                    <p:anim calcmode="lin" valueType="num">
                                      <p:cBhvr additive="base">
                                        <p:cTn id="47" dur="1000"/>
                                        <p:tgtEl>
                                          <p:spTgt spid="595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EBE0C-52F7-E9BE-F532-B965EDA0B40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FB2A411-6962-00A6-533D-B3CD4523760A}"/>
              </a:ext>
            </a:extLst>
          </p:cNvPr>
          <p:cNvSpPr>
            <a:spLocks noGrp="1"/>
          </p:cNvSpPr>
          <p:nvPr>
            <p:ph type="sldNum" sz="quarter" idx="12"/>
          </p:nvPr>
        </p:nvSpPr>
        <p:spPr/>
        <p:txBody>
          <a:bodyPr/>
          <a:lstStyle/>
          <a:p>
            <a:fld id="{D5244C39-EA1C-4830-B3FA-E06130CB504B}" type="slidenum">
              <a:rPr lang="en-US" smtClean="0"/>
              <a:pPr/>
              <a:t>23</a:t>
            </a:fld>
            <a:endParaRPr lang="en-US"/>
          </a:p>
        </p:txBody>
      </p:sp>
      <p:sp>
        <p:nvSpPr>
          <p:cNvPr id="4" name="Title 3">
            <a:extLst>
              <a:ext uri="{FF2B5EF4-FFF2-40B4-BE49-F238E27FC236}">
                <a16:creationId xmlns:a16="http://schemas.microsoft.com/office/drawing/2014/main" id="{862B53AE-B7BC-39B0-FE93-F7B504F343F8}"/>
              </a:ext>
            </a:extLst>
          </p:cNvPr>
          <p:cNvSpPr>
            <a:spLocks noGrp="1"/>
          </p:cNvSpPr>
          <p:nvPr>
            <p:ph type="title"/>
          </p:nvPr>
        </p:nvSpPr>
        <p:spPr/>
        <p:txBody>
          <a:bodyPr/>
          <a:lstStyle/>
          <a:p>
            <a:r>
              <a:rPr lang="en-US" dirty="0"/>
              <a:t>Results</a:t>
            </a:r>
          </a:p>
        </p:txBody>
      </p:sp>
      <p:sp>
        <p:nvSpPr>
          <p:cNvPr id="5" name="Google Shape;6096;g3f2552a43c7_0_1226">
            <a:extLst>
              <a:ext uri="{FF2B5EF4-FFF2-40B4-BE49-F238E27FC236}">
                <a16:creationId xmlns:a16="http://schemas.microsoft.com/office/drawing/2014/main" id="{68F67CCE-D578-560A-8EB5-991BA470C0D4}"/>
              </a:ext>
            </a:extLst>
          </p:cNvPr>
          <p:cNvSpPr/>
          <p:nvPr/>
        </p:nvSpPr>
        <p:spPr>
          <a:xfrm>
            <a:off x="518163" y="1517273"/>
            <a:ext cx="9600900" cy="546900"/>
          </a:xfrm>
          <a:prstGeom prst="rect">
            <a:avLst/>
          </a:prstGeom>
          <a:noFill/>
          <a:ln>
            <a:noFill/>
          </a:ln>
        </p:spPr>
        <p:txBody>
          <a:bodyPr spcFirstLastPara="1" wrap="square" lIns="90000" tIns="45000" rIns="90000" bIns="45000" anchor="t" anchorCtr="0">
            <a:noAutofit/>
          </a:bodyPr>
          <a:lstStyle/>
          <a:p>
            <a:pPr>
              <a:buClr>
                <a:schemeClr val="dk1"/>
              </a:buClr>
            </a:pPr>
            <a:r>
              <a:rPr lang="en-US" sz="3000" b="1">
                <a:solidFill>
                  <a:srgbClr val="1A1A1A"/>
                </a:solidFill>
                <a:latin typeface="Calibri"/>
                <a:ea typeface="Calibri"/>
                <a:cs typeface="Calibri"/>
                <a:sym typeface="Calibri"/>
              </a:rPr>
              <a:t>Reliability: Error Coverage Comparison</a:t>
            </a:r>
            <a:endParaRPr sz="3000">
              <a:solidFill>
                <a:srgbClr val="000000"/>
              </a:solidFill>
              <a:latin typeface="Arial"/>
              <a:ea typeface="Arial"/>
              <a:cs typeface="Arial"/>
              <a:sym typeface="Arial"/>
            </a:endParaRPr>
          </a:p>
        </p:txBody>
      </p:sp>
      <p:sp>
        <p:nvSpPr>
          <p:cNvPr id="9" name="Google Shape;6098;g3f2552a43c7_0_1226">
            <a:extLst>
              <a:ext uri="{FF2B5EF4-FFF2-40B4-BE49-F238E27FC236}">
                <a16:creationId xmlns:a16="http://schemas.microsoft.com/office/drawing/2014/main" id="{BEBB3B4A-4D55-9436-02D5-B3DDD8475CB2}"/>
              </a:ext>
            </a:extLst>
          </p:cNvPr>
          <p:cNvSpPr/>
          <p:nvPr/>
        </p:nvSpPr>
        <p:spPr>
          <a:xfrm>
            <a:off x="824574" y="2556649"/>
            <a:ext cx="7790400" cy="371400"/>
          </a:xfrm>
          <a:prstGeom prst="rect">
            <a:avLst/>
          </a:prstGeom>
          <a:noFill/>
          <a:ln>
            <a:noFill/>
          </a:ln>
        </p:spPr>
        <p:txBody>
          <a:bodyPr spcFirstLastPara="1" wrap="square" lIns="95850" tIns="47925" rIns="95850" bIns="47925" anchor="t" anchorCtr="0">
            <a:noAutofit/>
          </a:bodyPr>
          <a:lstStyle/>
          <a:p>
            <a:r>
              <a:rPr lang="en-US" sz="2130" b="1">
                <a:solidFill>
                  <a:srgbClr val="C89600"/>
                </a:solidFill>
                <a:latin typeface="Calibri"/>
                <a:ea typeface="Calibri"/>
                <a:cs typeface="Calibri"/>
                <a:sym typeface="Calibri"/>
              </a:rPr>
              <a:t>Selected Fault Scenarios (DCE%)</a:t>
            </a:r>
            <a:endParaRPr sz="2130">
              <a:solidFill>
                <a:srgbClr val="000000"/>
              </a:solidFill>
              <a:latin typeface="Arial"/>
              <a:ea typeface="Arial"/>
              <a:cs typeface="Arial"/>
              <a:sym typeface="Arial"/>
            </a:endParaRPr>
          </a:p>
        </p:txBody>
      </p:sp>
      <p:sp>
        <p:nvSpPr>
          <p:cNvPr id="11" name="Google Shape;6099;g3f2552a43c7_0_1226">
            <a:extLst>
              <a:ext uri="{FF2B5EF4-FFF2-40B4-BE49-F238E27FC236}">
                <a16:creationId xmlns:a16="http://schemas.microsoft.com/office/drawing/2014/main" id="{E186A89C-CD7A-C1F6-C8B2-DA845AA7C073}"/>
              </a:ext>
            </a:extLst>
          </p:cNvPr>
          <p:cNvSpPr/>
          <p:nvPr/>
        </p:nvSpPr>
        <p:spPr>
          <a:xfrm>
            <a:off x="824574" y="2994876"/>
            <a:ext cx="14604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Error Type</a:t>
            </a:r>
            <a:endParaRPr sz="1385">
              <a:solidFill>
                <a:srgbClr val="FFFFFF"/>
              </a:solidFill>
              <a:latin typeface="Arial"/>
              <a:ea typeface="Arial"/>
              <a:cs typeface="Arial"/>
              <a:sym typeface="Arial"/>
            </a:endParaRPr>
          </a:p>
        </p:txBody>
      </p:sp>
      <p:sp>
        <p:nvSpPr>
          <p:cNvPr id="13" name="Google Shape;6100;g3f2552a43c7_0_1226">
            <a:extLst>
              <a:ext uri="{FF2B5EF4-FFF2-40B4-BE49-F238E27FC236}">
                <a16:creationId xmlns:a16="http://schemas.microsoft.com/office/drawing/2014/main" id="{A1333F81-AEFD-41FD-71DE-276A0B5757D2}"/>
              </a:ext>
            </a:extLst>
          </p:cNvPr>
          <p:cNvSpPr/>
          <p:nvPr/>
        </p:nvSpPr>
        <p:spPr>
          <a:xfrm>
            <a:off x="2285334" y="2994876"/>
            <a:ext cx="12657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Base(8b)</a:t>
            </a:r>
            <a:endParaRPr sz="1385">
              <a:solidFill>
                <a:srgbClr val="FFFFFF"/>
              </a:solidFill>
              <a:latin typeface="Arial"/>
              <a:ea typeface="Arial"/>
              <a:cs typeface="Arial"/>
              <a:sym typeface="Arial"/>
            </a:endParaRPr>
          </a:p>
        </p:txBody>
      </p:sp>
      <p:sp>
        <p:nvSpPr>
          <p:cNvPr id="15" name="Google Shape;6101;g3f2552a43c7_0_1226">
            <a:extLst>
              <a:ext uri="{FF2B5EF4-FFF2-40B4-BE49-F238E27FC236}">
                <a16:creationId xmlns:a16="http://schemas.microsoft.com/office/drawing/2014/main" id="{86A274FB-7E31-3D12-E2AB-EEE96A256117}"/>
              </a:ext>
            </a:extLst>
          </p:cNvPr>
          <p:cNvSpPr/>
          <p:nvPr/>
        </p:nvSpPr>
        <p:spPr>
          <a:xfrm>
            <a:off x="3551326" y="2994876"/>
            <a:ext cx="12657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Base(16b)</a:t>
            </a:r>
            <a:endParaRPr sz="1385">
              <a:solidFill>
                <a:srgbClr val="FFFFFF"/>
              </a:solidFill>
              <a:latin typeface="Arial"/>
              <a:ea typeface="Arial"/>
              <a:cs typeface="Arial"/>
              <a:sym typeface="Arial"/>
            </a:endParaRPr>
          </a:p>
        </p:txBody>
      </p:sp>
      <p:sp>
        <p:nvSpPr>
          <p:cNvPr id="17" name="Google Shape;6102;g3f2552a43c7_0_1226">
            <a:extLst>
              <a:ext uri="{FF2B5EF4-FFF2-40B4-BE49-F238E27FC236}">
                <a16:creationId xmlns:a16="http://schemas.microsoft.com/office/drawing/2014/main" id="{1617FC07-37F0-BDFE-6724-B05EF7CC7C43}"/>
              </a:ext>
            </a:extLst>
          </p:cNvPr>
          <p:cNvSpPr/>
          <p:nvPr/>
        </p:nvSpPr>
        <p:spPr>
          <a:xfrm>
            <a:off x="4817318" y="2994876"/>
            <a:ext cx="12657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R-mode</a:t>
            </a:r>
            <a:endParaRPr sz="1385">
              <a:solidFill>
                <a:srgbClr val="FFFFFF"/>
              </a:solidFill>
              <a:latin typeface="Arial"/>
              <a:ea typeface="Arial"/>
              <a:cs typeface="Arial"/>
              <a:sym typeface="Arial"/>
            </a:endParaRPr>
          </a:p>
        </p:txBody>
      </p:sp>
      <p:sp>
        <p:nvSpPr>
          <p:cNvPr id="19" name="Google Shape;6103;g3f2552a43c7_0_1226">
            <a:extLst>
              <a:ext uri="{FF2B5EF4-FFF2-40B4-BE49-F238E27FC236}">
                <a16:creationId xmlns:a16="http://schemas.microsoft.com/office/drawing/2014/main" id="{A76D2D87-35AB-7BA9-B6B5-88728A442A7A}"/>
              </a:ext>
            </a:extLst>
          </p:cNvPr>
          <p:cNvSpPr/>
          <p:nvPr/>
        </p:nvSpPr>
        <p:spPr>
          <a:xfrm>
            <a:off x="6083310" y="2994876"/>
            <a:ext cx="12657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G-mode</a:t>
            </a:r>
            <a:endParaRPr sz="1385">
              <a:solidFill>
                <a:srgbClr val="FFFFFF"/>
              </a:solidFill>
              <a:latin typeface="Arial"/>
              <a:ea typeface="Arial"/>
              <a:cs typeface="Arial"/>
              <a:sym typeface="Arial"/>
            </a:endParaRPr>
          </a:p>
        </p:txBody>
      </p:sp>
      <p:sp>
        <p:nvSpPr>
          <p:cNvPr id="21" name="Google Shape;6104;g3f2552a43c7_0_1226">
            <a:extLst>
              <a:ext uri="{FF2B5EF4-FFF2-40B4-BE49-F238E27FC236}">
                <a16:creationId xmlns:a16="http://schemas.microsoft.com/office/drawing/2014/main" id="{21236F14-D3B9-61D8-6EB9-985C74BDF99C}"/>
              </a:ext>
            </a:extLst>
          </p:cNvPr>
          <p:cNvSpPr/>
          <p:nvPr/>
        </p:nvSpPr>
        <p:spPr>
          <a:xfrm>
            <a:off x="7349302" y="2994876"/>
            <a:ext cx="12657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DUO</a:t>
            </a:r>
            <a:endParaRPr sz="1385">
              <a:solidFill>
                <a:srgbClr val="FFFFFF"/>
              </a:solidFill>
              <a:latin typeface="Arial"/>
              <a:ea typeface="Arial"/>
              <a:cs typeface="Arial"/>
              <a:sym typeface="Arial"/>
            </a:endParaRPr>
          </a:p>
        </p:txBody>
      </p:sp>
      <p:sp>
        <p:nvSpPr>
          <p:cNvPr id="23" name="Google Shape;6105;g3f2552a43c7_0_1226">
            <a:extLst>
              <a:ext uri="{FF2B5EF4-FFF2-40B4-BE49-F238E27FC236}">
                <a16:creationId xmlns:a16="http://schemas.microsoft.com/office/drawing/2014/main" id="{D99D8570-03B9-B021-C536-27B92164AB2B}"/>
              </a:ext>
            </a:extLst>
          </p:cNvPr>
          <p:cNvSpPr/>
          <p:nvPr/>
        </p:nvSpPr>
        <p:spPr>
          <a:xfrm>
            <a:off x="8615294" y="2994876"/>
            <a:ext cx="12657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Config</a:t>
            </a:r>
            <a:endParaRPr sz="1385">
              <a:solidFill>
                <a:srgbClr val="FFFFFF"/>
              </a:solidFill>
              <a:latin typeface="Arial"/>
              <a:ea typeface="Arial"/>
              <a:cs typeface="Arial"/>
              <a:sym typeface="Arial"/>
            </a:endParaRPr>
          </a:p>
        </p:txBody>
      </p:sp>
      <p:sp>
        <p:nvSpPr>
          <p:cNvPr id="25" name="Google Shape;6106;g3f2552a43c7_0_1226">
            <a:extLst>
              <a:ext uri="{FF2B5EF4-FFF2-40B4-BE49-F238E27FC236}">
                <a16:creationId xmlns:a16="http://schemas.microsoft.com/office/drawing/2014/main" id="{BAB23010-35B3-4757-77F9-6D856D0D20C5}"/>
              </a:ext>
            </a:extLst>
          </p:cNvPr>
          <p:cNvSpPr/>
          <p:nvPr/>
        </p:nvSpPr>
        <p:spPr>
          <a:xfrm>
            <a:off x="9881286" y="2994876"/>
            <a:ext cx="1265700" cy="369600"/>
          </a:xfrm>
          <a:prstGeom prst="rect">
            <a:avLst/>
          </a:prstGeom>
          <a:solidFill>
            <a:srgbClr val="1A1A1A"/>
          </a:solidFill>
          <a:ln w="10150" cap="flat" cmpd="sng">
            <a:solidFill>
              <a:srgbClr val="FCC200"/>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FCC200"/>
                </a:solidFill>
                <a:latin typeface="Calibri"/>
                <a:ea typeface="Calibri"/>
                <a:cs typeface="Calibri"/>
                <a:sym typeface="Calibri"/>
              </a:rPr>
              <a:t>COMET</a:t>
            </a:r>
            <a:endParaRPr sz="1385">
              <a:solidFill>
                <a:srgbClr val="FFFFFF"/>
              </a:solidFill>
              <a:latin typeface="Arial"/>
              <a:ea typeface="Arial"/>
              <a:cs typeface="Arial"/>
              <a:sym typeface="Arial"/>
            </a:endParaRPr>
          </a:p>
        </p:txBody>
      </p:sp>
      <p:sp>
        <p:nvSpPr>
          <p:cNvPr id="27" name="Google Shape;6107;g3f2552a43c7_0_1226">
            <a:extLst>
              <a:ext uri="{FF2B5EF4-FFF2-40B4-BE49-F238E27FC236}">
                <a16:creationId xmlns:a16="http://schemas.microsoft.com/office/drawing/2014/main" id="{D38396C7-384D-EE43-26EF-0CF76EF8C4D8}"/>
              </a:ext>
            </a:extLst>
          </p:cNvPr>
          <p:cNvSpPr/>
          <p:nvPr/>
        </p:nvSpPr>
        <p:spPr>
          <a:xfrm>
            <a:off x="824574" y="3364858"/>
            <a:ext cx="1460400" cy="369600"/>
          </a:xfrm>
          <a:prstGeom prst="rect">
            <a:avLst/>
          </a:prstGeom>
          <a:solidFill>
            <a:srgbClr val="F7F7F7"/>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1 SBF</a:t>
            </a:r>
            <a:endParaRPr sz="1385">
              <a:solidFill>
                <a:srgbClr val="000000"/>
              </a:solidFill>
              <a:latin typeface="Arial"/>
              <a:ea typeface="Arial"/>
              <a:cs typeface="Arial"/>
              <a:sym typeface="Arial"/>
            </a:endParaRPr>
          </a:p>
        </p:txBody>
      </p:sp>
      <p:sp>
        <p:nvSpPr>
          <p:cNvPr id="29" name="Google Shape;6108;g3f2552a43c7_0_1226">
            <a:extLst>
              <a:ext uri="{FF2B5EF4-FFF2-40B4-BE49-F238E27FC236}">
                <a16:creationId xmlns:a16="http://schemas.microsoft.com/office/drawing/2014/main" id="{562E9504-47D6-8219-E173-EC54FB922786}"/>
              </a:ext>
            </a:extLst>
          </p:cNvPr>
          <p:cNvSpPr/>
          <p:nvPr/>
        </p:nvSpPr>
        <p:spPr>
          <a:xfrm>
            <a:off x="2285334" y="336485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31" name="Google Shape;6109;g3f2552a43c7_0_1226">
            <a:extLst>
              <a:ext uri="{FF2B5EF4-FFF2-40B4-BE49-F238E27FC236}">
                <a16:creationId xmlns:a16="http://schemas.microsoft.com/office/drawing/2014/main" id="{A1F184F7-A562-4B3D-C2F8-71259CFD8475}"/>
              </a:ext>
            </a:extLst>
          </p:cNvPr>
          <p:cNvSpPr/>
          <p:nvPr/>
        </p:nvSpPr>
        <p:spPr>
          <a:xfrm>
            <a:off x="3551326" y="336485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33" name="Google Shape;6110;g3f2552a43c7_0_1226">
            <a:extLst>
              <a:ext uri="{FF2B5EF4-FFF2-40B4-BE49-F238E27FC236}">
                <a16:creationId xmlns:a16="http://schemas.microsoft.com/office/drawing/2014/main" id="{2551B98D-CE15-2F98-613F-21D9DD3FCB16}"/>
              </a:ext>
            </a:extLst>
          </p:cNvPr>
          <p:cNvSpPr/>
          <p:nvPr/>
        </p:nvSpPr>
        <p:spPr>
          <a:xfrm>
            <a:off x="4817318" y="336485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35" name="Google Shape;6111;g3f2552a43c7_0_1226">
            <a:extLst>
              <a:ext uri="{FF2B5EF4-FFF2-40B4-BE49-F238E27FC236}">
                <a16:creationId xmlns:a16="http://schemas.microsoft.com/office/drawing/2014/main" id="{DCB89EB7-8963-4A4E-C75B-627F8041B3E2}"/>
              </a:ext>
            </a:extLst>
          </p:cNvPr>
          <p:cNvSpPr/>
          <p:nvPr/>
        </p:nvSpPr>
        <p:spPr>
          <a:xfrm>
            <a:off x="6083310" y="336485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37" name="Google Shape;6112;g3f2552a43c7_0_1226">
            <a:extLst>
              <a:ext uri="{FF2B5EF4-FFF2-40B4-BE49-F238E27FC236}">
                <a16:creationId xmlns:a16="http://schemas.microsoft.com/office/drawing/2014/main" id="{2DE0D94D-2EE2-D909-FC5F-E35AF2E341AF}"/>
              </a:ext>
            </a:extLst>
          </p:cNvPr>
          <p:cNvSpPr/>
          <p:nvPr/>
        </p:nvSpPr>
        <p:spPr>
          <a:xfrm>
            <a:off x="7349302" y="336485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39" name="Google Shape;6113;g3f2552a43c7_0_1226">
            <a:extLst>
              <a:ext uri="{FF2B5EF4-FFF2-40B4-BE49-F238E27FC236}">
                <a16:creationId xmlns:a16="http://schemas.microsoft.com/office/drawing/2014/main" id="{06A4194D-495C-1489-3BB6-9BDB50862717}"/>
              </a:ext>
            </a:extLst>
          </p:cNvPr>
          <p:cNvSpPr/>
          <p:nvPr/>
        </p:nvSpPr>
        <p:spPr>
          <a:xfrm>
            <a:off x="8615294" y="336485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41" name="Google Shape;6114;g3f2552a43c7_0_1226">
            <a:extLst>
              <a:ext uri="{FF2B5EF4-FFF2-40B4-BE49-F238E27FC236}">
                <a16:creationId xmlns:a16="http://schemas.microsoft.com/office/drawing/2014/main" id="{99F1011D-D619-1979-65E5-B25D812CD97C}"/>
              </a:ext>
            </a:extLst>
          </p:cNvPr>
          <p:cNvSpPr/>
          <p:nvPr/>
        </p:nvSpPr>
        <p:spPr>
          <a:xfrm>
            <a:off x="9881286" y="336485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43" name="Google Shape;6115;g3f2552a43c7_0_1226">
            <a:extLst>
              <a:ext uri="{FF2B5EF4-FFF2-40B4-BE49-F238E27FC236}">
                <a16:creationId xmlns:a16="http://schemas.microsoft.com/office/drawing/2014/main" id="{B44EC1DE-721A-FA16-7257-087CC2F0FCCC}"/>
              </a:ext>
            </a:extLst>
          </p:cNvPr>
          <p:cNvSpPr/>
          <p:nvPr/>
        </p:nvSpPr>
        <p:spPr>
          <a:xfrm>
            <a:off x="824574" y="3734839"/>
            <a:ext cx="1460400" cy="369600"/>
          </a:xfrm>
          <a:prstGeom prst="rect">
            <a:avLst/>
          </a:prstGeom>
          <a:solidFill>
            <a:srgbClr val="FFFFFF"/>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2 SBF</a:t>
            </a:r>
            <a:endParaRPr sz="1385">
              <a:solidFill>
                <a:srgbClr val="000000"/>
              </a:solidFill>
              <a:latin typeface="Arial"/>
              <a:ea typeface="Arial"/>
              <a:cs typeface="Arial"/>
              <a:sym typeface="Arial"/>
            </a:endParaRPr>
          </a:p>
        </p:txBody>
      </p:sp>
      <p:sp>
        <p:nvSpPr>
          <p:cNvPr id="45" name="Google Shape;6116;g3f2552a43c7_0_1226">
            <a:extLst>
              <a:ext uri="{FF2B5EF4-FFF2-40B4-BE49-F238E27FC236}">
                <a16:creationId xmlns:a16="http://schemas.microsoft.com/office/drawing/2014/main" id="{C1B77F6A-99F6-39C6-45A6-D2B171DC6910}"/>
              </a:ext>
            </a:extLst>
          </p:cNvPr>
          <p:cNvSpPr/>
          <p:nvPr/>
        </p:nvSpPr>
        <p:spPr>
          <a:xfrm>
            <a:off x="2285334" y="3734839"/>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76.6</a:t>
            </a:r>
            <a:endParaRPr sz="1385">
              <a:solidFill>
                <a:srgbClr val="000000"/>
              </a:solidFill>
              <a:latin typeface="Arial"/>
              <a:ea typeface="Arial"/>
              <a:cs typeface="Arial"/>
              <a:sym typeface="Arial"/>
            </a:endParaRPr>
          </a:p>
        </p:txBody>
      </p:sp>
      <p:sp>
        <p:nvSpPr>
          <p:cNvPr id="47" name="Google Shape;6117;g3f2552a43c7_0_1226">
            <a:extLst>
              <a:ext uri="{FF2B5EF4-FFF2-40B4-BE49-F238E27FC236}">
                <a16:creationId xmlns:a16="http://schemas.microsoft.com/office/drawing/2014/main" id="{F67E0943-6AE6-5DAD-289F-808ED44C4C91}"/>
              </a:ext>
            </a:extLst>
          </p:cNvPr>
          <p:cNvSpPr/>
          <p:nvPr/>
        </p:nvSpPr>
        <p:spPr>
          <a:xfrm>
            <a:off x="3551326" y="3734839"/>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56.3</a:t>
            </a:r>
            <a:endParaRPr sz="1385">
              <a:solidFill>
                <a:srgbClr val="000000"/>
              </a:solidFill>
              <a:latin typeface="Arial"/>
              <a:ea typeface="Arial"/>
              <a:cs typeface="Arial"/>
              <a:sym typeface="Arial"/>
            </a:endParaRPr>
          </a:p>
        </p:txBody>
      </p:sp>
      <p:sp>
        <p:nvSpPr>
          <p:cNvPr id="49" name="Google Shape;6118;g3f2552a43c7_0_1226">
            <a:extLst>
              <a:ext uri="{FF2B5EF4-FFF2-40B4-BE49-F238E27FC236}">
                <a16:creationId xmlns:a16="http://schemas.microsoft.com/office/drawing/2014/main" id="{CD097F7A-549F-71B9-BF1C-10A628CB042A}"/>
              </a:ext>
            </a:extLst>
          </p:cNvPr>
          <p:cNvSpPr/>
          <p:nvPr/>
        </p:nvSpPr>
        <p:spPr>
          <a:xfrm>
            <a:off x="4817318" y="3734839"/>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1" name="Google Shape;6119;g3f2552a43c7_0_1226">
            <a:extLst>
              <a:ext uri="{FF2B5EF4-FFF2-40B4-BE49-F238E27FC236}">
                <a16:creationId xmlns:a16="http://schemas.microsoft.com/office/drawing/2014/main" id="{2121D5DB-3B4B-C8FD-AC05-069DD32989DD}"/>
              </a:ext>
            </a:extLst>
          </p:cNvPr>
          <p:cNvSpPr/>
          <p:nvPr/>
        </p:nvSpPr>
        <p:spPr>
          <a:xfrm>
            <a:off x="6083310" y="3734839"/>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3" name="Google Shape;6120;g3f2552a43c7_0_1226">
            <a:extLst>
              <a:ext uri="{FF2B5EF4-FFF2-40B4-BE49-F238E27FC236}">
                <a16:creationId xmlns:a16="http://schemas.microsoft.com/office/drawing/2014/main" id="{EBA7CBAA-1BD4-8D92-BA70-8FBDB6AF782D}"/>
              </a:ext>
            </a:extLst>
          </p:cNvPr>
          <p:cNvSpPr/>
          <p:nvPr/>
        </p:nvSpPr>
        <p:spPr>
          <a:xfrm>
            <a:off x="7349302" y="3734839"/>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5" name="Google Shape;6121;g3f2552a43c7_0_1226">
            <a:extLst>
              <a:ext uri="{FF2B5EF4-FFF2-40B4-BE49-F238E27FC236}">
                <a16:creationId xmlns:a16="http://schemas.microsoft.com/office/drawing/2014/main" id="{2E6309E5-E5F8-25F5-3BC9-F92A7C360114}"/>
              </a:ext>
            </a:extLst>
          </p:cNvPr>
          <p:cNvSpPr/>
          <p:nvPr/>
        </p:nvSpPr>
        <p:spPr>
          <a:xfrm>
            <a:off x="8615294" y="3734839"/>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1.6</a:t>
            </a:r>
            <a:endParaRPr sz="1385">
              <a:solidFill>
                <a:srgbClr val="000000"/>
              </a:solidFill>
              <a:latin typeface="Arial"/>
              <a:ea typeface="Arial"/>
              <a:cs typeface="Arial"/>
              <a:sym typeface="Arial"/>
            </a:endParaRPr>
          </a:p>
        </p:txBody>
      </p:sp>
      <p:sp>
        <p:nvSpPr>
          <p:cNvPr id="57" name="Google Shape;6122;g3f2552a43c7_0_1226">
            <a:extLst>
              <a:ext uri="{FF2B5EF4-FFF2-40B4-BE49-F238E27FC236}">
                <a16:creationId xmlns:a16="http://schemas.microsoft.com/office/drawing/2014/main" id="{AC1B6142-B0E3-33B0-4F0F-CC4ECFE69685}"/>
              </a:ext>
            </a:extLst>
          </p:cNvPr>
          <p:cNvSpPr/>
          <p:nvPr/>
        </p:nvSpPr>
        <p:spPr>
          <a:xfrm>
            <a:off x="9881286" y="3734839"/>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9" name="Google Shape;6123;g3f2552a43c7_0_1226">
            <a:extLst>
              <a:ext uri="{FF2B5EF4-FFF2-40B4-BE49-F238E27FC236}">
                <a16:creationId xmlns:a16="http://schemas.microsoft.com/office/drawing/2014/main" id="{736643D1-DD43-D642-F63C-A1C97F14F4EC}"/>
              </a:ext>
            </a:extLst>
          </p:cNvPr>
          <p:cNvSpPr/>
          <p:nvPr/>
        </p:nvSpPr>
        <p:spPr>
          <a:xfrm>
            <a:off x="824574" y="4105205"/>
            <a:ext cx="1460400" cy="369600"/>
          </a:xfrm>
          <a:prstGeom prst="rect">
            <a:avLst/>
          </a:prstGeom>
          <a:solidFill>
            <a:srgbClr val="F7F7F7"/>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1SBF+1WBF</a:t>
            </a:r>
            <a:endParaRPr sz="1385">
              <a:solidFill>
                <a:srgbClr val="000000"/>
              </a:solidFill>
              <a:latin typeface="Arial"/>
              <a:ea typeface="Arial"/>
              <a:cs typeface="Arial"/>
              <a:sym typeface="Arial"/>
            </a:endParaRPr>
          </a:p>
        </p:txBody>
      </p:sp>
      <p:sp>
        <p:nvSpPr>
          <p:cNvPr id="61" name="Google Shape;6124;g3f2552a43c7_0_1226">
            <a:extLst>
              <a:ext uri="{FF2B5EF4-FFF2-40B4-BE49-F238E27FC236}">
                <a16:creationId xmlns:a16="http://schemas.microsoft.com/office/drawing/2014/main" id="{CBFD4DBC-E049-2D71-0E51-DA4C27D1D4E2}"/>
              </a:ext>
            </a:extLst>
          </p:cNvPr>
          <p:cNvSpPr/>
          <p:nvPr/>
        </p:nvSpPr>
        <p:spPr>
          <a:xfrm>
            <a:off x="2285334" y="4105205"/>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51.6</a:t>
            </a:r>
            <a:endParaRPr sz="1385">
              <a:solidFill>
                <a:srgbClr val="000000"/>
              </a:solidFill>
              <a:latin typeface="Arial"/>
              <a:ea typeface="Arial"/>
              <a:cs typeface="Arial"/>
              <a:sym typeface="Arial"/>
            </a:endParaRPr>
          </a:p>
        </p:txBody>
      </p:sp>
      <p:sp>
        <p:nvSpPr>
          <p:cNvPr id="63" name="Google Shape;6125;g3f2552a43c7_0_1226">
            <a:extLst>
              <a:ext uri="{FF2B5EF4-FFF2-40B4-BE49-F238E27FC236}">
                <a16:creationId xmlns:a16="http://schemas.microsoft.com/office/drawing/2014/main" id="{A5F71E07-9714-FD9F-8A16-28E09834FB88}"/>
              </a:ext>
            </a:extLst>
          </p:cNvPr>
          <p:cNvSpPr/>
          <p:nvPr/>
        </p:nvSpPr>
        <p:spPr>
          <a:xfrm>
            <a:off x="3551326" y="4105205"/>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54.8</a:t>
            </a:r>
            <a:endParaRPr sz="1385">
              <a:solidFill>
                <a:srgbClr val="000000"/>
              </a:solidFill>
              <a:latin typeface="Arial"/>
              <a:ea typeface="Arial"/>
              <a:cs typeface="Arial"/>
              <a:sym typeface="Arial"/>
            </a:endParaRPr>
          </a:p>
        </p:txBody>
      </p:sp>
      <p:sp>
        <p:nvSpPr>
          <p:cNvPr id="5825" name="Google Shape;6126;g3f2552a43c7_0_1226">
            <a:extLst>
              <a:ext uri="{FF2B5EF4-FFF2-40B4-BE49-F238E27FC236}">
                <a16:creationId xmlns:a16="http://schemas.microsoft.com/office/drawing/2014/main" id="{6F8A20F8-89AB-13E5-4BBC-30AADF243E9B}"/>
              </a:ext>
            </a:extLst>
          </p:cNvPr>
          <p:cNvSpPr/>
          <p:nvPr/>
        </p:nvSpPr>
        <p:spPr>
          <a:xfrm>
            <a:off x="4817318" y="4105205"/>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51.6</a:t>
            </a:r>
            <a:endParaRPr sz="1385">
              <a:solidFill>
                <a:srgbClr val="000000"/>
              </a:solidFill>
              <a:latin typeface="Arial"/>
              <a:ea typeface="Arial"/>
              <a:cs typeface="Arial"/>
              <a:sym typeface="Arial"/>
            </a:endParaRPr>
          </a:p>
        </p:txBody>
      </p:sp>
      <p:sp>
        <p:nvSpPr>
          <p:cNvPr id="5827" name="Google Shape;6127;g3f2552a43c7_0_1226">
            <a:extLst>
              <a:ext uri="{FF2B5EF4-FFF2-40B4-BE49-F238E27FC236}">
                <a16:creationId xmlns:a16="http://schemas.microsoft.com/office/drawing/2014/main" id="{BF43F7E3-46E4-1AF1-922D-A5686EE38E80}"/>
              </a:ext>
            </a:extLst>
          </p:cNvPr>
          <p:cNvSpPr/>
          <p:nvPr/>
        </p:nvSpPr>
        <p:spPr>
          <a:xfrm>
            <a:off x="6083310" y="4105205"/>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829" name="Google Shape;6128;g3f2552a43c7_0_1226">
            <a:extLst>
              <a:ext uri="{FF2B5EF4-FFF2-40B4-BE49-F238E27FC236}">
                <a16:creationId xmlns:a16="http://schemas.microsoft.com/office/drawing/2014/main" id="{80440289-FA40-DCF3-EEA5-C350FA17A23F}"/>
              </a:ext>
            </a:extLst>
          </p:cNvPr>
          <p:cNvSpPr/>
          <p:nvPr/>
        </p:nvSpPr>
        <p:spPr>
          <a:xfrm>
            <a:off x="7349302" y="4105205"/>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831" name="Google Shape;6129;g3f2552a43c7_0_1226">
            <a:extLst>
              <a:ext uri="{FF2B5EF4-FFF2-40B4-BE49-F238E27FC236}">
                <a16:creationId xmlns:a16="http://schemas.microsoft.com/office/drawing/2014/main" id="{A1A070AD-DA41-7A20-ED6B-4430481D99F9}"/>
              </a:ext>
            </a:extLst>
          </p:cNvPr>
          <p:cNvSpPr/>
          <p:nvPr/>
        </p:nvSpPr>
        <p:spPr>
          <a:xfrm>
            <a:off x="8615294" y="4105205"/>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5833" name="Google Shape;6130;g3f2552a43c7_0_1226">
            <a:extLst>
              <a:ext uri="{FF2B5EF4-FFF2-40B4-BE49-F238E27FC236}">
                <a16:creationId xmlns:a16="http://schemas.microsoft.com/office/drawing/2014/main" id="{C6F30106-3426-5FC3-9009-2EF6B8C5ED7F}"/>
              </a:ext>
            </a:extLst>
          </p:cNvPr>
          <p:cNvSpPr/>
          <p:nvPr/>
        </p:nvSpPr>
        <p:spPr>
          <a:xfrm>
            <a:off x="9881286" y="4105205"/>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0.03</a:t>
            </a:r>
            <a:endParaRPr sz="1385">
              <a:solidFill>
                <a:srgbClr val="000000"/>
              </a:solidFill>
              <a:latin typeface="Arial"/>
              <a:ea typeface="Arial"/>
              <a:cs typeface="Arial"/>
              <a:sym typeface="Arial"/>
            </a:endParaRPr>
          </a:p>
        </p:txBody>
      </p:sp>
      <p:sp>
        <p:nvSpPr>
          <p:cNvPr id="5835" name="Google Shape;6131;g3f2552a43c7_0_1226">
            <a:extLst>
              <a:ext uri="{FF2B5EF4-FFF2-40B4-BE49-F238E27FC236}">
                <a16:creationId xmlns:a16="http://schemas.microsoft.com/office/drawing/2014/main" id="{7F6D308B-D0CC-3114-6E92-0BF97F957B37}"/>
              </a:ext>
            </a:extLst>
          </p:cNvPr>
          <p:cNvSpPr/>
          <p:nvPr/>
        </p:nvSpPr>
        <p:spPr>
          <a:xfrm>
            <a:off x="824574" y="4475186"/>
            <a:ext cx="1460400" cy="369600"/>
          </a:xfrm>
          <a:prstGeom prst="rect">
            <a:avLst/>
          </a:prstGeom>
          <a:solidFill>
            <a:srgbClr val="FFFFFF"/>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2 WBF</a:t>
            </a:r>
            <a:endParaRPr sz="1385">
              <a:solidFill>
                <a:srgbClr val="000000"/>
              </a:solidFill>
              <a:latin typeface="Arial"/>
              <a:ea typeface="Arial"/>
              <a:cs typeface="Arial"/>
              <a:sym typeface="Arial"/>
            </a:endParaRPr>
          </a:p>
        </p:txBody>
      </p:sp>
      <p:sp>
        <p:nvSpPr>
          <p:cNvPr id="5837" name="Google Shape;6132;g3f2552a43c7_0_1226">
            <a:extLst>
              <a:ext uri="{FF2B5EF4-FFF2-40B4-BE49-F238E27FC236}">
                <a16:creationId xmlns:a16="http://schemas.microsoft.com/office/drawing/2014/main" id="{E59E5211-CD1D-2A57-8E0A-66777845D6C7}"/>
              </a:ext>
            </a:extLst>
          </p:cNvPr>
          <p:cNvSpPr/>
          <p:nvPr/>
        </p:nvSpPr>
        <p:spPr>
          <a:xfrm>
            <a:off x="2285334" y="4475186"/>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5839" name="Google Shape;6133;g3f2552a43c7_0_1226">
            <a:extLst>
              <a:ext uri="{FF2B5EF4-FFF2-40B4-BE49-F238E27FC236}">
                <a16:creationId xmlns:a16="http://schemas.microsoft.com/office/drawing/2014/main" id="{92629777-1A4D-1AB0-BE17-54C504A4A338}"/>
              </a:ext>
            </a:extLst>
          </p:cNvPr>
          <p:cNvSpPr/>
          <p:nvPr/>
        </p:nvSpPr>
        <p:spPr>
          <a:xfrm>
            <a:off x="3551326" y="4475186"/>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50.0</a:t>
            </a:r>
            <a:endParaRPr sz="1385">
              <a:solidFill>
                <a:srgbClr val="000000"/>
              </a:solidFill>
              <a:latin typeface="Arial"/>
              <a:ea typeface="Arial"/>
              <a:cs typeface="Arial"/>
              <a:sym typeface="Arial"/>
            </a:endParaRPr>
          </a:p>
        </p:txBody>
      </p:sp>
      <p:sp>
        <p:nvSpPr>
          <p:cNvPr id="5841" name="Google Shape;6134;g3f2552a43c7_0_1226">
            <a:extLst>
              <a:ext uri="{FF2B5EF4-FFF2-40B4-BE49-F238E27FC236}">
                <a16:creationId xmlns:a16="http://schemas.microsoft.com/office/drawing/2014/main" id="{F35DC9B3-4C16-CDD2-D35F-73A3372EC780}"/>
              </a:ext>
            </a:extLst>
          </p:cNvPr>
          <p:cNvSpPr/>
          <p:nvPr/>
        </p:nvSpPr>
        <p:spPr>
          <a:xfrm>
            <a:off x="4817318" y="4475186"/>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50.0</a:t>
            </a:r>
            <a:endParaRPr sz="1385">
              <a:solidFill>
                <a:srgbClr val="000000"/>
              </a:solidFill>
              <a:latin typeface="Arial"/>
              <a:ea typeface="Arial"/>
              <a:cs typeface="Arial"/>
              <a:sym typeface="Arial"/>
            </a:endParaRPr>
          </a:p>
        </p:txBody>
      </p:sp>
      <p:sp>
        <p:nvSpPr>
          <p:cNvPr id="5843" name="Google Shape;6135;g3f2552a43c7_0_1226">
            <a:extLst>
              <a:ext uri="{FF2B5EF4-FFF2-40B4-BE49-F238E27FC236}">
                <a16:creationId xmlns:a16="http://schemas.microsoft.com/office/drawing/2014/main" id="{F1FB40B6-F05D-0EC2-A263-5B4163221E43}"/>
              </a:ext>
            </a:extLst>
          </p:cNvPr>
          <p:cNvSpPr/>
          <p:nvPr/>
        </p:nvSpPr>
        <p:spPr>
          <a:xfrm>
            <a:off x="6083310" y="4475186"/>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845" name="Google Shape;6136;g3f2552a43c7_0_1226">
            <a:extLst>
              <a:ext uri="{FF2B5EF4-FFF2-40B4-BE49-F238E27FC236}">
                <a16:creationId xmlns:a16="http://schemas.microsoft.com/office/drawing/2014/main" id="{37A22424-D9D7-7853-87D7-81D59C65CA86}"/>
              </a:ext>
            </a:extLst>
          </p:cNvPr>
          <p:cNvSpPr/>
          <p:nvPr/>
        </p:nvSpPr>
        <p:spPr>
          <a:xfrm>
            <a:off x="7349302" y="4475186"/>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5847" name="Google Shape;6137;g3f2552a43c7_0_1226">
            <a:extLst>
              <a:ext uri="{FF2B5EF4-FFF2-40B4-BE49-F238E27FC236}">
                <a16:creationId xmlns:a16="http://schemas.microsoft.com/office/drawing/2014/main" id="{9421228E-E424-44A1-A413-F68F0B9F5E33}"/>
              </a:ext>
            </a:extLst>
          </p:cNvPr>
          <p:cNvSpPr/>
          <p:nvPr/>
        </p:nvSpPr>
        <p:spPr>
          <a:xfrm>
            <a:off x="8615294" y="4475186"/>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5849" name="Google Shape;6138;g3f2552a43c7_0_1226">
            <a:extLst>
              <a:ext uri="{FF2B5EF4-FFF2-40B4-BE49-F238E27FC236}">
                <a16:creationId xmlns:a16="http://schemas.microsoft.com/office/drawing/2014/main" id="{33E13F64-CDF2-605D-5C3A-A530F43EF3DE}"/>
              </a:ext>
            </a:extLst>
          </p:cNvPr>
          <p:cNvSpPr/>
          <p:nvPr/>
        </p:nvSpPr>
        <p:spPr>
          <a:xfrm>
            <a:off x="9881286" y="4475186"/>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5851" name="Google Shape;6139;g3f2552a43c7_0_1226">
            <a:extLst>
              <a:ext uri="{FF2B5EF4-FFF2-40B4-BE49-F238E27FC236}">
                <a16:creationId xmlns:a16="http://schemas.microsoft.com/office/drawing/2014/main" id="{A83E3221-6821-37DD-90AD-DA785CD96628}"/>
              </a:ext>
            </a:extLst>
          </p:cNvPr>
          <p:cNvSpPr/>
          <p:nvPr/>
        </p:nvSpPr>
        <p:spPr>
          <a:xfrm>
            <a:off x="824574" y="4845168"/>
            <a:ext cx="1460400" cy="369600"/>
          </a:xfrm>
          <a:prstGeom prst="rect">
            <a:avLst/>
          </a:prstGeom>
          <a:solidFill>
            <a:srgbClr val="F7F7F7"/>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3 SBF</a:t>
            </a:r>
            <a:endParaRPr sz="1385">
              <a:solidFill>
                <a:srgbClr val="000000"/>
              </a:solidFill>
              <a:latin typeface="Arial"/>
              <a:ea typeface="Arial"/>
              <a:cs typeface="Arial"/>
              <a:sym typeface="Arial"/>
            </a:endParaRPr>
          </a:p>
        </p:txBody>
      </p:sp>
      <p:sp>
        <p:nvSpPr>
          <p:cNvPr id="5853" name="Google Shape;6140;g3f2552a43c7_0_1226">
            <a:extLst>
              <a:ext uri="{FF2B5EF4-FFF2-40B4-BE49-F238E27FC236}">
                <a16:creationId xmlns:a16="http://schemas.microsoft.com/office/drawing/2014/main" id="{2643B663-32A6-3EE6-1A05-1BD3DDC46146}"/>
              </a:ext>
            </a:extLst>
          </p:cNvPr>
          <p:cNvSpPr/>
          <p:nvPr/>
        </p:nvSpPr>
        <p:spPr>
          <a:xfrm>
            <a:off x="2285334" y="4845168"/>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41.0</a:t>
            </a:r>
            <a:endParaRPr sz="1385">
              <a:solidFill>
                <a:srgbClr val="000000"/>
              </a:solidFill>
              <a:latin typeface="Arial"/>
              <a:ea typeface="Arial"/>
              <a:cs typeface="Arial"/>
              <a:sym typeface="Arial"/>
            </a:endParaRPr>
          </a:p>
        </p:txBody>
      </p:sp>
      <p:sp>
        <p:nvSpPr>
          <p:cNvPr id="5857" name="Google Shape;6141;g3f2552a43c7_0_1226">
            <a:extLst>
              <a:ext uri="{FF2B5EF4-FFF2-40B4-BE49-F238E27FC236}">
                <a16:creationId xmlns:a16="http://schemas.microsoft.com/office/drawing/2014/main" id="{4B80F1A2-84C3-83C8-7780-04DC451BE79F}"/>
              </a:ext>
            </a:extLst>
          </p:cNvPr>
          <p:cNvSpPr/>
          <p:nvPr/>
        </p:nvSpPr>
        <p:spPr>
          <a:xfrm>
            <a:off x="3551326" y="4845168"/>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9.7</a:t>
            </a:r>
            <a:endParaRPr sz="1385">
              <a:solidFill>
                <a:srgbClr val="000000"/>
              </a:solidFill>
              <a:latin typeface="Arial"/>
              <a:ea typeface="Arial"/>
              <a:cs typeface="Arial"/>
              <a:sym typeface="Arial"/>
            </a:endParaRPr>
          </a:p>
        </p:txBody>
      </p:sp>
      <p:sp>
        <p:nvSpPr>
          <p:cNvPr id="6058" name="Google Shape;6142;g3f2552a43c7_0_1226">
            <a:extLst>
              <a:ext uri="{FF2B5EF4-FFF2-40B4-BE49-F238E27FC236}">
                <a16:creationId xmlns:a16="http://schemas.microsoft.com/office/drawing/2014/main" id="{9E21DBF8-A7AB-E02D-DF5D-DB8A709DAF69}"/>
              </a:ext>
            </a:extLst>
          </p:cNvPr>
          <p:cNvSpPr/>
          <p:nvPr/>
        </p:nvSpPr>
        <p:spPr>
          <a:xfrm>
            <a:off x="4817318" y="4845168"/>
            <a:ext cx="1265700" cy="369600"/>
          </a:xfrm>
          <a:prstGeom prst="rect">
            <a:avLst/>
          </a:prstGeom>
          <a:solidFill>
            <a:srgbClr val="FDF0C8"/>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77.3</a:t>
            </a:r>
            <a:endParaRPr sz="1385">
              <a:solidFill>
                <a:srgbClr val="000000"/>
              </a:solidFill>
              <a:latin typeface="Arial"/>
              <a:ea typeface="Arial"/>
              <a:cs typeface="Arial"/>
              <a:sym typeface="Arial"/>
            </a:endParaRPr>
          </a:p>
        </p:txBody>
      </p:sp>
      <p:sp>
        <p:nvSpPr>
          <p:cNvPr id="6060" name="Google Shape;6143;g3f2552a43c7_0_1226">
            <a:extLst>
              <a:ext uri="{FF2B5EF4-FFF2-40B4-BE49-F238E27FC236}">
                <a16:creationId xmlns:a16="http://schemas.microsoft.com/office/drawing/2014/main" id="{42077085-7F65-45D0-DAF6-24953059C2EB}"/>
              </a:ext>
            </a:extLst>
          </p:cNvPr>
          <p:cNvSpPr/>
          <p:nvPr/>
        </p:nvSpPr>
        <p:spPr>
          <a:xfrm>
            <a:off x="6083310" y="484516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6062" name="Google Shape;6144;g3f2552a43c7_0_1226">
            <a:extLst>
              <a:ext uri="{FF2B5EF4-FFF2-40B4-BE49-F238E27FC236}">
                <a16:creationId xmlns:a16="http://schemas.microsoft.com/office/drawing/2014/main" id="{8C2EFEBC-923B-535A-3043-4C4B65664D3D}"/>
              </a:ext>
            </a:extLst>
          </p:cNvPr>
          <p:cNvSpPr/>
          <p:nvPr/>
        </p:nvSpPr>
        <p:spPr>
          <a:xfrm>
            <a:off x="7349302" y="484516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6064" name="Google Shape;6145;g3f2552a43c7_0_1226">
            <a:extLst>
              <a:ext uri="{FF2B5EF4-FFF2-40B4-BE49-F238E27FC236}">
                <a16:creationId xmlns:a16="http://schemas.microsoft.com/office/drawing/2014/main" id="{4C6DF51F-4D83-99A2-46ED-F29DA5C54A1E}"/>
              </a:ext>
            </a:extLst>
          </p:cNvPr>
          <p:cNvSpPr/>
          <p:nvPr/>
        </p:nvSpPr>
        <p:spPr>
          <a:xfrm>
            <a:off x="8615294" y="4845168"/>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0.02</a:t>
            </a:r>
            <a:endParaRPr sz="1385">
              <a:solidFill>
                <a:srgbClr val="000000"/>
              </a:solidFill>
              <a:latin typeface="Arial"/>
              <a:ea typeface="Arial"/>
              <a:cs typeface="Arial"/>
              <a:sym typeface="Arial"/>
            </a:endParaRPr>
          </a:p>
        </p:txBody>
      </p:sp>
      <p:sp>
        <p:nvSpPr>
          <p:cNvPr id="6066" name="Google Shape;6146;g3f2552a43c7_0_1226">
            <a:extLst>
              <a:ext uri="{FF2B5EF4-FFF2-40B4-BE49-F238E27FC236}">
                <a16:creationId xmlns:a16="http://schemas.microsoft.com/office/drawing/2014/main" id="{CA0E2BD5-CA36-FBB2-76E1-EA716A7D1D3A}"/>
              </a:ext>
            </a:extLst>
          </p:cNvPr>
          <p:cNvSpPr/>
          <p:nvPr/>
        </p:nvSpPr>
        <p:spPr>
          <a:xfrm>
            <a:off x="9881286" y="4845168"/>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6068" name="Google Shape;6147;g3f2552a43c7_0_1226">
            <a:extLst>
              <a:ext uri="{FF2B5EF4-FFF2-40B4-BE49-F238E27FC236}">
                <a16:creationId xmlns:a16="http://schemas.microsoft.com/office/drawing/2014/main" id="{F0536EE7-997A-6335-AE18-B3DFE2EA69DA}"/>
              </a:ext>
            </a:extLst>
          </p:cNvPr>
          <p:cNvSpPr/>
          <p:nvPr/>
        </p:nvSpPr>
        <p:spPr>
          <a:xfrm>
            <a:off x="824574" y="5215150"/>
            <a:ext cx="1460400" cy="369600"/>
          </a:xfrm>
          <a:prstGeom prst="rect">
            <a:avLst/>
          </a:prstGeom>
          <a:solidFill>
            <a:srgbClr val="FFFFFF"/>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4 SBF</a:t>
            </a:r>
            <a:endParaRPr sz="1385">
              <a:solidFill>
                <a:srgbClr val="000000"/>
              </a:solidFill>
              <a:latin typeface="Arial"/>
              <a:ea typeface="Arial"/>
              <a:cs typeface="Arial"/>
              <a:sym typeface="Arial"/>
            </a:endParaRPr>
          </a:p>
        </p:txBody>
      </p:sp>
      <p:sp>
        <p:nvSpPr>
          <p:cNvPr id="6070" name="Google Shape;6148;g3f2552a43c7_0_1226">
            <a:extLst>
              <a:ext uri="{FF2B5EF4-FFF2-40B4-BE49-F238E27FC236}">
                <a16:creationId xmlns:a16="http://schemas.microsoft.com/office/drawing/2014/main" id="{58EAD31A-9549-DCFF-8DE9-F8543E034636}"/>
              </a:ext>
            </a:extLst>
          </p:cNvPr>
          <p:cNvSpPr/>
          <p:nvPr/>
        </p:nvSpPr>
        <p:spPr>
          <a:xfrm>
            <a:off x="2285334" y="5215150"/>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13.0</a:t>
            </a:r>
            <a:endParaRPr sz="1385">
              <a:solidFill>
                <a:srgbClr val="000000"/>
              </a:solidFill>
              <a:latin typeface="Arial"/>
              <a:ea typeface="Arial"/>
              <a:cs typeface="Arial"/>
              <a:sym typeface="Arial"/>
            </a:endParaRPr>
          </a:p>
        </p:txBody>
      </p:sp>
      <p:sp>
        <p:nvSpPr>
          <p:cNvPr id="6072" name="Google Shape;6149;g3f2552a43c7_0_1226">
            <a:extLst>
              <a:ext uri="{FF2B5EF4-FFF2-40B4-BE49-F238E27FC236}">
                <a16:creationId xmlns:a16="http://schemas.microsoft.com/office/drawing/2014/main" id="{28AAFBA8-2FB2-3B00-FE40-66C197465A29}"/>
              </a:ext>
            </a:extLst>
          </p:cNvPr>
          <p:cNvSpPr/>
          <p:nvPr/>
        </p:nvSpPr>
        <p:spPr>
          <a:xfrm>
            <a:off x="3551326" y="5215150"/>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1.4</a:t>
            </a:r>
            <a:endParaRPr sz="1385">
              <a:solidFill>
                <a:srgbClr val="000000"/>
              </a:solidFill>
              <a:latin typeface="Arial"/>
              <a:ea typeface="Arial"/>
              <a:cs typeface="Arial"/>
              <a:sym typeface="Arial"/>
            </a:endParaRPr>
          </a:p>
        </p:txBody>
      </p:sp>
      <p:sp>
        <p:nvSpPr>
          <p:cNvPr id="6074" name="Google Shape;6150;g3f2552a43c7_0_1226">
            <a:extLst>
              <a:ext uri="{FF2B5EF4-FFF2-40B4-BE49-F238E27FC236}">
                <a16:creationId xmlns:a16="http://schemas.microsoft.com/office/drawing/2014/main" id="{6457AC42-6BAA-16F5-175F-B019B2472D0F}"/>
              </a:ext>
            </a:extLst>
          </p:cNvPr>
          <p:cNvSpPr/>
          <p:nvPr/>
        </p:nvSpPr>
        <p:spPr>
          <a:xfrm>
            <a:off x="4817318" y="5215150"/>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42.2</a:t>
            </a:r>
            <a:endParaRPr sz="1385">
              <a:solidFill>
                <a:srgbClr val="000000"/>
              </a:solidFill>
              <a:latin typeface="Arial"/>
              <a:ea typeface="Arial"/>
              <a:cs typeface="Arial"/>
              <a:sym typeface="Arial"/>
            </a:endParaRPr>
          </a:p>
        </p:txBody>
      </p:sp>
      <p:sp>
        <p:nvSpPr>
          <p:cNvPr id="6076" name="Google Shape;6151;g3f2552a43c7_0_1226">
            <a:extLst>
              <a:ext uri="{FF2B5EF4-FFF2-40B4-BE49-F238E27FC236}">
                <a16:creationId xmlns:a16="http://schemas.microsoft.com/office/drawing/2014/main" id="{50953350-1111-4707-78A9-9D813C7EEA5B}"/>
              </a:ext>
            </a:extLst>
          </p:cNvPr>
          <p:cNvSpPr/>
          <p:nvPr/>
        </p:nvSpPr>
        <p:spPr>
          <a:xfrm>
            <a:off x="6083310" y="5215150"/>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99.0</a:t>
            </a:r>
            <a:endParaRPr sz="1385">
              <a:solidFill>
                <a:srgbClr val="000000"/>
              </a:solidFill>
              <a:latin typeface="Arial"/>
              <a:ea typeface="Arial"/>
              <a:cs typeface="Arial"/>
              <a:sym typeface="Arial"/>
            </a:endParaRPr>
          </a:p>
        </p:txBody>
      </p:sp>
      <p:sp>
        <p:nvSpPr>
          <p:cNvPr id="6078" name="Google Shape;6152;g3f2552a43c7_0_1226">
            <a:extLst>
              <a:ext uri="{FF2B5EF4-FFF2-40B4-BE49-F238E27FC236}">
                <a16:creationId xmlns:a16="http://schemas.microsoft.com/office/drawing/2014/main" id="{07C054A7-7195-C531-5EBE-729974B95F82}"/>
              </a:ext>
            </a:extLst>
          </p:cNvPr>
          <p:cNvSpPr/>
          <p:nvPr/>
        </p:nvSpPr>
        <p:spPr>
          <a:xfrm>
            <a:off x="7349302" y="5215150"/>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6080" name="Google Shape;6153;g3f2552a43c7_0_1226">
            <a:extLst>
              <a:ext uri="{FF2B5EF4-FFF2-40B4-BE49-F238E27FC236}">
                <a16:creationId xmlns:a16="http://schemas.microsoft.com/office/drawing/2014/main" id="{2111BF2E-70F3-6EF4-1139-050674B6C129}"/>
              </a:ext>
            </a:extLst>
          </p:cNvPr>
          <p:cNvSpPr/>
          <p:nvPr/>
        </p:nvSpPr>
        <p:spPr>
          <a:xfrm>
            <a:off x="8615294" y="5215150"/>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082" name="Google Shape;6154;g3f2552a43c7_0_1226">
            <a:extLst>
              <a:ext uri="{FF2B5EF4-FFF2-40B4-BE49-F238E27FC236}">
                <a16:creationId xmlns:a16="http://schemas.microsoft.com/office/drawing/2014/main" id="{3E7D7533-FEB8-D69A-F95E-63DCB6EC93A6}"/>
              </a:ext>
            </a:extLst>
          </p:cNvPr>
          <p:cNvSpPr/>
          <p:nvPr/>
        </p:nvSpPr>
        <p:spPr>
          <a:xfrm>
            <a:off x="9881286" y="5215150"/>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27.7</a:t>
            </a:r>
            <a:endParaRPr sz="1385">
              <a:solidFill>
                <a:srgbClr val="000000"/>
              </a:solidFill>
              <a:latin typeface="Arial"/>
              <a:ea typeface="Arial"/>
              <a:cs typeface="Arial"/>
              <a:sym typeface="Arial"/>
            </a:endParaRPr>
          </a:p>
        </p:txBody>
      </p:sp>
      <p:sp>
        <p:nvSpPr>
          <p:cNvPr id="6084" name="Google Shape;6155;g3f2552a43c7_0_1226">
            <a:extLst>
              <a:ext uri="{FF2B5EF4-FFF2-40B4-BE49-F238E27FC236}">
                <a16:creationId xmlns:a16="http://schemas.microsoft.com/office/drawing/2014/main" id="{75F14A3B-447E-2E9A-17E6-F4900F5FB72C}"/>
              </a:ext>
            </a:extLst>
          </p:cNvPr>
          <p:cNvSpPr/>
          <p:nvPr/>
        </p:nvSpPr>
        <p:spPr>
          <a:xfrm>
            <a:off x="824574" y="5585131"/>
            <a:ext cx="1460400" cy="369600"/>
          </a:xfrm>
          <a:prstGeom prst="rect">
            <a:avLst/>
          </a:prstGeom>
          <a:solidFill>
            <a:srgbClr val="F7F7F7"/>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4 BBF</a:t>
            </a:r>
            <a:endParaRPr sz="1385">
              <a:solidFill>
                <a:srgbClr val="000000"/>
              </a:solidFill>
              <a:latin typeface="Arial"/>
              <a:ea typeface="Arial"/>
              <a:cs typeface="Arial"/>
              <a:sym typeface="Arial"/>
            </a:endParaRPr>
          </a:p>
        </p:txBody>
      </p:sp>
      <p:sp>
        <p:nvSpPr>
          <p:cNvPr id="6086" name="Google Shape;6156;g3f2552a43c7_0_1226">
            <a:extLst>
              <a:ext uri="{FF2B5EF4-FFF2-40B4-BE49-F238E27FC236}">
                <a16:creationId xmlns:a16="http://schemas.microsoft.com/office/drawing/2014/main" id="{2D6FB591-0A67-9282-B3BE-A4B691DDED5F}"/>
              </a:ext>
            </a:extLst>
          </p:cNvPr>
          <p:cNvSpPr/>
          <p:nvPr/>
        </p:nvSpPr>
        <p:spPr>
          <a:xfrm>
            <a:off x="2285334" y="5585131"/>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13.1</a:t>
            </a:r>
            <a:endParaRPr sz="1385">
              <a:solidFill>
                <a:srgbClr val="000000"/>
              </a:solidFill>
              <a:latin typeface="Arial"/>
              <a:ea typeface="Arial"/>
              <a:cs typeface="Arial"/>
              <a:sym typeface="Arial"/>
            </a:endParaRPr>
          </a:p>
        </p:txBody>
      </p:sp>
      <p:sp>
        <p:nvSpPr>
          <p:cNvPr id="6088" name="Google Shape;6157;g3f2552a43c7_0_1226">
            <a:extLst>
              <a:ext uri="{FF2B5EF4-FFF2-40B4-BE49-F238E27FC236}">
                <a16:creationId xmlns:a16="http://schemas.microsoft.com/office/drawing/2014/main" id="{D1A082AF-F36C-E391-C9F3-BF16004D9C04}"/>
              </a:ext>
            </a:extLst>
          </p:cNvPr>
          <p:cNvSpPr/>
          <p:nvPr/>
        </p:nvSpPr>
        <p:spPr>
          <a:xfrm>
            <a:off x="3551326" y="5585131"/>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1.4</a:t>
            </a:r>
            <a:endParaRPr sz="1385">
              <a:solidFill>
                <a:srgbClr val="000000"/>
              </a:solidFill>
              <a:latin typeface="Arial"/>
              <a:ea typeface="Arial"/>
              <a:cs typeface="Arial"/>
              <a:sym typeface="Arial"/>
            </a:endParaRPr>
          </a:p>
        </p:txBody>
      </p:sp>
      <p:sp>
        <p:nvSpPr>
          <p:cNvPr id="6090" name="Google Shape;6158;g3f2552a43c7_0_1226">
            <a:extLst>
              <a:ext uri="{FF2B5EF4-FFF2-40B4-BE49-F238E27FC236}">
                <a16:creationId xmlns:a16="http://schemas.microsoft.com/office/drawing/2014/main" id="{16F39221-2D34-A710-03AA-F75D79072F20}"/>
              </a:ext>
            </a:extLst>
          </p:cNvPr>
          <p:cNvSpPr/>
          <p:nvPr/>
        </p:nvSpPr>
        <p:spPr>
          <a:xfrm>
            <a:off x="4817318" y="5585131"/>
            <a:ext cx="1265700" cy="369600"/>
          </a:xfrm>
          <a:prstGeom prst="rect">
            <a:avLst/>
          </a:prstGeom>
          <a:solidFill>
            <a:srgbClr val="FFEBEE"/>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1A1A1A"/>
                </a:solidFill>
                <a:latin typeface="Calibri"/>
                <a:ea typeface="Calibri"/>
                <a:cs typeface="Calibri"/>
                <a:sym typeface="Calibri"/>
              </a:rPr>
              <a:t>42.2</a:t>
            </a:r>
            <a:endParaRPr sz="1385">
              <a:solidFill>
                <a:srgbClr val="000000"/>
              </a:solidFill>
              <a:latin typeface="Arial"/>
              <a:ea typeface="Arial"/>
              <a:cs typeface="Arial"/>
              <a:sym typeface="Arial"/>
            </a:endParaRPr>
          </a:p>
        </p:txBody>
      </p:sp>
      <p:sp>
        <p:nvSpPr>
          <p:cNvPr id="6092" name="Google Shape;6159;g3f2552a43c7_0_1226">
            <a:extLst>
              <a:ext uri="{FF2B5EF4-FFF2-40B4-BE49-F238E27FC236}">
                <a16:creationId xmlns:a16="http://schemas.microsoft.com/office/drawing/2014/main" id="{32FCE003-0080-425D-47BB-3F4596C851A2}"/>
              </a:ext>
            </a:extLst>
          </p:cNvPr>
          <p:cNvSpPr/>
          <p:nvPr/>
        </p:nvSpPr>
        <p:spPr>
          <a:xfrm>
            <a:off x="6083310" y="5585131"/>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99.0</a:t>
            </a:r>
            <a:endParaRPr sz="1385">
              <a:solidFill>
                <a:srgbClr val="000000"/>
              </a:solidFill>
              <a:latin typeface="Arial"/>
              <a:ea typeface="Arial"/>
              <a:cs typeface="Arial"/>
              <a:sym typeface="Arial"/>
            </a:endParaRPr>
          </a:p>
        </p:txBody>
      </p:sp>
      <p:sp>
        <p:nvSpPr>
          <p:cNvPr id="6094" name="Google Shape;6160;g3f2552a43c7_0_1226">
            <a:extLst>
              <a:ext uri="{FF2B5EF4-FFF2-40B4-BE49-F238E27FC236}">
                <a16:creationId xmlns:a16="http://schemas.microsoft.com/office/drawing/2014/main" id="{FD454A7A-75E2-DA1E-4543-718E30703AE1}"/>
              </a:ext>
            </a:extLst>
          </p:cNvPr>
          <p:cNvSpPr/>
          <p:nvPr/>
        </p:nvSpPr>
        <p:spPr>
          <a:xfrm>
            <a:off x="7349302" y="5585131"/>
            <a:ext cx="1265700" cy="369600"/>
          </a:xfrm>
          <a:prstGeom prst="rect">
            <a:avLst/>
          </a:prstGeom>
          <a:solidFill>
            <a:srgbClr val="E3F2FD"/>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2C3E80"/>
                </a:solidFill>
                <a:latin typeface="Calibri"/>
                <a:ea typeface="Calibri"/>
                <a:cs typeface="Calibri"/>
                <a:sym typeface="Calibri"/>
              </a:rPr>
              <a:t>100</a:t>
            </a:r>
            <a:endParaRPr sz="1385">
              <a:solidFill>
                <a:srgbClr val="000000"/>
              </a:solidFill>
              <a:latin typeface="Arial"/>
              <a:ea typeface="Arial"/>
              <a:cs typeface="Arial"/>
              <a:sym typeface="Arial"/>
            </a:endParaRPr>
          </a:p>
        </p:txBody>
      </p:sp>
      <p:sp>
        <p:nvSpPr>
          <p:cNvPr id="6096" name="Google Shape;6161;g3f2552a43c7_0_1226">
            <a:extLst>
              <a:ext uri="{FF2B5EF4-FFF2-40B4-BE49-F238E27FC236}">
                <a16:creationId xmlns:a16="http://schemas.microsoft.com/office/drawing/2014/main" id="{52C0FC8D-D487-5062-21C2-0ED1502A9253}"/>
              </a:ext>
            </a:extLst>
          </p:cNvPr>
          <p:cNvSpPr/>
          <p:nvPr/>
        </p:nvSpPr>
        <p:spPr>
          <a:xfrm>
            <a:off x="8615294" y="5585131"/>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098" name="Google Shape;6162;g3f2552a43c7_0_1226">
            <a:extLst>
              <a:ext uri="{FF2B5EF4-FFF2-40B4-BE49-F238E27FC236}">
                <a16:creationId xmlns:a16="http://schemas.microsoft.com/office/drawing/2014/main" id="{BB6131DD-728F-1ABC-8D8D-E951783DA318}"/>
              </a:ext>
            </a:extLst>
          </p:cNvPr>
          <p:cNvSpPr/>
          <p:nvPr/>
        </p:nvSpPr>
        <p:spPr>
          <a:xfrm>
            <a:off x="9881286" y="5585131"/>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00" name="Google Shape;6163;g3f2552a43c7_0_1226">
            <a:extLst>
              <a:ext uri="{FF2B5EF4-FFF2-40B4-BE49-F238E27FC236}">
                <a16:creationId xmlns:a16="http://schemas.microsoft.com/office/drawing/2014/main" id="{8B2EEA6E-C33B-0633-4B77-E380F60FF14F}"/>
              </a:ext>
            </a:extLst>
          </p:cNvPr>
          <p:cNvSpPr/>
          <p:nvPr/>
        </p:nvSpPr>
        <p:spPr>
          <a:xfrm>
            <a:off x="824574" y="5955497"/>
            <a:ext cx="1460400" cy="369600"/>
          </a:xfrm>
          <a:prstGeom prst="rect">
            <a:avLst/>
          </a:prstGeom>
          <a:solidFill>
            <a:srgbClr val="FFFFFF"/>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b="1">
                <a:solidFill>
                  <a:srgbClr val="1A1A1A"/>
                </a:solidFill>
                <a:latin typeface="Calibri"/>
                <a:ea typeface="Calibri"/>
                <a:cs typeface="Calibri"/>
                <a:sym typeface="Calibri"/>
              </a:rPr>
              <a:t>1 SAF</a:t>
            </a:r>
            <a:endParaRPr sz="1385">
              <a:solidFill>
                <a:srgbClr val="000000"/>
              </a:solidFill>
              <a:latin typeface="Arial"/>
              <a:ea typeface="Arial"/>
              <a:cs typeface="Arial"/>
              <a:sym typeface="Arial"/>
            </a:endParaRPr>
          </a:p>
        </p:txBody>
      </p:sp>
      <p:sp>
        <p:nvSpPr>
          <p:cNvPr id="6102" name="Google Shape;6164;g3f2552a43c7_0_1226">
            <a:extLst>
              <a:ext uri="{FF2B5EF4-FFF2-40B4-BE49-F238E27FC236}">
                <a16:creationId xmlns:a16="http://schemas.microsoft.com/office/drawing/2014/main" id="{F612EF9C-66EF-0549-B0BC-97955386CA42}"/>
              </a:ext>
            </a:extLst>
          </p:cNvPr>
          <p:cNvSpPr/>
          <p:nvPr/>
        </p:nvSpPr>
        <p:spPr>
          <a:xfrm>
            <a:off x="2285334" y="5955497"/>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04" name="Google Shape;6165;g3f2552a43c7_0_1226">
            <a:extLst>
              <a:ext uri="{FF2B5EF4-FFF2-40B4-BE49-F238E27FC236}">
                <a16:creationId xmlns:a16="http://schemas.microsoft.com/office/drawing/2014/main" id="{713AE43A-3F5C-267F-39F6-818BA48BFB92}"/>
              </a:ext>
            </a:extLst>
          </p:cNvPr>
          <p:cNvSpPr/>
          <p:nvPr/>
        </p:nvSpPr>
        <p:spPr>
          <a:xfrm>
            <a:off x="3551326" y="5955497"/>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06" name="Google Shape;6166;g3f2552a43c7_0_1226">
            <a:extLst>
              <a:ext uri="{FF2B5EF4-FFF2-40B4-BE49-F238E27FC236}">
                <a16:creationId xmlns:a16="http://schemas.microsoft.com/office/drawing/2014/main" id="{CC691606-053F-CBF1-3D2E-0FAF19FB28A4}"/>
              </a:ext>
            </a:extLst>
          </p:cNvPr>
          <p:cNvSpPr/>
          <p:nvPr/>
        </p:nvSpPr>
        <p:spPr>
          <a:xfrm>
            <a:off x="4817318" y="5955497"/>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08" name="Google Shape;6167;g3f2552a43c7_0_1226">
            <a:extLst>
              <a:ext uri="{FF2B5EF4-FFF2-40B4-BE49-F238E27FC236}">
                <a16:creationId xmlns:a16="http://schemas.microsoft.com/office/drawing/2014/main" id="{6A9EA347-342B-BADE-0884-6147433D9A45}"/>
              </a:ext>
            </a:extLst>
          </p:cNvPr>
          <p:cNvSpPr/>
          <p:nvPr/>
        </p:nvSpPr>
        <p:spPr>
          <a:xfrm>
            <a:off x="6083310" y="5955497"/>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10" name="Google Shape;6168;g3f2552a43c7_0_1226">
            <a:extLst>
              <a:ext uri="{FF2B5EF4-FFF2-40B4-BE49-F238E27FC236}">
                <a16:creationId xmlns:a16="http://schemas.microsoft.com/office/drawing/2014/main" id="{C2866B7A-642E-A017-50E8-1DF24437EED8}"/>
              </a:ext>
            </a:extLst>
          </p:cNvPr>
          <p:cNvSpPr/>
          <p:nvPr/>
        </p:nvSpPr>
        <p:spPr>
          <a:xfrm>
            <a:off x="7349302" y="5955497"/>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12" name="Google Shape;6169;g3f2552a43c7_0_1226">
            <a:extLst>
              <a:ext uri="{FF2B5EF4-FFF2-40B4-BE49-F238E27FC236}">
                <a16:creationId xmlns:a16="http://schemas.microsoft.com/office/drawing/2014/main" id="{5182BD73-67BC-D421-3719-DA17F53074EB}"/>
              </a:ext>
            </a:extLst>
          </p:cNvPr>
          <p:cNvSpPr/>
          <p:nvPr/>
        </p:nvSpPr>
        <p:spPr>
          <a:xfrm>
            <a:off x="8615294" y="5955497"/>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14" name="Google Shape;6170;g3f2552a43c7_0_1226">
            <a:extLst>
              <a:ext uri="{FF2B5EF4-FFF2-40B4-BE49-F238E27FC236}">
                <a16:creationId xmlns:a16="http://schemas.microsoft.com/office/drawing/2014/main" id="{03B4C50A-E0A0-B918-387A-3863350BF1B0}"/>
              </a:ext>
            </a:extLst>
          </p:cNvPr>
          <p:cNvSpPr/>
          <p:nvPr/>
        </p:nvSpPr>
        <p:spPr>
          <a:xfrm>
            <a:off x="9881286" y="5955497"/>
            <a:ext cx="1265700" cy="369600"/>
          </a:xfrm>
          <a:prstGeom prst="rect">
            <a:avLst/>
          </a:prstGeom>
          <a:solidFill>
            <a:srgbClr val="FFCDD2"/>
          </a:solidFill>
          <a:ln w="10150" cap="flat" cmpd="sng">
            <a:solidFill>
              <a:srgbClr val="DDDDDD"/>
            </a:solidFill>
            <a:prstDash val="solid"/>
            <a:round/>
            <a:headEnd type="none" w="sm" len="sm"/>
            <a:tailEnd type="none" w="sm" len="sm"/>
          </a:ln>
          <a:effectLst>
            <a:outerShdw blurRad="42558" dist="24538" dir="5400000" rotWithShape="0">
              <a:srgbClr val="000000">
                <a:alpha val="34900"/>
              </a:srgbClr>
            </a:outerShdw>
          </a:effectLst>
        </p:spPr>
        <p:txBody>
          <a:bodyPr spcFirstLastPara="1" wrap="square" lIns="95850" tIns="47925" rIns="95850" bIns="47925" anchor="ctr" anchorCtr="0">
            <a:noAutofit/>
          </a:bodyPr>
          <a:lstStyle/>
          <a:p>
            <a:pPr algn="ctr"/>
            <a:r>
              <a:rPr lang="en-US" sz="1385">
                <a:solidFill>
                  <a:srgbClr val="C0392B"/>
                </a:solidFill>
                <a:latin typeface="Calibri"/>
                <a:ea typeface="Calibri"/>
                <a:cs typeface="Calibri"/>
                <a:sym typeface="Calibri"/>
              </a:rPr>
              <a:t>0.0</a:t>
            </a:r>
            <a:endParaRPr sz="1385">
              <a:solidFill>
                <a:srgbClr val="000000"/>
              </a:solidFill>
              <a:latin typeface="Arial"/>
              <a:ea typeface="Arial"/>
              <a:cs typeface="Arial"/>
              <a:sym typeface="Arial"/>
            </a:endParaRPr>
          </a:p>
        </p:txBody>
      </p:sp>
      <p:sp>
        <p:nvSpPr>
          <p:cNvPr id="6116" name="Google Shape;6171;g3f2552a43c7_0_1226">
            <a:extLst>
              <a:ext uri="{FF2B5EF4-FFF2-40B4-BE49-F238E27FC236}">
                <a16:creationId xmlns:a16="http://schemas.microsoft.com/office/drawing/2014/main" id="{416A9699-459D-3C00-F395-B978C1DCF75C}"/>
              </a:ext>
            </a:extLst>
          </p:cNvPr>
          <p:cNvSpPr txBox="1"/>
          <p:nvPr/>
        </p:nvSpPr>
        <p:spPr>
          <a:xfrm>
            <a:off x="460200" y="6722075"/>
            <a:ext cx="11621400" cy="461700"/>
          </a:xfrm>
          <a:prstGeom prst="rect">
            <a:avLst/>
          </a:prstGeom>
          <a:noFill/>
          <a:ln>
            <a:noFill/>
          </a:ln>
        </p:spPr>
        <p:txBody>
          <a:bodyPr spcFirstLastPara="1" wrap="square" lIns="91425" tIns="91425" rIns="91425" bIns="91425" anchor="t" anchorCtr="0">
            <a:spAutoFit/>
          </a:bodyPr>
          <a:lstStyle/>
          <a:p>
            <a:r>
              <a:rPr lang="en-US" b="1"/>
              <a:t>HBM-CASO provides much stronger error coverage than HBM baselines, with G-mode close to DUO</a:t>
            </a:r>
            <a:endParaRPr b="1"/>
          </a:p>
        </p:txBody>
      </p:sp>
    </p:spTree>
    <p:extLst>
      <p:ext uri="{BB962C8B-B14F-4D97-AF65-F5344CB8AC3E}">
        <p14:creationId xmlns:p14="http://schemas.microsoft.com/office/powerpoint/2010/main" val="1007370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7267B-3DCF-990A-63DA-31E2767D24F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BCA8C9-B343-ADD6-AE91-A41C64DAB594}"/>
              </a:ext>
            </a:extLst>
          </p:cNvPr>
          <p:cNvSpPr>
            <a:spLocks noGrp="1"/>
          </p:cNvSpPr>
          <p:nvPr>
            <p:ph type="sldNum" sz="quarter" idx="12"/>
          </p:nvPr>
        </p:nvSpPr>
        <p:spPr/>
        <p:txBody>
          <a:bodyPr/>
          <a:lstStyle/>
          <a:p>
            <a:fld id="{D5244C39-EA1C-4830-B3FA-E06130CB504B}" type="slidenum">
              <a:rPr lang="en-US" smtClean="0"/>
              <a:pPr/>
              <a:t>24</a:t>
            </a:fld>
            <a:endParaRPr lang="en-US"/>
          </a:p>
        </p:txBody>
      </p:sp>
      <p:sp>
        <p:nvSpPr>
          <p:cNvPr id="4" name="Title 3">
            <a:extLst>
              <a:ext uri="{FF2B5EF4-FFF2-40B4-BE49-F238E27FC236}">
                <a16:creationId xmlns:a16="http://schemas.microsoft.com/office/drawing/2014/main" id="{5C2454CF-DA81-7CC5-419D-DD3C524D37AC}"/>
              </a:ext>
            </a:extLst>
          </p:cNvPr>
          <p:cNvSpPr>
            <a:spLocks noGrp="1"/>
          </p:cNvSpPr>
          <p:nvPr>
            <p:ph type="title"/>
          </p:nvPr>
        </p:nvSpPr>
        <p:spPr/>
        <p:txBody>
          <a:bodyPr/>
          <a:lstStyle/>
          <a:p>
            <a:r>
              <a:rPr lang="en-US" dirty="0"/>
              <a:t>Results</a:t>
            </a:r>
          </a:p>
        </p:txBody>
      </p:sp>
      <p:sp>
        <p:nvSpPr>
          <p:cNvPr id="6" name="Google Shape;6232;g3f2552a43c7_0_1446">
            <a:extLst>
              <a:ext uri="{FF2B5EF4-FFF2-40B4-BE49-F238E27FC236}">
                <a16:creationId xmlns:a16="http://schemas.microsoft.com/office/drawing/2014/main" id="{12D3F53B-15D3-893D-615B-A31B6E79A126}"/>
              </a:ext>
            </a:extLst>
          </p:cNvPr>
          <p:cNvSpPr/>
          <p:nvPr/>
        </p:nvSpPr>
        <p:spPr>
          <a:xfrm>
            <a:off x="518163" y="1517273"/>
            <a:ext cx="9600900" cy="546900"/>
          </a:xfrm>
          <a:prstGeom prst="rect">
            <a:avLst/>
          </a:prstGeom>
          <a:noFill/>
          <a:ln>
            <a:noFill/>
          </a:ln>
        </p:spPr>
        <p:txBody>
          <a:bodyPr spcFirstLastPara="1" wrap="square" lIns="90000" tIns="45000" rIns="90000" bIns="45000" anchor="t" anchorCtr="0">
            <a:noAutofit/>
          </a:bodyPr>
          <a:lstStyle/>
          <a:p>
            <a:pPr>
              <a:buClr>
                <a:schemeClr val="dk1"/>
              </a:buClr>
            </a:pPr>
            <a:r>
              <a:rPr lang="en-US" sz="3000" b="1">
                <a:solidFill>
                  <a:srgbClr val="1A1A1A"/>
                </a:solidFill>
                <a:latin typeface="Calibri"/>
                <a:ea typeface="Calibri"/>
                <a:cs typeface="Calibri"/>
                <a:sym typeface="Calibri"/>
              </a:rPr>
              <a:t>Performance Analysis</a:t>
            </a:r>
            <a:endParaRPr sz="3000">
              <a:solidFill>
                <a:srgbClr val="000000"/>
              </a:solidFill>
              <a:latin typeface="Arial"/>
              <a:ea typeface="Arial"/>
              <a:cs typeface="Arial"/>
              <a:sym typeface="Arial"/>
            </a:endParaRPr>
          </a:p>
        </p:txBody>
      </p:sp>
      <p:pic>
        <p:nvPicPr>
          <p:cNvPr id="10" name="Google Shape;6234;g3f2552a43c7_0_1446" title="fig8a_exec_read (6).png">
            <a:extLst>
              <a:ext uri="{FF2B5EF4-FFF2-40B4-BE49-F238E27FC236}">
                <a16:creationId xmlns:a16="http://schemas.microsoft.com/office/drawing/2014/main" id="{F48F23CB-11D7-A0C0-4ADB-8D43DFDAD282}"/>
              </a:ext>
            </a:extLst>
          </p:cNvPr>
          <p:cNvPicPr preferRelativeResize="0"/>
          <p:nvPr/>
        </p:nvPicPr>
        <p:blipFill>
          <a:blip r:embed="rId2">
            <a:alphaModFix/>
          </a:blip>
          <a:stretch>
            <a:fillRect/>
          </a:stretch>
        </p:blipFill>
        <p:spPr>
          <a:xfrm>
            <a:off x="1175288" y="2359036"/>
            <a:ext cx="9776626" cy="1974550"/>
          </a:xfrm>
          <a:prstGeom prst="rect">
            <a:avLst/>
          </a:prstGeom>
          <a:noFill/>
          <a:ln>
            <a:noFill/>
          </a:ln>
        </p:spPr>
      </p:pic>
      <p:pic>
        <p:nvPicPr>
          <p:cNvPr id="14" name="Google Shape;6235;g3f2552a43c7_0_1446">
            <a:extLst>
              <a:ext uri="{FF2B5EF4-FFF2-40B4-BE49-F238E27FC236}">
                <a16:creationId xmlns:a16="http://schemas.microsoft.com/office/drawing/2014/main" id="{937E7C1D-0505-FC06-6DC3-D60AA9B9E4F0}"/>
              </a:ext>
            </a:extLst>
          </p:cNvPr>
          <p:cNvPicPr preferRelativeResize="0"/>
          <p:nvPr/>
        </p:nvPicPr>
        <p:blipFill>
          <a:blip r:embed="rId3">
            <a:alphaModFix/>
          </a:blip>
          <a:stretch>
            <a:fillRect/>
          </a:stretch>
        </p:blipFill>
        <p:spPr>
          <a:xfrm>
            <a:off x="1144775" y="4333588"/>
            <a:ext cx="9881350" cy="2195855"/>
          </a:xfrm>
          <a:prstGeom prst="rect">
            <a:avLst/>
          </a:prstGeom>
          <a:noFill/>
          <a:ln>
            <a:noFill/>
          </a:ln>
        </p:spPr>
      </p:pic>
      <p:sp>
        <p:nvSpPr>
          <p:cNvPr id="18" name="Google Shape;6236;g3f2552a43c7_0_1446">
            <a:extLst>
              <a:ext uri="{FF2B5EF4-FFF2-40B4-BE49-F238E27FC236}">
                <a16:creationId xmlns:a16="http://schemas.microsoft.com/office/drawing/2014/main" id="{F21057CE-9FAC-F262-82F7-18A84DFBE1CF}"/>
              </a:ext>
            </a:extLst>
          </p:cNvPr>
          <p:cNvSpPr txBox="1"/>
          <p:nvPr/>
        </p:nvSpPr>
        <p:spPr>
          <a:xfrm>
            <a:off x="1222452" y="6689762"/>
            <a:ext cx="6558000" cy="1283398"/>
          </a:xfrm>
          <a:prstGeom prst="rect">
            <a:avLst/>
          </a:prstGeom>
          <a:noFill/>
          <a:ln>
            <a:noFill/>
          </a:ln>
        </p:spPr>
        <p:txBody>
          <a:bodyPr spcFirstLastPara="1" wrap="square" lIns="91425" tIns="91425" rIns="91425" bIns="91425" anchor="t" anchorCtr="0">
            <a:spAutoFit/>
          </a:bodyPr>
          <a:lstStyle/>
          <a:p>
            <a:pPr>
              <a:lnSpc>
                <a:spcPct val="115000"/>
              </a:lnSpc>
              <a:spcBef>
                <a:spcPts val="1200"/>
              </a:spcBef>
            </a:pPr>
            <a:r>
              <a:rPr lang="en-US" b="1">
                <a:solidFill>
                  <a:schemeClr val="dk1"/>
                </a:solidFill>
              </a:rPr>
              <a:t>1. Near-baseline in normal cases</a:t>
            </a:r>
            <a:endParaRPr>
              <a:solidFill>
                <a:schemeClr val="dk1"/>
              </a:solidFill>
            </a:endParaRPr>
          </a:p>
          <a:p>
            <a:pPr>
              <a:lnSpc>
                <a:spcPct val="115000"/>
              </a:lnSpc>
              <a:spcBef>
                <a:spcPts val="1200"/>
              </a:spcBef>
              <a:spcAft>
                <a:spcPts val="1200"/>
              </a:spcAft>
            </a:pPr>
            <a:r>
              <a:rPr lang="en-US" b="1">
                <a:solidFill>
                  <a:schemeClr val="dk1"/>
                </a:solidFill>
              </a:rPr>
              <a:t>2. Much lower overhead than DUO</a:t>
            </a:r>
            <a:endParaRPr>
              <a:solidFill>
                <a:schemeClr val="dk1"/>
              </a:solidFill>
            </a:endParaRPr>
          </a:p>
        </p:txBody>
      </p:sp>
    </p:spTree>
    <p:extLst>
      <p:ext uri="{BB962C8B-B14F-4D97-AF65-F5344CB8AC3E}">
        <p14:creationId xmlns:p14="http://schemas.microsoft.com/office/powerpoint/2010/main" val="3058116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C480-5A59-B1DF-5468-FFCEBD20900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1F4520-59FF-DDBA-EA85-FF0E4A513E9B}"/>
              </a:ext>
            </a:extLst>
          </p:cNvPr>
          <p:cNvSpPr>
            <a:spLocks noGrp="1"/>
          </p:cNvSpPr>
          <p:nvPr>
            <p:ph type="sldNum" sz="quarter" idx="12"/>
          </p:nvPr>
        </p:nvSpPr>
        <p:spPr/>
        <p:txBody>
          <a:bodyPr/>
          <a:lstStyle/>
          <a:p>
            <a:fld id="{D5244C39-EA1C-4830-B3FA-E06130CB504B}" type="slidenum">
              <a:rPr lang="en-US" smtClean="0"/>
              <a:pPr/>
              <a:t>25</a:t>
            </a:fld>
            <a:endParaRPr lang="en-US"/>
          </a:p>
        </p:txBody>
      </p:sp>
      <p:sp>
        <p:nvSpPr>
          <p:cNvPr id="4" name="Title 3">
            <a:extLst>
              <a:ext uri="{FF2B5EF4-FFF2-40B4-BE49-F238E27FC236}">
                <a16:creationId xmlns:a16="http://schemas.microsoft.com/office/drawing/2014/main" id="{CDA993FD-801E-3A70-85DA-FD92A9A10E8E}"/>
              </a:ext>
            </a:extLst>
          </p:cNvPr>
          <p:cNvSpPr>
            <a:spLocks noGrp="1"/>
          </p:cNvSpPr>
          <p:nvPr>
            <p:ph type="title"/>
          </p:nvPr>
        </p:nvSpPr>
        <p:spPr/>
        <p:txBody>
          <a:bodyPr/>
          <a:lstStyle/>
          <a:p>
            <a:r>
              <a:rPr lang="en-US" dirty="0"/>
              <a:t>Case Study 2: ECC -&gt; Performance</a:t>
            </a:r>
          </a:p>
        </p:txBody>
      </p:sp>
      <p:sp>
        <p:nvSpPr>
          <p:cNvPr id="8" name="Content Placeholder 7">
            <a:extLst>
              <a:ext uri="{FF2B5EF4-FFF2-40B4-BE49-F238E27FC236}">
                <a16:creationId xmlns:a16="http://schemas.microsoft.com/office/drawing/2014/main" id="{5A6A51E5-331A-F57E-6E95-B022C42AA0BD}"/>
              </a:ext>
            </a:extLst>
          </p:cNvPr>
          <p:cNvSpPr>
            <a:spLocks noGrp="1"/>
          </p:cNvSpPr>
          <p:nvPr>
            <p:ph idx="1"/>
          </p:nvPr>
        </p:nvSpPr>
        <p:spPr>
          <a:xfrm>
            <a:off x="622300" y="3897443"/>
            <a:ext cx="10515600" cy="1723870"/>
          </a:xfrm>
        </p:spPr>
        <p:txBody>
          <a:bodyPr>
            <a:normAutofit/>
          </a:bodyPr>
          <a:lstStyle/>
          <a:p>
            <a:pPr marL="0" indent="0" algn="ctr">
              <a:lnSpc>
                <a:spcPct val="120000"/>
              </a:lnSpc>
              <a:buNone/>
            </a:pPr>
            <a:r>
              <a:rPr lang="en-US" altLang="zh-CN" sz="4000" dirty="0"/>
              <a:t>ASPA: Reassigning DDR5 Parity Bandwidth</a:t>
            </a:r>
          </a:p>
        </p:txBody>
      </p:sp>
      <p:sp>
        <p:nvSpPr>
          <p:cNvPr id="5" name="TextBox 4">
            <a:extLst>
              <a:ext uri="{FF2B5EF4-FFF2-40B4-BE49-F238E27FC236}">
                <a16:creationId xmlns:a16="http://schemas.microsoft.com/office/drawing/2014/main" id="{97A1E5F5-3F2C-7371-AEAF-E6818ACFD1DB}"/>
              </a:ext>
            </a:extLst>
          </p:cNvPr>
          <p:cNvSpPr txBox="1"/>
          <p:nvPr/>
        </p:nvSpPr>
        <p:spPr>
          <a:xfrm>
            <a:off x="5463500" y="7391836"/>
            <a:ext cx="6347500" cy="1077026"/>
          </a:xfrm>
          <a:prstGeom prst="rect">
            <a:avLst/>
          </a:prstGeom>
          <a:noFill/>
        </p:spPr>
        <p:txBody>
          <a:bodyPr wrap="square">
            <a:spAutoFit/>
          </a:bodyPr>
          <a:lstStyle/>
          <a:p>
            <a:r>
              <a:rPr lang="en-US" sz="2133" dirty="0"/>
              <a:t>Fan Li, </a:t>
            </a:r>
            <a:r>
              <a:rPr lang="en-US" sz="2133" dirty="0" err="1"/>
              <a:t>Qiufeng</a:t>
            </a:r>
            <a:r>
              <a:rPr lang="en-US" sz="2133" dirty="0"/>
              <a:t> Li, Yanan Guo, Weidong Cao, and Xin </a:t>
            </a:r>
            <a:r>
              <a:rPr lang="en-US" sz="2133" dirty="0" err="1"/>
              <a:t>Xin</a:t>
            </a:r>
            <a:r>
              <a:rPr lang="en-US" sz="2133" dirty="0"/>
              <a:t>, "ASPA: Reassigning DDR5 Parity Bandwidth." HPCA 2026.</a:t>
            </a:r>
          </a:p>
        </p:txBody>
      </p:sp>
    </p:spTree>
    <p:extLst>
      <p:ext uri="{BB962C8B-B14F-4D97-AF65-F5344CB8AC3E}">
        <p14:creationId xmlns:p14="http://schemas.microsoft.com/office/powerpoint/2010/main" val="580589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5D9B8-4229-69BD-BCBE-2ED18372D5D7}"/>
            </a:ext>
          </a:extLst>
        </p:cNvPr>
        <p:cNvGrpSpPr/>
        <p:nvPr/>
      </p:nvGrpSpPr>
      <p:grpSpPr>
        <a:xfrm>
          <a:off x="0" y="0"/>
          <a:ext cx="0" cy="0"/>
          <a:chOff x="0" y="0"/>
          <a:chExt cx="0" cy="0"/>
        </a:xfrm>
      </p:grpSpPr>
      <p:pic>
        <p:nvPicPr>
          <p:cNvPr id="5" name="Picture 4" descr="A black background with a black square&#10;&#10;AI-generated content may be incorrect.">
            <a:extLst>
              <a:ext uri="{FF2B5EF4-FFF2-40B4-BE49-F238E27FC236}">
                <a16:creationId xmlns:a16="http://schemas.microsoft.com/office/drawing/2014/main" id="{3D4707B8-38A2-9F94-B856-45A894ED3B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0628" y="4505995"/>
            <a:ext cx="566780" cy="566780"/>
          </a:xfrm>
          <a:prstGeom prst="rect">
            <a:avLst/>
          </a:prstGeom>
        </p:spPr>
      </p:pic>
      <p:sp>
        <p:nvSpPr>
          <p:cNvPr id="15" name="TextBox 14">
            <a:extLst>
              <a:ext uri="{FF2B5EF4-FFF2-40B4-BE49-F238E27FC236}">
                <a16:creationId xmlns:a16="http://schemas.microsoft.com/office/drawing/2014/main" id="{578E1C8B-B4F1-5356-E2C1-27F17F88B31F}"/>
              </a:ext>
            </a:extLst>
          </p:cNvPr>
          <p:cNvSpPr txBox="1"/>
          <p:nvPr/>
        </p:nvSpPr>
        <p:spPr>
          <a:xfrm>
            <a:off x="969489" y="3492729"/>
            <a:ext cx="2492990" cy="954107"/>
          </a:xfrm>
          <a:prstGeom prst="rect">
            <a:avLst/>
          </a:prstGeom>
          <a:noFill/>
        </p:spPr>
        <p:txBody>
          <a:bodyPr wrap="none" rtlCol="0">
            <a:spAutoFit/>
          </a:bodyPr>
          <a:lstStyle/>
          <a:p>
            <a:r>
              <a:rPr lang="en-US" sz="2800" b="1" dirty="0"/>
              <a:t>Mem Channels </a:t>
            </a:r>
          </a:p>
          <a:p>
            <a:r>
              <a:rPr lang="en-US" sz="2800" b="1" dirty="0"/>
              <a:t>@ Cluster</a:t>
            </a:r>
          </a:p>
        </p:txBody>
      </p:sp>
      <p:pic>
        <p:nvPicPr>
          <p:cNvPr id="16" name="Picture 15" descr="A chip with a black background&#10;&#10;AI-generated content may be incorrect.">
            <a:extLst>
              <a:ext uri="{FF2B5EF4-FFF2-40B4-BE49-F238E27FC236}">
                <a16:creationId xmlns:a16="http://schemas.microsoft.com/office/drawing/2014/main" id="{9C29EF5C-10C7-2BB7-6B7C-83E6F546FC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4033527"/>
            <a:ext cx="707887" cy="707887"/>
          </a:xfrm>
          <a:prstGeom prst="rect">
            <a:avLst/>
          </a:prstGeom>
        </p:spPr>
      </p:pic>
      <p:pic>
        <p:nvPicPr>
          <p:cNvPr id="17" name="Picture 16" descr="A chip with a black background&#10;&#10;AI-generated content may be incorrect.">
            <a:extLst>
              <a:ext uri="{FF2B5EF4-FFF2-40B4-BE49-F238E27FC236}">
                <a16:creationId xmlns:a16="http://schemas.microsoft.com/office/drawing/2014/main" id="{95E76DE2-D21B-9B0A-023C-6F109F1FA1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3165097"/>
            <a:ext cx="707887" cy="707887"/>
          </a:xfrm>
          <a:prstGeom prst="rect">
            <a:avLst/>
          </a:prstGeom>
        </p:spPr>
      </p:pic>
      <p:pic>
        <p:nvPicPr>
          <p:cNvPr id="18" name="Picture 17" descr="A chip with a black background&#10;&#10;AI-generated content may be incorrect.">
            <a:extLst>
              <a:ext uri="{FF2B5EF4-FFF2-40B4-BE49-F238E27FC236}">
                <a16:creationId xmlns:a16="http://schemas.microsoft.com/office/drawing/2014/main" id="{6BAF2FE3-203D-0515-79B6-AD391A04C3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4906064"/>
            <a:ext cx="707887" cy="707887"/>
          </a:xfrm>
          <a:prstGeom prst="rect">
            <a:avLst/>
          </a:prstGeom>
        </p:spPr>
      </p:pic>
      <p:pic>
        <p:nvPicPr>
          <p:cNvPr id="19" name="Picture 18" descr="A chip with a black background&#10;&#10;AI-generated content may be incorrect.">
            <a:extLst>
              <a:ext uri="{FF2B5EF4-FFF2-40B4-BE49-F238E27FC236}">
                <a16:creationId xmlns:a16="http://schemas.microsoft.com/office/drawing/2014/main" id="{4EC7CD48-DA61-5EBC-4B80-DE1353F203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5765190"/>
            <a:ext cx="707887" cy="707887"/>
          </a:xfrm>
          <a:prstGeom prst="rect">
            <a:avLst/>
          </a:prstGeom>
        </p:spPr>
      </p:pic>
      <p:pic>
        <p:nvPicPr>
          <p:cNvPr id="20" name="Picture 19" descr="A blue chip with black text&#10;&#10;AI-generated content may be incorrect.">
            <a:extLst>
              <a:ext uri="{FF2B5EF4-FFF2-40B4-BE49-F238E27FC236}">
                <a16:creationId xmlns:a16="http://schemas.microsoft.com/office/drawing/2014/main" id="{894E7E98-BAF2-3BC9-2184-C76BE8C00F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78872" y="6641796"/>
            <a:ext cx="705416" cy="705416"/>
          </a:xfrm>
          <a:prstGeom prst="rect">
            <a:avLst/>
          </a:prstGeom>
        </p:spPr>
      </p:pic>
      <p:sp>
        <p:nvSpPr>
          <p:cNvPr id="22" name="Left Brace 21">
            <a:extLst>
              <a:ext uri="{FF2B5EF4-FFF2-40B4-BE49-F238E27FC236}">
                <a16:creationId xmlns:a16="http://schemas.microsoft.com/office/drawing/2014/main" id="{FD127AB5-7A4E-B002-4D43-4E582787E315}"/>
              </a:ext>
            </a:extLst>
          </p:cNvPr>
          <p:cNvSpPr/>
          <p:nvPr/>
        </p:nvSpPr>
        <p:spPr>
          <a:xfrm>
            <a:off x="5697789" y="3444430"/>
            <a:ext cx="549239" cy="3569872"/>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39" name="Picture 38" descr="A black background with a black square&#10;&#10;AI-generated content may be incorrect.">
            <a:extLst>
              <a:ext uri="{FF2B5EF4-FFF2-40B4-BE49-F238E27FC236}">
                <a16:creationId xmlns:a16="http://schemas.microsoft.com/office/drawing/2014/main" id="{E041E264-39D2-E9D4-4041-F852C47873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5427" y="4505995"/>
            <a:ext cx="566780" cy="566780"/>
          </a:xfrm>
          <a:prstGeom prst="rect">
            <a:avLst/>
          </a:prstGeom>
        </p:spPr>
      </p:pic>
      <p:pic>
        <p:nvPicPr>
          <p:cNvPr id="40" name="Picture 39" descr="A black background with a black square&#10;&#10;AI-generated content may be incorrect.">
            <a:extLst>
              <a:ext uri="{FF2B5EF4-FFF2-40B4-BE49-F238E27FC236}">
                <a16:creationId xmlns:a16="http://schemas.microsoft.com/office/drawing/2014/main" id="{0837E7A9-E84E-7EF4-AE11-FE01DDDFB8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0226" y="4505995"/>
            <a:ext cx="566780" cy="566780"/>
          </a:xfrm>
          <a:prstGeom prst="rect">
            <a:avLst/>
          </a:prstGeom>
        </p:spPr>
      </p:pic>
      <p:pic>
        <p:nvPicPr>
          <p:cNvPr id="41" name="Picture 40" descr="A black background with a black square&#10;&#10;AI-generated content may be incorrect.">
            <a:extLst>
              <a:ext uri="{FF2B5EF4-FFF2-40B4-BE49-F238E27FC236}">
                <a16:creationId xmlns:a16="http://schemas.microsoft.com/office/drawing/2014/main" id="{8BFC6BCF-323B-519D-E9F3-DFED307A3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0226" y="5229080"/>
            <a:ext cx="566780" cy="566780"/>
          </a:xfrm>
          <a:prstGeom prst="rect">
            <a:avLst/>
          </a:prstGeom>
        </p:spPr>
      </p:pic>
      <p:pic>
        <p:nvPicPr>
          <p:cNvPr id="42" name="Picture 41" descr="A black background with a black square&#10;&#10;AI-generated content may be incorrect.">
            <a:extLst>
              <a:ext uri="{FF2B5EF4-FFF2-40B4-BE49-F238E27FC236}">
                <a16:creationId xmlns:a16="http://schemas.microsoft.com/office/drawing/2014/main" id="{578973AD-3DB4-C78A-F0A2-28C77FF38D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0982" y="5229080"/>
            <a:ext cx="566780" cy="566780"/>
          </a:xfrm>
          <a:prstGeom prst="rect">
            <a:avLst/>
          </a:prstGeom>
        </p:spPr>
      </p:pic>
      <p:pic>
        <p:nvPicPr>
          <p:cNvPr id="43" name="Picture 42" descr="A black background with a black square&#10;&#10;AI-generated content may be incorrect.">
            <a:extLst>
              <a:ext uri="{FF2B5EF4-FFF2-40B4-BE49-F238E27FC236}">
                <a16:creationId xmlns:a16="http://schemas.microsoft.com/office/drawing/2014/main" id="{3ED64B23-C805-2744-826C-17C7784ECE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0628" y="5229080"/>
            <a:ext cx="566780" cy="566780"/>
          </a:xfrm>
          <a:prstGeom prst="rect">
            <a:avLst/>
          </a:prstGeom>
        </p:spPr>
      </p:pic>
      <p:grpSp>
        <p:nvGrpSpPr>
          <p:cNvPr id="62" name="Group 61">
            <a:extLst>
              <a:ext uri="{FF2B5EF4-FFF2-40B4-BE49-F238E27FC236}">
                <a16:creationId xmlns:a16="http://schemas.microsoft.com/office/drawing/2014/main" id="{B080F4E2-53E2-890B-9783-71706EC474CC}"/>
              </a:ext>
            </a:extLst>
          </p:cNvPr>
          <p:cNvGrpSpPr/>
          <p:nvPr/>
        </p:nvGrpSpPr>
        <p:grpSpPr>
          <a:xfrm>
            <a:off x="4145839" y="3139630"/>
            <a:ext cx="1278363" cy="1278363"/>
            <a:chOff x="5181627" y="996574"/>
            <a:chExt cx="1278363" cy="1278363"/>
          </a:xfrm>
        </p:grpSpPr>
        <p:pic>
          <p:nvPicPr>
            <p:cNvPr id="6" name="Picture 5" descr="A green and blue computer chip&#10;&#10;AI-generated content may be incorrect.">
              <a:extLst>
                <a:ext uri="{FF2B5EF4-FFF2-40B4-BE49-F238E27FC236}">
                  <a16:creationId xmlns:a16="http://schemas.microsoft.com/office/drawing/2014/main" id="{5F5122C0-3D52-4C67-3903-6DCC716FCB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59" name="Picture 58" descr="A green and blue computer chip&#10;&#10;AI-generated content may be incorrect.">
              <a:extLst>
                <a:ext uri="{FF2B5EF4-FFF2-40B4-BE49-F238E27FC236}">
                  <a16:creationId xmlns:a16="http://schemas.microsoft.com/office/drawing/2014/main" id="{9875A728-655F-56EC-AE14-0EBE15BB77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60" name="Picture 59" descr="A green and blue computer chip&#10;&#10;AI-generated content may be incorrect.">
              <a:extLst>
                <a:ext uri="{FF2B5EF4-FFF2-40B4-BE49-F238E27FC236}">
                  <a16:creationId xmlns:a16="http://schemas.microsoft.com/office/drawing/2014/main" id="{E2681175-F1E3-05BA-FB57-ABB7CADE98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61" name="Picture 60" descr="A green and blue computer chip&#10;&#10;AI-generated content may be incorrect.">
              <a:extLst>
                <a:ext uri="{FF2B5EF4-FFF2-40B4-BE49-F238E27FC236}">
                  <a16:creationId xmlns:a16="http://schemas.microsoft.com/office/drawing/2014/main" id="{CB62C9B8-50E6-C80F-0634-DA1118EC43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pic>
        <p:nvPicPr>
          <p:cNvPr id="79" name="Picture 78" descr="A chip with a black background&#10;&#10;AI-generated content may be incorrect.">
            <a:extLst>
              <a:ext uri="{FF2B5EF4-FFF2-40B4-BE49-F238E27FC236}">
                <a16:creationId xmlns:a16="http://schemas.microsoft.com/office/drawing/2014/main" id="{158855C3-3218-DB72-FE98-48A9386988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4033527"/>
            <a:ext cx="707887" cy="707887"/>
          </a:xfrm>
          <a:prstGeom prst="rect">
            <a:avLst/>
          </a:prstGeom>
        </p:spPr>
      </p:pic>
      <p:pic>
        <p:nvPicPr>
          <p:cNvPr id="80" name="Picture 79" descr="A chip with a black background&#10;&#10;AI-generated content may be incorrect.">
            <a:extLst>
              <a:ext uri="{FF2B5EF4-FFF2-40B4-BE49-F238E27FC236}">
                <a16:creationId xmlns:a16="http://schemas.microsoft.com/office/drawing/2014/main" id="{1CB29259-F850-6297-AC73-2E470FAC83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3165097"/>
            <a:ext cx="707887" cy="707887"/>
          </a:xfrm>
          <a:prstGeom prst="rect">
            <a:avLst/>
          </a:prstGeom>
        </p:spPr>
      </p:pic>
      <p:pic>
        <p:nvPicPr>
          <p:cNvPr id="81" name="Picture 80" descr="A chip with a black background&#10;&#10;AI-generated content may be incorrect.">
            <a:extLst>
              <a:ext uri="{FF2B5EF4-FFF2-40B4-BE49-F238E27FC236}">
                <a16:creationId xmlns:a16="http://schemas.microsoft.com/office/drawing/2014/main" id="{99BBF157-B21D-456A-B8DB-738641A651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4906064"/>
            <a:ext cx="707887" cy="707887"/>
          </a:xfrm>
          <a:prstGeom prst="rect">
            <a:avLst/>
          </a:prstGeom>
        </p:spPr>
      </p:pic>
      <p:pic>
        <p:nvPicPr>
          <p:cNvPr id="82" name="Picture 81" descr="A chip with a black background&#10;&#10;AI-generated content may be incorrect.">
            <a:extLst>
              <a:ext uri="{FF2B5EF4-FFF2-40B4-BE49-F238E27FC236}">
                <a16:creationId xmlns:a16="http://schemas.microsoft.com/office/drawing/2014/main" id="{5F738EC9-5BC3-3BD3-7360-A57E3601F6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5765190"/>
            <a:ext cx="707887" cy="707887"/>
          </a:xfrm>
          <a:prstGeom prst="rect">
            <a:avLst/>
          </a:prstGeom>
        </p:spPr>
      </p:pic>
      <p:pic>
        <p:nvPicPr>
          <p:cNvPr id="83" name="Picture 82" descr="A blue chip with black text&#10;&#10;AI-generated content may be incorrect.">
            <a:extLst>
              <a:ext uri="{FF2B5EF4-FFF2-40B4-BE49-F238E27FC236}">
                <a16:creationId xmlns:a16="http://schemas.microsoft.com/office/drawing/2014/main" id="{0405F3A0-C58E-C767-EABC-31AD9C068B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87342" y="6641796"/>
            <a:ext cx="705416" cy="705416"/>
          </a:xfrm>
          <a:prstGeom prst="rect">
            <a:avLst/>
          </a:prstGeom>
        </p:spPr>
      </p:pic>
      <p:sp>
        <p:nvSpPr>
          <p:cNvPr id="89" name="Left Brace 88">
            <a:extLst>
              <a:ext uri="{FF2B5EF4-FFF2-40B4-BE49-F238E27FC236}">
                <a16:creationId xmlns:a16="http://schemas.microsoft.com/office/drawing/2014/main" id="{495D51B1-0446-4DF7-4B93-0570CC89976D}"/>
              </a:ext>
            </a:extLst>
          </p:cNvPr>
          <p:cNvSpPr/>
          <p:nvPr/>
        </p:nvSpPr>
        <p:spPr>
          <a:xfrm>
            <a:off x="3354908" y="3614304"/>
            <a:ext cx="549239" cy="3399998"/>
          </a:xfrm>
          <a:prstGeom prst="leftBrace">
            <a:avLst>
              <a:gd name="adj1" fmla="val 8333"/>
              <a:gd name="adj2" fmla="val 31630"/>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95" name="Group 94">
            <a:extLst>
              <a:ext uri="{FF2B5EF4-FFF2-40B4-BE49-F238E27FC236}">
                <a16:creationId xmlns:a16="http://schemas.microsoft.com/office/drawing/2014/main" id="{2E130146-AF4D-6D5F-F66A-C867E0814EE7}"/>
              </a:ext>
            </a:extLst>
          </p:cNvPr>
          <p:cNvGrpSpPr/>
          <p:nvPr/>
        </p:nvGrpSpPr>
        <p:grpSpPr>
          <a:xfrm>
            <a:off x="4145839" y="4184684"/>
            <a:ext cx="1278363" cy="1278363"/>
            <a:chOff x="5181627" y="996574"/>
            <a:chExt cx="1278363" cy="1278363"/>
          </a:xfrm>
        </p:grpSpPr>
        <p:pic>
          <p:nvPicPr>
            <p:cNvPr id="96" name="Picture 95" descr="A green and blue computer chip&#10;&#10;AI-generated content may be incorrect.">
              <a:extLst>
                <a:ext uri="{FF2B5EF4-FFF2-40B4-BE49-F238E27FC236}">
                  <a16:creationId xmlns:a16="http://schemas.microsoft.com/office/drawing/2014/main" id="{676005A2-8BB5-965F-50D1-FAEF02B0B3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97" name="Picture 96" descr="A green and blue computer chip&#10;&#10;AI-generated content may be incorrect.">
              <a:extLst>
                <a:ext uri="{FF2B5EF4-FFF2-40B4-BE49-F238E27FC236}">
                  <a16:creationId xmlns:a16="http://schemas.microsoft.com/office/drawing/2014/main" id="{23EF0AF2-8C6A-DD67-CD25-CA3385A075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98" name="Picture 97" descr="A green and blue computer chip&#10;&#10;AI-generated content may be incorrect.">
              <a:extLst>
                <a:ext uri="{FF2B5EF4-FFF2-40B4-BE49-F238E27FC236}">
                  <a16:creationId xmlns:a16="http://schemas.microsoft.com/office/drawing/2014/main" id="{7F58F8D4-92D3-4BBB-8B4A-7D9532074C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99" name="Picture 98" descr="A green and blue computer chip&#10;&#10;AI-generated content may be incorrect.">
              <a:extLst>
                <a:ext uri="{FF2B5EF4-FFF2-40B4-BE49-F238E27FC236}">
                  <a16:creationId xmlns:a16="http://schemas.microsoft.com/office/drawing/2014/main" id="{A24AA85E-47FE-5034-B17B-D6267C2FB7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05" name="Group 104">
            <a:extLst>
              <a:ext uri="{FF2B5EF4-FFF2-40B4-BE49-F238E27FC236}">
                <a16:creationId xmlns:a16="http://schemas.microsoft.com/office/drawing/2014/main" id="{0D3C9F83-A66E-4D0F-815F-E64FF7412AB3}"/>
              </a:ext>
            </a:extLst>
          </p:cNvPr>
          <p:cNvGrpSpPr/>
          <p:nvPr/>
        </p:nvGrpSpPr>
        <p:grpSpPr>
          <a:xfrm>
            <a:off x="4145839" y="5258862"/>
            <a:ext cx="1278363" cy="1278363"/>
            <a:chOff x="5181627" y="996574"/>
            <a:chExt cx="1278363" cy="1278363"/>
          </a:xfrm>
        </p:grpSpPr>
        <p:pic>
          <p:nvPicPr>
            <p:cNvPr id="106" name="Picture 105" descr="A green and blue computer chip&#10;&#10;AI-generated content may be incorrect.">
              <a:extLst>
                <a:ext uri="{FF2B5EF4-FFF2-40B4-BE49-F238E27FC236}">
                  <a16:creationId xmlns:a16="http://schemas.microsoft.com/office/drawing/2014/main" id="{6F85C81D-E713-85A0-7EDA-DB4C7008E5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07" name="Picture 106" descr="A green and blue computer chip&#10;&#10;AI-generated content may be incorrect.">
              <a:extLst>
                <a:ext uri="{FF2B5EF4-FFF2-40B4-BE49-F238E27FC236}">
                  <a16:creationId xmlns:a16="http://schemas.microsoft.com/office/drawing/2014/main" id="{6C4C9A08-7D3E-C667-EC3C-4B2C66F4A0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08" name="Picture 107" descr="A green and blue computer chip&#10;&#10;AI-generated content may be incorrect.">
              <a:extLst>
                <a:ext uri="{FF2B5EF4-FFF2-40B4-BE49-F238E27FC236}">
                  <a16:creationId xmlns:a16="http://schemas.microsoft.com/office/drawing/2014/main" id="{B0D85047-24FC-76C9-BBF2-54C38878C5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09" name="Picture 108" descr="A green and blue computer chip&#10;&#10;AI-generated content may be incorrect.">
              <a:extLst>
                <a:ext uri="{FF2B5EF4-FFF2-40B4-BE49-F238E27FC236}">
                  <a16:creationId xmlns:a16="http://schemas.microsoft.com/office/drawing/2014/main" id="{1A5AC4C2-6A8C-856C-2EF6-2525A97981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15" name="Group 114">
            <a:extLst>
              <a:ext uri="{FF2B5EF4-FFF2-40B4-BE49-F238E27FC236}">
                <a16:creationId xmlns:a16="http://schemas.microsoft.com/office/drawing/2014/main" id="{08FB2217-19A7-8BD8-4D45-822AB3783EE8}"/>
              </a:ext>
            </a:extLst>
          </p:cNvPr>
          <p:cNvGrpSpPr/>
          <p:nvPr/>
        </p:nvGrpSpPr>
        <p:grpSpPr>
          <a:xfrm>
            <a:off x="4145839" y="6323198"/>
            <a:ext cx="1278363" cy="1278363"/>
            <a:chOff x="5181627" y="996574"/>
            <a:chExt cx="1278363" cy="1278363"/>
          </a:xfrm>
        </p:grpSpPr>
        <p:pic>
          <p:nvPicPr>
            <p:cNvPr id="116" name="Picture 115" descr="A green and blue computer chip&#10;&#10;AI-generated content may be incorrect.">
              <a:extLst>
                <a:ext uri="{FF2B5EF4-FFF2-40B4-BE49-F238E27FC236}">
                  <a16:creationId xmlns:a16="http://schemas.microsoft.com/office/drawing/2014/main" id="{FE7BECFF-B05C-D593-19A5-A6932FAAC4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17" name="Picture 116" descr="A green and blue computer chip&#10;&#10;AI-generated content may be incorrect.">
              <a:extLst>
                <a:ext uri="{FF2B5EF4-FFF2-40B4-BE49-F238E27FC236}">
                  <a16:creationId xmlns:a16="http://schemas.microsoft.com/office/drawing/2014/main" id="{C8B098F1-01E2-B775-E497-E82C02C3CD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18" name="Picture 117" descr="A green and blue computer chip&#10;&#10;AI-generated content may be incorrect.">
              <a:extLst>
                <a:ext uri="{FF2B5EF4-FFF2-40B4-BE49-F238E27FC236}">
                  <a16:creationId xmlns:a16="http://schemas.microsoft.com/office/drawing/2014/main" id="{3137A92F-4945-CD1E-3ADD-6552589820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19" name="Picture 118" descr="A green and blue computer chip&#10;&#10;AI-generated content may be incorrect.">
              <a:extLst>
                <a:ext uri="{FF2B5EF4-FFF2-40B4-BE49-F238E27FC236}">
                  <a16:creationId xmlns:a16="http://schemas.microsoft.com/office/drawing/2014/main" id="{6082F66D-B21B-649A-B49D-705DCE8D87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sp>
        <p:nvSpPr>
          <p:cNvPr id="125" name="TextBox 124">
            <a:extLst>
              <a:ext uri="{FF2B5EF4-FFF2-40B4-BE49-F238E27FC236}">
                <a16:creationId xmlns:a16="http://schemas.microsoft.com/office/drawing/2014/main" id="{63A67789-91A8-C424-C430-204C122EE68D}"/>
              </a:ext>
            </a:extLst>
          </p:cNvPr>
          <p:cNvSpPr txBox="1"/>
          <p:nvPr/>
        </p:nvSpPr>
        <p:spPr>
          <a:xfrm>
            <a:off x="4055428" y="2646366"/>
            <a:ext cx="1319592" cy="523220"/>
          </a:xfrm>
          <a:prstGeom prst="rect">
            <a:avLst/>
          </a:prstGeom>
          <a:noFill/>
        </p:spPr>
        <p:txBody>
          <a:bodyPr wrap="none" rtlCol="0">
            <a:spAutoFit/>
          </a:bodyPr>
          <a:lstStyle/>
          <a:p>
            <a:r>
              <a:rPr lang="en-US" sz="2800" b="1" dirty="0"/>
              <a:t>DIMMs</a:t>
            </a:r>
          </a:p>
        </p:txBody>
      </p:sp>
      <p:sp>
        <p:nvSpPr>
          <p:cNvPr id="126" name="TextBox 125">
            <a:extLst>
              <a:ext uri="{FF2B5EF4-FFF2-40B4-BE49-F238E27FC236}">
                <a16:creationId xmlns:a16="http://schemas.microsoft.com/office/drawing/2014/main" id="{BE6DCC61-718A-B8A5-BDEB-8589A72DA675}"/>
              </a:ext>
            </a:extLst>
          </p:cNvPr>
          <p:cNvSpPr txBox="1"/>
          <p:nvPr/>
        </p:nvSpPr>
        <p:spPr>
          <a:xfrm>
            <a:off x="6370273" y="2646366"/>
            <a:ext cx="1287532" cy="523220"/>
          </a:xfrm>
          <a:prstGeom prst="rect">
            <a:avLst/>
          </a:prstGeom>
          <a:noFill/>
        </p:spPr>
        <p:txBody>
          <a:bodyPr wrap="none" rtlCol="0">
            <a:spAutoFit/>
          </a:bodyPr>
          <a:lstStyle/>
          <a:p>
            <a:r>
              <a:rPr lang="en-US" sz="2800" b="1" dirty="0"/>
              <a:t>DRAMs</a:t>
            </a:r>
          </a:p>
        </p:txBody>
      </p:sp>
      <p:grpSp>
        <p:nvGrpSpPr>
          <p:cNvPr id="3" name="Group 2">
            <a:extLst>
              <a:ext uri="{FF2B5EF4-FFF2-40B4-BE49-F238E27FC236}">
                <a16:creationId xmlns:a16="http://schemas.microsoft.com/office/drawing/2014/main" id="{BDF9FC0D-9009-C5C0-58E6-7D7C9469FA19}"/>
              </a:ext>
            </a:extLst>
          </p:cNvPr>
          <p:cNvGrpSpPr/>
          <p:nvPr/>
        </p:nvGrpSpPr>
        <p:grpSpPr>
          <a:xfrm rot="5400000" flipH="1">
            <a:off x="10659557" y="4468782"/>
            <a:ext cx="324106" cy="276532"/>
            <a:chOff x="1621155" y="831533"/>
            <a:chExt cx="226695" cy="224898"/>
          </a:xfrm>
        </p:grpSpPr>
        <p:cxnSp>
          <p:nvCxnSpPr>
            <p:cNvPr id="7" name="Straight Connector 6">
              <a:extLst>
                <a:ext uri="{FF2B5EF4-FFF2-40B4-BE49-F238E27FC236}">
                  <a16:creationId xmlns:a16="http://schemas.microsoft.com/office/drawing/2014/main" id="{0F0061C8-B419-7500-4AF5-EAA5B682211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6A57257-1772-AEE6-9510-9A77B6BE734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2EE5ABF-2564-47F0-9436-A2E7BE734AF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88953CD-8FC6-B1B8-28AB-F957905FAD1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3527656-50F3-D06F-E100-4F5592504A0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0193CD-21C2-EE6F-F4E5-AA82D5068F2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09783BB8-74C8-D4FC-6E76-39FC03984844}"/>
              </a:ext>
            </a:extLst>
          </p:cNvPr>
          <p:cNvGrpSpPr/>
          <p:nvPr/>
        </p:nvGrpSpPr>
        <p:grpSpPr>
          <a:xfrm rot="5400000" flipH="1">
            <a:off x="10396647" y="4468782"/>
            <a:ext cx="324106" cy="276532"/>
            <a:chOff x="1621155" y="831533"/>
            <a:chExt cx="226695" cy="224898"/>
          </a:xfrm>
        </p:grpSpPr>
        <p:cxnSp>
          <p:nvCxnSpPr>
            <p:cNvPr id="26" name="Straight Connector 25">
              <a:extLst>
                <a:ext uri="{FF2B5EF4-FFF2-40B4-BE49-F238E27FC236}">
                  <a16:creationId xmlns:a16="http://schemas.microsoft.com/office/drawing/2014/main" id="{55245AE1-82C7-5B4C-7572-2CA6D32DFBF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BDA79E7-3C30-0AAA-E9F2-BCE91FC21EB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E46995A-F988-2944-F090-28ECD626DA5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B5DBAD9-4C50-DA13-AA88-F9B6994E1CA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5866C53-BB17-22F8-2DF9-09AA3ECA1F3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057819-0F50-661E-7824-12A4D5B5DD2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441478CC-9C0E-364B-D952-A60CECCF3331}"/>
              </a:ext>
            </a:extLst>
          </p:cNvPr>
          <p:cNvGrpSpPr/>
          <p:nvPr/>
        </p:nvGrpSpPr>
        <p:grpSpPr>
          <a:xfrm rot="5400000" flipH="1">
            <a:off x="10133737" y="4468782"/>
            <a:ext cx="324106" cy="276532"/>
            <a:chOff x="1621155" y="831533"/>
            <a:chExt cx="226695" cy="224898"/>
          </a:xfrm>
        </p:grpSpPr>
        <p:cxnSp>
          <p:nvCxnSpPr>
            <p:cNvPr id="33" name="Straight Connector 32">
              <a:extLst>
                <a:ext uri="{FF2B5EF4-FFF2-40B4-BE49-F238E27FC236}">
                  <a16:creationId xmlns:a16="http://schemas.microsoft.com/office/drawing/2014/main" id="{EB56A8AD-4FCE-CD91-9948-100D74D6A04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1F3392-4ECD-08BA-74DC-3C99E34C031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9C48B6E-86F5-E545-5E75-B0F7753E8E0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7A3B84-EC2F-C8D0-B7A9-06CE0781888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7B0510C-6464-861C-97C8-2AAC51C7D3D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2D4DC2-6806-51A5-248E-C1BD26625C7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06BDFB25-DD0E-698C-B008-FD442A350F7A}"/>
              </a:ext>
            </a:extLst>
          </p:cNvPr>
          <p:cNvGrpSpPr/>
          <p:nvPr/>
        </p:nvGrpSpPr>
        <p:grpSpPr>
          <a:xfrm rot="5400000" flipH="1">
            <a:off x="9870827" y="4468782"/>
            <a:ext cx="324106" cy="276532"/>
            <a:chOff x="1621155" y="831533"/>
            <a:chExt cx="226695" cy="224898"/>
          </a:xfrm>
        </p:grpSpPr>
        <p:cxnSp>
          <p:nvCxnSpPr>
            <p:cNvPr id="45" name="Straight Connector 44">
              <a:extLst>
                <a:ext uri="{FF2B5EF4-FFF2-40B4-BE49-F238E27FC236}">
                  <a16:creationId xmlns:a16="http://schemas.microsoft.com/office/drawing/2014/main" id="{1951D419-9B6C-A63E-B0BE-F2A00429BAB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EA189B4-8DB5-A9D4-D54C-2D63EF6FA98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6296356-8E3D-CAE7-F6AF-962494B4E51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62D196F-2E17-80E5-2E78-FE7A0386524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C477760-CB0F-698A-B193-E1A40E08C68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ACCF975-9014-72F6-0522-D268BC83967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2CA072F5-EFAB-39BA-9A4D-1CFA3D4B7548}"/>
              </a:ext>
            </a:extLst>
          </p:cNvPr>
          <p:cNvGrpSpPr/>
          <p:nvPr/>
        </p:nvGrpSpPr>
        <p:grpSpPr>
          <a:xfrm rot="5400000" flipH="1">
            <a:off x="9607917" y="4468782"/>
            <a:ext cx="324106" cy="276532"/>
            <a:chOff x="1621155" y="831533"/>
            <a:chExt cx="226695" cy="224898"/>
          </a:xfrm>
        </p:grpSpPr>
        <p:cxnSp>
          <p:nvCxnSpPr>
            <p:cNvPr id="52" name="Straight Connector 51">
              <a:extLst>
                <a:ext uri="{FF2B5EF4-FFF2-40B4-BE49-F238E27FC236}">
                  <a16:creationId xmlns:a16="http://schemas.microsoft.com/office/drawing/2014/main" id="{9BA21E0C-BE36-5139-8F59-B347F2E94A1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670FC68-32A9-04EE-5A92-B5AF6F5BD5C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5FDFF2B-E98D-1D3D-81B7-C7D4E6BA619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CF18231-DE73-DF99-C562-DA5AF22D408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8833C0-CFBC-7D2A-E2F6-A1F84912C26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0555AED-24CB-39A9-6136-CE9EA01A949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A4B58FAE-3301-D15E-102C-D42E222EF606}"/>
              </a:ext>
            </a:extLst>
          </p:cNvPr>
          <p:cNvGrpSpPr/>
          <p:nvPr/>
        </p:nvGrpSpPr>
        <p:grpSpPr>
          <a:xfrm rot="5400000" flipH="1">
            <a:off x="9345008" y="4468782"/>
            <a:ext cx="324106" cy="276532"/>
            <a:chOff x="1621155" y="831533"/>
            <a:chExt cx="226695" cy="224898"/>
          </a:xfrm>
        </p:grpSpPr>
        <p:cxnSp>
          <p:nvCxnSpPr>
            <p:cNvPr id="63" name="Straight Connector 62">
              <a:extLst>
                <a:ext uri="{FF2B5EF4-FFF2-40B4-BE49-F238E27FC236}">
                  <a16:creationId xmlns:a16="http://schemas.microsoft.com/office/drawing/2014/main" id="{6213D010-4062-9D8D-097C-2E889925D07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0158010-0778-0B39-F005-41AE6084406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208B18D-4C02-5833-08E0-B7622DC6A2D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2208CDE-743C-89D6-8207-3205C045D08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E58F31E-7447-5C0C-97EB-329D330D886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B32B907-D837-9F90-D66F-1D577376525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D218D5BD-3711-C685-EAC8-7DE4BF3A6F66}"/>
              </a:ext>
            </a:extLst>
          </p:cNvPr>
          <p:cNvGrpSpPr/>
          <p:nvPr/>
        </p:nvGrpSpPr>
        <p:grpSpPr>
          <a:xfrm rot="5400000" flipH="1">
            <a:off x="9082098" y="4468782"/>
            <a:ext cx="324106" cy="276532"/>
            <a:chOff x="1621155" y="831533"/>
            <a:chExt cx="226695" cy="224898"/>
          </a:xfrm>
        </p:grpSpPr>
        <p:cxnSp>
          <p:nvCxnSpPr>
            <p:cNvPr id="70" name="Straight Connector 69">
              <a:extLst>
                <a:ext uri="{FF2B5EF4-FFF2-40B4-BE49-F238E27FC236}">
                  <a16:creationId xmlns:a16="http://schemas.microsoft.com/office/drawing/2014/main" id="{03F85130-3750-96BB-F1BD-174CDC5DACC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EE4C3E0-29A0-46A4-B786-3F85C5EC2FC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FF5C82A-E7FE-B57E-74EC-6BE58DB1719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D290875-DED8-926E-C939-F0CFDB9975E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776B746-50F7-4AEB-1018-1232D4CE4A0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ED14C67-18D0-576C-9B00-0C8C9E31A9E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2C486B0D-1CF7-2E67-23CC-7F338B3642F7}"/>
              </a:ext>
            </a:extLst>
          </p:cNvPr>
          <p:cNvGrpSpPr/>
          <p:nvPr/>
        </p:nvGrpSpPr>
        <p:grpSpPr>
          <a:xfrm rot="5400000" flipH="1">
            <a:off x="8819188" y="4468782"/>
            <a:ext cx="324106" cy="276532"/>
            <a:chOff x="1621155" y="831533"/>
            <a:chExt cx="226695" cy="224898"/>
          </a:xfrm>
        </p:grpSpPr>
        <p:cxnSp>
          <p:nvCxnSpPr>
            <p:cNvPr id="77" name="Straight Connector 76">
              <a:extLst>
                <a:ext uri="{FF2B5EF4-FFF2-40B4-BE49-F238E27FC236}">
                  <a16:creationId xmlns:a16="http://schemas.microsoft.com/office/drawing/2014/main" id="{9919559C-817D-64E6-631D-BAACF452ADC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AA959E4-9782-148D-324B-B3626DC31D0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8835A39-6A2D-9ABE-1FEE-3798FD8A49D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0876F23-6191-76C9-29FF-47C4874B7FE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4B81199-BCC4-C32E-69EF-18F16D4F119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BB5F62F-7765-818C-445B-6F7A42321AD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BB7BB148-7F8D-BF76-3EA7-E8181E74D52D}"/>
              </a:ext>
            </a:extLst>
          </p:cNvPr>
          <p:cNvGrpSpPr/>
          <p:nvPr/>
        </p:nvGrpSpPr>
        <p:grpSpPr>
          <a:xfrm rot="5400000" flipH="1">
            <a:off x="10659557" y="4087480"/>
            <a:ext cx="324106" cy="276532"/>
            <a:chOff x="1621155" y="831533"/>
            <a:chExt cx="226695" cy="224898"/>
          </a:xfrm>
        </p:grpSpPr>
        <p:cxnSp>
          <p:nvCxnSpPr>
            <p:cNvPr id="91" name="Straight Connector 90">
              <a:extLst>
                <a:ext uri="{FF2B5EF4-FFF2-40B4-BE49-F238E27FC236}">
                  <a16:creationId xmlns:a16="http://schemas.microsoft.com/office/drawing/2014/main" id="{0D9B214A-36DD-EBA6-635F-938B0856E7F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50C4F13-C931-4B07-E99D-66C85B49D83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50D8CA6-681C-C987-4BBC-4815C305CC4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4FF59C2-60A6-1A84-342A-353D13CF9A2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A54B6B1-D2BC-E725-6507-8DC66425E56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207D45E-055A-3C2B-5F47-2FFD2A9443C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2979865C-1368-EDFF-0C90-AA9D98D26999}"/>
              </a:ext>
            </a:extLst>
          </p:cNvPr>
          <p:cNvGrpSpPr/>
          <p:nvPr/>
        </p:nvGrpSpPr>
        <p:grpSpPr>
          <a:xfrm rot="5400000" flipH="1">
            <a:off x="10396647" y="4087480"/>
            <a:ext cx="324106" cy="276532"/>
            <a:chOff x="1621155" y="831533"/>
            <a:chExt cx="226695" cy="224898"/>
          </a:xfrm>
        </p:grpSpPr>
        <p:cxnSp>
          <p:nvCxnSpPr>
            <p:cNvPr id="103" name="Straight Connector 102">
              <a:extLst>
                <a:ext uri="{FF2B5EF4-FFF2-40B4-BE49-F238E27FC236}">
                  <a16:creationId xmlns:a16="http://schemas.microsoft.com/office/drawing/2014/main" id="{FDBBB4B1-EB70-08B4-8B0E-C0DFC61B91C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C352B91-31BC-2467-E581-66CD7C34068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970465F-434F-2AC6-E150-1E120E2341F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65FBBF7E-D894-4404-50BC-E2F7188AFB9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DF9A555-33E8-A90D-8DEF-1767B0755B8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CA4E5E5-232B-9B38-4BF4-0B2E04A71EE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211B010D-5B10-48B4-1549-C60CC5CF72B8}"/>
              </a:ext>
            </a:extLst>
          </p:cNvPr>
          <p:cNvGrpSpPr/>
          <p:nvPr/>
        </p:nvGrpSpPr>
        <p:grpSpPr>
          <a:xfrm rot="5400000" flipH="1">
            <a:off x="10133737" y="4087480"/>
            <a:ext cx="324106" cy="276532"/>
            <a:chOff x="1621155" y="831533"/>
            <a:chExt cx="226695" cy="224898"/>
          </a:xfrm>
        </p:grpSpPr>
        <p:cxnSp>
          <p:nvCxnSpPr>
            <p:cNvPr id="120" name="Straight Connector 119">
              <a:extLst>
                <a:ext uri="{FF2B5EF4-FFF2-40B4-BE49-F238E27FC236}">
                  <a16:creationId xmlns:a16="http://schemas.microsoft.com/office/drawing/2014/main" id="{D6BCFC00-27B2-15A7-4993-3CD0A02C183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158B1F7A-9CD7-6033-C60A-79077BCD7C8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3A7CCFAE-537D-0C57-AB53-9771A8086CC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D231BA3-2DAF-D9DA-1BA0-3C06F94599F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E29FB69-D6C0-EA8A-CC5C-31F97B2F9D9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F9492B57-31EE-ED02-47ED-F89EDA4D8B6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ADCEEE73-E3C0-5300-7488-DD7DDEAC75AD}"/>
              </a:ext>
            </a:extLst>
          </p:cNvPr>
          <p:cNvGrpSpPr/>
          <p:nvPr/>
        </p:nvGrpSpPr>
        <p:grpSpPr>
          <a:xfrm rot="5400000" flipH="1">
            <a:off x="9870827" y="4087480"/>
            <a:ext cx="324106" cy="276532"/>
            <a:chOff x="1621155" y="831533"/>
            <a:chExt cx="226695" cy="224898"/>
          </a:xfrm>
        </p:grpSpPr>
        <p:cxnSp>
          <p:nvCxnSpPr>
            <p:cNvPr id="129" name="Straight Connector 128">
              <a:extLst>
                <a:ext uri="{FF2B5EF4-FFF2-40B4-BE49-F238E27FC236}">
                  <a16:creationId xmlns:a16="http://schemas.microsoft.com/office/drawing/2014/main" id="{4F270B75-9BE0-24D7-05AD-71BCA2FA2C8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39CA13D-EF1B-353D-91B0-7ED382D2C51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8F78A5C-8BBE-128C-635F-34DAE602F6D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77191A4C-FDFF-CFB0-74CB-FE511A97F29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4A6411AC-0896-42B5-7C5B-17B0DFBD502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A41AC18-A79E-B883-CC2E-C3FC61CF24F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324D4C63-94A9-CC9A-85A6-FF8EF620F913}"/>
              </a:ext>
            </a:extLst>
          </p:cNvPr>
          <p:cNvGrpSpPr/>
          <p:nvPr/>
        </p:nvGrpSpPr>
        <p:grpSpPr>
          <a:xfrm rot="5400000" flipH="1">
            <a:off x="9607917" y="4087480"/>
            <a:ext cx="324106" cy="276532"/>
            <a:chOff x="1621155" y="831533"/>
            <a:chExt cx="226695" cy="224898"/>
          </a:xfrm>
        </p:grpSpPr>
        <p:cxnSp>
          <p:nvCxnSpPr>
            <p:cNvPr id="136" name="Straight Connector 135">
              <a:extLst>
                <a:ext uri="{FF2B5EF4-FFF2-40B4-BE49-F238E27FC236}">
                  <a16:creationId xmlns:a16="http://schemas.microsoft.com/office/drawing/2014/main" id="{443547CF-C4C1-40D7-3C44-DA91ADCAED7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371E2F15-8E85-A32E-7BA1-BA01B9BFFDA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B61225A-9779-7EE3-AA89-2605E6D0B31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CD3E264-9765-9467-32E4-CA39F633566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ECAFDE7-4D8B-2382-C2D1-BCA27C20003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EEE7E19B-2DD3-ABFA-A859-63778970AB1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CCE6877A-66D5-D06E-6C3C-87677E3808BB}"/>
              </a:ext>
            </a:extLst>
          </p:cNvPr>
          <p:cNvGrpSpPr/>
          <p:nvPr/>
        </p:nvGrpSpPr>
        <p:grpSpPr>
          <a:xfrm rot="5400000" flipH="1">
            <a:off x="9345008" y="4087480"/>
            <a:ext cx="324106" cy="276532"/>
            <a:chOff x="1621155" y="831533"/>
            <a:chExt cx="226695" cy="224898"/>
          </a:xfrm>
        </p:grpSpPr>
        <p:cxnSp>
          <p:nvCxnSpPr>
            <p:cNvPr id="143" name="Straight Connector 142">
              <a:extLst>
                <a:ext uri="{FF2B5EF4-FFF2-40B4-BE49-F238E27FC236}">
                  <a16:creationId xmlns:a16="http://schemas.microsoft.com/office/drawing/2014/main" id="{89E4625B-0877-6CCB-43D8-74B2C28B9CB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100755A-774C-F89E-057D-156C7DF6F95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F34BCE0-0C80-F9E7-9E6F-13D1148A576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7FD28EE-D3D0-B813-B7E8-DC7E43FF6EB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483B00E-F36F-10D9-1AE7-34E9578311E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78E4D90-7B7D-5A36-36F2-7D645C64A55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9" name="Group 148">
            <a:extLst>
              <a:ext uri="{FF2B5EF4-FFF2-40B4-BE49-F238E27FC236}">
                <a16:creationId xmlns:a16="http://schemas.microsoft.com/office/drawing/2014/main" id="{C3090A33-BC8A-9DCD-2964-A9CF622F51F2}"/>
              </a:ext>
            </a:extLst>
          </p:cNvPr>
          <p:cNvGrpSpPr/>
          <p:nvPr/>
        </p:nvGrpSpPr>
        <p:grpSpPr>
          <a:xfrm rot="5400000" flipH="1">
            <a:off x="9082098" y="4087480"/>
            <a:ext cx="324106" cy="276532"/>
            <a:chOff x="1621155" y="831533"/>
            <a:chExt cx="226695" cy="224898"/>
          </a:xfrm>
        </p:grpSpPr>
        <p:cxnSp>
          <p:nvCxnSpPr>
            <p:cNvPr id="150" name="Straight Connector 149">
              <a:extLst>
                <a:ext uri="{FF2B5EF4-FFF2-40B4-BE49-F238E27FC236}">
                  <a16:creationId xmlns:a16="http://schemas.microsoft.com/office/drawing/2014/main" id="{91EB394E-BEE8-9BD0-38CD-38EF5F0AAB2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792FB873-82E6-8C1E-CFEB-3FE878156B8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CC69466-77DD-FEFE-28C4-F8F7188FAF5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AEB9ACFB-A357-B2C2-FDF2-542A544FE9E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641F89BB-76A5-3017-F926-5C483873951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33C2953-0661-4931-5A38-26E1AAFEE56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C491D60C-F00C-50F6-65E4-A8E0844A9AF2}"/>
              </a:ext>
            </a:extLst>
          </p:cNvPr>
          <p:cNvGrpSpPr/>
          <p:nvPr/>
        </p:nvGrpSpPr>
        <p:grpSpPr>
          <a:xfrm rot="5400000" flipH="1">
            <a:off x="8819188" y="4087480"/>
            <a:ext cx="324106" cy="276532"/>
            <a:chOff x="1621155" y="831533"/>
            <a:chExt cx="226695" cy="224898"/>
          </a:xfrm>
        </p:grpSpPr>
        <p:cxnSp>
          <p:nvCxnSpPr>
            <p:cNvPr id="157" name="Straight Connector 156">
              <a:extLst>
                <a:ext uri="{FF2B5EF4-FFF2-40B4-BE49-F238E27FC236}">
                  <a16:creationId xmlns:a16="http://schemas.microsoft.com/office/drawing/2014/main" id="{D9AE1F8E-6236-7212-714A-C3E3658A82A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A3EE8CE0-E593-27D7-02A4-9C353CBB248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C4623C9E-410E-709A-0D9A-FAAE496D29D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06F6F916-DD30-9476-F512-57F3210D76E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10F1A557-C052-A779-2AFB-6401935A88F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42F4F91F-774C-B1C5-CEC3-834A649D5CF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id="{C45319D6-5DF2-309D-E85B-0F06F3BDB9B8}"/>
              </a:ext>
            </a:extLst>
          </p:cNvPr>
          <p:cNvGrpSpPr/>
          <p:nvPr/>
        </p:nvGrpSpPr>
        <p:grpSpPr>
          <a:xfrm rot="5400000" flipH="1">
            <a:off x="10659557" y="3601675"/>
            <a:ext cx="324106" cy="276532"/>
            <a:chOff x="1621155" y="831533"/>
            <a:chExt cx="226695" cy="224898"/>
          </a:xfrm>
        </p:grpSpPr>
        <p:cxnSp>
          <p:nvCxnSpPr>
            <p:cNvPr id="164" name="Straight Connector 163">
              <a:extLst>
                <a:ext uri="{FF2B5EF4-FFF2-40B4-BE49-F238E27FC236}">
                  <a16:creationId xmlns:a16="http://schemas.microsoft.com/office/drawing/2014/main" id="{9DC8F8D3-D18F-192B-A32B-B97F417186A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8429D4A7-0555-D9EA-6191-E74ACC590B2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BBEADC51-8623-74F2-1C99-95CECAD22B7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A34A5A91-90E4-32A6-31EC-F0F29CFB13C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6D448494-AB44-9B3E-25D5-B94EEA1AADD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A245B7A7-114A-E64D-0EB5-8EF8A287478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id="{3A8533FD-4E06-2B01-5D5B-D62937713F15}"/>
              </a:ext>
            </a:extLst>
          </p:cNvPr>
          <p:cNvGrpSpPr/>
          <p:nvPr/>
        </p:nvGrpSpPr>
        <p:grpSpPr>
          <a:xfrm rot="5400000" flipH="1">
            <a:off x="10396647" y="3601675"/>
            <a:ext cx="324106" cy="276532"/>
            <a:chOff x="1621155" y="831533"/>
            <a:chExt cx="226695" cy="224898"/>
          </a:xfrm>
        </p:grpSpPr>
        <p:cxnSp>
          <p:nvCxnSpPr>
            <p:cNvPr id="171" name="Straight Connector 170">
              <a:extLst>
                <a:ext uri="{FF2B5EF4-FFF2-40B4-BE49-F238E27FC236}">
                  <a16:creationId xmlns:a16="http://schemas.microsoft.com/office/drawing/2014/main" id="{6B4D0D2E-6B59-1370-9A7A-546F5280E4A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31E41458-82D4-9037-B92D-34EF908A766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8F0013D1-FB83-D314-A9B4-8D16217F1EE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C2922FFB-DABE-1688-0937-54543585FA7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EAF47FA8-A5B8-6675-526F-20657F9BB52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744774CA-C180-0215-F292-FED52D4F3A4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7" name="Group 176">
            <a:extLst>
              <a:ext uri="{FF2B5EF4-FFF2-40B4-BE49-F238E27FC236}">
                <a16:creationId xmlns:a16="http://schemas.microsoft.com/office/drawing/2014/main" id="{DA00072F-97D9-1E8D-0689-4730DECB5372}"/>
              </a:ext>
            </a:extLst>
          </p:cNvPr>
          <p:cNvGrpSpPr/>
          <p:nvPr/>
        </p:nvGrpSpPr>
        <p:grpSpPr>
          <a:xfrm rot="5400000" flipH="1">
            <a:off x="10133737" y="3601675"/>
            <a:ext cx="324106" cy="276532"/>
            <a:chOff x="1621155" y="831533"/>
            <a:chExt cx="226695" cy="224898"/>
          </a:xfrm>
        </p:grpSpPr>
        <p:cxnSp>
          <p:nvCxnSpPr>
            <p:cNvPr id="178" name="Straight Connector 177">
              <a:extLst>
                <a:ext uri="{FF2B5EF4-FFF2-40B4-BE49-F238E27FC236}">
                  <a16:creationId xmlns:a16="http://schemas.microsoft.com/office/drawing/2014/main" id="{8535B56B-BAF6-13BC-9DFA-98E78662704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CCBF0F98-7E10-4061-BC06-4D3DE3DD488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4A3823C0-1953-8A33-1B2E-F7384DF1795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93C50A93-A3EE-9837-B160-28D972A3F40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761D88B-D77F-CA3B-836C-4193586DAB3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46F42DB4-3453-FE81-98A3-5F89FC1E4DE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84" name="Group 183">
            <a:extLst>
              <a:ext uri="{FF2B5EF4-FFF2-40B4-BE49-F238E27FC236}">
                <a16:creationId xmlns:a16="http://schemas.microsoft.com/office/drawing/2014/main" id="{A48247C3-A64C-6D4F-A116-9D5C2148963E}"/>
              </a:ext>
            </a:extLst>
          </p:cNvPr>
          <p:cNvGrpSpPr/>
          <p:nvPr/>
        </p:nvGrpSpPr>
        <p:grpSpPr>
          <a:xfrm rot="5400000" flipH="1">
            <a:off x="9870827" y="3601675"/>
            <a:ext cx="324106" cy="276532"/>
            <a:chOff x="1621155" y="831533"/>
            <a:chExt cx="226695" cy="224898"/>
          </a:xfrm>
        </p:grpSpPr>
        <p:cxnSp>
          <p:nvCxnSpPr>
            <p:cNvPr id="185" name="Straight Connector 184">
              <a:extLst>
                <a:ext uri="{FF2B5EF4-FFF2-40B4-BE49-F238E27FC236}">
                  <a16:creationId xmlns:a16="http://schemas.microsoft.com/office/drawing/2014/main" id="{86E6B61A-1C0D-799A-9751-C7E41F942DD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7EAEB72-D870-C4C5-940B-2B13615153E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5D17D701-B80E-27E3-F224-1E1821DCC90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56B592A0-83A4-8348-E445-6C6429608AA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5BAC26E3-687E-4005-84DE-0BCC5DCECEB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3B601189-37A1-F078-3FB4-FEE0D869855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1" name="Group 190">
            <a:extLst>
              <a:ext uri="{FF2B5EF4-FFF2-40B4-BE49-F238E27FC236}">
                <a16:creationId xmlns:a16="http://schemas.microsoft.com/office/drawing/2014/main" id="{D2076A82-3EE3-1DC7-80FE-B2023DBF300A}"/>
              </a:ext>
            </a:extLst>
          </p:cNvPr>
          <p:cNvGrpSpPr/>
          <p:nvPr/>
        </p:nvGrpSpPr>
        <p:grpSpPr>
          <a:xfrm rot="5400000" flipH="1">
            <a:off x="9607917" y="3601675"/>
            <a:ext cx="324106" cy="276532"/>
            <a:chOff x="1621155" y="831533"/>
            <a:chExt cx="226695" cy="224898"/>
          </a:xfrm>
        </p:grpSpPr>
        <p:cxnSp>
          <p:nvCxnSpPr>
            <p:cNvPr id="192" name="Straight Connector 191">
              <a:extLst>
                <a:ext uri="{FF2B5EF4-FFF2-40B4-BE49-F238E27FC236}">
                  <a16:creationId xmlns:a16="http://schemas.microsoft.com/office/drawing/2014/main" id="{D0E52C57-1294-5412-8A65-EF04DB370CE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30022257-26C2-75CD-15AF-C791C41DACB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A699E3A1-F7D2-242E-F008-13D5C647D86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AD395805-FB4D-A4BA-FFD1-F11A0477541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E7E574B7-5EB5-5B7D-FA8F-FBE3AD9346D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842775E5-A61A-B206-86EE-F7473220391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8" name="Group 197">
            <a:extLst>
              <a:ext uri="{FF2B5EF4-FFF2-40B4-BE49-F238E27FC236}">
                <a16:creationId xmlns:a16="http://schemas.microsoft.com/office/drawing/2014/main" id="{25D997A9-0B5D-4A36-4131-9DA8E39231F3}"/>
              </a:ext>
            </a:extLst>
          </p:cNvPr>
          <p:cNvGrpSpPr/>
          <p:nvPr/>
        </p:nvGrpSpPr>
        <p:grpSpPr>
          <a:xfrm rot="5400000" flipH="1">
            <a:off x="9345008" y="3601675"/>
            <a:ext cx="324106" cy="276532"/>
            <a:chOff x="1621155" y="831533"/>
            <a:chExt cx="226695" cy="224898"/>
          </a:xfrm>
        </p:grpSpPr>
        <p:cxnSp>
          <p:nvCxnSpPr>
            <p:cNvPr id="199" name="Straight Connector 198">
              <a:extLst>
                <a:ext uri="{FF2B5EF4-FFF2-40B4-BE49-F238E27FC236}">
                  <a16:creationId xmlns:a16="http://schemas.microsoft.com/office/drawing/2014/main" id="{1B6B31F0-1EA0-2B37-5238-96567AF55CA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D7B00EFF-F5C3-25C7-B75A-503CE42716B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8005ED32-539A-299D-D430-13EE719140E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BB47D863-889C-8802-812B-79A143D1C66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7B09089-26AB-0004-4A53-04E35B295FC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F0EC8BF-3FF0-7AF6-DA42-2D3893A4AEA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05" name="Group 204">
            <a:extLst>
              <a:ext uri="{FF2B5EF4-FFF2-40B4-BE49-F238E27FC236}">
                <a16:creationId xmlns:a16="http://schemas.microsoft.com/office/drawing/2014/main" id="{401B4C06-67D0-6C93-C757-6C9BA7258C34}"/>
              </a:ext>
            </a:extLst>
          </p:cNvPr>
          <p:cNvGrpSpPr/>
          <p:nvPr/>
        </p:nvGrpSpPr>
        <p:grpSpPr>
          <a:xfrm rot="5400000" flipH="1">
            <a:off x="9082098" y="3601675"/>
            <a:ext cx="324106" cy="276532"/>
            <a:chOff x="1621155" y="831533"/>
            <a:chExt cx="226695" cy="224898"/>
          </a:xfrm>
        </p:grpSpPr>
        <p:cxnSp>
          <p:nvCxnSpPr>
            <p:cNvPr id="206" name="Straight Connector 205">
              <a:extLst>
                <a:ext uri="{FF2B5EF4-FFF2-40B4-BE49-F238E27FC236}">
                  <a16:creationId xmlns:a16="http://schemas.microsoft.com/office/drawing/2014/main" id="{6D5E1C9B-AD2A-03B2-BCD1-CB698AABA8D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69C6634A-1C88-06B0-6EBC-B9D5D9157B9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C4A1B528-A814-19D9-9E9F-5A380B7A6260}"/>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78D99D34-AA45-CFC2-AEA2-A464455192C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2F351870-C2C2-596E-7DBD-8D66D354C73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E6630344-AB9F-B010-393B-6A5612C3111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EA56A0DB-AEF2-8AF2-289A-75C74E852C70}"/>
              </a:ext>
            </a:extLst>
          </p:cNvPr>
          <p:cNvGrpSpPr/>
          <p:nvPr/>
        </p:nvGrpSpPr>
        <p:grpSpPr>
          <a:xfrm rot="5400000" flipH="1">
            <a:off x="8819188" y="3601675"/>
            <a:ext cx="324106" cy="276532"/>
            <a:chOff x="1621155" y="831533"/>
            <a:chExt cx="226695" cy="224898"/>
          </a:xfrm>
        </p:grpSpPr>
        <p:cxnSp>
          <p:nvCxnSpPr>
            <p:cNvPr id="213" name="Straight Connector 212">
              <a:extLst>
                <a:ext uri="{FF2B5EF4-FFF2-40B4-BE49-F238E27FC236}">
                  <a16:creationId xmlns:a16="http://schemas.microsoft.com/office/drawing/2014/main" id="{6CA01D27-AA14-97CD-58BE-E12068BBDBD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68DE44C5-FBE9-0B67-6CEF-C937E74A78A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45620ED2-B058-E34B-1C73-F91DE413316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362D136F-D31F-C991-56F8-0AAF0C2F8B7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A088834C-B559-74DD-9ED7-31D82294588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6EE493DA-C090-3C7C-1648-BA6A5D55D7C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9" name="Group 218">
            <a:extLst>
              <a:ext uri="{FF2B5EF4-FFF2-40B4-BE49-F238E27FC236}">
                <a16:creationId xmlns:a16="http://schemas.microsoft.com/office/drawing/2014/main" id="{C83B7AB2-3B41-7166-DC5A-8B91D3C56B2F}"/>
              </a:ext>
            </a:extLst>
          </p:cNvPr>
          <p:cNvGrpSpPr/>
          <p:nvPr/>
        </p:nvGrpSpPr>
        <p:grpSpPr>
          <a:xfrm rot="5400000" flipH="1">
            <a:off x="10659557" y="3220373"/>
            <a:ext cx="324106" cy="276532"/>
            <a:chOff x="1621155" y="831533"/>
            <a:chExt cx="226695" cy="224898"/>
          </a:xfrm>
        </p:grpSpPr>
        <p:cxnSp>
          <p:nvCxnSpPr>
            <p:cNvPr id="220" name="Straight Connector 219">
              <a:extLst>
                <a:ext uri="{FF2B5EF4-FFF2-40B4-BE49-F238E27FC236}">
                  <a16:creationId xmlns:a16="http://schemas.microsoft.com/office/drawing/2014/main" id="{190BEFC2-EE26-D200-6934-4CA7C93D31B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C751959-1BCF-E7BD-B156-DB80E7CCA31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8AC7E7AF-61AE-94B9-52DD-257550ECE7F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FF628B69-F19A-D1CD-52B2-BD9C5D9A57D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B6346BF8-0D37-6F90-2C4B-ECF932A6114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36E6E2CD-D176-3437-2AEA-076DA0BE80E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26" name="Group 225">
            <a:extLst>
              <a:ext uri="{FF2B5EF4-FFF2-40B4-BE49-F238E27FC236}">
                <a16:creationId xmlns:a16="http://schemas.microsoft.com/office/drawing/2014/main" id="{819C3DFC-1DA0-1206-997B-8B08E1C2F4AD}"/>
              </a:ext>
            </a:extLst>
          </p:cNvPr>
          <p:cNvGrpSpPr/>
          <p:nvPr/>
        </p:nvGrpSpPr>
        <p:grpSpPr>
          <a:xfrm rot="5400000" flipH="1">
            <a:off x="10396647" y="3220373"/>
            <a:ext cx="324106" cy="276532"/>
            <a:chOff x="1621155" y="831533"/>
            <a:chExt cx="226695" cy="224898"/>
          </a:xfrm>
        </p:grpSpPr>
        <p:cxnSp>
          <p:nvCxnSpPr>
            <p:cNvPr id="227" name="Straight Connector 226">
              <a:extLst>
                <a:ext uri="{FF2B5EF4-FFF2-40B4-BE49-F238E27FC236}">
                  <a16:creationId xmlns:a16="http://schemas.microsoft.com/office/drawing/2014/main" id="{0EEADB38-F578-AD0A-E663-890C8DD6662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50A1CD86-1928-BD6F-7AB0-52EE4DDC868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BAD1FA1-2CF6-BADB-AAD4-DADAC3A1FF0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AFC90BA1-21BF-60E2-A094-04CF08DFB18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E580CF94-0223-2291-FAE4-4A327004CFD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14CF6F1-2AD8-B942-7F9E-30F7E19C397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33" name="Group 232">
            <a:extLst>
              <a:ext uri="{FF2B5EF4-FFF2-40B4-BE49-F238E27FC236}">
                <a16:creationId xmlns:a16="http://schemas.microsoft.com/office/drawing/2014/main" id="{93347DE6-358C-314E-5140-4DF00C44D62F}"/>
              </a:ext>
            </a:extLst>
          </p:cNvPr>
          <p:cNvGrpSpPr/>
          <p:nvPr/>
        </p:nvGrpSpPr>
        <p:grpSpPr>
          <a:xfrm rot="5400000" flipH="1">
            <a:off x="10133737" y="3220373"/>
            <a:ext cx="324106" cy="276532"/>
            <a:chOff x="1621155" y="831533"/>
            <a:chExt cx="226695" cy="224898"/>
          </a:xfrm>
        </p:grpSpPr>
        <p:cxnSp>
          <p:nvCxnSpPr>
            <p:cNvPr id="234" name="Straight Connector 233">
              <a:extLst>
                <a:ext uri="{FF2B5EF4-FFF2-40B4-BE49-F238E27FC236}">
                  <a16:creationId xmlns:a16="http://schemas.microsoft.com/office/drawing/2014/main" id="{42D14915-0A94-814C-4999-D6FF1E36B85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3FE1A2C-ED13-D8AC-4A77-A4596308212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7A869FEB-7DCF-56FF-C25D-360AA856F46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A88EE916-940A-0449-7A90-0E38F63ED55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36ABBD57-6ED8-A228-6148-DB084385EBF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D23648F-7D0D-36CA-C2E5-9D326F0343D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0" name="Group 239">
            <a:extLst>
              <a:ext uri="{FF2B5EF4-FFF2-40B4-BE49-F238E27FC236}">
                <a16:creationId xmlns:a16="http://schemas.microsoft.com/office/drawing/2014/main" id="{1482E3AB-EB85-FFF2-B542-BA09A87AB3F9}"/>
              </a:ext>
            </a:extLst>
          </p:cNvPr>
          <p:cNvGrpSpPr/>
          <p:nvPr/>
        </p:nvGrpSpPr>
        <p:grpSpPr>
          <a:xfrm rot="5400000" flipH="1">
            <a:off x="9870827" y="3220373"/>
            <a:ext cx="324106" cy="276532"/>
            <a:chOff x="1621155" y="831533"/>
            <a:chExt cx="226695" cy="224898"/>
          </a:xfrm>
        </p:grpSpPr>
        <p:cxnSp>
          <p:nvCxnSpPr>
            <p:cNvPr id="241" name="Straight Connector 240">
              <a:extLst>
                <a:ext uri="{FF2B5EF4-FFF2-40B4-BE49-F238E27FC236}">
                  <a16:creationId xmlns:a16="http://schemas.microsoft.com/office/drawing/2014/main" id="{6C08993D-8B07-8F2C-5556-A1DCAAF1BE5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BCC24169-64BE-E2A2-39EA-D09E2162921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1DDAB019-1BA1-6573-0BA6-8A4FC9346C1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E6D499B0-CCE6-E7BC-0B1E-E117E50FB2D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882C297-E869-F46C-9EAD-DBEE0B93FE3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C98A9BD4-F88E-64D7-209C-D0C0C2B19BD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7" name="Group 246">
            <a:extLst>
              <a:ext uri="{FF2B5EF4-FFF2-40B4-BE49-F238E27FC236}">
                <a16:creationId xmlns:a16="http://schemas.microsoft.com/office/drawing/2014/main" id="{56CBD3E2-7F45-5B57-DB28-7C6B4188CB4D}"/>
              </a:ext>
            </a:extLst>
          </p:cNvPr>
          <p:cNvGrpSpPr/>
          <p:nvPr/>
        </p:nvGrpSpPr>
        <p:grpSpPr>
          <a:xfrm rot="5400000" flipH="1">
            <a:off x="9607917" y="3220373"/>
            <a:ext cx="324106" cy="276532"/>
            <a:chOff x="1621155" y="831533"/>
            <a:chExt cx="226695" cy="224898"/>
          </a:xfrm>
        </p:grpSpPr>
        <p:cxnSp>
          <p:nvCxnSpPr>
            <p:cNvPr id="248" name="Straight Connector 247">
              <a:extLst>
                <a:ext uri="{FF2B5EF4-FFF2-40B4-BE49-F238E27FC236}">
                  <a16:creationId xmlns:a16="http://schemas.microsoft.com/office/drawing/2014/main" id="{86EB92F3-695C-F66C-F314-7725C7A658B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24A64768-C607-B65E-5799-8D5F5FA1163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62F2A5A9-DECC-4391-0D14-67818CC85BE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929DCF66-7A1E-B61C-9C32-B5153371840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3DE20D9-DDFA-D7FD-510B-EE28C53F39C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FAEB61BA-8AA3-1770-453B-20839272D0C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B7DE7A5E-C3A5-11E3-838D-2643D586EFED}"/>
              </a:ext>
            </a:extLst>
          </p:cNvPr>
          <p:cNvGrpSpPr/>
          <p:nvPr/>
        </p:nvGrpSpPr>
        <p:grpSpPr>
          <a:xfrm rot="5400000" flipH="1">
            <a:off x="9345008" y="3220373"/>
            <a:ext cx="324106" cy="276532"/>
            <a:chOff x="1621155" y="831533"/>
            <a:chExt cx="226695" cy="224898"/>
          </a:xfrm>
        </p:grpSpPr>
        <p:cxnSp>
          <p:nvCxnSpPr>
            <p:cNvPr id="255" name="Straight Connector 254">
              <a:extLst>
                <a:ext uri="{FF2B5EF4-FFF2-40B4-BE49-F238E27FC236}">
                  <a16:creationId xmlns:a16="http://schemas.microsoft.com/office/drawing/2014/main" id="{87BAB005-1283-CE91-9FEA-330885C2EB9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9D0D80DE-971E-B70D-E8AD-63C92F98272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EAD3891-D1A3-7749-8D8C-6F772EF6480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02C987AE-42B7-4CEF-9301-705E4BE4211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8C090583-BB21-D57F-D4E6-CED9365405D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7A72EDEC-DD67-9266-B61F-47730A1377E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53F2BA5D-75C5-F36A-4C79-73653B80F892}"/>
              </a:ext>
            </a:extLst>
          </p:cNvPr>
          <p:cNvGrpSpPr/>
          <p:nvPr/>
        </p:nvGrpSpPr>
        <p:grpSpPr>
          <a:xfrm rot="5400000" flipH="1">
            <a:off x="9082098" y="3220373"/>
            <a:ext cx="324106" cy="276532"/>
            <a:chOff x="1621155" y="831533"/>
            <a:chExt cx="226695" cy="224898"/>
          </a:xfrm>
        </p:grpSpPr>
        <p:cxnSp>
          <p:nvCxnSpPr>
            <p:cNvPr id="262" name="Straight Connector 261">
              <a:extLst>
                <a:ext uri="{FF2B5EF4-FFF2-40B4-BE49-F238E27FC236}">
                  <a16:creationId xmlns:a16="http://schemas.microsoft.com/office/drawing/2014/main" id="{F54DFA87-39A6-3AAB-DC6D-51AC8B0677C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96E8D1A1-ACD4-9966-3FDF-98484F04356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FEFD79EC-543E-7561-9E5C-5485EDFA568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24934732-56A7-F68E-DFDE-4BC1A9E5789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AFEC51A3-BEE6-D1AB-1FF2-F4881E56201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DD89B12C-721E-53AA-6061-A06CE4A9701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8" name="Group 267">
            <a:extLst>
              <a:ext uri="{FF2B5EF4-FFF2-40B4-BE49-F238E27FC236}">
                <a16:creationId xmlns:a16="http://schemas.microsoft.com/office/drawing/2014/main" id="{4279656D-FB45-6178-7303-4EDDFF6791BD}"/>
              </a:ext>
            </a:extLst>
          </p:cNvPr>
          <p:cNvGrpSpPr/>
          <p:nvPr/>
        </p:nvGrpSpPr>
        <p:grpSpPr>
          <a:xfrm rot="5400000" flipH="1">
            <a:off x="8819188" y="3220373"/>
            <a:ext cx="324106" cy="276532"/>
            <a:chOff x="1621155" y="831533"/>
            <a:chExt cx="226695" cy="224898"/>
          </a:xfrm>
        </p:grpSpPr>
        <p:cxnSp>
          <p:nvCxnSpPr>
            <p:cNvPr id="269" name="Straight Connector 268">
              <a:extLst>
                <a:ext uri="{FF2B5EF4-FFF2-40B4-BE49-F238E27FC236}">
                  <a16:creationId xmlns:a16="http://schemas.microsoft.com/office/drawing/2014/main" id="{410F2012-BDD5-5795-D06F-4C9FC850946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15EDE5E9-6A29-8186-F6B9-46ACDAFFEDF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17FE5016-F982-305A-19A7-17DC573704E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7C0D6C16-2E56-9316-A0CE-29145795D8B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9D297468-49B7-07C0-A6D9-279E0AB24AF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E84CF063-50DD-43A2-AC24-B5FD1EF5B6D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a16="http://schemas.microsoft.com/office/drawing/2014/main" id="{16B76559-32B8-A037-F09A-B0EC934D9E7F}"/>
              </a:ext>
            </a:extLst>
          </p:cNvPr>
          <p:cNvGrpSpPr/>
          <p:nvPr/>
        </p:nvGrpSpPr>
        <p:grpSpPr>
          <a:xfrm rot="5400000" flipH="1">
            <a:off x="10659557" y="6174053"/>
            <a:ext cx="324106" cy="276532"/>
            <a:chOff x="1621155" y="831533"/>
            <a:chExt cx="226695" cy="224898"/>
          </a:xfrm>
        </p:grpSpPr>
        <p:cxnSp>
          <p:nvCxnSpPr>
            <p:cNvPr id="277" name="Straight Connector 276">
              <a:extLst>
                <a:ext uri="{FF2B5EF4-FFF2-40B4-BE49-F238E27FC236}">
                  <a16:creationId xmlns:a16="http://schemas.microsoft.com/office/drawing/2014/main" id="{6B6DF8FA-0135-5399-AB30-C2F17EE2E82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A3D6AC28-9326-6043-B550-F1C9050E457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7F9FE137-6FFD-9179-194B-BAEDF94541B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B29A848A-6E3A-1828-6D53-79F6AEEDE13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E891756B-9BBE-D6DF-F263-B90C33928BE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56981C32-9C02-0159-E1A0-480BBAB8EFC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83" name="Group 282">
            <a:extLst>
              <a:ext uri="{FF2B5EF4-FFF2-40B4-BE49-F238E27FC236}">
                <a16:creationId xmlns:a16="http://schemas.microsoft.com/office/drawing/2014/main" id="{129C0E9F-26D1-A605-8C99-EE209FDA3A96}"/>
              </a:ext>
            </a:extLst>
          </p:cNvPr>
          <p:cNvGrpSpPr/>
          <p:nvPr/>
        </p:nvGrpSpPr>
        <p:grpSpPr>
          <a:xfrm rot="5400000" flipH="1">
            <a:off x="10396647" y="6174053"/>
            <a:ext cx="324106" cy="276532"/>
            <a:chOff x="1621155" y="831533"/>
            <a:chExt cx="226695" cy="224898"/>
          </a:xfrm>
        </p:grpSpPr>
        <p:cxnSp>
          <p:nvCxnSpPr>
            <p:cNvPr id="284" name="Straight Connector 283">
              <a:extLst>
                <a:ext uri="{FF2B5EF4-FFF2-40B4-BE49-F238E27FC236}">
                  <a16:creationId xmlns:a16="http://schemas.microsoft.com/office/drawing/2014/main" id="{0BB2D7D3-0C09-CD79-88D0-B1866B72E94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41D5F91F-89B1-BF50-EB7F-ABB579DF749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EA3DC2EA-A1B7-8C87-B966-49EC453E97F0}"/>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476D2D04-35F6-6D22-4D89-2B7E418DAE2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F8B01FD3-49F1-16C2-170C-EE70C17147F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28A1493-1E5C-EC3F-F11C-BD9484FAA3F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0" name="Group 289">
            <a:extLst>
              <a:ext uri="{FF2B5EF4-FFF2-40B4-BE49-F238E27FC236}">
                <a16:creationId xmlns:a16="http://schemas.microsoft.com/office/drawing/2014/main" id="{F7933B53-CD50-964C-844F-A8563FDB924D}"/>
              </a:ext>
            </a:extLst>
          </p:cNvPr>
          <p:cNvGrpSpPr/>
          <p:nvPr/>
        </p:nvGrpSpPr>
        <p:grpSpPr>
          <a:xfrm rot="5400000" flipH="1">
            <a:off x="10133737" y="6174053"/>
            <a:ext cx="324106" cy="276532"/>
            <a:chOff x="1621155" y="831533"/>
            <a:chExt cx="226695" cy="224898"/>
          </a:xfrm>
        </p:grpSpPr>
        <p:cxnSp>
          <p:nvCxnSpPr>
            <p:cNvPr id="291" name="Straight Connector 290">
              <a:extLst>
                <a:ext uri="{FF2B5EF4-FFF2-40B4-BE49-F238E27FC236}">
                  <a16:creationId xmlns:a16="http://schemas.microsoft.com/office/drawing/2014/main" id="{5E6A2DCA-E6EC-7494-CE04-873B85ED378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D3F44FC0-5E76-A8DF-3CA9-1D7D619AD4D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F8567B79-634C-BEE9-B528-3B7737507E9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41C6068A-4540-3C47-980C-F540017F5C2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A9057F14-F6BB-52E1-4F61-3A3454D8462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D4FB1D33-3E5B-13B1-0684-E207012A72D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7" name="Group 296">
            <a:extLst>
              <a:ext uri="{FF2B5EF4-FFF2-40B4-BE49-F238E27FC236}">
                <a16:creationId xmlns:a16="http://schemas.microsoft.com/office/drawing/2014/main" id="{6112D9A7-EEDB-E94D-C252-626B626BDDA7}"/>
              </a:ext>
            </a:extLst>
          </p:cNvPr>
          <p:cNvGrpSpPr/>
          <p:nvPr/>
        </p:nvGrpSpPr>
        <p:grpSpPr>
          <a:xfrm rot="5400000" flipH="1">
            <a:off x="9870827" y="6174053"/>
            <a:ext cx="324106" cy="276532"/>
            <a:chOff x="1621155" y="831533"/>
            <a:chExt cx="226695" cy="224898"/>
          </a:xfrm>
        </p:grpSpPr>
        <p:cxnSp>
          <p:nvCxnSpPr>
            <p:cNvPr id="298" name="Straight Connector 297">
              <a:extLst>
                <a:ext uri="{FF2B5EF4-FFF2-40B4-BE49-F238E27FC236}">
                  <a16:creationId xmlns:a16="http://schemas.microsoft.com/office/drawing/2014/main" id="{C7DA3638-C998-64AC-C55B-3895562682E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2C4AD60E-6D78-2510-AB35-F6DE1314A44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64C2575C-A3C1-4352-0C95-8E19205F42C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283BEC6-E6F0-BD6B-AD5D-112797DF750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8D3DF196-0737-DD87-92E6-6BA69CBA61B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2DAA0B78-F615-7677-1EF9-6AF20D81ED0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04" name="Group 303">
            <a:extLst>
              <a:ext uri="{FF2B5EF4-FFF2-40B4-BE49-F238E27FC236}">
                <a16:creationId xmlns:a16="http://schemas.microsoft.com/office/drawing/2014/main" id="{A14C5E3A-824E-3201-DF8C-C6AEC00FA271}"/>
              </a:ext>
            </a:extLst>
          </p:cNvPr>
          <p:cNvGrpSpPr/>
          <p:nvPr/>
        </p:nvGrpSpPr>
        <p:grpSpPr>
          <a:xfrm rot="5400000" flipH="1">
            <a:off x="9607917" y="6174053"/>
            <a:ext cx="324106" cy="276532"/>
            <a:chOff x="1621155" y="831533"/>
            <a:chExt cx="226695" cy="224898"/>
          </a:xfrm>
        </p:grpSpPr>
        <p:cxnSp>
          <p:nvCxnSpPr>
            <p:cNvPr id="305" name="Straight Connector 304">
              <a:extLst>
                <a:ext uri="{FF2B5EF4-FFF2-40B4-BE49-F238E27FC236}">
                  <a16:creationId xmlns:a16="http://schemas.microsoft.com/office/drawing/2014/main" id="{707F309B-0E34-6769-CFAE-383C03133AE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BB17C371-463A-622D-E1D1-730A367E252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D9443A95-E858-C12B-219D-1EAAF1A4B38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1CC28CED-BA10-7508-3B23-D11653D55EB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7D27A828-3BCD-77EA-41B9-12B41F2D720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95E61B19-C13C-AEC0-97DC-A389273621E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1" name="Group 310">
            <a:extLst>
              <a:ext uri="{FF2B5EF4-FFF2-40B4-BE49-F238E27FC236}">
                <a16:creationId xmlns:a16="http://schemas.microsoft.com/office/drawing/2014/main" id="{18E4CD2A-BA9E-5E07-C771-F7D190AAFF1A}"/>
              </a:ext>
            </a:extLst>
          </p:cNvPr>
          <p:cNvGrpSpPr/>
          <p:nvPr/>
        </p:nvGrpSpPr>
        <p:grpSpPr>
          <a:xfrm rot="5400000" flipH="1">
            <a:off x="9345008" y="6174053"/>
            <a:ext cx="324106" cy="276532"/>
            <a:chOff x="1621155" y="831533"/>
            <a:chExt cx="226695" cy="224898"/>
          </a:xfrm>
        </p:grpSpPr>
        <p:cxnSp>
          <p:nvCxnSpPr>
            <p:cNvPr id="312" name="Straight Connector 311">
              <a:extLst>
                <a:ext uri="{FF2B5EF4-FFF2-40B4-BE49-F238E27FC236}">
                  <a16:creationId xmlns:a16="http://schemas.microsoft.com/office/drawing/2014/main" id="{B6017CAA-743F-F1ED-6330-08330122713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482B75D2-D436-3521-3540-86C58813CFC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EFAB6C7D-B39C-722B-C5D7-114AB857CA6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B53B4E2F-4104-8D45-A323-94D0118440E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F0C1DA83-A6D8-358D-F78E-74C1A2F0DBF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A6A2F99-21A2-D91C-14E0-451A3C57B60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8" name="Group 317">
            <a:extLst>
              <a:ext uri="{FF2B5EF4-FFF2-40B4-BE49-F238E27FC236}">
                <a16:creationId xmlns:a16="http://schemas.microsoft.com/office/drawing/2014/main" id="{E36133E0-DD30-3E46-9FF5-95F9A29376FE}"/>
              </a:ext>
            </a:extLst>
          </p:cNvPr>
          <p:cNvGrpSpPr/>
          <p:nvPr/>
        </p:nvGrpSpPr>
        <p:grpSpPr>
          <a:xfrm rot="5400000" flipH="1">
            <a:off x="9082098" y="6174053"/>
            <a:ext cx="324106" cy="276532"/>
            <a:chOff x="1621155" y="831533"/>
            <a:chExt cx="226695" cy="224898"/>
          </a:xfrm>
        </p:grpSpPr>
        <p:cxnSp>
          <p:nvCxnSpPr>
            <p:cNvPr id="319" name="Straight Connector 318">
              <a:extLst>
                <a:ext uri="{FF2B5EF4-FFF2-40B4-BE49-F238E27FC236}">
                  <a16:creationId xmlns:a16="http://schemas.microsoft.com/office/drawing/2014/main" id="{3047AED6-8DEF-5746-C67C-AF309B57C9A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C593F40E-64E8-1370-6CDB-79918350782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B2D46999-FFB5-A5AA-29AB-D16616948D4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E3C6FC32-2FDB-0737-4629-5B59BAAAF11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36386B37-65A5-A003-757B-55337961366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F255651E-3600-DA50-538D-739369CF3A5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5" name="Group 324">
            <a:extLst>
              <a:ext uri="{FF2B5EF4-FFF2-40B4-BE49-F238E27FC236}">
                <a16:creationId xmlns:a16="http://schemas.microsoft.com/office/drawing/2014/main" id="{2FAF6135-4012-0F93-9B01-D45914955D59}"/>
              </a:ext>
            </a:extLst>
          </p:cNvPr>
          <p:cNvGrpSpPr/>
          <p:nvPr/>
        </p:nvGrpSpPr>
        <p:grpSpPr>
          <a:xfrm rot="5400000" flipH="1">
            <a:off x="8819188" y="6174053"/>
            <a:ext cx="324106" cy="276532"/>
            <a:chOff x="1621155" y="831533"/>
            <a:chExt cx="226695" cy="224898"/>
          </a:xfrm>
        </p:grpSpPr>
        <p:cxnSp>
          <p:nvCxnSpPr>
            <p:cNvPr id="326" name="Straight Connector 325">
              <a:extLst>
                <a:ext uri="{FF2B5EF4-FFF2-40B4-BE49-F238E27FC236}">
                  <a16:creationId xmlns:a16="http://schemas.microsoft.com/office/drawing/2014/main" id="{F63E11E3-DCF0-A727-33E9-AD600A04229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68338A41-10DB-7ECC-72DF-36B4C09E4E4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7ACDC786-4107-6AD9-97CF-ECE3B35F3C7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9E86CDA6-ABED-2BD3-4444-7FE9A57BA51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E1970EC1-DC43-9CF1-BF28-C89D7EC6CDD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B5A223F0-1576-1ED6-654C-64689FD019D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2" name="Group 331">
            <a:extLst>
              <a:ext uri="{FF2B5EF4-FFF2-40B4-BE49-F238E27FC236}">
                <a16:creationId xmlns:a16="http://schemas.microsoft.com/office/drawing/2014/main" id="{500CD129-64CE-4D86-FF50-BD559B6A9068}"/>
              </a:ext>
            </a:extLst>
          </p:cNvPr>
          <p:cNvGrpSpPr/>
          <p:nvPr/>
        </p:nvGrpSpPr>
        <p:grpSpPr>
          <a:xfrm rot="5400000" flipH="1">
            <a:off x="10659557" y="5792751"/>
            <a:ext cx="324106" cy="276532"/>
            <a:chOff x="1621155" y="831533"/>
            <a:chExt cx="226695" cy="224898"/>
          </a:xfrm>
        </p:grpSpPr>
        <p:cxnSp>
          <p:nvCxnSpPr>
            <p:cNvPr id="333" name="Straight Connector 332">
              <a:extLst>
                <a:ext uri="{FF2B5EF4-FFF2-40B4-BE49-F238E27FC236}">
                  <a16:creationId xmlns:a16="http://schemas.microsoft.com/office/drawing/2014/main" id="{67C32D9E-5FD2-6245-5635-2675565F3C7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ADB8DED9-E6F9-A9F5-690A-3CFC5993A18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9F0B4395-9AA7-89B3-4ABD-19CC3426900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FBD0C4B1-1AF2-B023-2B46-A9B0B14FF05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FBED5219-9860-B74A-8ACD-2CC286321B3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334F0923-FA70-3565-B370-C83DBB8F840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9" name="Group 338">
            <a:extLst>
              <a:ext uri="{FF2B5EF4-FFF2-40B4-BE49-F238E27FC236}">
                <a16:creationId xmlns:a16="http://schemas.microsoft.com/office/drawing/2014/main" id="{4F8112B5-8753-25DB-5CF3-C46BA6F80992}"/>
              </a:ext>
            </a:extLst>
          </p:cNvPr>
          <p:cNvGrpSpPr/>
          <p:nvPr/>
        </p:nvGrpSpPr>
        <p:grpSpPr>
          <a:xfrm rot="5400000" flipH="1">
            <a:off x="10396647" y="5792751"/>
            <a:ext cx="324106" cy="276532"/>
            <a:chOff x="1621155" y="831533"/>
            <a:chExt cx="226695" cy="224898"/>
          </a:xfrm>
        </p:grpSpPr>
        <p:cxnSp>
          <p:nvCxnSpPr>
            <p:cNvPr id="340" name="Straight Connector 339">
              <a:extLst>
                <a:ext uri="{FF2B5EF4-FFF2-40B4-BE49-F238E27FC236}">
                  <a16:creationId xmlns:a16="http://schemas.microsoft.com/office/drawing/2014/main" id="{10A0B0C9-9F5C-D270-57B8-885DE1F5EB6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162484B1-D4CB-5E05-2D64-5E98AD73800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A2C0A41B-A702-A40F-06D9-09C0D042AD4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43E073A2-74BE-C9B8-86BF-31B40452480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88FAA2B2-FE32-DF74-DD5E-DB7A4729FAC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506EA33E-21A9-6FE6-C9D8-B3D43DA980F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46" name="Group 345">
            <a:extLst>
              <a:ext uri="{FF2B5EF4-FFF2-40B4-BE49-F238E27FC236}">
                <a16:creationId xmlns:a16="http://schemas.microsoft.com/office/drawing/2014/main" id="{A9A6EB34-5A6F-0C06-B6F6-B87530ED5706}"/>
              </a:ext>
            </a:extLst>
          </p:cNvPr>
          <p:cNvGrpSpPr/>
          <p:nvPr/>
        </p:nvGrpSpPr>
        <p:grpSpPr>
          <a:xfrm rot="5400000" flipH="1">
            <a:off x="10133737" y="5792751"/>
            <a:ext cx="324106" cy="276532"/>
            <a:chOff x="1621155" y="831533"/>
            <a:chExt cx="226695" cy="224898"/>
          </a:xfrm>
        </p:grpSpPr>
        <p:cxnSp>
          <p:nvCxnSpPr>
            <p:cNvPr id="347" name="Straight Connector 346">
              <a:extLst>
                <a:ext uri="{FF2B5EF4-FFF2-40B4-BE49-F238E27FC236}">
                  <a16:creationId xmlns:a16="http://schemas.microsoft.com/office/drawing/2014/main" id="{B98F45FA-6B0E-D27F-C8AC-B8FA1C62E1E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BC0F5768-1CE5-1BDA-2438-9D054CCD057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B0F83F3C-3357-0114-C3C5-5D277611B93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A2A4E473-F525-141E-36D8-6A4534A2A55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206120C7-559C-2166-185A-F96FFC235BF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F1C8784-28EE-6032-EB93-3F4C20F32D8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53" name="Group 352">
            <a:extLst>
              <a:ext uri="{FF2B5EF4-FFF2-40B4-BE49-F238E27FC236}">
                <a16:creationId xmlns:a16="http://schemas.microsoft.com/office/drawing/2014/main" id="{AC1904DE-EE20-7187-7FC5-5EF9FF29277F}"/>
              </a:ext>
            </a:extLst>
          </p:cNvPr>
          <p:cNvGrpSpPr/>
          <p:nvPr/>
        </p:nvGrpSpPr>
        <p:grpSpPr>
          <a:xfrm rot="5400000" flipH="1">
            <a:off x="9870827" y="5792751"/>
            <a:ext cx="324106" cy="276532"/>
            <a:chOff x="1621155" y="831533"/>
            <a:chExt cx="226695" cy="224898"/>
          </a:xfrm>
        </p:grpSpPr>
        <p:cxnSp>
          <p:nvCxnSpPr>
            <p:cNvPr id="354" name="Straight Connector 353">
              <a:extLst>
                <a:ext uri="{FF2B5EF4-FFF2-40B4-BE49-F238E27FC236}">
                  <a16:creationId xmlns:a16="http://schemas.microsoft.com/office/drawing/2014/main" id="{06F29687-750D-3D90-138C-3434251B772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3126E8A8-6334-397C-0E05-A72832D799A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29D9A8F8-E1B6-F8B8-14FB-BF3472EFF7D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0C03669B-430C-8F69-04B1-3FB956D23E0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A527804B-B289-D249-7DB4-877803F4664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C1E767ED-166B-95E5-4856-B5B5FAF1CBD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0" name="Group 359">
            <a:extLst>
              <a:ext uri="{FF2B5EF4-FFF2-40B4-BE49-F238E27FC236}">
                <a16:creationId xmlns:a16="http://schemas.microsoft.com/office/drawing/2014/main" id="{6089635F-D95D-B98E-91D9-B08345E762EE}"/>
              </a:ext>
            </a:extLst>
          </p:cNvPr>
          <p:cNvGrpSpPr/>
          <p:nvPr/>
        </p:nvGrpSpPr>
        <p:grpSpPr>
          <a:xfrm rot="5400000" flipH="1">
            <a:off x="9607917" y="5792751"/>
            <a:ext cx="324106" cy="276532"/>
            <a:chOff x="1621155" y="831533"/>
            <a:chExt cx="226695" cy="224898"/>
          </a:xfrm>
        </p:grpSpPr>
        <p:cxnSp>
          <p:nvCxnSpPr>
            <p:cNvPr id="361" name="Straight Connector 360">
              <a:extLst>
                <a:ext uri="{FF2B5EF4-FFF2-40B4-BE49-F238E27FC236}">
                  <a16:creationId xmlns:a16="http://schemas.microsoft.com/office/drawing/2014/main" id="{DE8D156D-4EA1-C476-25CE-73CEA1AC70B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9F3FF418-BAD8-B3FC-CCD0-C8A35469005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C10515C3-E220-7C0E-1142-8191EF8BC25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E3F14A88-7CAE-2424-CDFC-0A80988995B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DA967293-712F-E5E4-8C0F-1FC4E1B0B7C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21F22B8E-026A-40C1-FFFA-903D7EDB896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7" name="Group 366">
            <a:extLst>
              <a:ext uri="{FF2B5EF4-FFF2-40B4-BE49-F238E27FC236}">
                <a16:creationId xmlns:a16="http://schemas.microsoft.com/office/drawing/2014/main" id="{26557431-B0A3-D8F1-F988-FFE9C7A2B051}"/>
              </a:ext>
            </a:extLst>
          </p:cNvPr>
          <p:cNvGrpSpPr/>
          <p:nvPr/>
        </p:nvGrpSpPr>
        <p:grpSpPr>
          <a:xfrm rot="5400000" flipH="1">
            <a:off x="9345008" y="5792751"/>
            <a:ext cx="324106" cy="276532"/>
            <a:chOff x="1621155" y="831533"/>
            <a:chExt cx="226695" cy="224898"/>
          </a:xfrm>
        </p:grpSpPr>
        <p:cxnSp>
          <p:nvCxnSpPr>
            <p:cNvPr id="368" name="Straight Connector 367">
              <a:extLst>
                <a:ext uri="{FF2B5EF4-FFF2-40B4-BE49-F238E27FC236}">
                  <a16:creationId xmlns:a16="http://schemas.microsoft.com/office/drawing/2014/main" id="{D39FD552-3879-AB25-820A-06830DA5C85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75ABCC69-BBA2-1415-8625-E5ED25CEB1C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C9301995-D950-69A6-CA7B-78FA202680A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29168AA0-37FC-5175-7108-3272E0FB81B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7D90158E-C1C6-DE4F-F70E-0C809655BAF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E19CA662-9707-EF69-4C87-2FA4DAEF0EF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74" name="Group 373">
            <a:extLst>
              <a:ext uri="{FF2B5EF4-FFF2-40B4-BE49-F238E27FC236}">
                <a16:creationId xmlns:a16="http://schemas.microsoft.com/office/drawing/2014/main" id="{177F41F5-6919-390A-100E-4B43C16FDC39}"/>
              </a:ext>
            </a:extLst>
          </p:cNvPr>
          <p:cNvGrpSpPr/>
          <p:nvPr/>
        </p:nvGrpSpPr>
        <p:grpSpPr>
          <a:xfrm rot="5400000" flipH="1">
            <a:off x="9082098" y="5792751"/>
            <a:ext cx="324106" cy="276532"/>
            <a:chOff x="1621155" y="831533"/>
            <a:chExt cx="226695" cy="224898"/>
          </a:xfrm>
        </p:grpSpPr>
        <p:cxnSp>
          <p:nvCxnSpPr>
            <p:cNvPr id="375" name="Straight Connector 374">
              <a:extLst>
                <a:ext uri="{FF2B5EF4-FFF2-40B4-BE49-F238E27FC236}">
                  <a16:creationId xmlns:a16="http://schemas.microsoft.com/office/drawing/2014/main" id="{A201A8F5-08B1-4185-965E-E85F0D56AC0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CD9D43FD-FE35-1787-C53E-5F7D2988750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60724DD9-3D17-1777-D8C1-F1BF05CFD18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674B5F2A-E31E-75B6-8182-4BED12D4642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1875D288-EB98-AD36-CF3F-8CB5482455E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940140FB-17C6-9274-D895-45FD70A89F6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1" name="Group 380">
            <a:extLst>
              <a:ext uri="{FF2B5EF4-FFF2-40B4-BE49-F238E27FC236}">
                <a16:creationId xmlns:a16="http://schemas.microsoft.com/office/drawing/2014/main" id="{A2146A46-FF09-6960-737C-E4EFE9DD78F9}"/>
              </a:ext>
            </a:extLst>
          </p:cNvPr>
          <p:cNvGrpSpPr/>
          <p:nvPr/>
        </p:nvGrpSpPr>
        <p:grpSpPr>
          <a:xfrm rot="5400000" flipH="1">
            <a:off x="8819188" y="5792751"/>
            <a:ext cx="324106" cy="276532"/>
            <a:chOff x="1621155" y="831533"/>
            <a:chExt cx="226695" cy="224898"/>
          </a:xfrm>
        </p:grpSpPr>
        <p:cxnSp>
          <p:nvCxnSpPr>
            <p:cNvPr id="382" name="Straight Connector 381">
              <a:extLst>
                <a:ext uri="{FF2B5EF4-FFF2-40B4-BE49-F238E27FC236}">
                  <a16:creationId xmlns:a16="http://schemas.microsoft.com/office/drawing/2014/main" id="{C8EFE51E-04E1-991F-7732-5CF87E66862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EB3AF54F-0110-A6A3-3EE9-61FD1004E19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4CEAFFD7-D141-A80F-7F7E-72520350A6D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C3E79864-CDCC-9868-9659-5A4667FC5D1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AC2057F4-001F-CFFE-EA04-64A4278894A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F5ED1F0F-229D-9440-2EF9-89A5F995644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8" name="Group 387">
            <a:extLst>
              <a:ext uri="{FF2B5EF4-FFF2-40B4-BE49-F238E27FC236}">
                <a16:creationId xmlns:a16="http://schemas.microsoft.com/office/drawing/2014/main" id="{C43C8269-734C-B76F-1A66-C0EA7DE69930}"/>
              </a:ext>
            </a:extLst>
          </p:cNvPr>
          <p:cNvGrpSpPr/>
          <p:nvPr/>
        </p:nvGrpSpPr>
        <p:grpSpPr>
          <a:xfrm rot="5400000" flipH="1">
            <a:off x="10659557" y="5320009"/>
            <a:ext cx="324106" cy="276532"/>
            <a:chOff x="1621155" y="831533"/>
            <a:chExt cx="226695" cy="224898"/>
          </a:xfrm>
        </p:grpSpPr>
        <p:cxnSp>
          <p:nvCxnSpPr>
            <p:cNvPr id="389" name="Straight Connector 388">
              <a:extLst>
                <a:ext uri="{FF2B5EF4-FFF2-40B4-BE49-F238E27FC236}">
                  <a16:creationId xmlns:a16="http://schemas.microsoft.com/office/drawing/2014/main" id="{52DEE03F-E58F-8201-39B7-0331DC1F129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918706CD-7F80-BE29-A089-940B68E8F05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1BD94676-667D-CA43-B2C9-ACB2F3EEF49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08C50910-0305-428D-58CA-56EAD1EEC18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A95B0119-754D-A93E-DDBF-DB0FBC7C8BF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C16F3DAD-7CFA-DD68-12A7-2867BD55354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95" name="Group 394">
            <a:extLst>
              <a:ext uri="{FF2B5EF4-FFF2-40B4-BE49-F238E27FC236}">
                <a16:creationId xmlns:a16="http://schemas.microsoft.com/office/drawing/2014/main" id="{32448D6E-E939-12FA-CDDA-17BC91ECBA0B}"/>
              </a:ext>
            </a:extLst>
          </p:cNvPr>
          <p:cNvGrpSpPr/>
          <p:nvPr/>
        </p:nvGrpSpPr>
        <p:grpSpPr>
          <a:xfrm rot="5400000" flipH="1">
            <a:off x="10396647" y="5320009"/>
            <a:ext cx="324106" cy="276532"/>
            <a:chOff x="1621155" y="831533"/>
            <a:chExt cx="226695" cy="224898"/>
          </a:xfrm>
        </p:grpSpPr>
        <p:cxnSp>
          <p:nvCxnSpPr>
            <p:cNvPr id="396" name="Straight Connector 395">
              <a:extLst>
                <a:ext uri="{FF2B5EF4-FFF2-40B4-BE49-F238E27FC236}">
                  <a16:creationId xmlns:a16="http://schemas.microsoft.com/office/drawing/2014/main" id="{882E1113-062A-282A-9FE6-504DC9023B5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12F6D0BD-1EA6-3C06-9743-5CE645AAD65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AEF910DE-75C0-EA41-2659-15E4A16D7F2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32A561AA-2FE1-9DBB-62AB-6348E62F667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91052A3C-9587-C496-5ECA-B38CEF553FF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CED90B0C-CCDD-4819-68E4-5F63E2C0408C}"/>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2" name="Group 401">
            <a:extLst>
              <a:ext uri="{FF2B5EF4-FFF2-40B4-BE49-F238E27FC236}">
                <a16:creationId xmlns:a16="http://schemas.microsoft.com/office/drawing/2014/main" id="{BFCEC8E1-C611-3F32-F151-791E10B0839D}"/>
              </a:ext>
            </a:extLst>
          </p:cNvPr>
          <p:cNvGrpSpPr/>
          <p:nvPr/>
        </p:nvGrpSpPr>
        <p:grpSpPr>
          <a:xfrm rot="5400000" flipH="1">
            <a:off x="10133737" y="5320009"/>
            <a:ext cx="324106" cy="276532"/>
            <a:chOff x="1621155" y="831533"/>
            <a:chExt cx="226695" cy="224898"/>
          </a:xfrm>
        </p:grpSpPr>
        <p:cxnSp>
          <p:nvCxnSpPr>
            <p:cNvPr id="403" name="Straight Connector 402">
              <a:extLst>
                <a:ext uri="{FF2B5EF4-FFF2-40B4-BE49-F238E27FC236}">
                  <a16:creationId xmlns:a16="http://schemas.microsoft.com/office/drawing/2014/main" id="{CD0EA3E8-4DE4-D1DB-0A32-63CA6F72C2E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4834AA92-AB48-F814-41F2-B5E4D28D8EE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DB4DF47F-CDB3-72B7-F878-B3FE0FA1FCE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6E1901E5-DF53-ABC5-CF4A-5B5122D7813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70269198-CD9F-0560-8AF8-B4B9ED58652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B64ECF84-EFA6-8DA5-EAF8-D5C82B5DFB4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9" name="Group 408">
            <a:extLst>
              <a:ext uri="{FF2B5EF4-FFF2-40B4-BE49-F238E27FC236}">
                <a16:creationId xmlns:a16="http://schemas.microsoft.com/office/drawing/2014/main" id="{141A66BD-1860-121F-9B88-449BA2E37D3E}"/>
              </a:ext>
            </a:extLst>
          </p:cNvPr>
          <p:cNvGrpSpPr/>
          <p:nvPr/>
        </p:nvGrpSpPr>
        <p:grpSpPr>
          <a:xfrm rot="5400000" flipH="1">
            <a:off x="9870827" y="5320009"/>
            <a:ext cx="324106" cy="276532"/>
            <a:chOff x="1621155" y="831533"/>
            <a:chExt cx="226695" cy="224898"/>
          </a:xfrm>
        </p:grpSpPr>
        <p:cxnSp>
          <p:nvCxnSpPr>
            <p:cNvPr id="410" name="Straight Connector 409">
              <a:extLst>
                <a:ext uri="{FF2B5EF4-FFF2-40B4-BE49-F238E27FC236}">
                  <a16:creationId xmlns:a16="http://schemas.microsoft.com/office/drawing/2014/main" id="{9252B7F9-2199-4695-55EB-BD155A9D427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05E4CB12-D6CB-AAAD-4037-FDF32FFC5D3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27D2CE9E-86C6-97AC-4323-C7DBF73BB7E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01CF5061-61C0-E686-FD5F-724D67B5FD1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F1064B67-1BFB-1443-AFF1-C7FCC02E253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DF6BBEFA-E718-855C-6489-6B078D6EF28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16" name="Group 415">
            <a:extLst>
              <a:ext uri="{FF2B5EF4-FFF2-40B4-BE49-F238E27FC236}">
                <a16:creationId xmlns:a16="http://schemas.microsoft.com/office/drawing/2014/main" id="{CA2A3200-FAE8-1C72-6E23-75CF01833B7E}"/>
              </a:ext>
            </a:extLst>
          </p:cNvPr>
          <p:cNvGrpSpPr/>
          <p:nvPr/>
        </p:nvGrpSpPr>
        <p:grpSpPr>
          <a:xfrm rot="5400000" flipH="1">
            <a:off x="9607917" y="5320009"/>
            <a:ext cx="324106" cy="276532"/>
            <a:chOff x="1621155" y="831533"/>
            <a:chExt cx="226695" cy="224898"/>
          </a:xfrm>
        </p:grpSpPr>
        <p:cxnSp>
          <p:nvCxnSpPr>
            <p:cNvPr id="417" name="Straight Connector 416">
              <a:extLst>
                <a:ext uri="{FF2B5EF4-FFF2-40B4-BE49-F238E27FC236}">
                  <a16:creationId xmlns:a16="http://schemas.microsoft.com/office/drawing/2014/main" id="{7876B724-D762-6C0A-1EA9-AB33A5A39CE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47248832-B431-B253-17E9-54908901535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A131197F-9D6D-4379-0E0E-7C7BD4A9767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A929F926-3DC3-CB08-05EE-35BE1917100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550A74D4-54E6-45D8-D13B-927CEF6D273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770E232F-BDD2-F64F-2B1F-AF39778EC26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23" name="Group 422">
            <a:extLst>
              <a:ext uri="{FF2B5EF4-FFF2-40B4-BE49-F238E27FC236}">
                <a16:creationId xmlns:a16="http://schemas.microsoft.com/office/drawing/2014/main" id="{52530D3B-4691-A9BE-E24E-94C6987192D8}"/>
              </a:ext>
            </a:extLst>
          </p:cNvPr>
          <p:cNvGrpSpPr/>
          <p:nvPr/>
        </p:nvGrpSpPr>
        <p:grpSpPr>
          <a:xfrm rot="5400000" flipH="1">
            <a:off x="9345008" y="5320009"/>
            <a:ext cx="324106" cy="276532"/>
            <a:chOff x="1621155" y="831533"/>
            <a:chExt cx="226695" cy="224898"/>
          </a:xfrm>
        </p:grpSpPr>
        <p:cxnSp>
          <p:nvCxnSpPr>
            <p:cNvPr id="424" name="Straight Connector 423">
              <a:extLst>
                <a:ext uri="{FF2B5EF4-FFF2-40B4-BE49-F238E27FC236}">
                  <a16:creationId xmlns:a16="http://schemas.microsoft.com/office/drawing/2014/main" id="{12F87F27-78BD-9628-D6BF-227B9592BD6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FE21D059-D56D-F8AA-AB53-2177E4E72CF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42D851A5-1BBA-7700-193B-666634DF653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05229D0E-A1D8-2DE2-B009-93490EB6E18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E6D0F7D4-326A-9D5A-BEBB-1BC9C4D9CF2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D2081548-91AA-9FA9-E745-BAB4AE098D4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0" name="Group 429">
            <a:extLst>
              <a:ext uri="{FF2B5EF4-FFF2-40B4-BE49-F238E27FC236}">
                <a16:creationId xmlns:a16="http://schemas.microsoft.com/office/drawing/2014/main" id="{0773F156-A538-1B77-2CC4-2D6DAAA359A2}"/>
              </a:ext>
            </a:extLst>
          </p:cNvPr>
          <p:cNvGrpSpPr/>
          <p:nvPr/>
        </p:nvGrpSpPr>
        <p:grpSpPr>
          <a:xfrm rot="5400000" flipH="1">
            <a:off x="9082098" y="5320009"/>
            <a:ext cx="324106" cy="276532"/>
            <a:chOff x="1621155" y="831533"/>
            <a:chExt cx="226695" cy="224898"/>
          </a:xfrm>
        </p:grpSpPr>
        <p:cxnSp>
          <p:nvCxnSpPr>
            <p:cNvPr id="431" name="Straight Connector 430">
              <a:extLst>
                <a:ext uri="{FF2B5EF4-FFF2-40B4-BE49-F238E27FC236}">
                  <a16:creationId xmlns:a16="http://schemas.microsoft.com/office/drawing/2014/main" id="{C27F0918-FFEB-E47B-674D-55A25F0A976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DF0C49B8-31C9-CA7D-83D3-49EF821F97E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B39F5635-CB28-3E4D-FF5D-C14EF545A4F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1B4733B7-B2CD-1E83-D8AF-0CF14889EAB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413DF852-AB36-A4E5-D90E-EA69AC34F9F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24A8051D-D2D1-57BD-2742-9C3ED2DE6D4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7" name="Group 436">
            <a:extLst>
              <a:ext uri="{FF2B5EF4-FFF2-40B4-BE49-F238E27FC236}">
                <a16:creationId xmlns:a16="http://schemas.microsoft.com/office/drawing/2014/main" id="{9A37133E-B655-24E5-6872-A0F0794B0A22}"/>
              </a:ext>
            </a:extLst>
          </p:cNvPr>
          <p:cNvGrpSpPr/>
          <p:nvPr/>
        </p:nvGrpSpPr>
        <p:grpSpPr>
          <a:xfrm rot="5400000" flipH="1">
            <a:off x="8819188" y="5320009"/>
            <a:ext cx="324106" cy="276532"/>
            <a:chOff x="1621155" y="831533"/>
            <a:chExt cx="226695" cy="224898"/>
          </a:xfrm>
        </p:grpSpPr>
        <p:cxnSp>
          <p:nvCxnSpPr>
            <p:cNvPr id="438" name="Straight Connector 437">
              <a:extLst>
                <a:ext uri="{FF2B5EF4-FFF2-40B4-BE49-F238E27FC236}">
                  <a16:creationId xmlns:a16="http://schemas.microsoft.com/office/drawing/2014/main" id="{967A5170-03EB-44B7-395B-7386B92B902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0D0A98CD-44FF-79E5-5F19-A6DA795F0D9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7D277EDE-515A-2A99-6A99-421F9031C37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5C034FD1-A19E-326C-6DDE-A53CF025442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1B950E48-2F50-7065-57FB-A9BCEF76642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8202ADF8-38DE-7C57-2928-2AC8F1C9950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4" name="Group 443">
            <a:extLst>
              <a:ext uri="{FF2B5EF4-FFF2-40B4-BE49-F238E27FC236}">
                <a16:creationId xmlns:a16="http://schemas.microsoft.com/office/drawing/2014/main" id="{D7C0041C-9DBC-2659-5BA6-E438DF0609EE}"/>
              </a:ext>
            </a:extLst>
          </p:cNvPr>
          <p:cNvGrpSpPr/>
          <p:nvPr/>
        </p:nvGrpSpPr>
        <p:grpSpPr>
          <a:xfrm rot="5400000" flipH="1">
            <a:off x="10659557" y="4938707"/>
            <a:ext cx="324106" cy="276532"/>
            <a:chOff x="1621155" y="831533"/>
            <a:chExt cx="226695" cy="224898"/>
          </a:xfrm>
        </p:grpSpPr>
        <p:cxnSp>
          <p:nvCxnSpPr>
            <p:cNvPr id="445" name="Straight Connector 444">
              <a:extLst>
                <a:ext uri="{FF2B5EF4-FFF2-40B4-BE49-F238E27FC236}">
                  <a16:creationId xmlns:a16="http://schemas.microsoft.com/office/drawing/2014/main" id="{8F8706AC-1068-5269-158D-EB81BE3B427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EF1B28F5-CC7A-D5D2-F1C1-D27C044DE29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465391E6-09F2-5466-96E0-CD6004A7F42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24CC8FAA-98D7-A97E-CE88-A61020659F5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BC3DB54A-91CC-D4DA-5F63-A707D6877DF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D12BCB9-438D-CAA4-F850-2DB1E6F8770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1" name="Group 450">
            <a:extLst>
              <a:ext uri="{FF2B5EF4-FFF2-40B4-BE49-F238E27FC236}">
                <a16:creationId xmlns:a16="http://schemas.microsoft.com/office/drawing/2014/main" id="{1F8938C1-58B2-2E9F-5FB3-ED42DC28D6BC}"/>
              </a:ext>
            </a:extLst>
          </p:cNvPr>
          <p:cNvGrpSpPr/>
          <p:nvPr/>
        </p:nvGrpSpPr>
        <p:grpSpPr>
          <a:xfrm rot="5400000" flipH="1">
            <a:off x="10396647" y="4938707"/>
            <a:ext cx="324106" cy="276532"/>
            <a:chOff x="1621155" y="831533"/>
            <a:chExt cx="226695" cy="224898"/>
          </a:xfrm>
        </p:grpSpPr>
        <p:cxnSp>
          <p:nvCxnSpPr>
            <p:cNvPr id="452" name="Straight Connector 451">
              <a:extLst>
                <a:ext uri="{FF2B5EF4-FFF2-40B4-BE49-F238E27FC236}">
                  <a16:creationId xmlns:a16="http://schemas.microsoft.com/office/drawing/2014/main" id="{3C04467E-3799-2FAC-27DF-043A2246345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1187DBA4-C707-1A31-7B53-1E061036AEA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862653C8-0DBE-FF95-4CF4-E38F412691A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id="{7614005F-448D-BD7D-31E2-2FDF8FD073C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6679CFDB-6ABA-3C1E-F167-005B2DB9ECF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0FCAA961-19F5-8FBB-6DCE-F406460888E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8" name="Group 457">
            <a:extLst>
              <a:ext uri="{FF2B5EF4-FFF2-40B4-BE49-F238E27FC236}">
                <a16:creationId xmlns:a16="http://schemas.microsoft.com/office/drawing/2014/main" id="{E8EACD8B-0E19-826D-BAE0-B87BE0685D6C}"/>
              </a:ext>
            </a:extLst>
          </p:cNvPr>
          <p:cNvGrpSpPr/>
          <p:nvPr/>
        </p:nvGrpSpPr>
        <p:grpSpPr>
          <a:xfrm rot="5400000" flipH="1">
            <a:off x="10133737" y="4938707"/>
            <a:ext cx="324106" cy="276532"/>
            <a:chOff x="1621155" y="831533"/>
            <a:chExt cx="226695" cy="224898"/>
          </a:xfrm>
        </p:grpSpPr>
        <p:cxnSp>
          <p:nvCxnSpPr>
            <p:cNvPr id="459" name="Straight Connector 458">
              <a:extLst>
                <a:ext uri="{FF2B5EF4-FFF2-40B4-BE49-F238E27FC236}">
                  <a16:creationId xmlns:a16="http://schemas.microsoft.com/office/drawing/2014/main" id="{999C7978-5586-B1BB-84D6-15FDD0D1BDF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40C29E23-22A2-89F8-6EFF-963D2EC1BDF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955D871B-05FA-3968-AEE8-73CD6103DCD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1B812A1F-7BE9-A273-87D4-2D08A7A044C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931B6079-C1E8-F976-91E0-144AE25A226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EAF650B2-CCB6-6C37-784F-7FB3420B251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65" name="Group 464">
            <a:extLst>
              <a:ext uri="{FF2B5EF4-FFF2-40B4-BE49-F238E27FC236}">
                <a16:creationId xmlns:a16="http://schemas.microsoft.com/office/drawing/2014/main" id="{BAE88DD8-D8E9-A642-655E-E1516380A4FF}"/>
              </a:ext>
            </a:extLst>
          </p:cNvPr>
          <p:cNvGrpSpPr/>
          <p:nvPr/>
        </p:nvGrpSpPr>
        <p:grpSpPr>
          <a:xfrm rot="5400000" flipH="1">
            <a:off x="9870827" y="4938707"/>
            <a:ext cx="324106" cy="276532"/>
            <a:chOff x="1621155" y="831533"/>
            <a:chExt cx="226695" cy="224898"/>
          </a:xfrm>
        </p:grpSpPr>
        <p:cxnSp>
          <p:nvCxnSpPr>
            <p:cNvPr id="466" name="Straight Connector 465">
              <a:extLst>
                <a:ext uri="{FF2B5EF4-FFF2-40B4-BE49-F238E27FC236}">
                  <a16:creationId xmlns:a16="http://schemas.microsoft.com/office/drawing/2014/main" id="{41189353-C6A5-6E01-7418-0A2DEBCC89F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DE4A5803-778E-7800-BDD4-8C3EE398EA7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B33F411F-4D61-7277-5BBB-E26704B3F70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011D14A-33D7-272C-3494-6160E21A50B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2D5B17C8-3DD8-41C4-F9EA-F1C7D5A0C8A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E778297-4CD3-F618-3E59-EBF3C0B3CC6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2" name="Group 471">
            <a:extLst>
              <a:ext uri="{FF2B5EF4-FFF2-40B4-BE49-F238E27FC236}">
                <a16:creationId xmlns:a16="http://schemas.microsoft.com/office/drawing/2014/main" id="{F3A117EB-CE98-9138-F788-D5E4F3D38B43}"/>
              </a:ext>
            </a:extLst>
          </p:cNvPr>
          <p:cNvGrpSpPr/>
          <p:nvPr/>
        </p:nvGrpSpPr>
        <p:grpSpPr>
          <a:xfrm rot="5400000" flipH="1">
            <a:off x="9607917" y="4938707"/>
            <a:ext cx="324106" cy="276532"/>
            <a:chOff x="1621155" y="831533"/>
            <a:chExt cx="226695" cy="224898"/>
          </a:xfrm>
        </p:grpSpPr>
        <p:cxnSp>
          <p:nvCxnSpPr>
            <p:cNvPr id="473" name="Straight Connector 472">
              <a:extLst>
                <a:ext uri="{FF2B5EF4-FFF2-40B4-BE49-F238E27FC236}">
                  <a16:creationId xmlns:a16="http://schemas.microsoft.com/office/drawing/2014/main" id="{1B792F35-4CC6-4B8C-CA66-6934A7EA995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7F61991A-A0F3-BEA9-9DF3-48DB89F03A2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7AE92704-5B83-5015-AA7D-A324C7BB1AC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36455D8C-B32B-BD4A-D50E-233FA299542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5E13C048-7F53-1593-F024-AB0118B1BF2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50A992E9-DA51-3CF9-1ABD-0AB8365B4F9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9" name="Group 478">
            <a:extLst>
              <a:ext uri="{FF2B5EF4-FFF2-40B4-BE49-F238E27FC236}">
                <a16:creationId xmlns:a16="http://schemas.microsoft.com/office/drawing/2014/main" id="{2800CD85-20A1-885C-CC04-5FA77FFB0A7A}"/>
              </a:ext>
            </a:extLst>
          </p:cNvPr>
          <p:cNvGrpSpPr/>
          <p:nvPr/>
        </p:nvGrpSpPr>
        <p:grpSpPr>
          <a:xfrm rot="5400000" flipH="1">
            <a:off x="9345008" y="4938707"/>
            <a:ext cx="324106" cy="276532"/>
            <a:chOff x="1621155" y="831533"/>
            <a:chExt cx="226695" cy="224898"/>
          </a:xfrm>
        </p:grpSpPr>
        <p:cxnSp>
          <p:nvCxnSpPr>
            <p:cNvPr id="480" name="Straight Connector 479">
              <a:extLst>
                <a:ext uri="{FF2B5EF4-FFF2-40B4-BE49-F238E27FC236}">
                  <a16:creationId xmlns:a16="http://schemas.microsoft.com/office/drawing/2014/main" id="{B13CA9C7-A213-D25A-ABB9-0A86010A652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0C233B23-6E10-A744-32B4-8DF617B3EFC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F98329D8-BF07-B05D-FA72-36D10686C53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B15B8F62-BF8B-8B87-C361-32635812660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25E22701-B77B-FE89-66A7-848071F1F4C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4E604779-D58B-B26E-1690-1AB71B9E365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86" name="Group 485">
            <a:extLst>
              <a:ext uri="{FF2B5EF4-FFF2-40B4-BE49-F238E27FC236}">
                <a16:creationId xmlns:a16="http://schemas.microsoft.com/office/drawing/2014/main" id="{5B7AA907-8B43-F939-2F3B-8304F7E95130}"/>
              </a:ext>
            </a:extLst>
          </p:cNvPr>
          <p:cNvGrpSpPr/>
          <p:nvPr/>
        </p:nvGrpSpPr>
        <p:grpSpPr>
          <a:xfrm rot="5400000" flipH="1">
            <a:off x="9082098" y="4938707"/>
            <a:ext cx="324106" cy="276532"/>
            <a:chOff x="1621155" y="831533"/>
            <a:chExt cx="226695" cy="224898"/>
          </a:xfrm>
        </p:grpSpPr>
        <p:cxnSp>
          <p:nvCxnSpPr>
            <p:cNvPr id="487" name="Straight Connector 486">
              <a:extLst>
                <a:ext uri="{FF2B5EF4-FFF2-40B4-BE49-F238E27FC236}">
                  <a16:creationId xmlns:a16="http://schemas.microsoft.com/office/drawing/2014/main" id="{8100ED7F-9F80-5471-072B-28F0D98E547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E27F3359-C14D-DB8B-1A43-88848127F70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83DFBB21-5FE7-9EF1-721D-5DB3C193B91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74719F73-C723-16D0-5DF6-CCF89DF218E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27B6F55F-DD04-19D3-EAEB-D350A69B565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2DC8BE43-A123-0D71-B6D0-EEDD4ED2B3C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93" name="Group 492">
            <a:extLst>
              <a:ext uri="{FF2B5EF4-FFF2-40B4-BE49-F238E27FC236}">
                <a16:creationId xmlns:a16="http://schemas.microsoft.com/office/drawing/2014/main" id="{FE0AB453-3A1A-E740-7275-0322CB8EB5E1}"/>
              </a:ext>
            </a:extLst>
          </p:cNvPr>
          <p:cNvGrpSpPr/>
          <p:nvPr/>
        </p:nvGrpSpPr>
        <p:grpSpPr>
          <a:xfrm rot="5400000" flipH="1">
            <a:off x="8819188" y="4938707"/>
            <a:ext cx="324106" cy="276532"/>
            <a:chOff x="1621155" y="831533"/>
            <a:chExt cx="226695" cy="224898"/>
          </a:xfrm>
        </p:grpSpPr>
        <p:cxnSp>
          <p:nvCxnSpPr>
            <p:cNvPr id="494" name="Straight Connector 493">
              <a:extLst>
                <a:ext uri="{FF2B5EF4-FFF2-40B4-BE49-F238E27FC236}">
                  <a16:creationId xmlns:a16="http://schemas.microsoft.com/office/drawing/2014/main" id="{3963BDA4-E53B-1955-0FD6-E8B83B42991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15F70722-3FAC-0435-6892-31E3D9971DA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E0BC158F-CB5A-C41C-F0C2-3C311B80312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7E963EBE-C309-6522-7212-471BF294EB7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9360D7A7-7454-3943-AA74-090C718D48C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4D8594BE-49BA-D3A3-4187-CF95A9DDC27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00" name="Group 499">
            <a:extLst>
              <a:ext uri="{FF2B5EF4-FFF2-40B4-BE49-F238E27FC236}">
                <a16:creationId xmlns:a16="http://schemas.microsoft.com/office/drawing/2014/main" id="{357A1BFC-B4E8-43F3-BCF9-CBF5B5D52864}"/>
              </a:ext>
            </a:extLst>
          </p:cNvPr>
          <p:cNvGrpSpPr/>
          <p:nvPr/>
        </p:nvGrpSpPr>
        <p:grpSpPr>
          <a:xfrm rot="5400000" flipH="1">
            <a:off x="10659557" y="7036892"/>
            <a:ext cx="324106" cy="276532"/>
            <a:chOff x="1621155" y="831533"/>
            <a:chExt cx="226695" cy="224898"/>
          </a:xfrm>
        </p:grpSpPr>
        <p:cxnSp>
          <p:nvCxnSpPr>
            <p:cNvPr id="501" name="Straight Connector 500">
              <a:extLst>
                <a:ext uri="{FF2B5EF4-FFF2-40B4-BE49-F238E27FC236}">
                  <a16:creationId xmlns:a16="http://schemas.microsoft.com/office/drawing/2014/main" id="{BA72AED0-938D-BB47-7379-CB90268DE93C}"/>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9C3BEE4B-BDBA-3EA5-3227-340731BF9820}"/>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E0829F80-3AFA-3214-D584-9A2D9F482D29}"/>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D74A4CF2-65A3-01A8-0F39-54AF82F36075}"/>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2E8C9D7F-E709-7EC4-0C0B-2820A3FA9787}"/>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E49382B5-3586-8851-97BD-4B8918FADC1B}"/>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07" name="Group 506">
            <a:extLst>
              <a:ext uri="{FF2B5EF4-FFF2-40B4-BE49-F238E27FC236}">
                <a16:creationId xmlns:a16="http://schemas.microsoft.com/office/drawing/2014/main" id="{075A2A20-5D69-E7B8-9444-F9D830BE4BBF}"/>
              </a:ext>
            </a:extLst>
          </p:cNvPr>
          <p:cNvGrpSpPr/>
          <p:nvPr/>
        </p:nvGrpSpPr>
        <p:grpSpPr>
          <a:xfrm rot="5400000" flipH="1">
            <a:off x="10396647" y="7036892"/>
            <a:ext cx="324106" cy="276532"/>
            <a:chOff x="1621155" y="831533"/>
            <a:chExt cx="226695" cy="224898"/>
          </a:xfrm>
        </p:grpSpPr>
        <p:cxnSp>
          <p:nvCxnSpPr>
            <p:cNvPr id="508" name="Straight Connector 507">
              <a:extLst>
                <a:ext uri="{FF2B5EF4-FFF2-40B4-BE49-F238E27FC236}">
                  <a16:creationId xmlns:a16="http://schemas.microsoft.com/office/drawing/2014/main" id="{FAFC6168-9CB5-A1FC-8453-0A41505C355C}"/>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BEC9D525-3C75-C784-B370-190494CDEAFA}"/>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094C6153-1E82-C646-BD38-37BCA616218E}"/>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CA2AD019-9AE6-78A6-79AA-3637F5425B16}"/>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AE859409-2D76-406E-DD69-CBD5533DCB97}"/>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E3B82D06-089A-2E24-A6DF-A9DF97576684}"/>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14" name="Group 513">
            <a:extLst>
              <a:ext uri="{FF2B5EF4-FFF2-40B4-BE49-F238E27FC236}">
                <a16:creationId xmlns:a16="http://schemas.microsoft.com/office/drawing/2014/main" id="{5774A9DB-4CD9-2E28-E014-F6876A01A9BB}"/>
              </a:ext>
            </a:extLst>
          </p:cNvPr>
          <p:cNvGrpSpPr/>
          <p:nvPr/>
        </p:nvGrpSpPr>
        <p:grpSpPr>
          <a:xfrm rot="5400000" flipH="1">
            <a:off x="10133737" y="7036892"/>
            <a:ext cx="324106" cy="276532"/>
            <a:chOff x="1621155" y="831533"/>
            <a:chExt cx="226695" cy="224898"/>
          </a:xfrm>
        </p:grpSpPr>
        <p:cxnSp>
          <p:nvCxnSpPr>
            <p:cNvPr id="515" name="Straight Connector 514">
              <a:extLst>
                <a:ext uri="{FF2B5EF4-FFF2-40B4-BE49-F238E27FC236}">
                  <a16:creationId xmlns:a16="http://schemas.microsoft.com/office/drawing/2014/main" id="{344D6168-B1BA-0900-5772-0B04EF235DBF}"/>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6AE080F6-CE9A-113E-7BC1-25B9499BB109}"/>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7" name="Straight Connector 516">
              <a:extLst>
                <a:ext uri="{FF2B5EF4-FFF2-40B4-BE49-F238E27FC236}">
                  <a16:creationId xmlns:a16="http://schemas.microsoft.com/office/drawing/2014/main" id="{5C83F919-97BC-7FF2-E7EB-BEDB16E6ECBD}"/>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8" name="Straight Connector 517">
              <a:extLst>
                <a:ext uri="{FF2B5EF4-FFF2-40B4-BE49-F238E27FC236}">
                  <a16:creationId xmlns:a16="http://schemas.microsoft.com/office/drawing/2014/main" id="{9D3F5C07-1D6B-5554-96B1-AFE43F2301E3}"/>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62D4A86B-822F-74FF-81CE-04C15400726B}"/>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50EDE10E-51A7-9D58-A3EA-C7E4D9A08131}"/>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1" name="Group 520">
            <a:extLst>
              <a:ext uri="{FF2B5EF4-FFF2-40B4-BE49-F238E27FC236}">
                <a16:creationId xmlns:a16="http://schemas.microsoft.com/office/drawing/2014/main" id="{2D38368B-AC45-9C82-5CE1-BF45BC722969}"/>
              </a:ext>
            </a:extLst>
          </p:cNvPr>
          <p:cNvGrpSpPr/>
          <p:nvPr/>
        </p:nvGrpSpPr>
        <p:grpSpPr>
          <a:xfrm rot="5400000" flipH="1">
            <a:off x="9870827" y="7036892"/>
            <a:ext cx="324106" cy="276532"/>
            <a:chOff x="1621155" y="831533"/>
            <a:chExt cx="226695" cy="224898"/>
          </a:xfrm>
        </p:grpSpPr>
        <p:cxnSp>
          <p:nvCxnSpPr>
            <p:cNvPr id="522" name="Straight Connector 521">
              <a:extLst>
                <a:ext uri="{FF2B5EF4-FFF2-40B4-BE49-F238E27FC236}">
                  <a16:creationId xmlns:a16="http://schemas.microsoft.com/office/drawing/2014/main" id="{1B7D5322-DAFD-A59C-8F82-C752C0831B08}"/>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a:extLst>
                <a:ext uri="{FF2B5EF4-FFF2-40B4-BE49-F238E27FC236}">
                  <a16:creationId xmlns:a16="http://schemas.microsoft.com/office/drawing/2014/main" id="{DCA40F71-23BC-4B93-F867-B8D281658AD1}"/>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4" name="Straight Connector 523">
              <a:extLst>
                <a:ext uri="{FF2B5EF4-FFF2-40B4-BE49-F238E27FC236}">
                  <a16:creationId xmlns:a16="http://schemas.microsoft.com/office/drawing/2014/main" id="{E2C98964-5B1B-AA88-EFDB-F7DDEE7B4CB9}"/>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5" name="Straight Connector 524">
              <a:extLst>
                <a:ext uri="{FF2B5EF4-FFF2-40B4-BE49-F238E27FC236}">
                  <a16:creationId xmlns:a16="http://schemas.microsoft.com/office/drawing/2014/main" id="{E356A71B-51CA-1AC9-F398-FD6A5C35BDE7}"/>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6" name="Straight Connector 525">
              <a:extLst>
                <a:ext uri="{FF2B5EF4-FFF2-40B4-BE49-F238E27FC236}">
                  <a16:creationId xmlns:a16="http://schemas.microsoft.com/office/drawing/2014/main" id="{93BD5C50-D184-B415-3F8E-80D99D332424}"/>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D24E0E82-0C8A-753A-5FF1-14375380811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8" name="Group 527">
            <a:extLst>
              <a:ext uri="{FF2B5EF4-FFF2-40B4-BE49-F238E27FC236}">
                <a16:creationId xmlns:a16="http://schemas.microsoft.com/office/drawing/2014/main" id="{238C7AB2-12AC-C60E-BF4A-1EA617ACF0C9}"/>
              </a:ext>
            </a:extLst>
          </p:cNvPr>
          <p:cNvGrpSpPr/>
          <p:nvPr/>
        </p:nvGrpSpPr>
        <p:grpSpPr>
          <a:xfrm rot="5400000" flipH="1">
            <a:off x="9607917" y="7036892"/>
            <a:ext cx="324106" cy="276532"/>
            <a:chOff x="1621155" y="831533"/>
            <a:chExt cx="226695" cy="224898"/>
          </a:xfrm>
        </p:grpSpPr>
        <p:cxnSp>
          <p:nvCxnSpPr>
            <p:cNvPr id="529" name="Straight Connector 528">
              <a:extLst>
                <a:ext uri="{FF2B5EF4-FFF2-40B4-BE49-F238E27FC236}">
                  <a16:creationId xmlns:a16="http://schemas.microsoft.com/office/drawing/2014/main" id="{0F1D9B7E-0218-6174-8849-4B4AAF3E7D17}"/>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98863EB1-A939-F2F0-D6A9-FBE5BBB27BBF}"/>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379423FD-CFB9-30A8-ADE9-8C915C40E55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8EBF06C8-CA47-B83E-27EE-54E69AE79FA5}"/>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9BD1914E-8A3B-3D78-4333-0867E1487BB7}"/>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20FDA38B-8015-A2A8-9291-2EE4E63D8779}"/>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35" name="Group 534">
            <a:extLst>
              <a:ext uri="{FF2B5EF4-FFF2-40B4-BE49-F238E27FC236}">
                <a16:creationId xmlns:a16="http://schemas.microsoft.com/office/drawing/2014/main" id="{29C861D2-FBF3-3D10-EC4B-C48A4A9A971C}"/>
              </a:ext>
            </a:extLst>
          </p:cNvPr>
          <p:cNvGrpSpPr/>
          <p:nvPr/>
        </p:nvGrpSpPr>
        <p:grpSpPr>
          <a:xfrm rot="5400000" flipH="1">
            <a:off x="9345008" y="7036892"/>
            <a:ext cx="324106" cy="276532"/>
            <a:chOff x="1621155" y="831533"/>
            <a:chExt cx="226695" cy="224898"/>
          </a:xfrm>
        </p:grpSpPr>
        <p:cxnSp>
          <p:nvCxnSpPr>
            <p:cNvPr id="536" name="Straight Connector 535">
              <a:extLst>
                <a:ext uri="{FF2B5EF4-FFF2-40B4-BE49-F238E27FC236}">
                  <a16:creationId xmlns:a16="http://schemas.microsoft.com/office/drawing/2014/main" id="{4FAAB2E1-0750-379C-CDE9-D49DAD0F7F70}"/>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B46C9EEA-2EC0-71BA-2A57-D82EA8B2AC93}"/>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A02AAB6F-2938-6DE5-3206-D3EFA068CEB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6A286A2A-465F-DD78-FBCA-856865CE9AEF}"/>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E3A290E6-68B1-E5C7-8CAA-143BDBDB1C00}"/>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5986B4C3-A6CD-D74A-F606-A0167D937AA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2" name="Group 541">
            <a:extLst>
              <a:ext uri="{FF2B5EF4-FFF2-40B4-BE49-F238E27FC236}">
                <a16:creationId xmlns:a16="http://schemas.microsoft.com/office/drawing/2014/main" id="{30777A00-21C6-169B-6B62-25DB37626885}"/>
              </a:ext>
            </a:extLst>
          </p:cNvPr>
          <p:cNvGrpSpPr/>
          <p:nvPr/>
        </p:nvGrpSpPr>
        <p:grpSpPr>
          <a:xfrm rot="5400000" flipH="1">
            <a:off x="9082098" y="7036892"/>
            <a:ext cx="324106" cy="276532"/>
            <a:chOff x="1621155" y="831533"/>
            <a:chExt cx="226695" cy="224898"/>
          </a:xfrm>
        </p:grpSpPr>
        <p:cxnSp>
          <p:nvCxnSpPr>
            <p:cNvPr id="543" name="Straight Connector 542">
              <a:extLst>
                <a:ext uri="{FF2B5EF4-FFF2-40B4-BE49-F238E27FC236}">
                  <a16:creationId xmlns:a16="http://schemas.microsoft.com/office/drawing/2014/main" id="{E6AAA628-EF04-6236-5B6F-AB711744C9B1}"/>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79DAC532-C677-5867-69F8-85A2498477C6}"/>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F5F8A06F-855C-4F82-7B24-0C33E3A7E15E}"/>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25D9159A-CF1B-329B-11C1-0F7720155F4A}"/>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E2129AAD-70E2-2DC7-0F6A-ADD3FE6F3DFC}"/>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A175EF6F-1520-694F-E79F-3E5CB9A687F6}"/>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9" name="Group 548">
            <a:extLst>
              <a:ext uri="{FF2B5EF4-FFF2-40B4-BE49-F238E27FC236}">
                <a16:creationId xmlns:a16="http://schemas.microsoft.com/office/drawing/2014/main" id="{78D274D8-2BE9-2421-2DB8-4232729FCA10}"/>
              </a:ext>
            </a:extLst>
          </p:cNvPr>
          <p:cNvGrpSpPr/>
          <p:nvPr/>
        </p:nvGrpSpPr>
        <p:grpSpPr>
          <a:xfrm rot="5400000" flipH="1">
            <a:off x="8819188" y="7036892"/>
            <a:ext cx="324106" cy="276532"/>
            <a:chOff x="1621155" y="831533"/>
            <a:chExt cx="226695" cy="224898"/>
          </a:xfrm>
        </p:grpSpPr>
        <p:cxnSp>
          <p:nvCxnSpPr>
            <p:cNvPr id="550" name="Straight Connector 549">
              <a:extLst>
                <a:ext uri="{FF2B5EF4-FFF2-40B4-BE49-F238E27FC236}">
                  <a16:creationId xmlns:a16="http://schemas.microsoft.com/office/drawing/2014/main" id="{601BE19D-E4FC-352F-1ACD-A1CD571BC6D4}"/>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36FC0DD5-5420-1DA3-D081-110ACFE6E09A}"/>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28379E2-F5F0-D279-2248-EEC820959928}"/>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940AC600-8458-0FBB-1185-CF833530D6B6}"/>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CA814919-E2CB-603B-E3FC-4E1263A33DC0}"/>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9478CA13-E22F-4B15-A241-299E603CD576}"/>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56" name="Group 555">
            <a:extLst>
              <a:ext uri="{FF2B5EF4-FFF2-40B4-BE49-F238E27FC236}">
                <a16:creationId xmlns:a16="http://schemas.microsoft.com/office/drawing/2014/main" id="{B9C457AF-0697-7F50-B7B2-43655AF1371D}"/>
              </a:ext>
            </a:extLst>
          </p:cNvPr>
          <p:cNvGrpSpPr/>
          <p:nvPr/>
        </p:nvGrpSpPr>
        <p:grpSpPr>
          <a:xfrm rot="5400000" flipH="1">
            <a:off x="10659557" y="6655590"/>
            <a:ext cx="324106" cy="276532"/>
            <a:chOff x="1621155" y="831533"/>
            <a:chExt cx="226695" cy="224898"/>
          </a:xfrm>
        </p:grpSpPr>
        <p:cxnSp>
          <p:nvCxnSpPr>
            <p:cNvPr id="557" name="Straight Connector 556">
              <a:extLst>
                <a:ext uri="{FF2B5EF4-FFF2-40B4-BE49-F238E27FC236}">
                  <a16:creationId xmlns:a16="http://schemas.microsoft.com/office/drawing/2014/main" id="{641997D5-7E96-B77B-CEB9-17AF7FC8B3CB}"/>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E33BF93B-2245-1E26-EC74-3FB4844FF43A}"/>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0A9C41E9-D9E4-F7A4-82C8-13A60E2522B1}"/>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2ED46B6D-D162-2288-88F9-061A7E4D08EE}"/>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B9874B61-E736-14E1-C72F-F8E5EC71A330}"/>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4C95AF74-94E1-7028-1C8A-DC35F4EB9ACE}"/>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63" name="Group 562">
            <a:extLst>
              <a:ext uri="{FF2B5EF4-FFF2-40B4-BE49-F238E27FC236}">
                <a16:creationId xmlns:a16="http://schemas.microsoft.com/office/drawing/2014/main" id="{6C385E28-98C6-FD97-FC5A-0A2184CE50DD}"/>
              </a:ext>
            </a:extLst>
          </p:cNvPr>
          <p:cNvGrpSpPr/>
          <p:nvPr/>
        </p:nvGrpSpPr>
        <p:grpSpPr>
          <a:xfrm rot="5400000" flipH="1">
            <a:off x="10396647" y="6655590"/>
            <a:ext cx="324106" cy="276532"/>
            <a:chOff x="1621155" y="831533"/>
            <a:chExt cx="226695" cy="224898"/>
          </a:xfrm>
        </p:grpSpPr>
        <p:cxnSp>
          <p:nvCxnSpPr>
            <p:cNvPr id="564" name="Straight Connector 563">
              <a:extLst>
                <a:ext uri="{FF2B5EF4-FFF2-40B4-BE49-F238E27FC236}">
                  <a16:creationId xmlns:a16="http://schemas.microsoft.com/office/drawing/2014/main" id="{E0FD7E69-BA5A-7620-4F49-7AE9119F956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20637729-0017-8A08-CB3A-D7A332EBBB12}"/>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C123EDA0-602F-8556-5E89-E912D0700071}"/>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2CAADCE2-D373-474E-B7D1-A69ECFA66DB4}"/>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B86937D3-5180-C3D3-8B9A-E96F1F67FAF8}"/>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2D64EDC0-6F63-1D59-1FA0-7EC44F29015A}"/>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0" name="Group 569">
            <a:extLst>
              <a:ext uri="{FF2B5EF4-FFF2-40B4-BE49-F238E27FC236}">
                <a16:creationId xmlns:a16="http://schemas.microsoft.com/office/drawing/2014/main" id="{06645691-1474-1EAE-2DA0-329B9B1CC531}"/>
              </a:ext>
            </a:extLst>
          </p:cNvPr>
          <p:cNvGrpSpPr/>
          <p:nvPr/>
        </p:nvGrpSpPr>
        <p:grpSpPr>
          <a:xfrm rot="5400000" flipH="1">
            <a:off x="10133737" y="6655590"/>
            <a:ext cx="324106" cy="276532"/>
            <a:chOff x="1621155" y="831533"/>
            <a:chExt cx="226695" cy="224898"/>
          </a:xfrm>
        </p:grpSpPr>
        <p:cxnSp>
          <p:nvCxnSpPr>
            <p:cNvPr id="571" name="Straight Connector 570">
              <a:extLst>
                <a:ext uri="{FF2B5EF4-FFF2-40B4-BE49-F238E27FC236}">
                  <a16:creationId xmlns:a16="http://schemas.microsoft.com/office/drawing/2014/main" id="{215103F3-AAF6-A2A4-7B7F-2875B83BDB52}"/>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FE47ED27-D3C7-9916-93C5-FD97B673FF54}"/>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7FC8E40-135F-0D1C-E31F-7FEF150BC80D}"/>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D4F81893-C59F-6E7E-F592-02B357C0B5E9}"/>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FB0A3C7A-D042-6565-A093-AAD93371E2BE}"/>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D5D80F54-6C72-ECF3-AD69-1A7D01AD8D2C}"/>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7" name="Group 576">
            <a:extLst>
              <a:ext uri="{FF2B5EF4-FFF2-40B4-BE49-F238E27FC236}">
                <a16:creationId xmlns:a16="http://schemas.microsoft.com/office/drawing/2014/main" id="{4686B56C-44A3-A16E-4B4D-11A56CB81ACB}"/>
              </a:ext>
            </a:extLst>
          </p:cNvPr>
          <p:cNvGrpSpPr/>
          <p:nvPr/>
        </p:nvGrpSpPr>
        <p:grpSpPr>
          <a:xfrm rot="5400000" flipH="1">
            <a:off x="9870827" y="6655590"/>
            <a:ext cx="324106" cy="276532"/>
            <a:chOff x="1621155" y="831533"/>
            <a:chExt cx="226695" cy="224898"/>
          </a:xfrm>
        </p:grpSpPr>
        <p:cxnSp>
          <p:nvCxnSpPr>
            <p:cNvPr id="578" name="Straight Connector 577">
              <a:extLst>
                <a:ext uri="{FF2B5EF4-FFF2-40B4-BE49-F238E27FC236}">
                  <a16:creationId xmlns:a16="http://schemas.microsoft.com/office/drawing/2014/main" id="{B1B6D43A-6B6F-ABF3-CCBF-B26CAFCDB792}"/>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E5DFF271-C346-186A-96E6-FAAAFFABD5A7}"/>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8CF14E5A-C13B-6F22-0BF0-7723707DD7CE}"/>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6E2B0DE3-924D-6E50-17F3-F4905D9DBC29}"/>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9221B1F7-D21D-453D-968B-4B8C5D74C73C}"/>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F7CB82B0-626A-AE85-589D-11972B428ABB}"/>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84" name="Group 583">
            <a:extLst>
              <a:ext uri="{FF2B5EF4-FFF2-40B4-BE49-F238E27FC236}">
                <a16:creationId xmlns:a16="http://schemas.microsoft.com/office/drawing/2014/main" id="{E7BF30D0-C9FA-24E1-562E-B057D34E69F1}"/>
              </a:ext>
            </a:extLst>
          </p:cNvPr>
          <p:cNvGrpSpPr/>
          <p:nvPr/>
        </p:nvGrpSpPr>
        <p:grpSpPr>
          <a:xfrm rot="5400000" flipH="1">
            <a:off x="9607917" y="6655590"/>
            <a:ext cx="324106" cy="276532"/>
            <a:chOff x="1621155" y="831533"/>
            <a:chExt cx="226695" cy="224898"/>
          </a:xfrm>
        </p:grpSpPr>
        <p:cxnSp>
          <p:nvCxnSpPr>
            <p:cNvPr id="585" name="Straight Connector 584">
              <a:extLst>
                <a:ext uri="{FF2B5EF4-FFF2-40B4-BE49-F238E27FC236}">
                  <a16:creationId xmlns:a16="http://schemas.microsoft.com/office/drawing/2014/main" id="{C2A403EA-63F5-811F-DBC6-2FE4CBF53A2F}"/>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69C0EEF-2230-89C6-34C3-2DEE39C77F1E}"/>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6D8C7114-DE25-6F17-E268-52AB94815861}"/>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F41F58D4-DC8C-69CA-BEB8-281B9CBB6C78}"/>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EEBB3EEB-280D-BD0E-CCD9-114908A72CFF}"/>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36F776A-5CF1-21C2-F748-23051BA53D16}"/>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1" name="Group 590">
            <a:extLst>
              <a:ext uri="{FF2B5EF4-FFF2-40B4-BE49-F238E27FC236}">
                <a16:creationId xmlns:a16="http://schemas.microsoft.com/office/drawing/2014/main" id="{5B650384-F0FC-BFB4-E0AA-1E550F2B57D4}"/>
              </a:ext>
            </a:extLst>
          </p:cNvPr>
          <p:cNvGrpSpPr/>
          <p:nvPr/>
        </p:nvGrpSpPr>
        <p:grpSpPr>
          <a:xfrm rot="5400000" flipH="1">
            <a:off x="9345008" y="6655590"/>
            <a:ext cx="324106" cy="276532"/>
            <a:chOff x="1621155" y="831533"/>
            <a:chExt cx="226695" cy="224898"/>
          </a:xfrm>
        </p:grpSpPr>
        <p:cxnSp>
          <p:nvCxnSpPr>
            <p:cNvPr id="592" name="Straight Connector 591">
              <a:extLst>
                <a:ext uri="{FF2B5EF4-FFF2-40B4-BE49-F238E27FC236}">
                  <a16:creationId xmlns:a16="http://schemas.microsoft.com/office/drawing/2014/main" id="{E78133F8-BDEA-BC1F-6E16-394AA901B07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6F879F3D-23DC-4365-1384-8D6E1E704E42}"/>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5845492B-3E83-9EDC-789C-4F94D9E6527A}"/>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EA7E60A4-47DD-6AF0-E344-524F2FEA450B}"/>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7C5248AB-B8E2-9A47-71FB-36CD90AF8221}"/>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CF3B5B3C-91A7-3440-3535-2A542A6E1A42}"/>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8" name="Group 597">
            <a:extLst>
              <a:ext uri="{FF2B5EF4-FFF2-40B4-BE49-F238E27FC236}">
                <a16:creationId xmlns:a16="http://schemas.microsoft.com/office/drawing/2014/main" id="{B12FC602-1D47-0452-DDE6-C029B7D2E0BA}"/>
              </a:ext>
            </a:extLst>
          </p:cNvPr>
          <p:cNvGrpSpPr/>
          <p:nvPr/>
        </p:nvGrpSpPr>
        <p:grpSpPr>
          <a:xfrm rot="5400000" flipH="1">
            <a:off x="9082098" y="6655590"/>
            <a:ext cx="324106" cy="276532"/>
            <a:chOff x="1621155" y="831533"/>
            <a:chExt cx="226695" cy="224898"/>
          </a:xfrm>
        </p:grpSpPr>
        <p:cxnSp>
          <p:nvCxnSpPr>
            <p:cNvPr id="599" name="Straight Connector 598">
              <a:extLst>
                <a:ext uri="{FF2B5EF4-FFF2-40B4-BE49-F238E27FC236}">
                  <a16:creationId xmlns:a16="http://schemas.microsoft.com/office/drawing/2014/main" id="{7C5B77ED-5B18-8930-969F-E988780B2C18}"/>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0" name="Straight Connector 599">
              <a:extLst>
                <a:ext uri="{FF2B5EF4-FFF2-40B4-BE49-F238E27FC236}">
                  <a16:creationId xmlns:a16="http://schemas.microsoft.com/office/drawing/2014/main" id="{AC3AF3EA-BA41-DF2D-CBB0-851955F1E0F9}"/>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1" name="Straight Connector 600">
              <a:extLst>
                <a:ext uri="{FF2B5EF4-FFF2-40B4-BE49-F238E27FC236}">
                  <a16:creationId xmlns:a16="http://schemas.microsoft.com/office/drawing/2014/main" id="{17FDBAF2-8771-32BF-F1A6-0CAFEF346374}"/>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a16="http://schemas.microsoft.com/office/drawing/2014/main" id="{5B8FC91A-0437-50C4-D0E2-4A7403F128CB}"/>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3" name="Straight Connector 602">
              <a:extLst>
                <a:ext uri="{FF2B5EF4-FFF2-40B4-BE49-F238E27FC236}">
                  <a16:creationId xmlns:a16="http://schemas.microsoft.com/office/drawing/2014/main" id="{3C53311B-169C-24F9-19C8-36013CF7C486}"/>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4" name="Straight Connector 603">
              <a:extLst>
                <a:ext uri="{FF2B5EF4-FFF2-40B4-BE49-F238E27FC236}">
                  <a16:creationId xmlns:a16="http://schemas.microsoft.com/office/drawing/2014/main" id="{1E81ECFA-B531-46E8-F257-11B0C0AF48E0}"/>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605" name="Group 604">
            <a:extLst>
              <a:ext uri="{FF2B5EF4-FFF2-40B4-BE49-F238E27FC236}">
                <a16:creationId xmlns:a16="http://schemas.microsoft.com/office/drawing/2014/main" id="{E0B09E25-CDD9-A86C-1138-6B8C8AD97D79}"/>
              </a:ext>
            </a:extLst>
          </p:cNvPr>
          <p:cNvGrpSpPr/>
          <p:nvPr/>
        </p:nvGrpSpPr>
        <p:grpSpPr>
          <a:xfrm rot="5400000" flipH="1">
            <a:off x="8819188" y="6655590"/>
            <a:ext cx="324106" cy="276532"/>
            <a:chOff x="1621155" y="831533"/>
            <a:chExt cx="226695" cy="224898"/>
          </a:xfrm>
        </p:grpSpPr>
        <p:cxnSp>
          <p:nvCxnSpPr>
            <p:cNvPr id="606" name="Straight Connector 605">
              <a:extLst>
                <a:ext uri="{FF2B5EF4-FFF2-40B4-BE49-F238E27FC236}">
                  <a16:creationId xmlns:a16="http://schemas.microsoft.com/office/drawing/2014/main" id="{F55BF34E-EC7D-2394-89DB-64E5F1513363}"/>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7" name="Straight Connector 606">
              <a:extLst>
                <a:ext uri="{FF2B5EF4-FFF2-40B4-BE49-F238E27FC236}">
                  <a16:creationId xmlns:a16="http://schemas.microsoft.com/office/drawing/2014/main" id="{9AEDA837-2741-A802-803A-6B28732DF407}"/>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8" name="Straight Connector 607">
              <a:extLst>
                <a:ext uri="{FF2B5EF4-FFF2-40B4-BE49-F238E27FC236}">
                  <a16:creationId xmlns:a16="http://schemas.microsoft.com/office/drawing/2014/main" id="{C80AA747-5CAB-BDA0-9567-D4809CB5A322}"/>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9" name="Straight Connector 608">
              <a:extLst>
                <a:ext uri="{FF2B5EF4-FFF2-40B4-BE49-F238E27FC236}">
                  <a16:creationId xmlns:a16="http://schemas.microsoft.com/office/drawing/2014/main" id="{30D75F3D-B0AB-74CF-20A8-85273E61E0A9}"/>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0" name="Straight Connector 609">
              <a:extLst>
                <a:ext uri="{FF2B5EF4-FFF2-40B4-BE49-F238E27FC236}">
                  <a16:creationId xmlns:a16="http://schemas.microsoft.com/office/drawing/2014/main" id="{A6582A60-2796-1B76-18C3-3BE7A45F3DAB}"/>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1" name="Straight Connector 610">
              <a:extLst>
                <a:ext uri="{FF2B5EF4-FFF2-40B4-BE49-F238E27FC236}">
                  <a16:creationId xmlns:a16="http://schemas.microsoft.com/office/drawing/2014/main" id="{FCAAF690-76B9-E43F-4B9F-FA4C2934852A}"/>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612" name="TextBox 611">
            <a:extLst>
              <a:ext uri="{FF2B5EF4-FFF2-40B4-BE49-F238E27FC236}">
                <a16:creationId xmlns:a16="http://schemas.microsoft.com/office/drawing/2014/main" id="{08AF8737-6DF0-3AC9-90E9-D36224EDDBAE}"/>
              </a:ext>
            </a:extLst>
          </p:cNvPr>
          <p:cNvSpPr txBox="1"/>
          <p:nvPr/>
        </p:nvSpPr>
        <p:spPr>
          <a:xfrm>
            <a:off x="9002419" y="7373938"/>
            <a:ext cx="1690463" cy="523220"/>
          </a:xfrm>
          <a:prstGeom prst="rect">
            <a:avLst/>
          </a:prstGeom>
          <a:noFill/>
        </p:spPr>
        <p:txBody>
          <a:bodyPr wrap="none" rtlCol="0">
            <a:spAutoFit/>
          </a:bodyPr>
          <a:lstStyle/>
          <a:p>
            <a:r>
              <a:rPr lang="en-US" sz="2800" b="1" dirty="0">
                <a:solidFill>
                  <a:srgbClr val="0070C0"/>
                </a:solidFill>
              </a:rPr>
              <a:t>ECC Parity</a:t>
            </a:r>
          </a:p>
        </p:txBody>
      </p:sp>
      <p:cxnSp>
        <p:nvCxnSpPr>
          <p:cNvPr id="614" name="Straight Arrow Connector 613">
            <a:extLst>
              <a:ext uri="{FF2B5EF4-FFF2-40B4-BE49-F238E27FC236}">
                <a16:creationId xmlns:a16="http://schemas.microsoft.com/office/drawing/2014/main" id="{11526BDA-7502-73D7-8685-EC51AE3C2913}"/>
              </a:ext>
            </a:extLst>
          </p:cNvPr>
          <p:cNvCxnSpPr>
            <a:cxnSpLocks/>
          </p:cNvCxnSpPr>
          <p:nvPr/>
        </p:nvCxnSpPr>
        <p:spPr>
          <a:xfrm>
            <a:off x="7965517" y="3492728"/>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6" name="Straight Arrow Connector 615">
            <a:extLst>
              <a:ext uri="{FF2B5EF4-FFF2-40B4-BE49-F238E27FC236}">
                <a16:creationId xmlns:a16="http://schemas.microsoft.com/office/drawing/2014/main" id="{7D717A7A-6376-2B16-A3F3-5FC5E505A6E7}"/>
              </a:ext>
            </a:extLst>
          </p:cNvPr>
          <p:cNvCxnSpPr>
            <a:cxnSpLocks/>
          </p:cNvCxnSpPr>
          <p:nvPr/>
        </p:nvCxnSpPr>
        <p:spPr>
          <a:xfrm>
            <a:off x="7965517" y="4407079"/>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7" name="Straight Arrow Connector 616">
            <a:extLst>
              <a:ext uri="{FF2B5EF4-FFF2-40B4-BE49-F238E27FC236}">
                <a16:creationId xmlns:a16="http://schemas.microsoft.com/office/drawing/2014/main" id="{32410555-96DC-D0B7-0AE9-D182904691AC}"/>
              </a:ext>
            </a:extLst>
          </p:cNvPr>
          <p:cNvCxnSpPr>
            <a:cxnSpLocks/>
          </p:cNvCxnSpPr>
          <p:nvPr/>
        </p:nvCxnSpPr>
        <p:spPr>
          <a:xfrm>
            <a:off x="7965517" y="5229080"/>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8" name="Straight Arrow Connector 617">
            <a:extLst>
              <a:ext uri="{FF2B5EF4-FFF2-40B4-BE49-F238E27FC236}">
                <a16:creationId xmlns:a16="http://schemas.microsoft.com/office/drawing/2014/main" id="{E1EE93CE-2E0D-4285-C137-DA9CB889FB9E}"/>
              </a:ext>
            </a:extLst>
          </p:cNvPr>
          <p:cNvCxnSpPr>
            <a:cxnSpLocks/>
          </p:cNvCxnSpPr>
          <p:nvPr/>
        </p:nvCxnSpPr>
        <p:spPr>
          <a:xfrm>
            <a:off x="7965517" y="6103724"/>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9" name="Straight Arrow Connector 618">
            <a:extLst>
              <a:ext uri="{FF2B5EF4-FFF2-40B4-BE49-F238E27FC236}">
                <a16:creationId xmlns:a16="http://schemas.microsoft.com/office/drawing/2014/main" id="{2A0BE872-8267-0134-9328-52859BA6485B}"/>
              </a:ext>
            </a:extLst>
          </p:cNvPr>
          <p:cNvCxnSpPr>
            <a:cxnSpLocks/>
          </p:cNvCxnSpPr>
          <p:nvPr/>
        </p:nvCxnSpPr>
        <p:spPr>
          <a:xfrm>
            <a:off x="7965517" y="7000868"/>
            <a:ext cx="652458" cy="0"/>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22" name="TextBox 621">
            <a:extLst>
              <a:ext uri="{FF2B5EF4-FFF2-40B4-BE49-F238E27FC236}">
                <a16:creationId xmlns:a16="http://schemas.microsoft.com/office/drawing/2014/main" id="{21D96510-09DD-AD4E-EF36-6AAA2E685A0A}"/>
              </a:ext>
            </a:extLst>
          </p:cNvPr>
          <p:cNvSpPr txBox="1"/>
          <p:nvPr/>
        </p:nvSpPr>
        <p:spPr>
          <a:xfrm>
            <a:off x="9464645" y="2646366"/>
            <a:ext cx="884729" cy="523220"/>
          </a:xfrm>
          <a:prstGeom prst="rect">
            <a:avLst/>
          </a:prstGeom>
          <a:noFill/>
        </p:spPr>
        <p:txBody>
          <a:bodyPr wrap="none" rtlCol="0">
            <a:spAutoFit/>
          </a:bodyPr>
          <a:lstStyle/>
          <a:p>
            <a:r>
              <a:rPr lang="en-US" sz="2800" b="1" dirty="0"/>
              <a:t>Data</a:t>
            </a:r>
          </a:p>
        </p:txBody>
      </p:sp>
      <p:sp>
        <p:nvSpPr>
          <p:cNvPr id="21" name="TextBox 20">
            <a:extLst>
              <a:ext uri="{FF2B5EF4-FFF2-40B4-BE49-F238E27FC236}">
                <a16:creationId xmlns:a16="http://schemas.microsoft.com/office/drawing/2014/main" id="{D9757DA3-398E-43DA-F13F-335207814D50}"/>
              </a:ext>
            </a:extLst>
          </p:cNvPr>
          <p:cNvSpPr txBox="1"/>
          <p:nvPr/>
        </p:nvSpPr>
        <p:spPr>
          <a:xfrm>
            <a:off x="1763245" y="5776568"/>
            <a:ext cx="1117422" cy="523220"/>
          </a:xfrm>
          <a:prstGeom prst="rect">
            <a:avLst/>
          </a:prstGeom>
          <a:noFill/>
        </p:spPr>
        <p:txBody>
          <a:bodyPr wrap="none" rtlCol="0">
            <a:spAutoFit/>
          </a:bodyPr>
          <a:lstStyle/>
          <a:p>
            <a:r>
              <a:rPr lang="en-US" sz="2800" dirty="0"/>
              <a:t>Server</a:t>
            </a:r>
          </a:p>
        </p:txBody>
      </p:sp>
      <p:cxnSp>
        <p:nvCxnSpPr>
          <p:cNvPr id="24" name="Straight Connector 23">
            <a:extLst>
              <a:ext uri="{FF2B5EF4-FFF2-40B4-BE49-F238E27FC236}">
                <a16:creationId xmlns:a16="http://schemas.microsoft.com/office/drawing/2014/main" id="{611F285B-4E29-8171-A7B5-53C9C0F10294}"/>
              </a:ext>
            </a:extLst>
          </p:cNvPr>
          <p:cNvCxnSpPr>
            <a:cxnSpLocks/>
          </p:cNvCxnSpPr>
          <p:nvPr/>
        </p:nvCxnSpPr>
        <p:spPr>
          <a:xfrm>
            <a:off x="11278246" y="3165098"/>
            <a:ext cx="0" cy="3307979"/>
          </a:xfrm>
          <a:prstGeom prst="line">
            <a:avLst/>
          </a:prstGeom>
          <a:ln w="38100">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623" name="Straight Connector 622">
            <a:extLst>
              <a:ext uri="{FF2B5EF4-FFF2-40B4-BE49-F238E27FC236}">
                <a16:creationId xmlns:a16="http://schemas.microsoft.com/office/drawing/2014/main" id="{08042A8F-3025-0415-0B7E-B4B4AF36C285}"/>
              </a:ext>
            </a:extLst>
          </p:cNvPr>
          <p:cNvCxnSpPr/>
          <p:nvPr/>
        </p:nvCxnSpPr>
        <p:spPr>
          <a:xfrm>
            <a:off x="11074401" y="316509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4" name="Straight Connector 623">
            <a:extLst>
              <a:ext uri="{FF2B5EF4-FFF2-40B4-BE49-F238E27FC236}">
                <a16:creationId xmlns:a16="http://schemas.microsoft.com/office/drawing/2014/main" id="{ECFEF79F-00D0-1F61-3962-834DA824D025}"/>
              </a:ext>
            </a:extLst>
          </p:cNvPr>
          <p:cNvCxnSpPr/>
          <p:nvPr/>
        </p:nvCxnSpPr>
        <p:spPr>
          <a:xfrm>
            <a:off x="11074401" y="647307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625" name="TextBox 624">
            <a:extLst>
              <a:ext uri="{FF2B5EF4-FFF2-40B4-BE49-F238E27FC236}">
                <a16:creationId xmlns:a16="http://schemas.microsoft.com/office/drawing/2014/main" id="{9C4FD853-A0DE-A119-D5B7-D7F1344B2D84}"/>
              </a:ext>
            </a:extLst>
          </p:cNvPr>
          <p:cNvSpPr txBox="1"/>
          <p:nvPr/>
        </p:nvSpPr>
        <p:spPr>
          <a:xfrm rot="5400000">
            <a:off x="10378002" y="4554062"/>
            <a:ext cx="2596737" cy="523220"/>
          </a:xfrm>
          <a:prstGeom prst="rect">
            <a:avLst/>
          </a:prstGeom>
          <a:noFill/>
        </p:spPr>
        <p:txBody>
          <a:bodyPr wrap="none" rtlCol="0">
            <a:spAutoFit/>
          </a:bodyPr>
          <a:lstStyle/>
          <a:p>
            <a:r>
              <a:rPr lang="en-US" sz="2800" b="1" dirty="0"/>
              <a:t>Data Bandwidth</a:t>
            </a:r>
          </a:p>
        </p:txBody>
      </p:sp>
      <p:sp>
        <p:nvSpPr>
          <p:cNvPr id="2" name="Title 1">
            <a:extLst>
              <a:ext uri="{FF2B5EF4-FFF2-40B4-BE49-F238E27FC236}">
                <a16:creationId xmlns:a16="http://schemas.microsoft.com/office/drawing/2014/main" id="{34BE38B6-84C3-072A-8C63-75AB9D315023}"/>
              </a:ext>
            </a:extLst>
          </p:cNvPr>
          <p:cNvSpPr>
            <a:spLocks noGrp="1"/>
          </p:cNvSpPr>
          <p:nvPr>
            <p:ph type="title"/>
          </p:nvPr>
        </p:nvSpPr>
        <p:spPr>
          <a:xfrm>
            <a:off x="622300" y="389827"/>
            <a:ext cx="10421922" cy="726072"/>
          </a:xfrm>
        </p:spPr>
        <p:txBody>
          <a:bodyPr/>
          <a:lstStyle/>
          <a:p>
            <a:r>
              <a:rPr lang="en-US" dirty="0"/>
              <a:t>DDR5 Memory Systems</a:t>
            </a:r>
          </a:p>
        </p:txBody>
      </p:sp>
    </p:spTree>
    <p:custDataLst>
      <p:tags r:id="rId1"/>
    </p:custDataLst>
    <p:extLst>
      <p:ext uri="{BB962C8B-B14F-4D97-AF65-F5344CB8AC3E}">
        <p14:creationId xmlns:p14="http://schemas.microsoft.com/office/powerpoint/2010/main" val="790823302"/>
      </p:ext>
    </p:extLst>
  </p:cSld>
  <p:clrMapOvr>
    <a:masterClrMapping/>
  </p:clrMapOvr>
  <mc:AlternateContent xmlns:mc="http://schemas.openxmlformats.org/markup-compatibility/2006" xmlns:p14="http://schemas.microsoft.com/office/powerpoint/2010/main">
    <mc:Choice Requires="p14">
      <p:transition spd="slow" p14:dur="2000" advTm="30596"/>
    </mc:Choice>
    <mc:Fallback xmlns="">
      <p:transition spd="slow" advTm="305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2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3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4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6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7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7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8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9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9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0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1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1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26"/>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3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4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4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5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61"/>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68"/>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7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8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90"/>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9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304"/>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311"/>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318"/>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25"/>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33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33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346"/>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353"/>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60"/>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367"/>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37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381"/>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388"/>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395"/>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402"/>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409"/>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416"/>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423"/>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430"/>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437"/>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444"/>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451"/>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458"/>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465"/>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472"/>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479"/>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486"/>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493"/>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500"/>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507"/>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514"/>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521"/>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528"/>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535"/>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542"/>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549"/>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556"/>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563"/>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570"/>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577"/>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584"/>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591"/>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598"/>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605"/>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612"/>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614"/>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616"/>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617"/>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618"/>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619"/>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622"/>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24"/>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623"/>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624"/>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6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animBg="1"/>
      <p:bldP spid="89" grpId="0" animBg="1"/>
      <p:bldP spid="125" grpId="0"/>
      <p:bldP spid="126" grpId="0"/>
      <p:bldP spid="612" grpId="0"/>
      <p:bldP spid="622" grpId="0"/>
      <p:bldP spid="6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A965A-C2D0-ECA2-7A7B-4F54BAAA4DEB}"/>
            </a:ext>
          </a:extLst>
        </p:cNvPr>
        <p:cNvGrpSpPr/>
        <p:nvPr/>
      </p:nvGrpSpPr>
      <p:grpSpPr>
        <a:xfrm>
          <a:off x="0" y="0"/>
          <a:ext cx="0" cy="0"/>
          <a:chOff x="0" y="0"/>
          <a:chExt cx="0" cy="0"/>
        </a:xfrm>
      </p:grpSpPr>
      <p:pic>
        <p:nvPicPr>
          <p:cNvPr id="5" name="Picture 4" descr="A black background with a black square&#10;&#10;AI-generated content may be incorrect.">
            <a:extLst>
              <a:ext uri="{FF2B5EF4-FFF2-40B4-BE49-F238E27FC236}">
                <a16:creationId xmlns:a16="http://schemas.microsoft.com/office/drawing/2014/main" id="{77237B31-397D-9363-3489-52E51F319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628" y="4505995"/>
            <a:ext cx="566780" cy="566780"/>
          </a:xfrm>
          <a:prstGeom prst="rect">
            <a:avLst/>
          </a:prstGeom>
        </p:spPr>
      </p:pic>
      <p:pic>
        <p:nvPicPr>
          <p:cNvPr id="16" name="Picture 15" descr="A chip with a black background&#10;&#10;AI-generated content may be incorrect.">
            <a:extLst>
              <a:ext uri="{FF2B5EF4-FFF2-40B4-BE49-F238E27FC236}">
                <a16:creationId xmlns:a16="http://schemas.microsoft.com/office/drawing/2014/main" id="{024F3995-EC03-C75C-3475-88222156E1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4033527"/>
            <a:ext cx="707887" cy="707887"/>
          </a:xfrm>
          <a:prstGeom prst="rect">
            <a:avLst/>
          </a:prstGeom>
        </p:spPr>
      </p:pic>
      <p:pic>
        <p:nvPicPr>
          <p:cNvPr id="17" name="Picture 16" descr="A chip with a black background&#10;&#10;AI-generated content may be incorrect.">
            <a:extLst>
              <a:ext uri="{FF2B5EF4-FFF2-40B4-BE49-F238E27FC236}">
                <a16:creationId xmlns:a16="http://schemas.microsoft.com/office/drawing/2014/main" id="{7BD2FAD1-8E64-1C13-09A5-F459D506C7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3165097"/>
            <a:ext cx="707887" cy="707887"/>
          </a:xfrm>
          <a:prstGeom prst="rect">
            <a:avLst/>
          </a:prstGeom>
        </p:spPr>
      </p:pic>
      <p:pic>
        <p:nvPicPr>
          <p:cNvPr id="18" name="Picture 17" descr="A chip with a black background&#10;&#10;AI-generated content may be incorrect.">
            <a:extLst>
              <a:ext uri="{FF2B5EF4-FFF2-40B4-BE49-F238E27FC236}">
                <a16:creationId xmlns:a16="http://schemas.microsoft.com/office/drawing/2014/main" id="{BDED9F96-70C7-6A26-FD8D-FC16A6E44B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4906064"/>
            <a:ext cx="707887" cy="707887"/>
          </a:xfrm>
          <a:prstGeom prst="rect">
            <a:avLst/>
          </a:prstGeom>
        </p:spPr>
      </p:pic>
      <p:pic>
        <p:nvPicPr>
          <p:cNvPr id="19" name="Picture 18" descr="A chip with a black background&#10;&#10;AI-generated content may be incorrect.">
            <a:extLst>
              <a:ext uri="{FF2B5EF4-FFF2-40B4-BE49-F238E27FC236}">
                <a16:creationId xmlns:a16="http://schemas.microsoft.com/office/drawing/2014/main" id="{3FC737F5-4E0E-2207-EE8B-242A9184F5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5765190"/>
            <a:ext cx="707887" cy="707887"/>
          </a:xfrm>
          <a:prstGeom prst="rect">
            <a:avLst/>
          </a:prstGeom>
        </p:spPr>
      </p:pic>
      <p:pic>
        <p:nvPicPr>
          <p:cNvPr id="20" name="Picture 19" descr="A blue chip with black text&#10;&#10;AI-generated content may be incorrect.">
            <a:extLst>
              <a:ext uri="{FF2B5EF4-FFF2-40B4-BE49-F238E27FC236}">
                <a16:creationId xmlns:a16="http://schemas.microsoft.com/office/drawing/2014/main" id="{520EBFFF-A5CB-60B1-4065-B7F6CCFDC4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2" y="6641796"/>
            <a:ext cx="705416" cy="705416"/>
          </a:xfrm>
          <a:prstGeom prst="rect">
            <a:avLst/>
          </a:prstGeom>
        </p:spPr>
      </p:pic>
      <p:sp>
        <p:nvSpPr>
          <p:cNvPr id="22" name="Left Brace 21">
            <a:extLst>
              <a:ext uri="{FF2B5EF4-FFF2-40B4-BE49-F238E27FC236}">
                <a16:creationId xmlns:a16="http://schemas.microsoft.com/office/drawing/2014/main" id="{765F1E06-12D8-D5FF-4813-BC690C25A037}"/>
              </a:ext>
            </a:extLst>
          </p:cNvPr>
          <p:cNvSpPr/>
          <p:nvPr/>
        </p:nvSpPr>
        <p:spPr>
          <a:xfrm>
            <a:off x="5697789" y="3444430"/>
            <a:ext cx="549239" cy="3569872"/>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39" name="Picture 38" descr="A black background with a black square&#10;&#10;AI-generated content may be incorrect.">
            <a:extLst>
              <a:ext uri="{FF2B5EF4-FFF2-40B4-BE49-F238E27FC236}">
                <a16:creationId xmlns:a16="http://schemas.microsoft.com/office/drawing/2014/main" id="{9E1398E5-4B4B-AC04-F301-99F93FB1C7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5427" y="4505995"/>
            <a:ext cx="566780" cy="566780"/>
          </a:xfrm>
          <a:prstGeom prst="rect">
            <a:avLst/>
          </a:prstGeom>
        </p:spPr>
      </p:pic>
      <p:pic>
        <p:nvPicPr>
          <p:cNvPr id="40" name="Picture 39" descr="A black background with a black square&#10;&#10;AI-generated content may be incorrect.">
            <a:extLst>
              <a:ext uri="{FF2B5EF4-FFF2-40B4-BE49-F238E27FC236}">
                <a16:creationId xmlns:a16="http://schemas.microsoft.com/office/drawing/2014/main" id="{8B48AA97-4AE8-5290-C800-FB147EDE1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0226" y="4505995"/>
            <a:ext cx="566780" cy="566780"/>
          </a:xfrm>
          <a:prstGeom prst="rect">
            <a:avLst/>
          </a:prstGeom>
        </p:spPr>
      </p:pic>
      <p:pic>
        <p:nvPicPr>
          <p:cNvPr id="41" name="Picture 40" descr="A black background with a black square&#10;&#10;AI-generated content may be incorrect.">
            <a:extLst>
              <a:ext uri="{FF2B5EF4-FFF2-40B4-BE49-F238E27FC236}">
                <a16:creationId xmlns:a16="http://schemas.microsoft.com/office/drawing/2014/main" id="{6F4188D1-B568-259F-D405-92F4A42509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0226" y="5229080"/>
            <a:ext cx="566780" cy="566780"/>
          </a:xfrm>
          <a:prstGeom prst="rect">
            <a:avLst/>
          </a:prstGeom>
        </p:spPr>
      </p:pic>
      <p:pic>
        <p:nvPicPr>
          <p:cNvPr id="42" name="Picture 41" descr="A black background with a black square&#10;&#10;AI-generated content may be incorrect.">
            <a:extLst>
              <a:ext uri="{FF2B5EF4-FFF2-40B4-BE49-F238E27FC236}">
                <a16:creationId xmlns:a16="http://schemas.microsoft.com/office/drawing/2014/main" id="{C2262EC4-A09C-51A1-31D4-8B0268DB5B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982" y="5229080"/>
            <a:ext cx="566780" cy="566780"/>
          </a:xfrm>
          <a:prstGeom prst="rect">
            <a:avLst/>
          </a:prstGeom>
        </p:spPr>
      </p:pic>
      <p:pic>
        <p:nvPicPr>
          <p:cNvPr id="43" name="Picture 42" descr="A black background with a black square&#10;&#10;AI-generated content may be incorrect.">
            <a:extLst>
              <a:ext uri="{FF2B5EF4-FFF2-40B4-BE49-F238E27FC236}">
                <a16:creationId xmlns:a16="http://schemas.microsoft.com/office/drawing/2014/main" id="{5E5E4868-E53C-687F-FE51-E7B10FA204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628" y="5229080"/>
            <a:ext cx="566780" cy="566780"/>
          </a:xfrm>
          <a:prstGeom prst="rect">
            <a:avLst/>
          </a:prstGeom>
        </p:spPr>
      </p:pic>
      <p:grpSp>
        <p:nvGrpSpPr>
          <p:cNvPr id="62" name="Group 61">
            <a:extLst>
              <a:ext uri="{FF2B5EF4-FFF2-40B4-BE49-F238E27FC236}">
                <a16:creationId xmlns:a16="http://schemas.microsoft.com/office/drawing/2014/main" id="{926291C1-6573-A462-891E-6014CA6C2806}"/>
              </a:ext>
            </a:extLst>
          </p:cNvPr>
          <p:cNvGrpSpPr/>
          <p:nvPr/>
        </p:nvGrpSpPr>
        <p:grpSpPr>
          <a:xfrm>
            <a:off x="4145839" y="3139630"/>
            <a:ext cx="1278363" cy="1278363"/>
            <a:chOff x="5181627" y="996574"/>
            <a:chExt cx="1278363" cy="1278363"/>
          </a:xfrm>
        </p:grpSpPr>
        <p:pic>
          <p:nvPicPr>
            <p:cNvPr id="6" name="Picture 5" descr="A green and blue computer chip&#10;&#10;AI-generated content may be incorrect.">
              <a:extLst>
                <a:ext uri="{FF2B5EF4-FFF2-40B4-BE49-F238E27FC236}">
                  <a16:creationId xmlns:a16="http://schemas.microsoft.com/office/drawing/2014/main" id="{FAD7C7E6-AA55-C4A8-9166-3B217413F6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59" name="Picture 58" descr="A green and blue computer chip&#10;&#10;AI-generated content may be incorrect.">
              <a:extLst>
                <a:ext uri="{FF2B5EF4-FFF2-40B4-BE49-F238E27FC236}">
                  <a16:creationId xmlns:a16="http://schemas.microsoft.com/office/drawing/2014/main" id="{83D93D9E-7E3E-4EE6-69DF-96B054B292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60" name="Picture 59" descr="A green and blue computer chip&#10;&#10;AI-generated content may be incorrect.">
              <a:extLst>
                <a:ext uri="{FF2B5EF4-FFF2-40B4-BE49-F238E27FC236}">
                  <a16:creationId xmlns:a16="http://schemas.microsoft.com/office/drawing/2014/main" id="{5C40D5D7-E54E-003B-6DC7-60D3510679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61" name="Picture 60" descr="A green and blue computer chip&#10;&#10;AI-generated content may be incorrect.">
              <a:extLst>
                <a:ext uri="{FF2B5EF4-FFF2-40B4-BE49-F238E27FC236}">
                  <a16:creationId xmlns:a16="http://schemas.microsoft.com/office/drawing/2014/main" id="{F6C5B635-FDA2-9652-B8BD-2E800180DE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pic>
        <p:nvPicPr>
          <p:cNvPr id="79" name="Picture 78" descr="A chip with a black background&#10;&#10;AI-generated content may be incorrect.">
            <a:extLst>
              <a:ext uri="{FF2B5EF4-FFF2-40B4-BE49-F238E27FC236}">
                <a16:creationId xmlns:a16="http://schemas.microsoft.com/office/drawing/2014/main" id="{CD9272AF-4CF8-C023-DC6F-0C336DBFD5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4033527"/>
            <a:ext cx="707887" cy="707887"/>
          </a:xfrm>
          <a:prstGeom prst="rect">
            <a:avLst/>
          </a:prstGeom>
        </p:spPr>
      </p:pic>
      <p:pic>
        <p:nvPicPr>
          <p:cNvPr id="80" name="Picture 79" descr="A chip with a black background&#10;&#10;AI-generated content may be incorrect.">
            <a:extLst>
              <a:ext uri="{FF2B5EF4-FFF2-40B4-BE49-F238E27FC236}">
                <a16:creationId xmlns:a16="http://schemas.microsoft.com/office/drawing/2014/main" id="{C44A8EA6-90C6-26F3-1850-E923199BA2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3165097"/>
            <a:ext cx="707887" cy="707887"/>
          </a:xfrm>
          <a:prstGeom prst="rect">
            <a:avLst/>
          </a:prstGeom>
        </p:spPr>
      </p:pic>
      <p:pic>
        <p:nvPicPr>
          <p:cNvPr id="81" name="Picture 80" descr="A chip with a black background&#10;&#10;AI-generated content may be incorrect.">
            <a:extLst>
              <a:ext uri="{FF2B5EF4-FFF2-40B4-BE49-F238E27FC236}">
                <a16:creationId xmlns:a16="http://schemas.microsoft.com/office/drawing/2014/main" id="{E3BB7374-8257-096B-82F4-E2AB79A2C0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4906064"/>
            <a:ext cx="707887" cy="707887"/>
          </a:xfrm>
          <a:prstGeom prst="rect">
            <a:avLst/>
          </a:prstGeom>
        </p:spPr>
      </p:pic>
      <p:pic>
        <p:nvPicPr>
          <p:cNvPr id="82" name="Picture 81" descr="A chip with a black background&#10;&#10;AI-generated content may be incorrect.">
            <a:extLst>
              <a:ext uri="{FF2B5EF4-FFF2-40B4-BE49-F238E27FC236}">
                <a16:creationId xmlns:a16="http://schemas.microsoft.com/office/drawing/2014/main" id="{25530272-0B0B-93A1-01EE-B9BE493281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5765190"/>
            <a:ext cx="707887" cy="707887"/>
          </a:xfrm>
          <a:prstGeom prst="rect">
            <a:avLst/>
          </a:prstGeom>
        </p:spPr>
      </p:pic>
      <p:pic>
        <p:nvPicPr>
          <p:cNvPr id="83" name="Picture 82" descr="A blue chip with black text&#10;&#10;AI-generated content may be incorrect.">
            <a:extLst>
              <a:ext uri="{FF2B5EF4-FFF2-40B4-BE49-F238E27FC236}">
                <a16:creationId xmlns:a16="http://schemas.microsoft.com/office/drawing/2014/main" id="{A2D9F968-9E84-BC64-8EBD-48DD09A20C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2" y="6641796"/>
            <a:ext cx="705416" cy="705416"/>
          </a:xfrm>
          <a:prstGeom prst="rect">
            <a:avLst/>
          </a:prstGeom>
        </p:spPr>
      </p:pic>
      <p:sp>
        <p:nvSpPr>
          <p:cNvPr id="89" name="Left Brace 88">
            <a:extLst>
              <a:ext uri="{FF2B5EF4-FFF2-40B4-BE49-F238E27FC236}">
                <a16:creationId xmlns:a16="http://schemas.microsoft.com/office/drawing/2014/main" id="{60BBA25D-962C-22FE-A3A4-E161797450FD}"/>
              </a:ext>
            </a:extLst>
          </p:cNvPr>
          <p:cNvSpPr/>
          <p:nvPr/>
        </p:nvSpPr>
        <p:spPr>
          <a:xfrm>
            <a:off x="3354908" y="3614304"/>
            <a:ext cx="549239" cy="3399998"/>
          </a:xfrm>
          <a:prstGeom prst="leftBrace">
            <a:avLst>
              <a:gd name="adj1" fmla="val 8333"/>
              <a:gd name="adj2" fmla="val 31630"/>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95" name="Group 94">
            <a:extLst>
              <a:ext uri="{FF2B5EF4-FFF2-40B4-BE49-F238E27FC236}">
                <a16:creationId xmlns:a16="http://schemas.microsoft.com/office/drawing/2014/main" id="{0FB22628-9E20-4689-DD8D-BFDAD1C851AE}"/>
              </a:ext>
            </a:extLst>
          </p:cNvPr>
          <p:cNvGrpSpPr/>
          <p:nvPr/>
        </p:nvGrpSpPr>
        <p:grpSpPr>
          <a:xfrm>
            <a:off x="4145839" y="4184684"/>
            <a:ext cx="1278363" cy="1278363"/>
            <a:chOff x="5181627" y="996574"/>
            <a:chExt cx="1278363" cy="1278363"/>
          </a:xfrm>
        </p:grpSpPr>
        <p:pic>
          <p:nvPicPr>
            <p:cNvPr id="96" name="Picture 95" descr="A green and blue computer chip&#10;&#10;AI-generated content may be incorrect.">
              <a:extLst>
                <a:ext uri="{FF2B5EF4-FFF2-40B4-BE49-F238E27FC236}">
                  <a16:creationId xmlns:a16="http://schemas.microsoft.com/office/drawing/2014/main" id="{1545409D-1F3B-D385-1EDD-BE86D3E9C8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97" name="Picture 96" descr="A green and blue computer chip&#10;&#10;AI-generated content may be incorrect.">
              <a:extLst>
                <a:ext uri="{FF2B5EF4-FFF2-40B4-BE49-F238E27FC236}">
                  <a16:creationId xmlns:a16="http://schemas.microsoft.com/office/drawing/2014/main" id="{B26B1578-81CE-EDE7-CC55-9901FDD698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98" name="Picture 97" descr="A green and blue computer chip&#10;&#10;AI-generated content may be incorrect.">
              <a:extLst>
                <a:ext uri="{FF2B5EF4-FFF2-40B4-BE49-F238E27FC236}">
                  <a16:creationId xmlns:a16="http://schemas.microsoft.com/office/drawing/2014/main" id="{584AE5C4-CDEB-625D-CFA9-FC4607DF15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99" name="Picture 98" descr="A green and blue computer chip&#10;&#10;AI-generated content may be incorrect.">
              <a:extLst>
                <a:ext uri="{FF2B5EF4-FFF2-40B4-BE49-F238E27FC236}">
                  <a16:creationId xmlns:a16="http://schemas.microsoft.com/office/drawing/2014/main" id="{867B38A9-00CF-C77D-5DC0-D8AD452051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05" name="Group 104">
            <a:extLst>
              <a:ext uri="{FF2B5EF4-FFF2-40B4-BE49-F238E27FC236}">
                <a16:creationId xmlns:a16="http://schemas.microsoft.com/office/drawing/2014/main" id="{3954126A-05F3-3000-AE09-AE9144035BB3}"/>
              </a:ext>
            </a:extLst>
          </p:cNvPr>
          <p:cNvGrpSpPr/>
          <p:nvPr/>
        </p:nvGrpSpPr>
        <p:grpSpPr>
          <a:xfrm>
            <a:off x="4145839" y="5258862"/>
            <a:ext cx="1278363" cy="1278363"/>
            <a:chOff x="5181627" y="996574"/>
            <a:chExt cx="1278363" cy="1278363"/>
          </a:xfrm>
        </p:grpSpPr>
        <p:pic>
          <p:nvPicPr>
            <p:cNvPr id="106" name="Picture 105" descr="A green and blue computer chip&#10;&#10;AI-generated content may be incorrect.">
              <a:extLst>
                <a:ext uri="{FF2B5EF4-FFF2-40B4-BE49-F238E27FC236}">
                  <a16:creationId xmlns:a16="http://schemas.microsoft.com/office/drawing/2014/main" id="{54EF4FD7-4C52-C12A-4074-C3498F4230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07" name="Picture 106" descr="A green and blue computer chip&#10;&#10;AI-generated content may be incorrect.">
              <a:extLst>
                <a:ext uri="{FF2B5EF4-FFF2-40B4-BE49-F238E27FC236}">
                  <a16:creationId xmlns:a16="http://schemas.microsoft.com/office/drawing/2014/main" id="{7E9B51E1-56D5-4E13-26EF-9DC2F93A2C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08" name="Picture 107" descr="A green and blue computer chip&#10;&#10;AI-generated content may be incorrect.">
              <a:extLst>
                <a:ext uri="{FF2B5EF4-FFF2-40B4-BE49-F238E27FC236}">
                  <a16:creationId xmlns:a16="http://schemas.microsoft.com/office/drawing/2014/main" id="{F9FCDFB5-E3D7-2901-8D64-F8F0C743F5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09" name="Picture 108" descr="A green and blue computer chip&#10;&#10;AI-generated content may be incorrect.">
              <a:extLst>
                <a:ext uri="{FF2B5EF4-FFF2-40B4-BE49-F238E27FC236}">
                  <a16:creationId xmlns:a16="http://schemas.microsoft.com/office/drawing/2014/main" id="{81994002-A6BE-39FB-4DBE-D08CE22C30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15" name="Group 114">
            <a:extLst>
              <a:ext uri="{FF2B5EF4-FFF2-40B4-BE49-F238E27FC236}">
                <a16:creationId xmlns:a16="http://schemas.microsoft.com/office/drawing/2014/main" id="{C8C88476-A3BB-CE01-DCAB-8EE9043180D1}"/>
              </a:ext>
            </a:extLst>
          </p:cNvPr>
          <p:cNvGrpSpPr/>
          <p:nvPr/>
        </p:nvGrpSpPr>
        <p:grpSpPr>
          <a:xfrm>
            <a:off x="4145839" y="6323198"/>
            <a:ext cx="1278363" cy="1278363"/>
            <a:chOff x="5181627" y="996574"/>
            <a:chExt cx="1278363" cy="1278363"/>
          </a:xfrm>
        </p:grpSpPr>
        <p:pic>
          <p:nvPicPr>
            <p:cNvPr id="116" name="Picture 115" descr="A green and blue computer chip&#10;&#10;AI-generated content may be incorrect.">
              <a:extLst>
                <a:ext uri="{FF2B5EF4-FFF2-40B4-BE49-F238E27FC236}">
                  <a16:creationId xmlns:a16="http://schemas.microsoft.com/office/drawing/2014/main" id="{26E238DF-6792-C368-9F37-44E738E25D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17" name="Picture 116" descr="A green and blue computer chip&#10;&#10;AI-generated content may be incorrect.">
              <a:extLst>
                <a:ext uri="{FF2B5EF4-FFF2-40B4-BE49-F238E27FC236}">
                  <a16:creationId xmlns:a16="http://schemas.microsoft.com/office/drawing/2014/main" id="{67C5E84C-A446-8949-CCC6-22DA7F91B5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18" name="Picture 117" descr="A green and blue computer chip&#10;&#10;AI-generated content may be incorrect.">
              <a:extLst>
                <a:ext uri="{FF2B5EF4-FFF2-40B4-BE49-F238E27FC236}">
                  <a16:creationId xmlns:a16="http://schemas.microsoft.com/office/drawing/2014/main" id="{AF3F06D1-4EC7-90FA-9316-B3905F40E6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19" name="Picture 118" descr="A green and blue computer chip&#10;&#10;AI-generated content may be incorrect.">
              <a:extLst>
                <a:ext uri="{FF2B5EF4-FFF2-40B4-BE49-F238E27FC236}">
                  <a16:creationId xmlns:a16="http://schemas.microsoft.com/office/drawing/2014/main" id="{131D4BDD-B8F6-E0B7-1AFE-BABC5A816C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sp>
        <p:nvSpPr>
          <p:cNvPr id="125" name="TextBox 124">
            <a:extLst>
              <a:ext uri="{FF2B5EF4-FFF2-40B4-BE49-F238E27FC236}">
                <a16:creationId xmlns:a16="http://schemas.microsoft.com/office/drawing/2014/main" id="{677F17CE-68CB-452C-4D11-C57BB552CB36}"/>
              </a:ext>
            </a:extLst>
          </p:cNvPr>
          <p:cNvSpPr txBox="1"/>
          <p:nvPr/>
        </p:nvSpPr>
        <p:spPr>
          <a:xfrm>
            <a:off x="4055428" y="2646366"/>
            <a:ext cx="1319592" cy="523220"/>
          </a:xfrm>
          <a:prstGeom prst="rect">
            <a:avLst/>
          </a:prstGeom>
          <a:noFill/>
        </p:spPr>
        <p:txBody>
          <a:bodyPr wrap="none" rtlCol="0">
            <a:spAutoFit/>
          </a:bodyPr>
          <a:lstStyle/>
          <a:p>
            <a:r>
              <a:rPr lang="en-US" sz="2800" b="1" dirty="0"/>
              <a:t>DIMMs</a:t>
            </a:r>
          </a:p>
        </p:txBody>
      </p:sp>
      <p:sp>
        <p:nvSpPr>
          <p:cNvPr id="126" name="TextBox 125">
            <a:extLst>
              <a:ext uri="{FF2B5EF4-FFF2-40B4-BE49-F238E27FC236}">
                <a16:creationId xmlns:a16="http://schemas.microsoft.com/office/drawing/2014/main" id="{EF2E5C00-DCC9-C2B6-1B7B-EC69285BC045}"/>
              </a:ext>
            </a:extLst>
          </p:cNvPr>
          <p:cNvSpPr txBox="1"/>
          <p:nvPr/>
        </p:nvSpPr>
        <p:spPr>
          <a:xfrm>
            <a:off x="6370273" y="2646366"/>
            <a:ext cx="1287532" cy="523220"/>
          </a:xfrm>
          <a:prstGeom prst="rect">
            <a:avLst/>
          </a:prstGeom>
          <a:noFill/>
        </p:spPr>
        <p:txBody>
          <a:bodyPr wrap="none" rtlCol="0">
            <a:spAutoFit/>
          </a:bodyPr>
          <a:lstStyle/>
          <a:p>
            <a:r>
              <a:rPr lang="en-US" sz="2800" b="1" dirty="0"/>
              <a:t>DRAMs</a:t>
            </a:r>
          </a:p>
        </p:txBody>
      </p:sp>
      <p:grpSp>
        <p:nvGrpSpPr>
          <p:cNvPr id="3" name="Group 2">
            <a:extLst>
              <a:ext uri="{FF2B5EF4-FFF2-40B4-BE49-F238E27FC236}">
                <a16:creationId xmlns:a16="http://schemas.microsoft.com/office/drawing/2014/main" id="{B79DB099-8A84-F547-697D-A8A1ED9B27A0}"/>
              </a:ext>
            </a:extLst>
          </p:cNvPr>
          <p:cNvGrpSpPr/>
          <p:nvPr/>
        </p:nvGrpSpPr>
        <p:grpSpPr>
          <a:xfrm rot="5400000" flipH="1">
            <a:off x="10659557" y="4468782"/>
            <a:ext cx="324106" cy="276532"/>
            <a:chOff x="1621155" y="831533"/>
            <a:chExt cx="226695" cy="224898"/>
          </a:xfrm>
        </p:grpSpPr>
        <p:cxnSp>
          <p:nvCxnSpPr>
            <p:cNvPr id="7" name="Straight Connector 6">
              <a:extLst>
                <a:ext uri="{FF2B5EF4-FFF2-40B4-BE49-F238E27FC236}">
                  <a16:creationId xmlns:a16="http://schemas.microsoft.com/office/drawing/2014/main" id="{B10E119C-5245-1607-E623-63FAF2CE198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35A0373-30A9-A465-6CA4-2A71A366E03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66FBE4B-40F3-C435-EA1F-2D333F3199E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B64ED19-A09F-25BF-C3C0-6D4BCEC4167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493DF1-20A6-E50E-B8B6-2492BD5A1A0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2B5A3A5-4A46-7F22-E31D-2293DD3799A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1061D51-494D-9886-DF85-271D9889BB43}"/>
              </a:ext>
            </a:extLst>
          </p:cNvPr>
          <p:cNvGrpSpPr/>
          <p:nvPr/>
        </p:nvGrpSpPr>
        <p:grpSpPr>
          <a:xfrm rot="5400000" flipH="1">
            <a:off x="10396647" y="4468782"/>
            <a:ext cx="324106" cy="276532"/>
            <a:chOff x="1621155" y="831533"/>
            <a:chExt cx="226695" cy="224898"/>
          </a:xfrm>
        </p:grpSpPr>
        <p:cxnSp>
          <p:nvCxnSpPr>
            <p:cNvPr id="26" name="Straight Connector 25">
              <a:extLst>
                <a:ext uri="{FF2B5EF4-FFF2-40B4-BE49-F238E27FC236}">
                  <a16:creationId xmlns:a16="http://schemas.microsoft.com/office/drawing/2014/main" id="{8F8761B2-45EC-7623-5D61-BBBD0DA8710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E0BFF9D-A1A1-EAF6-0FFB-AFCBF24340E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100ADBC-E0A0-BE2A-7210-B7F4EEC47D6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550B64-AFE9-47F5-D844-D241EF0EB41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1E09B94-2B90-7658-61FE-FC099245AB5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2E14C92-E3BB-0D6D-3E7B-CEF493F05E8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F46A963C-C154-EEAF-519A-08AC580295A0}"/>
              </a:ext>
            </a:extLst>
          </p:cNvPr>
          <p:cNvGrpSpPr/>
          <p:nvPr/>
        </p:nvGrpSpPr>
        <p:grpSpPr>
          <a:xfrm rot="5400000" flipH="1">
            <a:off x="10133737" y="4468782"/>
            <a:ext cx="324106" cy="276532"/>
            <a:chOff x="1621155" y="831533"/>
            <a:chExt cx="226695" cy="224898"/>
          </a:xfrm>
        </p:grpSpPr>
        <p:cxnSp>
          <p:nvCxnSpPr>
            <p:cNvPr id="33" name="Straight Connector 32">
              <a:extLst>
                <a:ext uri="{FF2B5EF4-FFF2-40B4-BE49-F238E27FC236}">
                  <a16:creationId xmlns:a16="http://schemas.microsoft.com/office/drawing/2014/main" id="{D7A81411-E11F-A615-14FA-C7E2F863101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18F3F-A418-3DF9-34B7-55A07EA9063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B5C67B-A780-5B21-C8B8-5D10C272DE30}"/>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E2C809C-16CC-7034-48BC-08E7609885C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1B63F9E-D786-BA41-C5C3-2CF295D48E8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A1DC78C-0409-B909-08FF-BC3F2C4F7D4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7BD02C16-F060-81BF-DEBD-F0A7C1D5AE63}"/>
              </a:ext>
            </a:extLst>
          </p:cNvPr>
          <p:cNvGrpSpPr/>
          <p:nvPr/>
        </p:nvGrpSpPr>
        <p:grpSpPr>
          <a:xfrm rot="5400000" flipH="1">
            <a:off x="9870827" y="4468782"/>
            <a:ext cx="324106" cy="276532"/>
            <a:chOff x="1621155" y="831533"/>
            <a:chExt cx="226695" cy="224898"/>
          </a:xfrm>
        </p:grpSpPr>
        <p:cxnSp>
          <p:nvCxnSpPr>
            <p:cNvPr id="45" name="Straight Connector 44">
              <a:extLst>
                <a:ext uri="{FF2B5EF4-FFF2-40B4-BE49-F238E27FC236}">
                  <a16:creationId xmlns:a16="http://schemas.microsoft.com/office/drawing/2014/main" id="{A91D3D2E-E1BE-0DC9-961B-B792F61FA82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C5DF6EA-7953-57B2-5D8F-8C8721B4B7E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67DD01F-AE73-669C-7117-7437B14F5BC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F0EFAF0-8A08-54E5-A535-614AAB4FD93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3B4C57D-5146-3203-91D9-0F3C7FD8E22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BA840C3-EA0F-863A-B6F2-59401B7C832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9A5D0F28-3124-D07A-EC11-FD4AA5E79F9E}"/>
              </a:ext>
            </a:extLst>
          </p:cNvPr>
          <p:cNvGrpSpPr/>
          <p:nvPr/>
        </p:nvGrpSpPr>
        <p:grpSpPr>
          <a:xfrm rot="5400000" flipH="1">
            <a:off x="9607917" y="4468782"/>
            <a:ext cx="324106" cy="276532"/>
            <a:chOff x="1621155" y="831533"/>
            <a:chExt cx="226695" cy="224898"/>
          </a:xfrm>
        </p:grpSpPr>
        <p:cxnSp>
          <p:nvCxnSpPr>
            <p:cNvPr id="52" name="Straight Connector 51">
              <a:extLst>
                <a:ext uri="{FF2B5EF4-FFF2-40B4-BE49-F238E27FC236}">
                  <a16:creationId xmlns:a16="http://schemas.microsoft.com/office/drawing/2014/main" id="{F423FFBD-90F0-F8A8-C953-858F75C0BAF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9ADEBF3-DA9C-9710-6963-5883413B8E1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5F06022-DC56-7961-0842-CA1D3DD3BD4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EF3AD62-1B72-8D2A-69AC-438A8FFE00A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0439471-946A-CCBC-712D-42538E17F4E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F5067EC-ED43-E57D-F39E-D07F106D424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B816AFAA-3882-990E-5CB0-FA9AE42F832D}"/>
              </a:ext>
            </a:extLst>
          </p:cNvPr>
          <p:cNvGrpSpPr/>
          <p:nvPr/>
        </p:nvGrpSpPr>
        <p:grpSpPr>
          <a:xfrm rot="5400000" flipH="1">
            <a:off x="9345008" y="4468782"/>
            <a:ext cx="324106" cy="276532"/>
            <a:chOff x="1621155" y="831533"/>
            <a:chExt cx="226695" cy="224898"/>
          </a:xfrm>
        </p:grpSpPr>
        <p:cxnSp>
          <p:nvCxnSpPr>
            <p:cNvPr id="63" name="Straight Connector 62">
              <a:extLst>
                <a:ext uri="{FF2B5EF4-FFF2-40B4-BE49-F238E27FC236}">
                  <a16:creationId xmlns:a16="http://schemas.microsoft.com/office/drawing/2014/main" id="{F3AF3069-50FE-62A6-9DC3-83F9055CA02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57BB4E8-36EF-38B0-45E5-9ED3EF072FB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8CAB81B-F3D0-E0F8-80B5-62CE0572622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2924F8A-DABC-6A0C-F493-6819FA7C1AC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943CC76-CB6B-8871-3C37-9762CF236C5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6414BFF-D285-C00B-AE64-5EF83EDE51C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414126EC-D5B9-7F54-3202-01370E9F0339}"/>
              </a:ext>
            </a:extLst>
          </p:cNvPr>
          <p:cNvGrpSpPr/>
          <p:nvPr/>
        </p:nvGrpSpPr>
        <p:grpSpPr>
          <a:xfrm rot="5400000" flipH="1">
            <a:off x="9082098" y="4468782"/>
            <a:ext cx="324106" cy="276532"/>
            <a:chOff x="1621155" y="831533"/>
            <a:chExt cx="226695" cy="224898"/>
          </a:xfrm>
        </p:grpSpPr>
        <p:cxnSp>
          <p:nvCxnSpPr>
            <p:cNvPr id="70" name="Straight Connector 69">
              <a:extLst>
                <a:ext uri="{FF2B5EF4-FFF2-40B4-BE49-F238E27FC236}">
                  <a16:creationId xmlns:a16="http://schemas.microsoft.com/office/drawing/2014/main" id="{7E2D612A-9854-3EF8-485A-FE791C3EA81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0762445-0B53-57B7-08DD-0723B823E0B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634D8BF-8F40-3DEB-3A9F-57B831CB0C1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0D9E357-F6D5-3929-83B9-FB88DDF596B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735F135-FAF6-A780-18A7-54C9A1391BA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C2167F1-881E-4224-42B4-7C3DE568BF5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4323C096-A5A4-8AEB-471B-45B948CECC41}"/>
              </a:ext>
            </a:extLst>
          </p:cNvPr>
          <p:cNvGrpSpPr/>
          <p:nvPr/>
        </p:nvGrpSpPr>
        <p:grpSpPr>
          <a:xfrm rot="5400000" flipH="1">
            <a:off x="8819188" y="4468782"/>
            <a:ext cx="324106" cy="276532"/>
            <a:chOff x="1621155" y="831533"/>
            <a:chExt cx="226695" cy="224898"/>
          </a:xfrm>
        </p:grpSpPr>
        <p:cxnSp>
          <p:nvCxnSpPr>
            <p:cNvPr id="77" name="Straight Connector 76">
              <a:extLst>
                <a:ext uri="{FF2B5EF4-FFF2-40B4-BE49-F238E27FC236}">
                  <a16:creationId xmlns:a16="http://schemas.microsoft.com/office/drawing/2014/main" id="{E2B997DA-EB32-BE8C-8130-6B82F4C43C9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5E16407-9648-7C31-47C0-CB5B5B0AA7D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901EAD5-8F73-40FC-3AA4-2C4D7911F74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6E0CE58-A924-0AE6-1981-606FE61E0FB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7D04A47-7E76-349D-9294-92878BD2420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0FA8660-AEC9-3D0C-3ACB-76506475EBA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AB54B71F-8A12-5479-1849-D04FA4AF0B31}"/>
              </a:ext>
            </a:extLst>
          </p:cNvPr>
          <p:cNvGrpSpPr/>
          <p:nvPr/>
        </p:nvGrpSpPr>
        <p:grpSpPr>
          <a:xfrm rot="5400000" flipH="1">
            <a:off x="10659557" y="4087480"/>
            <a:ext cx="324106" cy="276532"/>
            <a:chOff x="1621155" y="831533"/>
            <a:chExt cx="226695" cy="224898"/>
          </a:xfrm>
        </p:grpSpPr>
        <p:cxnSp>
          <p:nvCxnSpPr>
            <p:cNvPr id="91" name="Straight Connector 90">
              <a:extLst>
                <a:ext uri="{FF2B5EF4-FFF2-40B4-BE49-F238E27FC236}">
                  <a16:creationId xmlns:a16="http://schemas.microsoft.com/office/drawing/2014/main" id="{CC7903DF-BADF-DCA9-EB64-5C037CB75E1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A802238-F64A-5C33-E5EF-E2168F54845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812A6F3-2DBF-CCFA-7E9B-1E9F2B177B4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0974AE4-2252-2491-2AC4-5D8876CED7E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C369844-8EBC-83EE-904A-6F84DFDC1B7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8B76F12-3DB4-3246-99A3-D61996A6881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6F7ECC15-93A8-B7A5-36E5-FA0DC1351E49}"/>
              </a:ext>
            </a:extLst>
          </p:cNvPr>
          <p:cNvGrpSpPr/>
          <p:nvPr/>
        </p:nvGrpSpPr>
        <p:grpSpPr>
          <a:xfrm rot="5400000" flipH="1">
            <a:off x="10396647" y="4087480"/>
            <a:ext cx="324106" cy="276532"/>
            <a:chOff x="1621155" y="831533"/>
            <a:chExt cx="226695" cy="224898"/>
          </a:xfrm>
        </p:grpSpPr>
        <p:cxnSp>
          <p:nvCxnSpPr>
            <p:cNvPr id="103" name="Straight Connector 102">
              <a:extLst>
                <a:ext uri="{FF2B5EF4-FFF2-40B4-BE49-F238E27FC236}">
                  <a16:creationId xmlns:a16="http://schemas.microsoft.com/office/drawing/2014/main" id="{CD3A822F-3F11-E6F3-35E7-1868694AEB3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52224D2-E2F4-F3C3-1598-4B7C020744D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E1D7331-BC4B-E16F-A131-25CB38A5583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FA233294-1C4D-3432-DDD1-1943C8E6015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F69288A5-5351-942C-80FD-6416F0EB6E4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DDC4BE-5202-5919-47AB-636D5EB8186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0FC6A45F-817B-74AA-5C4E-63275A498758}"/>
              </a:ext>
            </a:extLst>
          </p:cNvPr>
          <p:cNvGrpSpPr/>
          <p:nvPr/>
        </p:nvGrpSpPr>
        <p:grpSpPr>
          <a:xfrm rot="5400000" flipH="1">
            <a:off x="10133737" y="4087480"/>
            <a:ext cx="324106" cy="276532"/>
            <a:chOff x="1621155" y="831533"/>
            <a:chExt cx="226695" cy="224898"/>
          </a:xfrm>
        </p:grpSpPr>
        <p:cxnSp>
          <p:nvCxnSpPr>
            <p:cNvPr id="120" name="Straight Connector 119">
              <a:extLst>
                <a:ext uri="{FF2B5EF4-FFF2-40B4-BE49-F238E27FC236}">
                  <a16:creationId xmlns:a16="http://schemas.microsoft.com/office/drawing/2014/main" id="{8603E4B3-99E9-3B9D-365E-E2AA9DAB374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3C1E0AFA-F5B1-812B-7DD3-EAEAA853C72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891A36B-CCB5-B1D8-F0CE-AD4062CC7B9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BE63371D-8564-FCBA-F0E2-EEAC52DD18F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0CD893B0-4E21-7788-D2AD-CE71D0B5A69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08137AB-E91B-697F-335A-B9AC2FB9F55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6D008C60-8886-D586-A4EE-0692AC1CD6EC}"/>
              </a:ext>
            </a:extLst>
          </p:cNvPr>
          <p:cNvGrpSpPr/>
          <p:nvPr/>
        </p:nvGrpSpPr>
        <p:grpSpPr>
          <a:xfrm rot="5400000" flipH="1">
            <a:off x="9870827" y="4087480"/>
            <a:ext cx="324106" cy="276532"/>
            <a:chOff x="1621155" y="831533"/>
            <a:chExt cx="226695" cy="224898"/>
          </a:xfrm>
        </p:grpSpPr>
        <p:cxnSp>
          <p:nvCxnSpPr>
            <p:cNvPr id="129" name="Straight Connector 128">
              <a:extLst>
                <a:ext uri="{FF2B5EF4-FFF2-40B4-BE49-F238E27FC236}">
                  <a16:creationId xmlns:a16="http://schemas.microsoft.com/office/drawing/2014/main" id="{E351728D-1FB2-98FC-A8BF-F8E94E4324B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06D0F15-AE94-F16E-6E02-B2F4F994733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85D10BC-28A2-7C97-8FB9-F7E954F4834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FDCA417-E88B-4FE7-2239-0A87FB68695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8F279EB-6B3C-B181-1D04-3AEFCD67858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0D7A22FE-7B37-51E9-D828-8D130E7FDC6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D0746E83-EE22-4BCE-A018-6FC2ECB28C97}"/>
              </a:ext>
            </a:extLst>
          </p:cNvPr>
          <p:cNvGrpSpPr/>
          <p:nvPr/>
        </p:nvGrpSpPr>
        <p:grpSpPr>
          <a:xfrm rot="5400000" flipH="1">
            <a:off x="9607917" y="4087480"/>
            <a:ext cx="324106" cy="276532"/>
            <a:chOff x="1621155" y="831533"/>
            <a:chExt cx="226695" cy="224898"/>
          </a:xfrm>
        </p:grpSpPr>
        <p:cxnSp>
          <p:nvCxnSpPr>
            <p:cNvPr id="136" name="Straight Connector 135">
              <a:extLst>
                <a:ext uri="{FF2B5EF4-FFF2-40B4-BE49-F238E27FC236}">
                  <a16:creationId xmlns:a16="http://schemas.microsoft.com/office/drawing/2014/main" id="{30920259-689F-8AF0-3A5A-3FD49B6885F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D88E093-F091-C08F-B1E4-E5168BA45BA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4022FBF-536D-B973-F0FE-2212CCBAD9D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80A23A8-0725-CE01-878C-E773E65857C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BA936CF8-7549-F934-EB1B-3E9F133F632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DDEC4691-39C4-FC63-3D7E-5FF4DE45470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CD59F09E-0D42-24A6-8A47-66932AA2C806}"/>
              </a:ext>
            </a:extLst>
          </p:cNvPr>
          <p:cNvGrpSpPr/>
          <p:nvPr/>
        </p:nvGrpSpPr>
        <p:grpSpPr>
          <a:xfrm rot="5400000" flipH="1">
            <a:off x="9345008" y="4087480"/>
            <a:ext cx="324106" cy="276532"/>
            <a:chOff x="1621155" y="831533"/>
            <a:chExt cx="226695" cy="224898"/>
          </a:xfrm>
        </p:grpSpPr>
        <p:cxnSp>
          <p:nvCxnSpPr>
            <p:cNvPr id="143" name="Straight Connector 142">
              <a:extLst>
                <a:ext uri="{FF2B5EF4-FFF2-40B4-BE49-F238E27FC236}">
                  <a16:creationId xmlns:a16="http://schemas.microsoft.com/office/drawing/2014/main" id="{AFAA803C-6604-C0D2-27E1-2E02B42716C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0890483E-981F-2481-3BAD-DB7085F5189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15CAD6B-83A0-1808-5447-5302AD80682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50A095EA-246D-9DB1-37F3-EA552405A48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5B07A8F-3DA4-CA67-4872-7537EACEA55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4F6FCE0A-CE40-09F3-D332-E71EFC6E57D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9" name="Group 148">
            <a:extLst>
              <a:ext uri="{FF2B5EF4-FFF2-40B4-BE49-F238E27FC236}">
                <a16:creationId xmlns:a16="http://schemas.microsoft.com/office/drawing/2014/main" id="{B63C1496-4BDF-AD04-6F3A-A9120582D05E}"/>
              </a:ext>
            </a:extLst>
          </p:cNvPr>
          <p:cNvGrpSpPr/>
          <p:nvPr/>
        </p:nvGrpSpPr>
        <p:grpSpPr>
          <a:xfrm rot="5400000" flipH="1">
            <a:off x="9082098" y="4087480"/>
            <a:ext cx="324106" cy="276532"/>
            <a:chOff x="1621155" y="831533"/>
            <a:chExt cx="226695" cy="224898"/>
          </a:xfrm>
        </p:grpSpPr>
        <p:cxnSp>
          <p:nvCxnSpPr>
            <p:cNvPr id="150" name="Straight Connector 149">
              <a:extLst>
                <a:ext uri="{FF2B5EF4-FFF2-40B4-BE49-F238E27FC236}">
                  <a16:creationId xmlns:a16="http://schemas.microsoft.com/office/drawing/2014/main" id="{2E5850AF-2F71-5D97-620F-90E81F29CE2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65FCB82-6487-7323-080E-3D62533732F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7F9D3142-C8A7-74C9-B710-5CC115583BD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5E7D4678-7DEC-5FF4-F11B-26FC676D825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B7A51FC5-5A1C-96C6-1031-307B602C0C5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B47E23E2-161E-DD80-2C50-CF907339A3F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60CB0E15-BDB6-6CD7-9218-3AF1062438F5}"/>
              </a:ext>
            </a:extLst>
          </p:cNvPr>
          <p:cNvGrpSpPr/>
          <p:nvPr/>
        </p:nvGrpSpPr>
        <p:grpSpPr>
          <a:xfrm rot="5400000" flipH="1">
            <a:off x="8819188" y="4087480"/>
            <a:ext cx="324106" cy="276532"/>
            <a:chOff x="1621155" y="831533"/>
            <a:chExt cx="226695" cy="224898"/>
          </a:xfrm>
        </p:grpSpPr>
        <p:cxnSp>
          <p:nvCxnSpPr>
            <p:cNvPr id="157" name="Straight Connector 156">
              <a:extLst>
                <a:ext uri="{FF2B5EF4-FFF2-40B4-BE49-F238E27FC236}">
                  <a16:creationId xmlns:a16="http://schemas.microsoft.com/office/drawing/2014/main" id="{EDDDAD3E-1997-595E-A17F-B3DBBFF37CA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0D35B8D-AA67-900B-2185-9FC1B13537B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0F4D7962-D77F-D33E-1A25-45B14F1A582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61378981-437A-0D52-B4F4-CBD06D77B2A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0A484B17-102C-FF22-6100-214313043E6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76E9D32A-A888-1D38-FAAC-958FBCFF63B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id="{FDC06715-E8E2-11C5-8E0B-EE6E1ADE8925}"/>
              </a:ext>
            </a:extLst>
          </p:cNvPr>
          <p:cNvGrpSpPr/>
          <p:nvPr/>
        </p:nvGrpSpPr>
        <p:grpSpPr>
          <a:xfrm rot="5400000" flipH="1">
            <a:off x="10659557" y="3601675"/>
            <a:ext cx="324106" cy="276532"/>
            <a:chOff x="1621155" y="831533"/>
            <a:chExt cx="226695" cy="224898"/>
          </a:xfrm>
        </p:grpSpPr>
        <p:cxnSp>
          <p:nvCxnSpPr>
            <p:cNvPr id="164" name="Straight Connector 163">
              <a:extLst>
                <a:ext uri="{FF2B5EF4-FFF2-40B4-BE49-F238E27FC236}">
                  <a16:creationId xmlns:a16="http://schemas.microsoft.com/office/drawing/2014/main" id="{3B3BE9DC-3208-A25D-7922-42B4CEF9655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6E6FB86E-748C-26A6-C549-8980A1EDCF6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802852A1-7415-EA6F-BAED-CE9930B3055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EC9D91CF-2875-D322-3A47-C33E28305FB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8C09CD17-1626-F2D0-C0EB-8013838EC84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1954CD21-4B87-A332-38C3-9A6F73F0EB6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id="{33FED062-0DEF-CD52-08E6-2E613B7BE630}"/>
              </a:ext>
            </a:extLst>
          </p:cNvPr>
          <p:cNvGrpSpPr/>
          <p:nvPr/>
        </p:nvGrpSpPr>
        <p:grpSpPr>
          <a:xfrm rot="5400000" flipH="1">
            <a:off x="10396647" y="3601675"/>
            <a:ext cx="324106" cy="276532"/>
            <a:chOff x="1621155" y="831533"/>
            <a:chExt cx="226695" cy="224898"/>
          </a:xfrm>
        </p:grpSpPr>
        <p:cxnSp>
          <p:nvCxnSpPr>
            <p:cNvPr id="171" name="Straight Connector 170">
              <a:extLst>
                <a:ext uri="{FF2B5EF4-FFF2-40B4-BE49-F238E27FC236}">
                  <a16:creationId xmlns:a16="http://schemas.microsoft.com/office/drawing/2014/main" id="{C83E8484-17B4-CE60-7137-94AB2463921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A207590B-6661-1510-5DAC-1B2C5974FBA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A9259D33-5069-4DFF-93AF-BCACCEC9B51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46C02F73-E083-B9D6-8179-ED3AC50F165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1E8C8E8B-3254-7ED8-2166-56EC7EB4417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575DEB5E-0967-82A2-BF0A-D5555E5935D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7" name="Group 176">
            <a:extLst>
              <a:ext uri="{FF2B5EF4-FFF2-40B4-BE49-F238E27FC236}">
                <a16:creationId xmlns:a16="http://schemas.microsoft.com/office/drawing/2014/main" id="{DFA23A39-B836-CEFE-4EEF-37C3DBE1B50E}"/>
              </a:ext>
            </a:extLst>
          </p:cNvPr>
          <p:cNvGrpSpPr/>
          <p:nvPr/>
        </p:nvGrpSpPr>
        <p:grpSpPr>
          <a:xfrm rot="5400000" flipH="1">
            <a:off x="10133737" y="3601675"/>
            <a:ext cx="324106" cy="276532"/>
            <a:chOff x="1621155" y="831533"/>
            <a:chExt cx="226695" cy="224898"/>
          </a:xfrm>
        </p:grpSpPr>
        <p:cxnSp>
          <p:nvCxnSpPr>
            <p:cNvPr id="178" name="Straight Connector 177">
              <a:extLst>
                <a:ext uri="{FF2B5EF4-FFF2-40B4-BE49-F238E27FC236}">
                  <a16:creationId xmlns:a16="http://schemas.microsoft.com/office/drawing/2014/main" id="{2DF2F135-69AF-3DC8-A3A4-BC089AE02B8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65352A7B-B701-6A9C-573B-2A8F72BA6A7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A11FBFF-12E5-9085-BAF4-ABFC604845F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0B2AB469-C2A4-9F1C-991D-A6140EF6703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C5A8C53-C305-3260-999C-3BFD7099723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3CD2FD15-B9C0-72AC-76AD-FF5145EBBFB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84" name="Group 183">
            <a:extLst>
              <a:ext uri="{FF2B5EF4-FFF2-40B4-BE49-F238E27FC236}">
                <a16:creationId xmlns:a16="http://schemas.microsoft.com/office/drawing/2014/main" id="{C442E32E-B646-97A0-6905-27C88C9133C1}"/>
              </a:ext>
            </a:extLst>
          </p:cNvPr>
          <p:cNvGrpSpPr/>
          <p:nvPr/>
        </p:nvGrpSpPr>
        <p:grpSpPr>
          <a:xfrm rot="5400000" flipH="1">
            <a:off x="9870827" y="3601675"/>
            <a:ext cx="324106" cy="276532"/>
            <a:chOff x="1621155" y="831533"/>
            <a:chExt cx="226695" cy="224898"/>
          </a:xfrm>
        </p:grpSpPr>
        <p:cxnSp>
          <p:nvCxnSpPr>
            <p:cNvPr id="185" name="Straight Connector 184">
              <a:extLst>
                <a:ext uri="{FF2B5EF4-FFF2-40B4-BE49-F238E27FC236}">
                  <a16:creationId xmlns:a16="http://schemas.microsoft.com/office/drawing/2014/main" id="{FE01A866-07A0-20FA-DF1D-43F0FB36465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73490409-E635-84DB-C0FA-8471EB9686B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DFDB648B-F901-0790-9081-CB4A13F2F21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B3333686-0F82-7F06-72CE-E9624E0EC00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1CF3D1F0-1F06-5D83-7109-B005E78EB65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61E20D07-C402-14A7-2B6F-B2C326A8610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1" name="Group 190">
            <a:extLst>
              <a:ext uri="{FF2B5EF4-FFF2-40B4-BE49-F238E27FC236}">
                <a16:creationId xmlns:a16="http://schemas.microsoft.com/office/drawing/2014/main" id="{26C18616-01C8-A3F5-1604-B9EEA5B7D0A0}"/>
              </a:ext>
            </a:extLst>
          </p:cNvPr>
          <p:cNvGrpSpPr/>
          <p:nvPr/>
        </p:nvGrpSpPr>
        <p:grpSpPr>
          <a:xfrm rot="5400000" flipH="1">
            <a:off x="9607917" y="3601675"/>
            <a:ext cx="324106" cy="276532"/>
            <a:chOff x="1621155" y="831533"/>
            <a:chExt cx="226695" cy="224898"/>
          </a:xfrm>
        </p:grpSpPr>
        <p:cxnSp>
          <p:nvCxnSpPr>
            <p:cNvPr id="192" name="Straight Connector 191">
              <a:extLst>
                <a:ext uri="{FF2B5EF4-FFF2-40B4-BE49-F238E27FC236}">
                  <a16:creationId xmlns:a16="http://schemas.microsoft.com/office/drawing/2014/main" id="{2CA222D7-CEFE-24E6-04CC-5ECBDF6D89C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EE8F4E4B-AB6D-9A17-CA37-6A3517D4F2C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73ABCE9A-5AAF-067A-5325-9D85DA411B8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6F85E38B-DCAC-D7FE-CB8E-D6521BB7159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E9E1426B-E92E-A241-2DF2-321969171C3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2560E0CB-DEC7-5713-42AD-1E5859B5156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8" name="Group 197">
            <a:extLst>
              <a:ext uri="{FF2B5EF4-FFF2-40B4-BE49-F238E27FC236}">
                <a16:creationId xmlns:a16="http://schemas.microsoft.com/office/drawing/2014/main" id="{CBC78469-197D-D4B1-0E59-3E0C6E35ABC2}"/>
              </a:ext>
            </a:extLst>
          </p:cNvPr>
          <p:cNvGrpSpPr/>
          <p:nvPr/>
        </p:nvGrpSpPr>
        <p:grpSpPr>
          <a:xfrm rot="5400000" flipH="1">
            <a:off x="9345008" y="3601675"/>
            <a:ext cx="324106" cy="276532"/>
            <a:chOff x="1621155" y="831533"/>
            <a:chExt cx="226695" cy="224898"/>
          </a:xfrm>
        </p:grpSpPr>
        <p:cxnSp>
          <p:nvCxnSpPr>
            <p:cNvPr id="199" name="Straight Connector 198">
              <a:extLst>
                <a:ext uri="{FF2B5EF4-FFF2-40B4-BE49-F238E27FC236}">
                  <a16:creationId xmlns:a16="http://schemas.microsoft.com/office/drawing/2014/main" id="{0E92B3DA-1332-CFA7-5000-052477695DF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DD089D3A-875C-F474-D281-B6DAB09D48C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B1B8A76B-124B-90CA-D798-BEE26568B5D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264613FD-3D59-847A-2F20-76F4A909FDF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CDFD162-7907-E4F9-0C63-E8B90761ECF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BADF8888-D97A-B006-7499-4B20C5C5C51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05" name="Group 204">
            <a:extLst>
              <a:ext uri="{FF2B5EF4-FFF2-40B4-BE49-F238E27FC236}">
                <a16:creationId xmlns:a16="http://schemas.microsoft.com/office/drawing/2014/main" id="{61F86233-A8B9-CA5F-9383-1A26DAF21F07}"/>
              </a:ext>
            </a:extLst>
          </p:cNvPr>
          <p:cNvGrpSpPr/>
          <p:nvPr/>
        </p:nvGrpSpPr>
        <p:grpSpPr>
          <a:xfrm rot="5400000" flipH="1">
            <a:off x="9082098" y="3601675"/>
            <a:ext cx="324106" cy="276532"/>
            <a:chOff x="1621155" y="831533"/>
            <a:chExt cx="226695" cy="224898"/>
          </a:xfrm>
        </p:grpSpPr>
        <p:cxnSp>
          <p:nvCxnSpPr>
            <p:cNvPr id="206" name="Straight Connector 205">
              <a:extLst>
                <a:ext uri="{FF2B5EF4-FFF2-40B4-BE49-F238E27FC236}">
                  <a16:creationId xmlns:a16="http://schemas.microsoft.com/office/drawing/2014/main" id="{5659D0AC-15E9-DDB3-CD11-98B45C75D51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5A421825-68B9-2F55-1134-F601573B123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BD272955-89B9-E73C-02D7-D9AD781D674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D2E8DF8F-2BFC-CABB-F74F-2F835A5A5FF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2E7E88D3-BF38-9F72-EB3D-284EC3DADA0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1268715F-BA05-B08C-14FB-F53F88EDE1B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0F8D3A20-78F5-9FC0-70A6-8186E0C1D94E}"/>
              </a:ext>
            </a:extLst>
          </p:cNvPr>
          <p:cNvGrpSpPr/>
          <p:nvPr/>
        </p:nvGrpSpPr>
        <p:grpSpPr>
          <a:xfrm rot="5400000" flipH="1">
            <a:off x="8819188" y="3601675"/>
            <a:ext cx="324106" cy="276532"/>
            <a:chOff x="1621155" y="831533"/>
            <a:chExt cx="226695" cy="224898"/>
          </a:xfrm>
        </p:grpSpPr>
        <p:cxnSp>
          <p:nvCxnSpPr>
            <p:cNvPr id="213" name="Straight Connector 212">
              <a:extLst>
                <a:ext uri="{FF2B5EF4-FFF2-40B4-BE49-F238E27FC236}">
                  <a16:creationId xmlns:a16="http://schemas.microsoft.com/office/drawing/2014/main" id="{2EE1F411-CEA5-6CAE-C5E4-19EF173F7E9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78F340C1-613E-13F7-C9CB-2D45FADC32A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96B1282C-BD1F-3030-5916-6E9A5507319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199C3749-FFB1-1C52-70F5-5A2F9C3C843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0B67920-0930-53B1-C0E6-2D32B3D880E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7779A43C-5A04-B3C0-CF2F-9FC84101C66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9" name="Group 218">
            <a:extLst>
              <a:ext uri="{FF2B5EF4-FFF2-40B4-BE49-F238E27FC236}">
                <a16:creationId xmlns:a16="http://schemas.microsoft.com/office/drawing/2014/main" id="{007B1116-482D-448E-CF1B-CE2AF31E8ED2}"/>
              </a:ext>
            </a:extLst>
          </p:cNvPr>
          <p:cNvGrpSpPr/>
          <p:nvPr/>
        </p:nvGrpSpPr>
        <p:grpSpPr>
          <a:xfrm rot="5400000" flipH="1">
            <a:off x="10659557" y="3220373"/>
            <a:ext cx="324106" cy="276532"/>
            <a:chOff x="1621155" y="831533"/>
            <a:chExt cx="226695" cy="224898"/>
          </a:xfrm>
        </p:grpSpPr>
        <p:cxnSp>
          <p:nvCxnSpPr>
            <p:cNvPr id="220" name="Straight Connector 219">
              <a:extLst>
                <a:ext uri="{FF2B5EF4-FFF2-40B4-BE49-F238E27FC236}">
                  <a16:creationId xmlns:a16="http://schemas.microsoft.com/office/drawing/2014/main" id="{52E80303-A467-78E6-9D34-28A26892D69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399B17C6-FA49-2FE6-B945-9D91C5425FA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6F2949EC-2B5B-34A9-BFE3-FF9890B900C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EDD2F1E3-F9C3-7413-A464-95573E9A821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E061A2AF-E48A-EB64-909A-4CAE1BED703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067B585-5125-3AFE-D018-285273EA6EA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26" name="Group 225">
            <a:extLst>
              <a:ext uri="{FF2B5EF4-FFF2-40B4-BE49-F238E27FC236}">
                <a16:creationId xmlns:a16="http://schemas.microsoft.com/office/drawing/2014/main" id="{99F52806-76EE-C944-D094-66B7A055FE67}"/>
              </a:ext>
            </a:extLst>
          </p:cNvPr>
          <p:cNvGrpSpPr/>
          <p:nvPr/>
        </p:nvGrpSpPr>
        <p:grpSpPr>
          <a:xfrm rot="5400000" flipH="1">
            <a:off x="10396647" y="3220373"/>
            <a:ext cx="324106" cy="276532"/>
            <a:chOff x="1621155" y="831533"/>
            <a:chExt cx="226695" cy="224898"/>
          </a:xfrm>
        </p:grpSpPr>
        <p:cxnSp>
          <p:nvCxnSpPr>
            <p:cNvPr id="227" name="Straight Connector 226">
              <a:extLst>
                <a:ext uri="{FF2B5EF4-FFF2-40B4-BE49-F238E27FC236}">
                  <a16:creationId xmlns:a16="http://schemas.microsoft.com/office/drawing/2014/main" id="{935D09E0-93FC-728C-ABEA-9B8358F430C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7F1139B3-1CF7-4E94-6E0E-FB766F8D4EC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C831550F-4957-A4FD-0E3F-9794C43FE20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C00218D6-BE78-D373-81A5-D43DCAD6A0D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8CB58271-06F3-E8CF-B756-9E6F32BF124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0944E379-BCFA-0283-386A-9399545F17B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33" name="Group 232">
            <a:extLst>
              <a:ext uri="{FF2B5EF4-FFF2-40B4-BE49-F238E27FC236}">
                <a16:creationId xmlns:a16="http://schemas.microsoft.com/office/drawing/2014/main" id="{28A56AB3-EA1F-C336-1D2A-9BE44572AB87}"/>
              </a:ext>
            </a:extLst>
          </p:cNvPr>
          <p:cNvGrpSpPr/>
          <p:nvPr/>
        </p:nvGrpSpPr>
        <p:grpSpPr>
          <a:xfrm rot="5400000" flipH="1">
            <a:off x="10133737" y="3220373"/>
            <a:ext cx="324106" cy="276532"/>
            <a:chOff x="1621155" y="831533"/>
            <a:chExt cx="226695" cy="224898"/>
          </a:xfrm>
        </p:grpSpPr>
        <p:cxnSp>
          <p:nvCxnSpPr>
            <p:cNvPr id="234" name="Straight Connector 233">
              <a:extLst>
                <a:ext uri="{FF2B5EF4-FFF2-40B4-BE49-F238E27FC236}">
                  <a16:creationId xmlns:a16="http://schemas.microsoft.com/office/drawing/2014/main" id="{1599F341-4957-014C-7DC1-98DF6133E88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9CFCC5E9-B8DE-B547-D2F7-46BCECFD18E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C52685E-2C0F-7B4C-5E7B-7B5EF501FBC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050C9CE-D5E7-BBAD-46AE-8578578EDCD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573A9305-F655-D37F-3868-8343168A57C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9D4F50D-C6EC-EFE8-2A06-5387ECA8C58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0" name="Group 239">
            <a:extLst>
              <a:ext uri="{FF2B5EF4-FFF2-40B4-BE49-F238E27FC236}">
                <a16:creationId xmlns:a16="http://schemas.microsoft.com/office/drawing/2014/main" id="{17CA54D4-0996-C922-07EE-90F2D29613D3}"/>
              </a:ext>
            </a:extLst>
          </p:cNvPr>
          <p:cNvGrpSpPr/>
          <p:nvPr/>
        </p:nvGrpSpPr>
        <p:grpSpPr>
          <a:xfrm rot="5400000" flipH="1">
            <a:off x="9870827" y="3220373"/>
            <a:ext cx="324106" cy="276532"/>
            <a:chOff x="1621155" y="831533"/>
            <a:chExt cx="226695" cy="224898"/>
          </a:xfrm>
        </p:grpSpPr>
        <p:cxnSp>
          <p:nvCxnSpPr>
            <p:cNvPr id="241" name="Straight Connector 240">
              <a:extLst>
                <a:ext uri="{FF2B5EF4-FFF2-40B4-BE49-F238E27FC236}">
                  <a16:creationId xmlns:a16="http://schemas.microsoft.com/office/drawing/2014/main" id="{3F087533-8190-75CC-CB7B-F4B48A1C54D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DD8271BF-052D-C5F0-393B-E49E8317B32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FDBA571B-AA7D-C523-44D7-F069635C2CE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799EB008-4C4A-2B66-FD30-475DA7A4C1A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2667074C-AB8A-6E2B-B598-836837E8750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1A38BBDC-71F3-A84D-3B59-38F80FF679E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7" name="Group 246">
            <a:extLst>
              <a:ext uri="{FF2B5EF4-FFF2-40B4-BE49-F238E27FC236}">
                <a16:creationId xmlns:a16="http://schemas.microsoft.com/office/drawing/2014/main" id="{AAB98387-252A-4C0B-5C70-26D0DA6E66A2}"/>
              </a:ext>
            </a:extLst>
          </p:cNvPr>
          <p:cNvGrpSpPr/>
          <p:nvPr/>
        </p:nvGrpSpPr>
        <p:grpSpPr>
          <a:xfrm rot="5400000" flipH="1">
            <a:off x="9607917" y="3220373"/>
            <a:ext cx="324106" cy="276532"/>
            <a:chOff x="1621155" y="831533"/>
            <a:chExt cx="226695" cy="224898"/>
          </a:xfrm>
        </p:grpSpPr>
        <p:cxnSp>
          <p:nvCxnSpPr>
            <p:cNvPr id="248" name="Straight Connector 247">
              <a:extLst>
                <a:ext uri="{FF2B5EF4-FFF2-40B4-BE49-F238E27FC236}">
                  <a16:creationId xmlns:a16="http://schemas.microsoft.com/office/drawing/2014/main" id="{6C2F1600-93D6-6437-D89E-5203441053A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05F51109-23AB-1571-7233-D6421CA5772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B126E104-F818-7298-E15C-34DCCA2201C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EF07E2F-9C1B-5E77-47DB-D4423D1B1CF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5314CCD-AA70-62B2-D39C-FC094DFE52B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913565F2-1BEB-48D0-B39F-E329650EA71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58D1E7AD-E6D5-558D-5661-B90399C673E5}"/>
              </a:ext>
            </a:extLst>
          </p:cNvPr>
          <p:cNvGrpSpPr/>
          <p:nvPr/>
        </p:nvGrpSpPr>
        <p:grpSpPr>
          <a:xfrm rot="5400000" flipH="1">
            <a:off x="9345008" y="3220373"/>
            <a:ext cx="324106" cy="276532"/>
            <a:chOff x="1621155" y="831533"/>
            <a:chExt cx="226695" cy="224898"/>
          </a:xfrm>
        </p:grpSpPr>
        <p:cxnSp>
          <p:nvCxnSpPr>
            <p:cNvPr id="255" name="Straight Connector 254">
              <a:extLst>
                <a:ext uri="{FF2B5EF4-FFF2-40B4-BE49-F238E27FC236}">
                  <a16:creationId xmlns:a16="http://schemas.microsoft.com/office/drawing/2014/main" id="{90A6112B-D5E4-0286-5DEE-6CFFFC65767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EBDFF1B3-C4AE-BCB2-053B-D371E3404BF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F23BC291-4912-EB6D-DBD7-618D64632EE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FDD545B-E3D6-1291-70D2-1F89E9D471E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A2F5C70D-38BC-43AC-3601-93B2A45A370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B437888B-8B5D-B6C5-0909-717515E50E5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2700304E-1809-BE66-9F95-35954E0D3DF6}"/>
              </a:ext>
            </a:extLst>
          </p:cNvPr>
          <p:cNvGrpSpPr/>
          <p:nvPr/>
        </p:nvGrpSpPr>
        <p:grpSpPr>
          <a:xfrm rot="5400000" flipH="1">
            <a:off x="9082098" y="3220373"/>
            <a:ext cx="324106" cy="276532"/>
            <a:chOff x="1621155" y="831533"/>
            <a:chExt cx="226695" cy="224898"/>
          </a:xfrm>
        </p:grpSpPr>
        <p:cxnSp>
          <p:nvCxnSpPr>
            <p:cNvPr id="262" name="Straight Connector 261">
              <a:extLst>
                <a:ext uri="{FF2B5EF4-FFF2-40B4-BE49-F238E27FC236}">
                  <a16:creationId xmlns:a16="http://schemas.microsoft.com/office/drawing/2014/main" id="{1030E914-66FC-5979-FAFC-EE379FC595E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B5ACC9E8-1DD6-D64E-5EA3-CE480EF642A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48E23AC8-311A-8123-242A-AB1CE8918AE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2CEC73EF-57CF-B0D0-9225-88AB3EDCE78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32B82747-F43E-ED01-B8EA-38EAA502C7E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E550836-5B7A-A4A7-F2FC-1608ED1B693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8" name="Group 267">
            <a:extLst>
              <a:ext uri="{FF2B5EF4-FFF2-40B4-BE49-F238E27FC236}">
                <a16:creationId xmlns:a16="http://schemas.microsoft.com/office/drawing/2014/main" id="{402371E0-F6F3-782C-890C-A65596940142}"/>
              </a:ext>
            </a:extLst>
          </p:cNvPr>
          <p:cNvGrpSpPr/>
          <p:nvPr/>
        </p:nvGrpSpPr>
        <p:grpSpPr>
          <a:xfrm rot="5400000" flipH="1">
            <a:off x="8819188" y="3220373"/>
            <a:ext cx="324106" cy="276532"/>
            <a:chOff x="1621155" y="831533"/>
            <a:chExt cx="226695" cy="224898"/>
          </a:xfrm>
        </p:grpSpPr>
        <p:cxnSp>
          <p:nvCxnSpPr>
            <p:cNvPr id="269" name="Straight Connector 268">
              <a:extLst>
                <a:ext uri="{FF2B5EF4-FFF2-40B4-BE49-F238E27FC236}">
                  <a16:creationId xmlns:a16="http://schemas.microsoft.com/office/drawing/2014/main" id="{DA83D105-7CA3-952A-E6F9-25E32D34AFD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982CF46F-E7CB-41EB-AD72-5E562DF2869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B76ECE0E-5C31-24A7-F49C-2045348A321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2DA5A2B6-34D8-2F5A-C6BC-DF75C1CB0C2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F5CA4260-7F36-28E0-0FEF-4D5907F7F4F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B98890CF-6C64-2AA5-4EB0-E0C5624E2CA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a16="http://schemas.microsoft.com/office/drawing/2014/main" id="{E3A2F13E-4E0A-0F63-0B15-D462C3B3305A}"/>
              </a:ext>
            </a:extLst>
          </p:cNvPr>
          <p:cNvGrpSpPr/>
          <p:nvPr/>
        </p:nvGrpSpPr>
        <p:grpSpPr>
          <a:xfrm rot="5400000" flipH="1">
            <a:off x="10659557" y="6174053"/>
            <a:ext cx="324106" cy="276532"/>
            <a:chOff x="1621155" y="831533"/>
            <a:chExt cx="226695" cy="224898"/>
          </a:xfrm>
        </p:grpSpPr>
        <p:cxnSp>
          <p:nvCxnSpPr>
            <p:cNvPr id="277" name="Straight Connector 276">
              <a:extLst>
                <a:ext uri="{FF2B5EF4-FFF2-40B4-BE49-F238E27FC236}">
                  <a16:creationId xmlns:a16="http://schemas.microsoft.com/office/drawing/2014/main" id="{82AEB926-39EB-BE5F-1EFD-1C5775E2B04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BEE5FDF8-C7C3-B59B-246F-F7A2EF9E69C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246A14AA-DD83-54E0-2B56-2A7B5543918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8BD5673-2F07-BA76-D939-274DA4452E3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0897AE29-08E3-BE5B-AB43-16AEED32A76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02245582-A816-16F4-ABD1-E0F35D479ED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83" name="Group 282">
            <a:extLst>
              <a:ext uri="{FF2B5EF4-FFF2-40B4-BE49-F238E27FC236}">
                <a16:creationId xmlns:a16="http://schemas.microsoft.com/office/drawing/2014/main" id="{BBE857FC-B28C-CF2D-1FC0-A976D5E98626}"/>
              </a:ext>
            </a:extLst>
          </p:cNvPr>
          <p:cNvGrpSpPr/>
          <p:nvPr/>
        </p:nvGrpSpPr>
        <p:grpSpPr>
          <a:xfrm rot="5400000" flipH="1">
            <a:off x="10396647" y="6174053"/>
            <a:ext cx="324106" cy="276532"/>
            <a:chOff x="1621155" y="831533"/>
            <a:chExt cx="226695" cy="224898"/>
          </a:xfrm>
        </p:grpSpPr>
        <p:cxnSp>
          <p:nvCxnSpPr>
            <p:cNvPr id="284" name="Straight Connector 283">
              <a:extLst>
                <a:ext uri="{FF2B5EF4-FFF2-40B4-BE49-F238E27FC236}">
                  <a16:creationId xmlns:a16="http://schemas.microsoft.com/office/drawing/2014/main" id="{72E6B2D4-7991-E811-8246-21B0AAF2272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514C294C-445E-84F3-7D25-E1B50C141DB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7DD717DF-0B3F-D111-7A38-C673AD62968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521D6FC9-2E28-C883-5D66-A265BD1BBBF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879499C4-E456-14BB-6C48-C91967D8FF4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D14864CA-85C7-DD0C-63CE-0230A4DF1EE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0" name="Group 289">
            <a:extLst>
              <a:ext uri="{FF2B5EF4-FFF2-40B4-BE49-F238E27FC236}">
                <a16:creationId xmlns:a16="http://schemas.microsoft.com/office/drawing/2014/main" id="{851CA74A-28FA-9BC8-79FF-828C414A4806}"/>
              </a:ext>
            </a:extLst>
          </p:cNvPr>
          <p:cNvGrpSpPr/>
          <p:nvPr/>
        </p:nvGrpSpPr>
        <p:grpSpPr>
          <a:xfrm rot="5400000" flipH="1">
            <a:off x="10133737" y="6174053"/>
            <a:ext cx="324106" cy="276532"/>
            <a:chOff x="1621155" y="831533"/>
            <a:chExt cx="226695" cy="224898"/>
          </a:xfrm>
        </p:grpSpPr>
        <p:cxnSp>
          <p:nvCxnSpPr>
            <p:cNvPr id="291" name="Straight Connector 290">
              <a:extLst>
                <a:ext uri="{FF2B5EF4-FFF2-40B4-BE49-F238E27FC236}">
                  <a16:creationId xmlns:a16="http://schemas.microsoft.com/office/drawing/2014/main" id="{E6591228-FF9C-7F41-6DD8-CF97E56EF3D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AB7914DB-18D0-BAC5-BDDE-E4FFE9068C4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B1DFAB76-47AA-7153-0293-C3EE1450D48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16F9373C-3B88-703D-7CAA-016B2D65D4E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03B04DD6-E63D-6816-1C3D-F512804B30D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2765485-F769-25F2-C0F2-D30962BC2ED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7" name="Group 296">
            <a:extLst>
              <a:ext uri="{FF2B5EF4-FFF2-40B4-BE49-F238E27FC236}">
                <a16:creationId xmlns:a16="http://schemas.microsoft.com/office/drawing/2014/main" id="{DE8B5A74-C8BD-79BC-5D03-C0A10394BAA1}"/>
              </a:ext>
            </a:extLst>
          </p:cNvPr>
          <p:cNvGrpSpPr/>
          <p:nvPr/>
        </p:nvGrpSpPr>
        <p:grpSpPr>
          <a:xfrm rot="5400000" flipH="1">
            <a:off x="9870827" y="6174053"/>
            <a:ext cx="324106" cy="276532"/>
            <a:chOff x="1621155" y="831533"/>
            <a:chExt cx="226695" cy="224898"/>
          </a:xfrm>
        </p:grpSpPr>
        <p:cxnSp>
          <p:nvCxnSpPr>
            <p:cNvPr id="298" name="Straight Connector 297">
              <a:extLst>
                <a:ext uri="{FF2B5EF4-FFF2-40B4-BE49-F238E27FC236}">
                  <a16:creationId xmlns:a16="http://schemas.microsoft.com/office/drawing/2014/main" id="{9D33C361-3CB7-4644-FCCA-9B63E62A5E0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BC3E6E8F-757A-C726-DC89-D581B1FAEF8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4D279569-D30F-1A3D-2A6F-17B74306B3A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5EDBF0A7-9D36-D6B2-C93D-DA951293F8A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70599DF4-532C-1EC2-99CC-4B9D9C3D20E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9472DDA6-A9A0-7631-0D55-C782C10E472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04" name="Group 303">
            <a:extLst>
              <a:ext uri="{FF2B5EF4-FFF2-40B4-BE49-F238E27FC236}">
                <a16:creationId xmlns:a16="http://schemas.microsoft.com/office/drawing/2014/main" id="{2DFD9430-5644-0196-CB9E-8B95CF04C4FC}"/>
              </a:ext>
            </a:extLst>
          </p:cNvPr>
          <p:cNvGrpSpPr/>
          <p:nvPr/>
        </p:nvGrpSpPr>
        <p:grpSpPr>
          <a:xfrm rot="5400000" flipH="1">
            <a:off x="9607917" y="6174053"/>
            <a:ext cx="324106" cy="276532"/>
            <a:chOff x="1621155" y="831533"/>
            <a:chExt cx="226695" cy="224898"/>
          </a:xfrm>
        </p:grpSpPr>
        <p:cxnSp>
          <p:nvCxnSpPr>
            <p:cNvPr id="305" name="Straight Connector 304">
              <a:extLst>
                <a:ext uri="{FF2B5EF4-FFF2-40B4-BE49-F238E27FC236}">
                  <a16:creationId xmlns:a16="http://schemas.microsoft.com/office/drawing/2014/main" id="{7E80E3C6-81D9-B71D-2EC9-4687C7F545A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09C78454-E469-84D0-2549-726F3BF5B3D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5AFB20BB-F59E-1D52-C831-BC8F24CEDEF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7F9F7E3E-4B78-3F08-8D69-B9DADE06097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ABBD4BFE-DEB7-D424-3C22-598EE1D77BB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9A1A0FEE-3BE3-85B4-71B9-B9BA606B0DC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1" name="Group 310">
            <a:extLst>
              <a:ext uri="{FF2B5EF4-FFF2-40B4-BE49-F238E27FC236}">
                <a16:creationId xmlns:a16="http://schemas.microsoft.com/office/drawing/2014/main" id="{8C200651-E262-3599-70B2-92C38E98892B}"/>
              </a:ext>
            </a:extLst>
          </p:cNvPr>
          <p:cNvGrpSpPr/>
          <p:nvPr/>
        </p:nvGrpSpPr>
        <p:grpSpPr>
          <a:xfrm rot="5400000" flipH="1">
            <a:off x="9345008" y="6174053"/>
            <a:ext cx="324106" cy="276532"/>
            <a:chOff x="1621155" y="831533"/>
            <a:chExt cx="226695" cy="224898"/>
          </a:xfrm>
        </p:grpSpPr>
        <p:cxnSp>
          <p:nvCxnSpPr>
            <p:cNvPr id="312" name="Straight Connector 311">
              <a:extLst>
                <a:ext uri="{FF2B5EF4-FFF2-40B4-BE49-F238E27FC236}">
                  <a16:creationId xmlns:a16="http://schemas.microsoft.com/office/drawing/2014/main" id="{BB7E1AB4-5706-082D-B21D-A508DA9C4AC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7D00EC6C-2B48-C49C-4D47-576D0533F2A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D3736087-8A9D-EA44-15D1-993F3AB18C5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1C2BF017-869B-09B9-305E-01F4EE6831E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94AD08C0-22B5-2B6E-62A6-E069DD902B4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12D6BC5E-5C84-1D1E-BCCA-C533CE48B83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8" name="Group 317">
            <a:extLst>
              <a:ext uri="{FF2B5EF4-FFF2-40B4-BE49-F238E27FC236}">
                <a16:creationId xmlns:a16="http://schemas.microsoft.com/office/drawing/2014/main" id="{F49A9491-4E81-C29E-CEC8-539BCB3C267A}"/>
              </a:ext>
            </a:extLst>
          </p:cNvPr>
          <p:cNvGrpSpPr/>
          <p:nvPr/>
        </p:nvGrpSpPr>
        <p:grpSpPr>
          <a:xfrm rot="5400000" flipH="1">
            <a:off x="9082098" y="6174053"/>
            <a:ext cx="324106" cy="276532"/>
            <a:chOff x="1621155" y="831533"/>
            <a:chExt cx="226695" cy="224898"/>
          </a:xfrm>
        </p:grpSpPr>
        <p:cxnSp>
          <p:nvCxnSpPr>
            <p:cNvPr id="319" name="Straight Connector 318">
              <a:extLst>
                <a:ext uri="{FF2B5EF4-FFF2-40B4-BE49-F238E27FC236}">
                  <a16:creationId xmlns:a16="http://schemas.microsoft.com/office/drawing/2014/main" id="{ED6ADC19-BC83-9519-CF03-521D7C8223E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A37C1879-A20A-94A7-5722-29B005AF1D4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9CF08D7D-BD45-32BA-FCC3-F8455103387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6094D206-6CB9-CDDB-887D-FD16A4C230B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64E45BDA-2E20-FF84-1689-4EB0E460761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C07B81F7-B674-5F8A-C510-428BE83EE6C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5" name="Group 324">
            <a:extLst>
              <a:ext uri="{FF2B5EF4-FFF2-40B4-BE49-F238E27FC236}">
                <a16:creationId xmlns:a16="http://schemas.microsoft.com/office/drawing/2014/main" id="{42A7C380-877D-B769-AE1B-12A259BDC061}"/>
              </a:ext>
            </a:extLst>
          </p:cNvPr>
          <p:cNvGrpSpPr/>
          <p:nvPr/>
        </p:nvGrpSpPr>
        <p:grpSpPr>
          <a:xfrm rot="5400000" flipH="1">
            <a:off x="8819188" y="6174053"/>
            <a:ext cx="324106" cy="276532"/>
            <a:chOff x="1621155" y="831533"/>
            <a:chExt cx="226695" cy="224898"/>
          </a:xfrm>
        </p:grpSpPr>
        <p:cxnSp>
          <p:nvCxnSpPr>
            <p:cNvPr id="326" name="Straight Connector 325">
              <a:extLst>
                <a:ext uri="{FF2B5EF4-FFF2-40B4-BE49-F238E27FC236}">
                  <a16:creationId xmlns:a16="http://schemas.microsoft.com/office/drawing/2014/main" id="{8DD86D36-6212-CC1E-3E51-B9365EDE957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D8B1D113-DB15-CABF-797F-4604CF28447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013483C5-D57E-E703-A117-FD58326555A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8B2C2C13-6612-8A5E-73C2-FF83539BBD9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D71D6A9C-72BF-2D82-84D5-B7DE23C105E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DD217C8F-7169-B002-5F9D-FB8D66ADEDD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2" name="Group 331">
            <a:extLst>
              <a:ext uri="{FF2B5EF4-FFF2-40B4-BE49-F238E27FC236}">
                <a16:creationId xmlns:a16="http://schemas.microsoft.com/office/drawing/2014/main" id="{F8A8392C-3473-4B99-AF18-B862EFADE89E}"/>
              </a:ext>
            </a:extLst>
          </p:cNvPr>
          <p:cNvGrpSpPr/>
          <p:nvPr/>
        </p:nvGrpSpPr>
        <p:grpSpPr>
          <a:xfrm rot="5400000" flipH="1">
            <a:off x="10659557" y="5792751"/>
            <a:ext cx="324106" cy="276532"/>
            <a:chOff x="1621155" y="831533"/>
            <a:chExt cx="226695" cy="224898"/>
          </a:xfrm>
        </p:grpSpPr>
        <p:cxnSp>
          <p:nvCxnSpPr>
            <p:cNvPr id="333" name="Straight Connector 332">
              <a:extLst>
                <a:ext uri="{FF2B5EF4-FFF2-40B4-BE49-F238E27FC236}">
                  <a16:creationId xmlns:a16="http://schemas.microsoft.com/office/drawing/2014/main" id="{53EA01CB-C3BE-07F1-70E2-A9E0A96AC62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37414744-CC52-C7DC-4057-5DF045E187E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D30463B5-37B9-84F4-F051-4B3CDDDE27A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E558DD69-FF68-CCA7-296F-5D293F0C202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4132ED3F-A9DE-69C0-7645-651D81D8B12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A113B423-E04A-EE62-3990-429D44DE6C0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9" name="Group 338">
            <a:extLst>
              <a:ext uri="{FF2B5EF4-FFF2-40B4-BE49-F238E27FC236}">
                <a16:creationId xmlns:a16="http://schemas.microsoft.com/office/drawing/2014/main" id="{DB569313-3B99-B318-DEEF-FB8D6492AE40}"/>
              </a:ext>
            </a:extLst>
          </p:cNvPr>
          <p:cNvGrpSpPr/>
          <p:nvPr/>
        </p:nvGrpSpPr>
        <p:grpSpPr>
          <a:xfrm rot="5400000" flipH="1">
            <a:off x="10396647" y="5792751"/>
            <a:ext cx="324106" cy="276532"/>
            <a:chOff x="1621155" y="831533"/>
            <a:chExt cx="226695" cy="224898"/>
          </a:xfrm>
        </p:grpSpPr>
        <p:cxnSp>
          <p:nvCxnSpPr>
            <p:cNvPr id="340" name="Straight Connector 339">
              <a:extLst>
                <a:ext uri="{FF2B5EF4-FFF2-40B4-BE49-F238E27FC236}">
                  <a16:creationId xmlns:a16="http://schemas.microsoft.com/office/drawing/2014/main" id="{384D2DA6-EE69-F0DB-74C4-D6AF8CB1180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CF28F16A-51E1-DABA-B174-53E66D4F02F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77A513D3-E186-5230-6090-A7B97F2C0A2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6D23BB96-AF70-088F-3AC7-A776F0E5ECD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D513CDB6-8610-8A24-B556-9E7E489C2D5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8F278D06-5F20-94C7-A935-D26551001B3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46" name="Group 345">
            <a:extLst>
              <a:ext uri="{FF2B5EF4-FFF2-40B4-BE49-F238E27FC236}">
                <a16:creationId xmlns:a16="http://schemas.microsoft.com/office/drawing/2014/main" id="{B6C45602-1C02-34FC-8811-34BF4CD9BBF8}"/>
              </a:ext>
            </a:extLst>
          </p:cNvPr>
          <p:cNvGrpSpPr/>
          <p:nvPr/>
        </p:nvGrpSpPr>
        <p:grpSpPr>
          <a:xfrm rot="5400000" flipH="1">
            <a:off x="10133737" y="5792751"/>
            <a:ext cx="324106" cy="276532"/>
            <a:chOff x="1621155" y="831533"/>
            <a:chExt cx="226695" cy="224898"/>
          </a:xfrm>
        </p:grpSpPr>
        <p:cxnSp>
          <p:nvCxnSpPr>
            <p:cNvPr id="347" name="Straight Connector 346">
              <a:extLst>
                <a:ext uri="{FF2B5EF4-FFF2-40B4-BE49-F238E27FC236}">
                  <a16:creationId xmlns:a16="http://schemas.microsoft.com/office/drawing/2014/main" id="{F54F0B3D-D480-5756-E81C-9535F17E87A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08C6224B-2B58-1727-29B4-AB9B7A95339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93796371-8BC7-BB0D-C103-020F726A801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AD6C8C25-92FE-31BF-CDD6-54BE98650B0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4F5CEFE7-0297-7A71-B421-2494F39FB11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9AA20F2D-FBFD-4289-E7DA-67FF0A91C7B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53" name="Group 352">
            <a:extLst>
              <a:ext uri="{FF2B5EF4-FFF2-40B4-BE49-F238E27FC236}">
                <a16:creationId xmlns:a16="http://schemas.microsoft.com/office/drawing/2014/main" id="{78C0E9A5-8CF8-FF83-2809-30D4CE9F204D}"/>
              </a:ext>
            </a:extLst>
          </p:cNvPr>
          <p:cNvGrpSpPr/>
          <p:nvPr/>
        </p:nvGrpSpPr>
        <p:grpSpPr>
          <a:xfrm rot="5400000" flipH="1">
            <a:off x="9870827" y="5792751"/>
            <a:ext cx="324106" cy="276532"/>
            <a:chOff x="1621155" y="831533"/>
            <a:chExt cx="226695" cy="224898"/>
          </a:xfrm>
        </p:grpSpPr>
        <p:cxnSp>
          <p:nvCxnSpPr>
            <p:cNvPr id="354" name="Straight Connector 353">
              <a:extLst>
                <a:ext uri="{FF2B5EF4-FFF2-40B4-BE49-F238E27FC236}">
                  <a16:creationId xmlns:a16="http://schemas.microsoft.com/office/drawing/2014/main" id="{13762298-6558-85A9-2562-CC7D3A8F76D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B805BC57-4F1F-B2FF-FBF4-818EAE7DC37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99AFCA88-F6D2-79C1-A59A-C38ACC2D713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AB025D32-9033-100A-824B-1088D5BA6F4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EDB92303-B990-D96B-80AA-4EC6B1A6B71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ADCE9234-C9F4-57D7-317C-836369E2B97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0" name="Group 359">
            <a:extLst>
              <a:ext uri="{FF2B5EF4-FFF2-40B4-BE49-F238E27FC236}">
                <a16:creationId xmlns:a16="http://schemas.microsoft.com/office/drawing/2014/main" id="{25D10619-00CA-1582-4C5E-D75F5654F497}"/>
              </a:ext>
            </a:extLst>
          </p:cNvPr>
          <p:cNvGrpSpPr/>
          <p:nvPr/>
        </p:nvGrpSpPr>
        <p:grpSpPr>
          <a:xfrm rot="5400000" flipH="1">
            <a:off x="9607917" y="5792751"/>
            <a:ext cx="324106" cy="276532"/>
            <a:chOff x="1621155" y="831533"/>
            <a:chExt cx="226695" cy="224898"/>
          </a:xfrm>
        </p:grpSpPr>
        <p:cxnSp>
          <p:nvCxnSpPr>
            <p:cNvPr id="361" name="Straight Connector 360">
              <a:extLst>
                <a:ext uri="{FF2B5EF4-FFF2-40B4-BE49-F238E27FC236}">
                  <a16:creationId xmlns:a16="http://schemas.microsoft.com/office/drawing/2014/main" id="{EF71B1FC-196D-467E-EAA4-CAAD46C50FB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BF03308B-E5F9-C99C-3199-8AAB58E14FC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D029E65E-391C-B270-F1F4-048C2437BC7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95C4E63-AE29-A223-4189-E6B6795CC9F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C1F96A9C-98EF-9D62-65F2-3A30E9017EA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68AA5F18-8980-17D1-A39E-65E677AB225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7" name="Group 366">
            <a:extLst>
              <a:ext uri="{FF2B5EF4-FFF2-40B4-BE49-F238E27FC236}">
                <a16:creationId xmlns:a16="http://schemas.microsoft.com/office/drawing/2014/main" id="{5E389A6E-0EC2-CA9A-5283-C4CDB81FACA1}"/>
              </a:ext>
            </a:extLst>
          </p:cNvPr>
          <p:cNvGrpSpPr/>
          <p:nvPr/>
        </p:nvGrpSpPr>
        <p:grpSpPr>
          <a:xfrm rot="5400000" flipH="1">
            <a:off x="9345008" y="5792751"/>
            <a:ext cx="324106" cy="276532"/>
            <a:chOff x="1621155" y="831533"/>
            <a:chExt cx="226695" cy="224898"/>
          </a:xfrm>
        </p:grpSpPr>
        <p:cxnSp>
          <p:nvCxnSpPr>
            <p:cNvPr id="368" name="Straight Connector 367">
              <a:extLst>
                <a:ext uri="{FF2B5EF4-FFF2-40B4-BE49-F238E27FC236}">
                  <a16:creationId xmlns:a16="http://schemas.microsoft.com/office/drawing/2014/main" id="{EB5E60CC-A5B8-95A1-8DF6-F83119721B6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A8228825-24BE-7D98-06F3-E13C2067EF7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1D56EC4A-AB0B-953A-8B0D-B42D7193266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6065000F-9D80-A9DA-15F0-E423788489D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60C93990-40CB-EF53-DE28-FEC2C3667D0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728D419C-11B8-78B8-5960-CC084501B53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74" name="Group 373">
            <a:extLst>
              <a:ext uri="{FF2B5EF4-FFF2-40B4-BE49-F238E27FC236}">
                <a16:creationId xmlns:a16="http://schemas.microsoft.com/office/drawing/2014/main" id="{8787E186-EBAF-C6C1-4DEC-4BEAB66DE70D}"/>
              </a:ext>
            </a:extLst>
          </p:cNvPr>
          <p:cNvGrpSpPr/>
          <p:nvPr/>
        </p:nvGrpSpPr>
        <p:grpSpPr>
          <a:xfrm rot="5400000" flipH="1">
            <a:off x="9082098" y="5792751"/>
            <a:ext cx="324106" cy="276532"/>
            <a:chOff x="1621155" y="831533"/>
            <a:chExt cx="226695" cy="224898"/>
          </a:xfrm>
        </p:grpSpPr>
        <p:cxnSp>
          <p:nvCxnSpPr>
            <p:cNvPr id="375" name="Straight Connector 374">
              <a:extLst>
                <a:ext uri="{FF2B5EF4-FFF2-40B4-BE49-F238E27FC236}">
                  <a16:creationId xmlns:a16="http://schemas.microsoft.com/office/drawing/2014/main" id="{334195EC-4469-72EA-8BF9-85D7B7EB581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032F8062-7813-92BD-2A1B-78D98609FC9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1F9BAD8E-CE03-7FA4-F171-0BA2DDCA321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E9F87E8C-9EC6-320D-24CD-E4AA9ABC6B0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CB6C0C1E-067D-E01C-C845-B2E86E14C00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A1F49FE8-D495-77EA-74BC-E6437D6DB80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1" name="Group 380">
            <a:extLst>
              <a:ext uri="{FF2B5EF4-FFF2-40B4-BE49-F238E27FC236}">
                <a16:creationId xmlns:a16="http://schemas.microsoft.com/office/drawing/2014/main" id="{08551D3A-9946-9BAA-19B7-26266456B081}"/>
              </a:ext>
            </a:extLst>
          </p:cNvPr>
          <p:cNvGrpSpPr/>
          <p:nvPr/>
        </p:nvGrpSpPr>
        <p:grpSpPr>
          <a:xfrm rot="5400000" flipH="1">
            <a:off x="8819188" y="5792751"/>
            <a:ext cx="324106" cy="276532"/>
            <a:chOff x="1621155" y="831533"/>
            <a:chExt cx="226695" cy="224898"/>
          </a:xfrm>
        </p:grpSpPr>
        <p:cxnSp>
          <p:nvCxnSpPr>
            <p:cNvPr id="382" name="Straight Connector 381">
              <a:extLst>
                <a:ext uri="{FF2B5EF4-FFF2-40B4-BE49-F238E27FC236}">
                  <a16:creationId xmlns:a16="http://schemas.microsoft.com/office/drawing/2014/main" id="{0C973F88-EB5C-16BA-ABF0-77BA0C295EF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912176D5-5604-752D-572A-25232132707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0DBA98E7-496B-859D-E9A0-0820D3FBFDD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DB33CC37-C1DE-C83B-D891-74DE230B4E9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511290B1-53CD-6E52-D251-24E09D1C5AF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B316CC5F-8F9C-654F-94B9-974C85864D2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8" name="Group 387">
            <a:extLst>
              <a:ext uri="{FF2B5EF4-FFF2-40B4-BE49-F238E27FC236}">
                <a16:creationId xmlns:a16="http://schemas.microsoft.com/office/drawing/2014/main" id="{7568F5B0-1BF4-691A-19DB-C4B3A7D35AE2}"/>
              </a:ext>
            </a:extLst>
          </p:cNvPr>
          <p:cNvGrpSpPr/>
          <p:nvPr/>
        </p:nvGrpSpPr>
        <p:grpSpPr>
          <a:xfrm rot="5400000" flipH="1">
            <a:off x="10659557" y="5320009"/>
            <a:ext cx="324106" cy="276532"/>
            <a:chOff x="1621155" y="831533"/>
            <a:chExt cx="226695" cy="224898"/>
          </a:xfrm>
        </p:grpSpPr>
        <p:cxnSp>
          <p:nvCxnSpPr>
            <p:cNvPr id="389" name="Straight Connector 388">
              <a:extLst>
                <a:ext uri="{FF2B5EF4-FFF2-40B4-BE49-F238E27FC236}">
                  <a16:creationId xmlns:a16="http://schemas.microsoft.com/office/drawing/2014/main" id="{4B43EC43-9A5D-F7E3-13FB-E3DF9496F89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296A2490-0728-7AB6-1A1B-45523C76C5F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0DE2BEC5-AE3D-7177-1B5D-FDE496821EF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9EC2EE0E-BA2A-8CA6-D806-CC3FF89331B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9819CF6A-E617-91D8-CF53-B448B369183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7B073C72-85CF-7E2F-6882-499FC61864D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95" name="Group 394">
            <a:extLst>
              <a:ext uri="{FF2B5EF4-FFF2-40B4-BE49-F238E27FC236}">
                <a16:creationId xmlns:a16="http://schemas.microsoft.com/office/drawing/2014/main" id="{37774C58-0828-EB68-DBAD-27557A51A292}"/>
              </a:ext>
            </a:extLst>
          </p:cNvPr>
          <p:cNvGrpSpPr/>
          <p:nvPr/>
        </p:nvGrpSpPr>
        <p:grpSpPr>
          <a:xfrm rot="5400000" flipH="1">
            <a:off x="10396647" y="5320009"/>
            <a:ext cx="324106" cy="276532"/>
            <a:chOff x="1621155" y="831533"/>
            <a:chExt cx="226695" cy="224898"/>
          </a:xfrm>
        </p:grpSpPr>
        <p:cxnSp>
          <p:nvCxnSpPr>
            <p:cNvPr id="396" name="Straight Connector 395">
              <a:extLst>
                <a:ext uri="{FF2B5EF4-FFF2-40B4-BE49-F238E27FC236}">
                  <a16:creationId xmlns:a16="http://schemas.microsoft.com/office/drawing/2014/main" id="{2722617B-6ED9-EA8C-E394-5782AF2C39B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1D84EBC4-8650-B724-D989-5940A0D2944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0ACE3D63-B4E6-967C-73D8-6A2AC65B691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E093F40E-A6E0-21FF-4E1D-CA1F16C7A00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D0697354-BEB3-EFBF-B93F-6DFF2D04348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039CFD8A-A7A0-F45E-E366-33E26577D84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2" name="Group 401">
            <a:extLst>
              <a:ext uri="{FF2B5EF4-FFF2-40B4-BE49-F238E27FC236}">
                <a16:creationId xmlns:a16="http://schemas.microsoft.com/office/drawing/2014/main" id="{B270344D-1748-6FA0-34C0-49E477E69975}"/>
              </a:ext>
            </a:extLst>
          </p:cNvPr>
          <p:cNvGrpSpPr/>
          <p:nvPr/>
        </p:nvGrpSpPr>
        <p:grpSpPr>
          <a:xfrm rot="5400000" flipH="1">
            <a:off x="10133737" y="5320009"/>
            <a:ext cx="324106" cy="276532"/>
            <a:chOff x="1621155" y="831533"/>
            <a:chExt cx="226695" cy="224898"/>
          </a:xfrm>
        </p:grpSpPr>
        <p:cxnSp>
          <p:nvCxnSpPr>
            <p:cNvPr id="403" name="Straight Connector 402">
              <a:extLst>
                <a:ext uri="{FF2B5EF4-FFF2-40B4-BE49-F238E27FC236}">
                  <a16:creationId xmlns:a16="http://schemas.microsoft.com/office/drawing/2014/main" id="{1970B159-FAC5-D220-A50F-1A5D40A60BA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F08F12D-67C9-9DB3-B154-ABAF48FEE2C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3D333761-AAD3-5D04-D876-089CF7EF245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FAC8C2E9-1F72-D643-CC68-4CE13D890D4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67F41106-B900-DDDA-777D-39F2D8E73A3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05085DF5-09CD-F50D-FF6E-D86BC461C7D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9" name="Group 408">
            <a:extLst>
              <a:ext uri="{FF2B5EF4-FFF2-40B4-BE49-F238E27FC236}">
                <a16:creationId xmlns:a16="http://schemas.microsoft.com/office/drawing/2014/main" id="{E56C3326-75D6-EC09-8232-F14F462EDBC0}"/>
              </a:ext>
            </a:extLst>
          </p:cNvPr>
          <p:cNvGrpSpPr/>
          <p:nvPr/>
        </p:nvGrpSpPr>
        <p:grpSpPr>
          <a:xfrm rot="5400000" flipH="1">
            <a:off x="9870827" y="5320009"/>
            <a:ext cx="324106" cy="276532"/>
            <a:chOff x="1621155" y="831533"/>
            <a:chExt cx="226695" cy="224898"/>
          </a:xfrm>
        </p:grpSpPr>
        <p:cxnSp>
          <p:nvCxnSpPr>
            <p:cNvPr id="410" name="Straight Connector 409">
              <a:extLst>
                <a:ext uri="{FF2B5EF4-FFF2-40B4-BE49-F238E27FC236}">
                  <a16:creationId xmlns:a16="http://schemas.microsoft.com/office/drawing/2014/main" id="{3917AD69-5A99-C002-0ECC-81A85464FBA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F849EB40-8595-E827-CC77-0C05CFB91AB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7D6B71C0-0AD5-8918-3D60-12713E3A592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582E0861-4A01-CF48-DCD3-8B84D0C36E8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36005A5-A127-32E7-B4EB-DEA2C13D33B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B4C41600-58F6-E597-1978-FEB2E2A96BA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16" name="Group 415">
            <a:extLst>
              <a:ext uri="{FF2B5EF4-FFF2-40B4-BE49-F238E27FC236}">
                <a16:creationId xmlns:a16="http://schemas.microsoft.com/office/drawing/2014/main" id="{C37EA371-00C8-DE16-B7AB-C60A8D310FB9}"/>
              </a:ext>
            </a:extLst>
          </p:cNvPr>
          <p:cNvGrpSpPr/>
          <p:nvPr/>
        </p:nvGrpSpPr>
        <p:grpSpPr>
          <a:xfrm rot="5400000" flipH="1">
            <a:off x="9607917" y="5320009"/>
            <a:ext cx="324106" cy="276532"/>
            <a:chOff x="1621155" y="831533"/>
            <a:chExt cx="226695" cy="224898"/>
          </a:xfrm>
        </p:grpSpPr>
        <p:cxnSp>
          <p:nvCxnSpPr>
            <p:cNvPr id="417" name="Straight Connector 416">
              <a:extLst>
                <a:ext uri="{FF2B5EF4-FFF2-40B4-BE49-F238E27FC236}">
                  <a16:creationId xmlns:a16="http://schemas.microsoft.com/office/drawing/2014/main" id="{B95545A4-971A-2288-1B45-B4A3FCCB29F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32CDA543-02A2-223E-2130-010A239727C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8A263451-7A85-2053-7FDC-983DF4D3235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5B403FB0-5803-2975-C4B6-D0B465BA4D7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0C17BACD-B822-6250-39F6-93BFA4275E4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B5FF83AD-FB7A-8EEF-5A48-99281169FFE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23" name="Group 422">
            <a:extLst>
              <a:ext uri="{FF2B5EF4-FFF2-40B4-BE49-F238E27FC236}">
                <a16:creationId xmlns:a16="http://schemas.microsoft.com/office/drawing/2014/main" id="{1AC9CBEA-362F-00AE-28C6-14CCE25F92E9}"/>
              </a:ext>
            </a:extLst>
          </p:cNvPr>
          <p:cNvGrpSpPr/>
          <p:nvPr/>
        </p:nvGrpSpPr>
        <p:grpSpPr>
          <a:xfrm rot="5400000" flipH="1">
            <a:off x="9345008" y="5320009"/>
            <a:ext cx="324106" cy="276532"/>
            <a:chOff x="1621155" y="831533"/>
            <a:chExt cx="226695" cy="224898"/>
          </a:xfrm>
        </p:grpSpPr>
        <p:cxnSp>
          <p:nvCxnSpPr>
            <p:cNvPr id="424" name="Straight Connector 423">
              <a:extLst>
                <a:ext uri="{FF2B5EF4-FFF2-40B4-BE49-F238E27FC236}">
                  <a16:creationId xmlns:a16="http://schemas.microsoft.com/office/drawing/2014/main" id="{F24B3A61-A525-91BD-9A0B-26B11C38FEE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FAD771C9-7937-0089-D104-72D5B200C25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910D3412-585A-B669-69B4-89F72803380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ED24F373-E953-5424-F6C9-7083AF419E5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42DCCA30-75AF-824A-1EEE-08E99C3EE04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DB1EF9AD-7419-79A8-3251-F5D347DEF9B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0" name="Group 429">
            <a:extLst>
              <a:ext uri="{FF2B5EF4-FFF2-40B4-BE49-F238E27FC236}">
                <a16:creationId xmlns:a16="http://schemas.microsoft.com/office/drawing/2014/main" id="{3FA99C60-1D2A-A8A5-1B8A-B71D56385831}"/>
              </a:ext>
            </a:extLst>
          </p:cNvPr>
          <p:cNvGrpSpPr/>
          <p:nvPr/>
        </p:nvGrpSpPr>
        <p:grpSpPr>
          <a:xfrm rot="5400000" flipH="1">
            <a:off x="9082098" y="5320009"/>
            <a:ext cx="324106" cy="276532"/>
            <a:chOff x="1621155" y="831533"/>
            <a:chExt cx="226695" cy="224898"/>
          </a:xfrm>
        </p:grpSpPr>
        <p:cxnSp>
          <p:nvCxnSpPr>
            <p:cNvPr id="431" name="Straight Connector 430">
              <a:extLst>
                <a:ext uri="{FF2B5EF4-FFF2-40B4-BE49-F238E27FC236}">
                  <a16:creationId xmlns:a16="http://schemas.microsoft.com/office/drawing/2014/main" id="{651F4788-0475-F496-06ED-940C332583C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5EEE09AF-D052-0C1D-BC19-9A1CEC3BB36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CD3CA33A-915D-3714-5912-C16B1E09F1D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4EF3E3B6-3389-3157-EE3C-FB1D1C7ED34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42FF8607-E489-6A9B-C1DA-1324FB34B3F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CBBE67AB-67B5-8AD7-8AD5-20CFA745483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7" name="Group 436">
            <a:extLst>
              <a:ext uri="{FF2B5EF4-FFF2-40B4-BE49-F238E27FC236}">
                <a16:creationId xmlns:a16="http://schemas.microsoft.com/office/drawing/2014/main" id="{A48611F3-1F93-DF39-2479-3F246391D489}"/>
              </a:ext>
            </a:extLst>
          </p:cNvPr>
          <p:cNvGrpSpPr/>
          <p:nvPr/>
        </p:nvGrpSpPr>
        <p:grpSpPr>
          <a:xfrm rot="5400000" flipH="1">
            <a:off x="8819188" y="5320009"/>
            <a:ext cx="324106" cy="276532"/>
            <a:chOff x="1621155" y="831533"/>
            <a:chExt cx="226695" cy="224898"/>
          </a:xfrm>
        </p:grpSpPr>
        <p:cxnSp>
          <p:nvCxnSpPr>
            <p:cNvPr id="438" name="Straight Connector 437">
              <a:extLst>
                <a:ext uri="{FF2B5EF4-FFF2-40B4-BE49-F238E27FC236}">
                  <a16:creationId xmlns:a16="http://schemas.microsoft.com/office/drawing/2014/main" id="{626019EE-9C1B-9C9D-753E-D42486B08C4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25A3194D-D9D8-43B1-32EB-F741978170C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1870819A-D1BD-989D-14D9-FB815AC3CDE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27E16BC4-75F1-2BDD-DEC3-8769EB88193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986C8A74-77DF-D50B-63A7-46508D08D3E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183A3949-9238-0B5E-5BBB-FF4B6EA848B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4" name="Group 443">
            <a:extLst>
              <a:ext uri="{FF2B5EF4-FFF2-40B4-BE49-F238E27FC236}">
                <a16:creationId xmlns:a16="http://schemas.microsoft.com/office/drawing/2014/main" id="{17CE3817-509A-7C0B-408F-CE3CD1A60565}"/>
              </a:ext>
            </a:extLst>
          </p:cNvPr>
          <p:cNvGrpSpPr/>
          <p:nvPr/>
        </p:nvGrpSpPr>
        <p:grpSpPr>
          <a:xfrm rot="5400000" flipH="1">
            <a:off x="10659557" y="4938707"/>
            <a:ext cx="324106" cy="276532"/>
            <a:chOff x="1621155" y="831533"/>
            <a:chExt cx="226695" cy="224898"/>
          </a:xfrm>
        </p:grpSpPr>
        <p:cxnSp>
          <p:nvCxnSpPr>
            <p:cNvPr id="445" name="Straight Connector 444">
              <a:extLst>
                <a:ext uri="{FF2B5EF4-FFF2-40B4-BE49-F238E27FC236}">
                  <a16:creationId xmlns:a16="http://schemas.microsoft.com/office/drawing/2014/main" id="{A4A1F260-4666-A424-E707-B318B600A52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DD56B1BB-0F57-EFEE-8FE1-A156F7B9E2D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83B57105-9BE5-561B-1BE7-F5C1A8F30F8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416A73D2-0187-6EC9-C3E4-D2CA5D0AD26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680F0B28-E3AB-D91C-F6CE-A58D65C5E5C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BFE3B07C-8089-EAA3-34B5-08289D022D7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1" name="Group 450">
            <a:extLst>
              <a:ext uri="{FF2B5EF4-FFF2-40B4-BE49-F238E27FC236}">
                <a16:creationId xmlns:a16="http://schemas.microsoft.com/office/drawing/2014/main" id="{2D2A5100-8CF6-241F-E834-56D094C2A9CA}"/>
              </a:ext>
            </a:extLst>
          </p:cNvPr>
          <p:cNvGrpSpPr/>
          <p:nvPr/>
        </p:nvGrpSpPr>
        <p:grpSpPr>
          <a:xfrm rot="5400000" flipH="1">
            <a:off x="10396647" y="4938707"/>
            <a:ext cx="324106" cy="276532"/>
            <a:chOff x="1621155" y="831533"/>
            <a:chExt cx="226695" cy="224898"/>
          </a:xfrm>
        </p:grpSpPr>
        <p:cxnSp>
          <p:nvCxnSpPr>
            <p:cNvPr id="452" name="Straight Connector 451">
              <a:extLst>
                <a:ext uri="{FF2B5EF4-FFF2-40B4-BE49-F238E27FC236}">
                  <a16:creationId xmlns:a16="http://schemas.microsoft.com/office/drawing/2014/main" id="{4AB7856C-5FA3-61D1-117B-44EF01CF96B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DDE6E633-DFED-82A5-51D8-156F183BBA7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7E7CF98E-2E53-8E73-0E6A-F0A6CEAC2FA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id="{8A2A05C2-5F74-D6A9-828C-424914D1E64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C949C85D-6181-1B2B-9D56-E886E17451E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BBEB262A-B561-95DC-AFED-17EA8E3BE4B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8" name="Group 457">
            <a:extLst>
              <a:ext uri="{FF2B5EF4-FFF2-40B4-BE49-F238E27FC236}">
                <a16:creationId xmlns:a16="http://schemas.microsoft.com/office/drawing/2014/main" id="{71A84969-265B-765A-B835-5B70D442EE8F}"/>
              </a:ext>
            </a:extLst>
          </p:cNvPr>
          <p:cNvGrpSpPr/>
          <p:nvPr/>
        </p:nvGrpSpPr>
        <p:grpSpPr>
          <a:xfrm rot="5400000" flipH="1">
            <a:off x="10133737" y="4938707"/>
            <a:ext cx="324106" cy="276532"/>
            <a:chOff x="1621155" y="831533"/>
            <a:chExt cx="226695" cy="224898"/>
          </a:xfrm>
        </p:grpSpPr>
        <p:cxnSp>
          <p:nvCxnSpPr>
            <p:cNvPr id="459" name="Straight Connector 458">
              <a:extLst>
                <a:ext uri="{FF2B5EF4-FFF2-40B4-BE49-F238E27FC236}">
                  <a16:creationId xmlns:a16="http://schemas.microsoft.com/office/drawing/2014/main" id="{89D3F615-1915-E66B-0D79-C658008008B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04637528-750E-CDC3-DD8A-40A8879BB61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EE0E8719-E58B-A279-1403-A3AA7AE1D1A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E66100C0-7B22-242C-4A99-9558C7F842F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E2809D5D-4879-2551-2724-FFD186E9ABD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DA3828B9-8100-287B-463E-D5AAB28F96D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65" name="Group 464">
            <a:extLst>
              <a:ext uri="{FF2B5EF4-FFF2-40B4-BE49-F238E27FC236}">
                <a16:creationId xmlns:a16="http://schemas.microsoft.com/office/drawing/2014/main" id="{40948684-7D40-51D3-DC41-9DC1D30FC26D}"/>
              </a:ext>
            </a:extLst>
          </p:cNvPr>
          <p:cNvGrpSpPr/>
          <p:nvPr/>
        </p:nvGrpSpPr>
        <p:grpSpPr>
          <a:xfrm rot="5400000" flipH="1">
            <a:off x="9870827" y="4938707"/>
            <a:ext cx="324106" cy="276532"/>
            <a:chOff x="1621155" y="831533"/>
            <a:chExt cx="226695" cy="224898"/>
          </a:xfrm>
        </p:grpSpPr>
        <p:cxnSp>
          <p:nvCxnSpPr>
            <p:cNvPr id="466" name="Straight Connector 465">
              <a:extLst>
                <a:ext uri="{FF2B5EF4-FFF2-40B4-BE49-F238E27FC236}">
                  <a16:creationId xmlns:a16="http://schemas.microsoft.com/office/drawing/2014/main" id="{18025692-6E53-696F-F0F3-4CB2D208274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C22BD042-1242-6182-1810-D1E41AA1CAF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DD43E261-FC5D-7345-A8B4-695677A3124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88B09D26-E8FE-A170-1549-BE340FDB365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F70115B3-AB36-AEA2-57E4-97888B1638C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3D57F43-2837-B979-9AE3-8284C65D20B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2" name="Group 471">
            <a:extLst>
              <a:ext uri="{FF2B5EF4-FFF2-40B4-BE49-F238E27FC236}">
                <a16:creationId xmlns:a16="http://schemas.microsoft.com/office/drawing/2014/main" id="{102B619F-5083-9A35-D43E-3DA98559A65D}"/>
              </a:ext>
            </a:extLst>
          </p:cNvPr>
          <p:cNvGrpSpPr/>
          <p:nvPr/>
        </p:nvGrpSpPr>
        <p:grpSpPr>
          <a:xfrm rot="5400000" flipH="1">
            <a:off x="9607917" y="4938707"/>
            <a:ext cx="324106" cy="276532"/>
            <a:chOff x="1621155" y="831533"/>
            <a:chExt cx="226695" cy="224898"/>
          </a:xfrm>
        </p:grpSpPr>
        <p:cxnSp>
          <p:nvCxnSpPr>
            <p:cNvPr id="473" name="Straight Connector 472">
              <a:extLst>
                <a:ext uri="{FF2B5EF4-FFF2-40B4-BE49-F238E27FC236}">
                  <a16:creationId xmlns:a16="http://schemas.microsoft.com/office/drawing/2014/main" id="{42983941-9A3E-358D-69A2-B646C184FC8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C3F2835E-281B-4435-910C-FB549477281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1375DC0E-6BD4-1C36-0F60-4DB4F505624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775F0493-06AB-B18E-D7C7-4EB94C98CBA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B8C4870C-E3E4-2654-0DD8-4F39D82BDC0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82E2DF99-8CCC-6C98-9D22-0B7E233864C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9" name="Group 478">
            <a:extLst>
              <a:ext uri="{FF2B5EF4-FFF2-40B4-BE49-F238E27FC236}">
                <a16:creationId xmlns:a16="http://schemas.microsoft.com/office/drawing/2014/main" id="{B4D1B628-0CEA-F9B6-FC5E-ACE9035D48F8}"/>
              </a:ext>
            </a:extLst>
          </p:cNvPr>
          <p:cNvGrpSpPr/>
          <p:nvPr/>
        </p:nvGrpSpPr>
        <p:grpSpPr>
          <a:xfrm rot="5400000" flipH="1">
            <a:off x="9345008" y="4938707"/>
            <a:ext cx="324106" cy="276532"/>
            <a:chOff x="1621155" y="831533"/>
            <a:chExt cx="226695" cy="224898"/>
          </a:xfrm>
        </p:grpSpPr>
        <p:cxnSp>
          <p:nvCxnSpPr>
            <p:cNvPr id="480" name="Straight Connector 479">
              <a:extLst>
                <a:ext uri="{FF2B5EF4-FFF2-40B4-BE49-F238E27FC236}">
                  <a16:creationId xmlns:a16="http://schemas.microsoft.com/office/drawing/2014/main" id="{145E4C7D-5C0D-FB3B-446C-E75A8E6BD0A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114026C0-33D1-F2CF-6FB9-BEBD9346C21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0C0F34FB-DE1B-3151-CF5D-22E3329E421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E4099319-14CD-AADD-65B8-35EE3417A16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AD2D67F7-9BEB-E5D6-F534-59DF336367D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6AF41B26-4CDB-F53F-BA10-56D1C271AAE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86" name="Group 485">
            <a:extLst>
              <a:ext uri="{FF2B5EF4-FFF2-40B4-BE49-F238E27FC236}">
                <a16:creationId xmlns:a16="http://schemas.microsoft.com/office/drawing/2014/main" id="{AE58849F-3582-89FD-CAE3-EB597EA642AC}"/>
              </a:ext>
            </a:extLst>
          </p:cNvPr>
          <p:cNvGrpSpPr/>
          <p:nvPr/>
        </p:nvGrpSpPr>
        <p:grpSpPr>
          <a:xfrm rot="5400000" flipH="1">
            <a:off x="9082098" y="4938707"/>
            <a:ext cx="324106" cy="276532"/>
            <a:chOff x="1621155" y="831533"/>
            <a:chExt cx="226695" cy="224898"/>
          </a:xfrm>
        </p:grpSpPr>
        <p:cxnSp>
          <p:nvCxnSpPr>
            <p:cNvPr id="487" name="Straight Connector 486">
              <a:extLst>
                <a:ext uri="{FF2B5EF4-FFF2-40B4-BE49-F238E27FC236}">
                  <a16:creationId xmlns:a16="http://schemas.microsoft.com/office/drawing/2014/main" id="{5EFAE527-0B36-67AB-A82D-E31453C7FFB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BEC4629D-94B4-556C-CB82-E2A197CCB83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7DAAC4B7-F49A-2E48-7642-C0A48C85698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4733268E-0A37-1B76-4019-70EFCE387C8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55900CFA-21A0-0CAA-1640-03E401826DE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B946096A-D3D6-1463-5BB9-E81C10A92D9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93" name="Group 492">
            <a:extLst>
              <a:ext uri="{FF2B5EF4-FFF2-40B4-BE49-F238E27FC236}">
                <a16:creationId xmlns:a16="http://schemas.microsoft.com/office/drawing/2014/main" id="{A62AC205-7D83-0068-7DD3-B6950D65C26A}"/>
              </a:ext>
            </a:extLst>
          </p:cNvPr>
          <p:cNvGrpSpPr/>
          <p:nvPr/>
        </p:nvGrpSpPr>
        <p:grpSpPr>
          <a:xfrm rot="5400000" flipH="1">
            <a:off x="8819188" y="4938707"/>
            <a:ext cx="324106" cy="276532"/>
            <a:chOff x="1621155" y="831533"/>
            <a:chExt cx="226695" cy="224898"/>
          </a:xfrm>
        </p:grpSpPr>
        <p:cxnSp>
          <p:nvCxnSpPr>
            <p:cNvPr id="494" name="Straight Connector 493">
              <a:extLst>
                <a:ext uri="{FF2B5EF4-FFF2-40B4-BE49-F238E27FC236}">
                  <a16:creationId xmlns:a16="http://schemas.microsoft.com/office/drawing/2014/main" id="{E23E94E0-96E1-1A35-0A01-39B0DBF9943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9772910F-3182-AE4A-3002-8CEDB70841D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5E829776-9CAF-3860-AE97-17FC079B193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6B9F1535-DDD6-7471-C070-DECFD16C885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2A6A2560-AE70-59D6-74DD-3100B1CEDF6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80F3AA6F-4D7F-77A6-D5F4-E75757A6CAC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00" name="Group 499">
            <a:extLst>
              <a:ext uri="{FF2B5EF4-FFF2-40B4-BE49-F238E27FC236}">
                <a16:creationId xmlns:a16="http://schemas.microsoft.com/office/drawing/2014/main" id="{2D165929-0DC8-8914-2C3E-EA64B9EFA2E8}"/>
              </a:ext>
            </a:extLst>
          </p:cNvPr>
          <p:cNvGrpSpPr/>
          <p:nvPr/>
        </p:nvGrpSpPr>
        <p:grpSpPr>
          <a:xfrm rot="5400000" flipH="1">
            <a:off x="10659557" y="7036892"/>
            <a:ext cx="324106" cy="276532"/>
            <a:chOff x="1621155" y="831533"/>
            <a:chExt cx="226695" cy="224898"/>
          </a:xfrm>
        </p:grpSpPr>
        <p:cxnSp>
          <p:nvCxnSpPr>
            <p:cNvPr id="501" name="Straight Connector 500">
              <a:extLst>
                <a:ext uri="{FF2B5EF4-FFF2-40B4-BE49-F238E27FC236}">
                  <a16:creationId xmlns:a16="http://schemas.microsoft.com/office/drawing/2014/main" id="{140FA36A-FAF9-17D9-ABAF-3D8D28521B11}"/>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35B56C58-55E8-3281-5FB0-E5F0F3C9F87D}"/>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2C6459BA-73F9-A025-4ABB-1400E82D78F5}"/>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24EE6DF4-8D2D-8D87-3B6F-B80874E59CBB}"/>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D3E0FB54-1B7B-A38F-A0E3-9BC9379E5D08}"/>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A684820B-5654-5829-69F4-E931A27191B1}"/>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07" name="Group 506">
            <a:extLst>
              <a:ext uri="{FF2B5EF4-FFF2-40B4-BE49-F238E27FC236}">
                <a16:creationId xmlns:a16="http://schemas.microsoft.com/office/drawing/2014/main" id="{D70CCA1F-E408-FC50-E6A9-3C47C67E1AE2}"/>
              </a:ext>
            </a:extLst>
          </p:cNvPr>
          <p:cNvGrpSpPr/>
          <p:nvPr/>
        </p:nvGrpSpPr>
        <p:grpSpPr>
          <a:xfrm rot="5400000" flipH="1">
            <a:off x="10396647" y="7036892"/>
            <a:ext cx="324106" cy="276532"/>
            <a:chOff x="1621155" y="831533"/>
            <a:chExt cx="226695" cy="224898"/>
          </a:xfrm>
        </p:grpSpPr>
        <p:cxnSp>
          <p:nvCxnSpPr>
            <p:cNvPr id="508" name="Straight Connector 507">
              <a:extLst>
                <a:ext uri="{FF2B5EF4-FFF2-40B4-BE49-F238E27FC236}">
                  <a16:creationId xmlns:a16="http://schemas.microsoft.com/office/drawing/2014/main" id="{C1B990F2-6161-60EC-3E27-7714AD0A2128}"/>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D74FE0A7-3318-3039-C6BE-DB7B6280D6E8}"/>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B8F8F155-C831-7EA1-DA92-22BEE9E771E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465F30A4-80D3-2B2F-C4EB-B5F866489A7B}"/>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74A6DE74-C0B1-2562-AF9F-BB192DEF3EE4}"/>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24F70EFE-A212-AB82-C0E9-897C977F48FF}"/>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14" name="Group 513">
            <a:extLst>
              <a:ext uri="{FF2B5EF4-FFF2-40B4-BE49-F238E27FC236}">
                <a16:creationId xmlns:a16="http://schemas.microsoft.com/office/drawing/2014/main" id="{167178B7-444C-4DFF-9EB9-E65F26F81499}"/>
              </a:ext>
            </a:extLst>
          </p:cNvPr>
          <p:cNvGrpSpPr/>
          <p:nvPr/>
        </p:nvGrpSpPr>
        <p:grpSpPr>
          <a:xfrm rot="5400000" flipH="1">
            <a:off x="10133737" y="7036892"/>
            <a:ext cx="324106" cy="276532"/>
            <a:chOff x="1621155" y="831533"/>
            <a:chExt cx="226695" cy="224898"/>
          </a:xfrm>
        </p:grpSpPr>
        <p:cxnSp>
          <p:nvCxnSpPr>
            <p:cNvPr id="515" name="Straight Connector 514">
              <a:extLst>
                <a:ext uri="{FF2B5EF4-FFF2-40B4-BE49-F238E27FC236}">
                  <a16:creationId xmlns:a16="http://schemas.microsoft.com/office/drawing/2014/main" id="{2DF31F70-AA10-3AE7-88AE-7CE1CE85EE93}"/>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6C0AEB17-FE41-4D76-88B3-2588F2381500}"/>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7" name="Straight Connector 516">
              <a:extLst>
                <a:ext uri="{FF2B5EF4-FFF2-40B4-BE49-F238E27FC236}">
                  <a16:creationId xmlns:a16="http://schemas.microsoft.com/office/drawing/2014/main" id="{17E59907-7C40-B11A-0342-51F7F4D9782D}"/>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8" name="Straight Connector 517">
              <a:extLst>
                <a:ext uri="{FF2B5EF4-FFF2-40B4-BE49-F238E27FC236}">
                  <a16:creationId xmlns:a16="http://schemas.microsoft.com/office/drawing/2014/main" id="{C2C45A7F-A5E5-CE18-376F-0A12BA2EDF0D}"/>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B5697C11-109E-7272-23D4-42BA66AF2ABA}"/>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9CA3DC41-4D5D-1CA5-E0A3-1B711E68B4A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1" name="Group 520">
            <a:extLst>
              <a:ext uri="{FF2B5EF4-FFF2-40B4-BE49-F238E27FC236}">
                <a16:creationId xmlns:a16="http://schemas.microsoft.com/office/drawing/2014/main" id="{6737FDE2-7564-B51D-8695-BBD94813CA8A}"/>
              </a:ext>
            </a:extLst>
          </p:cNvPr>
          <p:cNvGrpSpPr/>
          <p:nvPr/>
        </p:nvGrpSpPr>
        <p:grpSpPr>
          <a:xfrm rot="5400000" flipH="1">
            <a:off x="9870827" y="7036892"/>
            <a:ext cx="324106" cy="276532"/>
            <a:chOff x="1621155" y="831533"/>
            <a:chExt cx="226695" cy="224898"/>
          </a:xfrm>
        </p:grpSpPr>
        <p:cxnSp>
          <p:nvCxnSpPr>
            <p:cNvPr id="522" name="Straight Connector 521">
              <a:extLst>
                <a:ext uri="{FF2B5EF4-FFF2-40B4-BE49-F238E27FC236}">
                  <a16:creationId xmlns:a16="http://schemas.microsoft.com/office/drawing/2014/main" id="{0FBDA06B-F315-6427-8060-25FD5BEEA7A5}"/>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a:extLst>
                <a:ext uri="{FF2B5EF4-FFF2-40B4-BE49-F238E27FC236}">
                  <a16:creationId xmlns:a16="http://schemas.microsoft.com/office/drawing/2014/main" id="{72723761-D794-8122-A346-A74B350E5682}"/>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4" name="Straight Connector 523">
              <a:extLst>
                <a:ext uri="{FF2B5EF4-FFF2-40B4-BE49-F238E27FC236}">
                  <a16:creationId xmlns:a16="http://schemas.microsoft.com/office/drawing/2014/main" id="{74526B15-C8EC-1004-98EE-C4318410095A}"/>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5" name="Straight Connector 524">
              <a:extLst>
                <a:ext uri="{FF2B5EF4-FFF2-40B4-BE49-F238E27FC236}">
                  <a16:creationId xmlns:a16="http://schemas.microsoft.com/office/drawing/2014/main" id="{3492A962-D903-CE64-4968-5E5EBD3FDD5F}"/>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6" name="Straight Connector 525">
              <a:extLst>
                <a:ext uri="{FF2B5EF4-FFF2-40B4-BE49-F238E27FC236}">
                  <a16:creationId xmlns:a16="http://schemas.microsoft.com/office/drawing/2014/main" id="{FA470B77-24FC-1295-20DD-E10B6C81087D}"/>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91C03666-9F52-C345-C4F9-D2C6C593DF92}"/>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8" name="Group 527">
            <a:extLst>
              <a:ext uri="{FF2B5EF4-FFF2-40B4-BE49-F238E27FC236}">
                <a16:creationId xmlns:a16="http://schemas.microsoft.com/office/drawing/2014/main" id="{CF591EA6-5CFF-CA54-118F-4E43C8DCD6AF}"/>
              </a:ext>
            </a:extLst>
          </p:cNvPr>
          <p:cNvGrpSpPr/>
          <p:nvPr/>
        </p:nvGrpSpPr>
        <p:grpSpPr>
          <a:xfrm rot="5400000" flipH="1">
            <a:off x="9607917" y="7036892"/>
            <a:ext cx="324106" cy="276532"/>
            <a:chOff x="1621155" y="831533"/>
            <a:chExt cx="226695" cy="224898"/>
          </a:xfrm>
        </p:grpSpPr>
        <p:cxnSp>
          <p:nvCxnSpPr>
            <p:cNvPr id="529" name="Straight Connector 528">
              <a:extLst>
                <a:ext uri="{FF2B5EF4-FFF2-40B4-BE49-F238E27FC236}">
                  <a16:creationId xmlns:a16="http://schemas.microsoft.com/office/drawing/2014/main" id="{DE55AD21-090C-944D-3420-8FA5ABA03A91}"/>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D8864B40-ECCF-4D4D-530F-D0E24C5039B6}"/>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5DCCE0C7-6A01-9965-6AD9-A632C83A0444}"/>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9DF1F460-0973-7470-82C8-674CC6F19B59}"/>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96E6FB58-C683-115E-B243-B7848F4AA0FD}"/>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BA83BF2A-4B90-47C3-C25B-39F9BC882F4C}"/>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35" name="Group 534">
            <a:extLst>
              <a:ext uri="{FF2B5EF4-FFF2-40B4-BE49-F238E27FC236}">
                <a16:creationId xmlns:a16="http://schemas.microsoft.com/office/drawing/2014/main" id="{9DF803E2-E860-861D-E5DB-B9CE37FE40E2}"/>
              </a:ext>
            </a:extLst>
          </p:cNvPr>
          <p:cNvGrpSpPr/>
          <p:nvPr/>
        </p:nvGrpSpPr>
        <p:grpSpPr>
          <a:xfrm rot="5400000" flipH="1">
            <a:off x="9345008" y="7036892"/>
            <a:ext cx="324106" cy="276532"/>
            <a:chOff x="1621155" y="831533"/>
            <a:chExt cx="226695" cy="224898"/>
          </a:xfrm>
        </p:grpSpPr>
        <p:cxnSp>
          <p:nvCxnSpPr>
            <p:cNvPr id="536" name="Straight Connector 535">
              <a:extLst>
                <a:ext uri="{FF2B5EF4-FFF2-40B4-BE49-F238E27FC236}">
                  <a16:creationId xmlns:a16="http://schemas.microsoft.com/office/drawing/2014/main" id="{66574BB4-B84C-C994-CF63-40CFAD2B238B}"/>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BAA3DEFA-7689-7073-1983-233A7E23DA75}"/>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3B92743-08B4-70A8-7154-ACEB7E9826F7}"/>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F50D7EA2-C3C1-8A87-54A6-13B2B31F01AC}"/>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2C5AE319-50BD-B612-A9EB-8942E28B5533}"/>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9A3DB6D5-0B2D-3D42-F5DF-DA3A442D3799}"/>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2" name="Group 541">
            <a:extLst>
              <a:ext uri="{FF2B5EF4-FFF2-40B4-BE49-F238E27FC236}">
                <a16:creationId xmlns:a16="http://schemas.microsoft.com/office/drawing/2014/main" id="{B33E91A8-A2D0-AD53-57EC-1BCBFA66CC01}"/>
              </a:ext>
            </a:extLst>
          </p:cNvPr>
          <p:cNvGrpSpPr/>
          <p:nvPr/>
        </p:nvGrpSpPr>
        <p:grpSpPr>
          <a:xfrm rot="5400000" flipH="1">
            <a:off x="9082098" y="7036892"/>
            <a:ext cx="324106" cy="276532"/>
            <a:chOff x="1621155" y="831533"/>
            <a:chExt cx="226695" cy="224898"/>
          </a:xfrm>
        </p:grpSpPr>
        <p:cxnSp>
          <p:nvCxnSpPr>
            <p:cNvPr id="543" name="Straight Connector 542">
              <a:extLst>
                <a:ext uri="{FF2B5EF4-FFF2-40B4-BE49-F238E27FC236}">
                  <a16:creationId xmlns:a16="http://schemas.microsoft.com/office/drawing/2014/main" id="{13439D4E-9AC5-A97C-B048-9D7BAED29796}"/>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6444E3E3-2DC9-0E5D-CDF2-6DA577BFA9BE}"/>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A9DC3414-F720-6F23-6067-E89FDC2136E8}"/>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C37F1862-F601-86AF-E82A-75AAF69BFE21}"/>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DE833DB8-6CF8-3558-D6A0-1457E29FCCCB}"/>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17DFF7BF-9CC3-154B-B1CE-DDC50D3EF433}"/>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9" name="Group 548">
            <a:extLst>
              <a:ext uri="{FF2B5EF4-FFF2-40B4-BE49-F238E27FC236}">
                <a16:creationId xmlns:a16="http://schemas.microsoft.com/office/drawing/2014/main" id="{1E576F3E-FD2A-706D-FA00-E33ECC4F6A34}"/>
              </a:ext>
            </a:extLst>
          </p:cNvPr>
          <p:cNvGrpSpPr/>
          <p:nvPr/>
        </p:nvGrpSpPr>
        <p:grpSpPr>
          <a:xfrm rot="5400000" flipH="1">
            <a:off x="8819188" y="7036892"/>
            <a:ext cx="324106" cy="276532"/>
            <a:chOff x="1621155" y="831533"/>
            <a:chExt cx="226695" cy="224898"/>
          </a:xfrm>
        </p:grpSpPr>
        <p:cxnSp>
          <p:nvCxnSpPr>
            <p:cNvPr id="550" name="Straight Connector 549">
              <a:extLst>
                <a:ext uri="{FF2B5EF4-FFF2-40B4-BE49-F238E27FC236}">
                  <a16:creationId xmlns:a16="http://schemas.microsoft.com/office/drawing/2014/main" id="{F4AD6E8E-5CF6-A299-7703-0A2F109DDF1C}"/>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FFEB8D6F-F630-AB35-5FD4-8D7E48761D7A}"/>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DC1C52E1-B6DF-F183-4E34-4F624B906C9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CA696D8D-827E-C74B-5F4B-6433AA89B80C}"/>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57DCA306-7A1D-C15F-6A4E-897D7206E6D9}"/>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A551ED0B-390E-8789-F19D-51B90D16E774}"/>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56" name="Group 555">
            <a:extLst>
              <a:ext uri="{FF2B5EF4-FFF2-40B4-BE49-F238E27FC236}">
                <a16:creationId xmlns:a16="http://schemas.microsoft.com/office/drawing/2014/main" id="{3C40A8CD-8B4D-441F-08A3-6C85ED429E5B}"/>
              </a:ext>
            </a:extLst>
          </p:cNvPr>
          <p:cNvGrpSpPr/>
          <p:nvPr/>
        </p:nvGrpSpPr>
        <p:grpSpPr>
          <a:xfrm rot="5400000" flipH="1">
            <a:off x="10659557" y="6655590"/>
            <a:ext cx="324106" cy="276532"/>
            <a:chOff x="1621155" y="831533"/>
            <a:chExt cx="226695" cy="224898"/>
          </a:xfrm>
        </p:grpSpPr>
        <p:cxnSp>
          <p:nvCxnSpPr>
            <p:cNvPr id="557" name="Straight Connector 556">
              <a:extLst>
                <a:ext uri="{FF2B5EF4-FFF2-40B4-BE49-F238E27FC236}">
                  <a16:creationId xmlns:a16="http://schemas.microsoft.com/office/drawing/2014/main" id="{D7EC4C73-DFF0-4392-E204-BD66E653505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AE23B513-AFA2-98C8-06B0-E65EFD50EBE6}"/>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2F9C1F14-A89B-1863-ACFA-7DF8B4DB1409}"/>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29937F86-E900-2C0D-BAFD-2DDC5AB30776}"/>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1171CFA8-6393-7446-C2D4-83B50F37596C}"/>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22BDD77B-3636-144D-A47C-94A053EE1040}"/>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63" name="Group 562">
            <a:extLst>
              <a:ext uri="{FF2B5EF4-FFF2-40B4-BE49-F238E27FC236}">
                <a16:creationId xmlns:a16="http://schemas.microsoft.com/office/drawing/2014/main" id="{3D245927-2F4E-3044-5F36-CB1462B0138F}"/>
              </a:ext>
            </a:extLst>
          </p:cNvPr>
          <p:cNvGrpSpPr/>
          <p:nvPr/>
        </p:nvGrpSpPr>
        <p:grpSpPr>
          <a:xfrm rot="5400000" flipH="1">
            <a:off x="10396647" y="6655590"/>
            <a:ext cx="324106" cy="276532"/>
            <a:chOff x="1621155" y="831533"/>
            <a:chExt cx="226695" cy="224898"/>
          </a:xfrm>
        </p:grpSpPr>
        <p:cxnSp>
          <p:nvCxnSpPr>
            <p:cNvPr id="564" name="Straight Connector 563">
              <a:extLst>
                <a:ext uri="{FF2B5EF4-FFF2-40B4-BE49-F238E27FC236}">
                  <a16:creationId xmlns:a16="http://schemas.microsoft.com/office/drawing/2014/main" id="{F2C347C5-7FC6-C323-6D86-63B1F5F18B8C}"/>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8389A2B6-71EE-73B8-306C-0333BE5857BE}"/>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3B0D0DC6-9181-D652-DFF5-54E52414D3D7}"/>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693A5A2-4F9F-F6D5-79C8-C254B5A2FA99}"/>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29DFA6EB-C9AC-2D69-45CD-F28D519E02FC}"/>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BE2F73B5-F929-02FE-E595-C4716887F964}"/>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0" name="Group 569">
            <a:extLst>
              <a:ext uri="{FF2B5EF4-FFF2-40B4-BE49-F238E27FC236}">
                <a16:creationId xmlns:a16="http://schemas.microsoft.com/office/drawing/2014/main" id="{7A5AF681-FE39-6738-AB61-FBF034174609}"/>
              </a:ext>
            </a:extLst>
          </p:cNvPr>
          <p:cNvGrpSpPr/>
          <p:nvPr/>
        </p:nvGrpSpPr>
        <p:grpSpPr>
          <a:xfrm rot="5400000" flipH="1">
            <a:off x="10133737" y="6655590"/>
            <a:ext cx="324106" cy="276532"/>
            <a:chOff x="1621155" y="831533"/>
            <a:chExt cx="226695" cy="224898"/>
          </a:xfrm>
        </p:grpSpPr>
        <p:cxnSp>
          <p:nvCxnSpPr>
            <p:cNvPr id="571" name="Straight Connector 570">
              <a:extLst>
                <a:ext uri="{FF2B5EF4-FFF2-40B4-BE49-F238E27FC236}">
                  <a16:creationId xmlns:a16="http://schemas.microsoft.com/office/drawing/2014/main" id="{B38B4BD2-E31F-7E2D-7D9D-9D46FF91AEAA}"/>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0DB43159-4FE4-33B4-BF60-5A597F71A094}"/>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CAA9C7D9-9B7C-99C4-4F1C-CB85A513C0C1}"/>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8F92CF7A-C2A7-7A46-A176-AB1275E51732}"/>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12856205-CC54-6B4C-226C-A772B6C7B533}"/>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EC95F26A-733D-D29F-7820-A0C88538BCD6}"/>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7" name="Group 576">
            <a:extLst>
              <a:ext uri="{FF2B5EF4-FFF2-40B4-BE49-F238E27FC236}">
                <a16:creationId xmlns:a16="http://schemas.microsoft.com/office/drawing/2014/main" id="{0FCFDE31-E4E1-A8C7-F610-680D9E943A91}"/>
              </a:ext>
            </a:extLst>
          </p:cNvPr>
          <p:cNvGrpSpPr/>
          <p:nvPr/>
        </p:nvGrpSpPr>
        <p:grpSpPr>
          <a:xfrm rot="5400000" flipH="1">
            <a:off x="9870827" y="6655590"/>
            <a:ext cx="324106" cy="276532"/>
            <a:chOff x="1621155" y="831533"/>
            <a:chExt cx="226695" cy="224898"/>
          </a:xfrm>
        </p:grpSpPr>
        <p:cxnSp>
          <p:nvCxnSpPr>
            <p:cNvPr id="578" name="Straight Connector 577">
              <a:extLst>
                <a:ext uri="{FF2B5EF4-FFF2-40B4-BE49-F238E27FC236}">
                  <a16:creationId xmlns:a16="http://schemas.microsoft.com/office/drawing/2014/main" id="{D1F83BB0-4B3D-0842-B903-96B762D5AB9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F7C26B83-8580-4071-300A-A7E996227839}"/>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691FA9B9-F631-A456-12A6-0A6FA2DA55ED}"/>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3388D627-95E3-290C-1DF4-042724A2BEBE}"/>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8494E224-A564-E839-33E7-D16EE41A3371}"/>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612B46EE-89D5-2857-381F-D477DC484194}"/>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84" name="Group 583">
            <a:extLst>
              <a:ext uri="{FF2B5EF4-FFF2-40B4-BE49-F238E27FC236}">
                <a16:creationId xmlns:a16="http://schemas.microsoft.com/office/drawing/2014/main" id="{92735074-4E40-6AD3-CB9E-4BD08F78087B}"/>
              </a:ext>
            </a:extLst>
          </p:cNvPr>
          <p:cNvGrpSpPr/>
          <p:nvPr/>
        </p:nvGrpSpPr>
        <p:grpSpPr>
          <a:xfrm rot="5400000" flipH="1">
            <a:off x="9607917" y="6655590"/>
            <a:ext cx="324106" cy="276532"/>
            <a:chOff x="1621155" y="831533"/>
            <a:chExt cx="226695" cy="224898"/>
          </a:xfrm>
        </p:grpSpPr>
        <p:cxnSp>
          <p:nvCxnSpPr>
            <p:cNvPr id="585" name="Straight Connector 584">
              <a:extLst>
                <a:ext uri="{FF2B5EF4-FFF2-40B4-BE49-F238E27FC236}">
                  <a16:creationId xmlns:a16="http://schemas.microsoft.com/office/drawing/2014/main" id="{A1E450EA-EE20-FEE6-12DE-329998E3FBAD}"/>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48D8B37-2D31-0A6B-F468-8DF0337209E9}"/>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F64C8A77-C6C1-033D-D4A6-B6EFD4EEBB2E}"/>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AC45C378-6219-5451-71F2-2EA84F16B832}"/>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CD5DA37D-07CD-8395-2CBD-BBE389FB7C39}"/>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20E06802-5F85-E290-D0C4-267C88546357}"/>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1" name="Group 590">
            <a:extLst>
              <a:ext uri="{FF2B5EF4-FFF2-40B4-BE49-F238E27FC236}">
                <a16:creationId xmlns:a16="http://schemas.microsoft.com/office/drawing/2014/main" id="{3F0D065D-D90A-E0A9-FEC6-63D92329FEC6}"/>
              </a:ext>
            </a:extLst>
          </p:cNvPr>
          <p:cNvGrpSpPr/>
          <p:nvPr/>
        </p:nvGrpSpPr>
        <p:grpSpPr>
          <a:xfrm rot="5400000" flipH="1">
            <a:off x="9345008" y="6655590"/>
            <a:ext cx="324106" cy="276532"/>
            <a:chOff x="1621155" y="831533"/>
            <a:chExt cx="226695" cy="224898"/>
          </a:xfrm>
        </p:grpSpPr>
        <p:cxnSp>
          <p:nvCxnSpPr>
            <p:cNvPr id="592" name="Straight Connector 591">
              <a:extLst>
                <a:ext uri="{FF2B5EF4-FFF2-40B4-BE49-F238E27FC236}">
                  <a16:creationId xmlns:a16="http://schemas.microsoft.com/office/drawing/2014/main" id="{547FDD5A-6A33-16A8-1AAB-1F1D25584A87}"/>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B2A199CB-468E-5E0C-DE47-481A8ABE8D60}"/>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5696ECA4-6AC1-67BF-9410-68D044E171D8}"/>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06EE86F-5787-6B87-97E9-45EADFDF64D3}"/>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4219AC90-6200-A324-12E0-D19E67D0C9E2}"/>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6D7AA6FA-F940-F386-29F4-B8A209E1A138}"/>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8" name="Group 597">
            <a:extLst>
              <a:ext uri="{FF2B5EF4-FFF2-40B4-BE49-F238E27FC236}">
                <a16:creationId xmlns:a16="http://schemas.microsoft.com/office/drawing/2014/main" id="{B3DC8241-A64E-D3BB-0CA6-AE48ABFA766A}"/>
              </a:ext>
            </a:extLst>
          </p:cNvPr>
          <p:cNvGrpSpPr/>
          <p:nvPr/>
        </p:nvGrpSpPr>
        <p:grpSpPr>
          <a:xfrm rot="5400000" flipH="1">
            <a:off x="9082098" y="6655590"/>
            <a:ext cx="324106" cy="276532"/>
            <a:chOff x="1621155" y="831533"/>
            <a:chExt cx="226695" cy="224898"/>
          </a:xfrm>
        </p:grpSpPr>
        <p:cxnSp>
          <p:nvCxnSpPr>
            <p:cNvPr id="599" name="Straight Connector 598">
              <a:extLst>
                <a:ext uri="{FF2B5EF4-FFF2-40B4-BE49-F238E27FC236}">
                  <a16:creationId xmlns:a16="http://schemas.microsoft.com/office/drawing/2014/main" id="{0D9465F6-77E6-9721-6618-B04F7660B62E}"/>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0" name="Straight Connector 599">
              <a:extLst>
                <a:ext uri="{FF2B5EF4-FFF2-40B4-BE49-F238E27FC236}">
                  <a16:creationId xmlns:a16="http://schemas.microsoft.com/office/drawing/2014/main" id="{2BC4A58B-FEBD-3B30-CB5F-F2820D4A9B7F}"/>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1" name="Straight Connector 600">
              <a:extLst>
                <a:ext uri="{FF2B5EF4-FFF2-40B4-BE49-F238E27FC236}">
                  <a16:creationId xmlns:a16="http://schemas.microsoft.com/office/drawing/2014/main" id="{CCF7EFDE-B001-BB62-1500-4CC860942912}"/>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a16="http://schemas.microsoft.com/office/drawing/2014/main" id="{6FD6EC4C-A376-2668-8172-F1D38DC9E0FE}"/>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3" name="Straight Connector 602">
              <a:extLst>
                <a:ext uri="{FF2B5EF4-FFF2-40B4-BE49-F238E27FC236}">
                  <a16:creationId xmlns:a16="http://schemas.microsoft.com/office/drawing/2014/main" id="{5FC81E54-D698-4351-EB6C-4B3E25100D15}"/>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4" name="Straight Connector 603">
              <a:extLst>
                <a:ext uri="{FF2B5EF4-FFF2-40B4-BE49-F238E27FC236}">
                  <a16:creationId xmlns:a16="http://schemas.microsoft.com/office/drawing/2014/main" id="{E6764BEB-849B-9549-B080-25CC83B732DD}"/>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605" name="Group 604">
            <a:extLst>
              <a:ext uri="{FF2B5EF4-FFF2-40B4-BE49-F238E27FC236}">
                <a16:creationId xmlns:a16="http://schemas.microsoft.com/office/drawing/2014/main" id="{23078B20-41A4-8559-0349-E9B76D8DD820}"/>
              </a:ext>
            </a:extLst>
          </p:cNvPr>
          <p:cNvGrpSpPr/>
          <p:nvPr/>
        </p:nvGrpSpPr>
        <p:grpSpPr>
          <a:xfrm rot="5400000" flipH="1">
            <a:off x="8819188" y="6655590"/>
            <a:ext cx="324106" cy="276532"/>
            <a:chOff x="1621155" y="831533"/>
            <a:chExt cx="226695" cy="224898"/>
          </a:xfrm>
        </p:grpSpPr>
        <p:cxnSp>
          <p:nvCxnSpPr>
            <p:cNvPr id="606" name="Straight Connector 605">
              <a:extLst>
                <a:ext uri="{FF2B5EF4-FFF2-40B4-BE49-F238E27FC236}">
                  <a16:creationId xmlns:a16="http://schemas.microsoft.com/office/drawing/2014/main" id="{9022C265-EF80-D390-A33D-E5C0C10D19F8}"/>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7" name="Straight Connector 606">
              <a:extLst>
                <a:ext uri="{FF2B5EF4-FFF2-40B4-BE49-F238E27FC236}">
                  <a16:creationId xmlns:a16="http://schemas.microsoft.com/office/drawing/2014/main" id="{6BC06F84-AEA1-00C9-511A-1B62B10E9F6D}"/>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8" name="Straight Connector 607">
              <a:extLst>
                <a:ext uri="{FF2B5EF4-FFF2-40B4-BE49-F238E27FC236}">
                  <a16:creationId xmlns:a16="http://schemas.microsoft.com/office/drawing/2014/main" id="{9AB5D1A0-2E60-E27F-E240-F890610CEA37}"/>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9" name="Straight Connector 608">
              <a:extLst>
                <a:ext uri="{FF2B5EF4-FFF2-40B4-BE49-F238E27FC236}">
                  <a16:creationId xmlns:a16="http://schemas.microsoft.com/office/drawing/2014/main" id="{E7ED7192-A4F2-0449-6143-63BABA33B78A}"/>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0" name="Straight Connector 609">
              <a:extLst>
                <a:ext uri="{FF2B5EF4-FFF2-40B4-BE49-F238E27FC236}">
                  <a16:creationId xmlns:a16="http://schemas.microsoft.com/office/drawing/2014/main" id="{1F027E28-FB9B-D644-B43B-20DDC5AB3F8C}"/>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1" name="Straight Connector 610">
              <a:extLst>
                <a:ext uri="{FF2B5EF4-FFF2-40B4-BE49-F238E27FC236}">
                  <a16:creationId xmlns:a16="http://schemas.microsoft.com/office/drawing/2014/main" id="{819DDD94-8E5C-1937-0367-70652FC427A9}"/>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612" name="TextBox 611">
            <a:extLst>
              <a:ext uri="{FF2B5EF4-FFF2-40B4-BE49-F238E27FC236}">
                <a16:creationId xmlns:a16="http://schemas.microsoft.com/office/drawing/2014/main" id="{30BDD79A-8D3E-EA85-69DC-C1DC49EBBF98}"/>
              </a:ext>
            </a:extLst>
          </p:cNvPr>
          <p:cNvSpPr txBox="1"/>
          <p:nvPr/>
        </p:nvSpPr>
        <p:spPr>
          <a:xfrm>
            <a:off x="9002419" y="7373938"/>
            <a:ext cx="1690463" cy="523220"/>
          </a:xfrm>
          <a:prstGeom prst="rect">
            <a:avLst/>
          </a:prstGeom>
          <a:noFill/>
        </p:spPr>
        <p:txBody>
          <a:bodyPr wrap="none" rtlCol="0">
            <a:spAutoFit/>
          </a:bodyPr>
          <a:lstStyle/>
          <a:p>
            <a:r>
              <a:rPr lang="en-US" sz="2800" b="1" dirty="0">
                <a:solidFill>
                  <a:srgbClr val="0070C0"/>
                </a:solidFill>
              </a:rPr>
              <a:t>ECC Parity</a:t>
            </a:r>
          </a:p>
        </p:txBody>
      </p:sp>
      <p:cxnSp>
        <p:nvCxnSpPr>
          <p:cNvPr id="614" name="Straight Arrow Connector 613">
            <a:extLst>
              <a:ext uri="{FF2B5EF4-FFF2-40B4-BE49-F238E27FC236}">
                <a16:creationId xmlns:a16="http://schemas.microsoft.com/office/drawing/2014/main" id="{20A243C7-0026-1462-8A74-754F699EDBDB}"/>
              </a:ext>
            </a:extLst>
          </p:cNvPr>
          <p:cNvCxnSpPr>
            <a:cxnSpLocks/>
          </p:cNvCxnSpPr>
          <p:nvPr/>
        </p:nvCxnSpPr>
        <p:spPr>
          <a:xfrm>
            <a:off x="7965517" y="3492728"/>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6" name="Straight Arrow Connector 615">
            <a:extLst>
              <a:ext uri="{FF2B5EF4-FFF2-40B4-BE49-F238E27FC236}">
                <a16:creationId xmlns:a16="http://schemas.microsoft.com/office/drawing/2014/main" id="{03ADF7CD-686A-C9E4-D92F-64806349FE88}"/>
              </a:ext>
            </a:extLst>
          </p:cNvPr>
          <p:cNvCxnSpPr>
            <a:cxnSpLocks/>
          </p:cNvCxnSpPr>
          <p:nvPr/>
        </p:nvCxnSpPr>
        <p:spPr>
          <a:xfrm>
            <a:off x="7965517" y="4407079"/>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7" name="Straight Arrow Connector 616">
            <a:extLst>
              <a:ext uri="{FF2B5EF4-FFF2-40B4-BE49-F238E27FC236}">
                <a16:creationId xmlns:a16="http://schemas.microsoft.com/office/drawing/2014/main" id="{472AB3CD-FCDC-AF74-5BCE-C48E08C59720}"/>
              </a:ext>
            </a:extLst>
          </p:cNvPr>
          <p:cNvCxnSpPr>
            <a:cxnSpLocks/>
          </p:cNvCxnSpPr>
          <p:nvPr/>
        </p:nvCxnSpPr>
        <p:spPr>
          <a:xfrm>
            <a:off x="7965517" y="5229080"/>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8" name="Straight Arrow Connector 617">
            <a:extLst>
              <a:ext uri="{FF2B5EF4-FFF2-40B4-BE49-F238E27FC236}">
                <a16:creationId xmlns:a16="http://schemas.microsoft.com/office/drawing/2014/main" id="{D6235210-F760-6D0D-C29E-53C7591F5F39}"/>
              </a:ext>
            </a:extLst>
          </p:cNvPr>
          <p:cNvCxnSpPr>
            <a:cxnSpLocks/>
          </p:cNvCxnSpPr>
          <p:nvPr/>
        </p:nvCxnSpPr>
        <p:spPr>
          <a:xfrm>
            <a:off x="7965517" y="6103724"/>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9" name="Straight Arrow Connector 618">
            <a:extLst>
              <a:ext uri="{FF2B5EF4-FFF2-40B4-BE49-F238E27FC236}">
                <a16:creationId xmlns:a16="http://schemas.microsoft.com/office/drawing/2014/main" id="{828F712E-2067-D480-A992-8FD75946E9FD}"/>
              </a:ext>
            </a:extLst>
          </p:cNvPr>
          <p:cNvCxnSpPr>
            <a:cxnSpLocks/>
          </p:cNvCxnSpPr>
          <p:nvPr/>
        </p:nvCxnSpPr>
        <p:spPr>
          <a:xfrm>
            <a:off x="7965517" y="7000868"/>
            <a:ext cx="652458" cy="0"/>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22" name="TextBox 621">
            <a:extLst>
              <a:ext uri="{FF2B5EF4-FFF2-40B4-BE49-F238E27FC236}">
                <a16:creationId xmlns:a16="http://schemas.microsoft.com/office/drawing/2014/main" id="{3FE6493A-C1B4-E13D-587D-E392694A59C3}"/>
              </a:ext>
            </a:extLst>
          </p:cNvPr>
          <p:cNvSpPr txBox="1"/>
          <p:nvPr/>
        </p:nvSpPr>
        <p:spPr>
          <a:xfrm>
            <a:off x="9464645" y="2646366"/>
            <a:ext cx="884729" cy="523220"/>
          </a:xfrm>
          <a:prstGeom prst="rect">
            <a:avLst/>
          </a:prstGeom>
          <a:noFill/>
        </p:spPr>
        <p:txBody>
          <a:bodyPr wrap="none" rtlCol="0">
            <a:spAutoFit/>
          </a:bodyPr>
          <a:lstStyle/>
          <a:p>
            <a:r>
              <a:rPr lang="en-US" sz="2800" b="1" dirty="0"/>
              <a:t>Data</a:t>
            </a:r>
          </a:p>
        </p:txBody>
      </p:sp>
      <p:sp>
        <p:nvSpPr>
          <p:cNvPr id="21" name="TextBox 20">
            <a:extLst>
              <a:ext uri="{FF2B5EF4-FFF2-40B4-BE49-F238E27FC236}">
                <a16:creationId xmlns:a16="http://schemas.microsoft.com/office/drawing/2014/main" id="{52FD2DC2-1040-8C18-2AE5-B88F73095B42}"/>
              </a:ext>
            </a:extLst>
          </p:cNvPr>
          <p:cNvSpPr txBox="1"/>
          <p:nvPr/>
        </p:nvSpPr>
        <p:spPr>
          <a:xfrm>
            <a:off x="1763245" y="5776568"/>
            <a:ext cx="1117422" cy="523220"/>
          </a:xfrm>
          <a:prstGeom prst="rect">
            <a:avLst/>
          </a:prstGeom>
          <a:noFill/>
        </p:spPr>
        <p:txBody>
          <a:bodyPr wrap="none" rtlCol="0">
            <a:spAutoFit/>
          </a:bodyPr>
          <a:lstStyle/>
          <a:p>
            <a:r>
              <a:rPr lang="en-US" sz="2800" dirty="0"/>
              <a:t>Server</a:t>
            </a:r>
          </a:p>
        </p:txBody>
      </p:sp>
      <p:cxnSp>
        <p:nvCxnSpPr>
          <p:cNvPr id="24" name="Straight Connector 23">
            <a:extLst>
              <a:ext uri="{FF2B5EF4-FFF2-40B4-BE49-F238E27FC236}">
                <a16:creationId xmlns:a16="http://schemas.microsoft.com/office/drawing/2014/main" id="{861A68E1-33CE-5539-D7C6-AB812746DA4E}"/>
              </a:ext>
            </a:extLst>
          </p:cNvPr>
          <p:cNvCxnSpPr>
            <a:cxnSpLocks/>
          </p:cNvCxnSpPr>
          <p:nvPr/>
        </p:nvCxnSpPr>
        <p:spPr>
          <a:xfrm>
            <a:off x="11278246" y="3165098"/>
            <a:ext cx="0" cy="3307979"/>
          </a:xfrm>
          <a:prstGeom prst="line">
            <a:avLst/>
          </a:prstGeom>
          <a:ln w="38100">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623" name="Straight Connector 622">
            <a:extLst>
              <a:ext uri="{FF2B5EF4-FFF2-40B4-BE49-F238E27FC236}">
                <a16:creationId xmlns:a16="http://schemas.microsoft.com/office/drawing/2014/main" id="{F072E7FB-E5E7-A8AA-C04E-1E207AD3FE79}"/>
              </a:ext>
            </a:extLst>
          </p:cNvPr>
          <p:cNvCxnSpPr/>
          <p:nvPr/>
        </p:nvCxnSpPr>
        <p:spPr>
          <a:xfrm>
            <a:off x="11074401" y="316509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4" name="Straight Connector 623">
            <a:extLst>
              <a:ext uri="{FF2B5EF4-FFF2-40B4-BE49-F238E27FC236}">
                <a16:creationId xmlns:a16="http://schemas.microsoft.com/office/drawing/2014/main" id="{D59DD7D5-E543-9103-045A-2283451306AC}"/>
              </a:ext>
            </a:extLst>
          </p:cNvPr>
          <p:cNvCxnSpPr/>
          <p:nvPr/>
        </p:nvCxnSpPr>
        <p:spPr>
          <a:xfrm>
            <a:off x="11074401" y="647307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625" name="TextBox 624">
            <a:extLst>
              <a:ext uri="{FF2B5EF4-FFF2-40B4-BE49-F238E27FC236}">
                <a16:creationId xmlns:a16="http://schemas.microsoft.com/office/drawing/2014/main" id="{77618DA9-5C7B-8B22-8C2B-4E1B4BE4ECDC}"/>
              </a:ext>
            </a:extLst>
          </p:cNvPr>
          <p:cNvSpPr txBox="1"/>
          <p:nvPr/>
        </p:nvSpPr>
        <p:spPr>
          <a:xfrm rot="5400000">
            <a:off x="10378002" y="4554062"/>
            <a:ext cx="2596737" cy="523220"/>
          </a:xfrm>
          <a:prstGeom prst="rect">
            <a:avLst/>
          </a:prstGeom>
          <a:noFill/>
        </p:spPr>
        <p:txBody>
          <a:bodyPr wrap="none" rtlCol="0">
            <a:spAutoFit/>
          </a:bodyPr>
          <a:lstStyle/>
          <a:p>
            <a:r>
              <a:rPr lang="en-US" sz="2800" b="1" dirty="0"/>
              <a:t>Data Bandwidth</a:t>
            </a:r>
          </a:p>
        </p:txBody>
      </p:sp>
      <p:sp>
        <p:nvSpPr>
          <p:cNvPr id="628" name="Rectangle: Rounded Corners 1744">
            <a:extLst>
              <a:ext uri="{FF2B5EF4-FFF2-40B4-BE49-F238E27FC236}">
                <a16:creationId xmlns:a16="http://schemas.microsoft.com/office/drawing/2014/main" id="{A1FC5F11-4271-D3C9-3120-3CE74A71FED9}"/>
              </a:ext>
            </a:extLst>
          </p:cNvPr>
          <p:cNvSpPr/>
          <p:nvPr/>
        </p:nvSpPr>
        <p:spPr>
          <a:xfrm>
            <a:off x="3237409" y="2488163"/>
            <a:ext cx="8893537" cy="5586245"/>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5" name="TextBox 14">
            <a:extLst>
              <a:ext uri="{FF2B5EF4-FFF2-40B4-BE49-F238E27FC236}">
                <a16:creationId xmlns:a16="http://schemas.microsoft.com/office/drawing/2014/main" id="{DB8B55D6-74B2-2443-3AB1-9AC09AABAF9F}"/>
              </a:ext>
            </a:extLst>
          </p:cNvPr>
          <p:cNvSpPr txBox="1"/>
          <p:nvPr/>
        </p:nvSpPr>
        <p:spPr>
          <a:xfrm>
            <a:off x="969489" y="3492729"/>
            <a:ext cx="2492990" cy="954107"/>
          </a:xfrm>
          <a:prstGeom prst="rect">
            <a:avLst/>
          </a:prstGeom>
          <a:noFill/>
        </p:spPr>
        <p:txBody>
          <a:bodyPr wrap="none" rtlCol="0">
            <a:spAutoFit/>
          </a:bodyPr>
          <a:lstStyle/>
          <a:p>
            <a:r>
              <a:rPr lang="en-US" sz="2800" b="1" dirty="0"/>
              <a:t>Mem Channels </a:t>
            </a:r>
          </a:p>
          <a:p>
            <a:r>
              <a:rPr lang="en-US" sz="2800" b="1" dirty="0"/>
              <a:t>@ Cluster</a:t>
            </a:r>
          </a:p>
        </p:txBody>
      </p:sp>
      <p:sp>
        <p:nvSpPr>
          <p:cNvPr id="627" name="TextBox 626">
            <a:extLst>
              <a:ext uri="{FF2B5EF4-FFF2-40B4-BE49-F238E27FC236}">
                <a16:creationId xmlns:a16="http://schemas.microsoft.com/office/drawing/2014/main" id="{DC0F3B1C-61DE-7C23-7245-2AFA0571417D}"/>
              </a:ext>
            </a:extLst>
          </p:cNvPr>
          <p:cNvSpPr txBox="1"/>
          <p:nvPr/>
        </p:nvSpPr>
        <p:spPr>
          <a:xfrm>
            <a:off x="4421729" y="3210019"/>
            <a:ext cx="2789353" cy="646331"/>
          </a:xfrm>
          <a:prstGeom prst="rect">
            <a:avLst/>
          </a:prstGeom>
          <a:noFill/>
        </p:spPr>
        <p:txBody>
          <a:bodyPr wrap="none" rtlCol="0">
            <a:spAutoFit/>
          </a:bodyPr>
          <a:lstStyle/>
          <a:p>
            <a:r>
              <a:rPr lang="en-US" sz="3600" b="1" dirty="0">
                <a:solidFill>
                  <a:srgbClr val="FF0000"/>
                </a:solidFill>
              </a:rPr>
              <a:t>Memory Wall</a:t>
            </a:r>
          </a:p>
        </p:txBody>
      </p:sp>
      <p:cxnSp>
        <p:nvCxnSpPr>
          <p:cNvPr id="630" name="Straight Arrow Connector 629">
            <a:extLst>
              <a:ext uri="{FF2B5EF4-FFF2-40B4-BE49-F238E27FC236}">
                <a16:creationId xmlns:a16="http://schemas.microsoft.com/office/drawing/2014/main" id="{6055B85D-115D-E63F-319C-24290E638948}"/>
              </a:ext>
            </a:extLst>
          </p:cNvPr>
          <p:cNvCxnSpPr/>
          <p:nvPr/>
        </p:nvCxnSpPr>
        <p:spPr>
          <a:xfrm flipV="1">
            <a:off x="3354908" y="3872984"/>
            <a:ext cx="2342881" cy="94268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FD632CAE-2E03-4A2B-2E77-01BD2BECA89C}"/>
              </a:ext>
            </a:extLst>
          </p:cNvPr>
          <p:cNvSpPr>
            <a:spLocks noGrp="1"/>
          </p:cNvSpPr>
          <p:nvPr>
            <p:ph type="title"/>
          </p:nvPr>
        </p:nvSpPr>
        <p:spPr>
          <a:xfrm>
            <a:off x="622300" y="389827"/>
            <a:ext cx="10421922" cy="726072"/>
          </a:xfrm>
        </p:spPr>
        <p:txBody>
          <a:bodyPr/>
          <a:lstStyle/>
          <a:p>
            <a:r>
              <a:rPr lang="en-US" dirty="0"/>
              <a:t>DDR5 Memory Systems</a:t>
            </a:r>
          </a:p>
        </p:txBody>
      </p:sp>
    </p:spTree>
    <p:extLst>
      <p:ext uri="{BB962C8B-B14F-4D97-AF65-F5344CB8AC3E}">
        <p14:creationId xmlns:p14="http://schemas.microsoft.com/office/powerpoint/2010/main" val="3009839375"/>
      </p:ext>
    </p:extLst>
  </p:cSld>
  <p:clrMapOvr>
    <a:masterClrMapping/>
  </p:clrMapOvr>
  <mc:AlternateContent xmlns:mc="http://schemas.openxmlformats.org/markup-compatibility/2006" xmlns:p14="http://schemas.microsoft.com/office/powerpoint/2010/main">
    <mc:Choice Requires="p14">
      <p:transition spd="slow" p14:dur="2000" advTm="17965"/>
    </mc:Choice>
    <mc:Fallback xmlns="">
      <p:transition spd="slow" advTm="17965"/>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a black square&#10;&#10;AI-generated content may be incorrect.">
            <a:extLst>
              <a:ext uri="{FF2B5EF4-FFF2-40B4-BE49-F238E27FC236}">
                <a16:creationId xmlns:a16="http://schemas.microsoft.com/office/drawing/2014/main" id="{D6936247-DFBD-D766-B46D-B6FA88C965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628" y="4505995"/>
            <a:ext cx="566780" cy="566780"/>
          </a:xfrm>
          <a:prstGeom prst="rect">
            <a:avLst/>
          </a:prstGeom>
        </p:spPr>
      </p:pic>
      <p:sp>
        <p:nvSpPr>
          <p:cNvPr id="15" name="TextBox 14">
            <a:extLst>
              <a:ext uri="{FF2B5EF4-FFF2-40B4-BE49-F238E27FC236}">
                <a16:creationId xmlns:a16="http://schemas.microsoft.com/office/drawing/2014/main" id="{E27067B8-5F51-AC90-B460-60B5E286A8CD}"/>
              </a:ext>
            </a:extLst>
          </p:cNvPr>
          <p:cNvSpPr txBox="1"/>
          <p:nvPr/>
        </p:nvSpPr>
        <p:spPr>
          <a:xfrm>
            <a:off x="969489" y="3492729"/>
            <a:ext cx="2492990" cy="954107"/>
          </a:xfrm>
          <a:prstGeom prst="rect">
            <a:avLst/>
          </a:prstGeom>
          <a:noFill/>
        </p:spPr>
        <p:txBody>
          <a:bodyPr wrap="none" rtlCol="0">
            <a:spAutoFit/>
          </a:bodyPr>
          <a:lstStyle/>
          <a:p>
            <a:r>
              <a:rPr lang="en-US" sz="2800" b="1" dirty="0"/>
              <a:t>Mem Channels </a:t>
            </a:r>
          </a:p>
          <a:p>
            <a:r>
              <a:rPr lang="en-US" sz="2800" b="1" dirty="0"/>
              <a:t>@ Cluster</a:t>
            </a:r>
          </a:p>
        </p:txBody>
      </p:sp>
      <p:pic>
        <p:nvPicPr>
          <p:cNvPr id="16" name="Picture 15" descr="A chip with a black background&#10;&#10;AI-generated content may be incorrect.">
            <a:extLst>
              <a:ext uri="{FF2B5EF4-FFF2-40B4-BE49-F238E27FC236}">
                <a16:creationId xmlns:a16="http://schemas.microsoft.com/office/drawing/2014/main" id="{F6E73F11-7379-B904-9979-F0DDC52CFC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4033527"/>
            <a:ext cx="707887" cy="707887"/>
          </a:xfrm>
          <a:prstGeom prst="rect">
            <a:avLst/>
          </a:prstGeom>
        </p:spPr>
      </p:pic>
      <p:pic>
        <p:nvPicPr>
          <p:cNvPr id="17" name="Picture 16" descr="A chip with a black background&#10;&#10;AI-generated content may be incorrect.">
            <a:extLst>
              <a:ext uri="{FF2B5EF4-FFF2-40B4-BE49-F238E27FC236}">
                <a16:creationId xmlns:a16="http://schemas.microsoft.com/office/drawing/2014/main" id="{370B6433-FD64-4315-4333-DA428EC281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3165097"/>
            <a:ext cx="707887" cy="707887"/>
          </a:xfrm>
          <a:prstGeom prst="rect">
            <a:avLst/>
          </a:prstGeom>
        </p:spPr>
      </p:pic>
      <p:pic>
        <p:nvPicPr>
          <p:cNvPr id="18" name="Picture 17" descr="A chip with a black background&#10;&#10;AI-generated content may be incorrect.">
            <a:extLst>
              <a:ext uri="{FF2B5EF4-FFF2-40B4-BE49-F238E27FC236}">
                <a16:creationId xmlns:a16="http://schemas.microsoft.com/office/drawing/2014/main" id="{E1BBB7A5-8CB4-E6FC-60F4-D8E7666FD3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4906064"/>
            <a:ext cx="707887" cy="707887"/>
          </a:xfrm>
          <a:prstGeom prst="rect">
            <a:avLst/>
          </a:prstGeom>
        </p:spPr>
      </p:pic>
      <p:pic>
        <p:nvPicPr>
          <p:cNvPr id="19" name="Picture 18" descr="A chip with a black background&#10;&#10;AI-generated content may be incorrect.">
            <a:extLst>
              <a:ext uri="{FF2B5EF4-FFF2-40B4-BE49-F238E27FC236}">
                <a16:creationId xmlns:a16="http://schemas.microsoft.com/office/drawing/2014/main" id="{9962CBF8-8006-C158-53AC-D14B36EC7F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873" y="5765190"/>
            <a:ext cx="707887" cy="707887"/>
          </a:xfrm>
          <a:prstGeom prst="rect">
            <a:avLst/>
          </a:prstGeom>
        </p:spPr>
      </p:pic>
      <p:pic>
        <p:nvPicPr>
          <p:cNvPr id="20" name="Picture 19" descr="A blue chip with black text&#10;&#10;AI-generated content may be incorrect.">
            <a:extLst>
              <a:ext uri="{FF2B5EF4-FFF2-40B4-BE49-F238E27FC236}">
                <a16:creationId xmlns:a16="http://schemas.microsoft.com/office/drawing/2014/main" id="{C6EFE64A-C917-2BE4-FEA1-F3B1D4D13F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2" y="6641796"/>
            <a:ext cx="705416" cy="705416"/>
          </a:xfrm>
          <a:prstGeom prst="rect">
            <a:avLst/>
          </a:prstGeom>
        </p:spPr>
      </p:pic>
      <p:sp>
        <p:nvSpPr>
          <p:cNvPr id="22" name="Left Brace 21">
            <a:extLst>
              <a:ext uri="{FF2B5EF4-FFF2-40B4-BE49-F238E27FC236}">
                <a16:creationId xmlns:a16="http://schemas.microsoft.com/office/drawing/2014/main" id="{DA8BAA62-09FD-74BA-6994-3CAA3D13FA84}"/>
              </a:ext>
            </a:extLst>
          </p:cNvPr>
          <p:cNvSpPr/>
          <p:nvPr/>
        </p:nvSpPr>
        <p:spPr>
          <a:xfrm>
            <a:off x="5697789" y="3444430"/>
            <a:ext cx="549239" cy="3569872"/>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39" name="Picture 38" descr="A black background with a black square&#10;&#10;AI-generated content may be incorrect.">
            <a:extLst>
              <a:ext uri="{FF2B5EF4-FFF2-40B4-BE49-F238E27FC236}">
                <a16:creationId xmlns:a16="http://schemas.microsoft.com/office/drawing/2014/main" id="{4F15F7AE-877D-0131-5C08-53EE8A0E07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5427" y="4505995"/>
            <a:ext cx="566780" cy="566780"/>
          </a:xfrm>
          <a:prstGeom prst="rect">
            <a:avLst/>
          </a:prstGeom>
        </p:spPr>
      </p:pic>
      <p:pic>
        <p:nvPicPr>
          <p:cNvPr id="40" name="Picture 39" descr="A black background with a black square&#10;&#10;AI-generated content may be incorrect.">
            <a:extLst>
              <a:ext uri="{FF2B5EF4-FFF2-40B4-BE49-F238E27FC236}">
                <a16:creationId xmlns:a16="http://schemas.microsoft.com/office/drawing/2014/main" id="{25ACBB6E-B480-A754-DBA3-7A2F0EBA6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0226" y="4505995"/>
            <a:ext cx="566780" cy="566780"/>
          </a:xfrm>
          <a:prstGeom prst="rect">
            <a:avLst/>
          </a:prstGeom>
        </p:spPr>
      </p:pic>
      <p:pic>
        <p:nvPicPr>
          <p:cNvPr id="41" name="Picture 40" descr="A black background with a black square&#10;&#10;AI-generated content may be incorrect.">
            <a:extLst>
              <a:ext uri="{FF2B5EF4-FFF2-40B4-BE49-F238E27FC236}">
                <a16:creationId xmlns:a16="http://schemas.microsoft.com/office/drawing/2014/main" id="{F5275B7E-2077-2D37-8475-40ED470D18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0226" y="5229080"/>
            <a:ext cx="566780" cy="566780"/>
          </a:xfrm>
          <a:prstGeom prst="rect">
            <a:avLst/>
          </a:prstGeom>
        </p:spPr>
      </p:pic>
      <p:pic>
        <p:nvPicPr>
          <p:cNvPr id="42" name="Picture 41" descr="A black background with a black square&#10;&#10;AI-generated content may be incorrect.">
            <a:extLst>
              <a:ext uri="{FF2B5EF4-FFF2-40B4-BE49-F238E27FC236}">
                <a16:creationId xmlns:a16="http://schemas.microsoft.com/office/drawing/2014/main" id="{BA945685-715A-5BBD-1022-8F33EC6FEA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982" y="5229080"/>
            <a:ext cx="566780" cy="566780"/>
          </a:xfrm>
          <a:prstGeom prst="rect">
            <a:avLst/>
          </a:prstGeom>
        </p:spPr>
      </p:pic>
      <p:pic>
        <p:nvPicPr>
          <p:cNvPr id="43" name="Picture 42" descr="A black background with a black square&#10;&#10;AI-generated content may be incorrect.">
            <a:extLst>
              <a:ext uri="{FF2B5EF4-FFF2-40B4-BE49-F238E27FC236}">
                <a16:creationId xmlns:a16="http://schemas.microsoft.com/office/drawing/2014/main" id="{D53C6242-6715-96C0-17E9-136E0C9632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628" y="5229080"/>
            <a:ext cx="566780" cy="566780"/>
          </a:xfrm>
          <a:prstGeom prst="rect">
            <a:avLst/>
          </a:prstGeom>
        </p:spPr>
      </p:pic>
      <p:grpSp>
        <p:nvGrpSpPr>
          <p:cNvPr id="62" name="Group 61">
            <a:extLst>
              <a:ext uri="{FF2B5EF4-FFF2-40B4-BE49-F238E27FC236}">
                <a16:creationId xmlns:a16="http://schemas.microsoft.com/office/drawing/2014/main" id="{8B1C8235-2176-2307-4E1B-B052FB9CD7D3}"/>
              </a:ext>
            </a:extLst>
          </p:cNvPr>
          <p:cNvGrpSpPr/>
          <p:nvPr/>
        </p:nvGrpSpPr>
        <p:grpSpPr>
          <a:xfrm>
            <a:off x="4145839" y="3139630"/>
            <a:ext cx="1278363" cy="1278363"/>
            <a:chOff x="5181627" y="996574"/>
            <a:chExt cx="1278363" cy="1278363"/>
          </a:xfrm>
        </p:grpSpPr>
        <p:pic>
          <p:nvPicPr>
            <p:cNvPr id="6" name="Picture 5" descr="A green and blue computer chip&#10;&#10;AI-generated content may be incorrect.">
              <a:extLst>
                <a:ext uri="{FF2B5EF4-FFF2-40B4-BE49-F238E27FC236}">
                  <a16:creationId xmlns:a16="http://schemas.microsoft.com/office/drawing/2014/main" id="{54E7C36F-F7E5-6738-9DEC-C4819188A69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59" name="Picture 58" descr="A green and blue computer chip&#10;&#10;AI-generated content may be incorrect.">
              <a:extLst>
                <a:ext uri="{FF2B5EF4-FFF2-40B4-BE49-F238E27FC236}">
                  <a16:creationId xmlns:a16="http://schemas.microsoft.com/office/drawing/2014/main" id="{25C41691-E6D2-51B9-FE0B-2A61E25845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60" name="Picture 59" descr="A green and blue computer chip&#10;&#10;AI-generated content may be incorrect.">
              <a:extLst>
                <a:ext uri="{FF2B5EF4-FFF2-40B4-BE49-F238E27FC236}">
                  <a16:creationId xmlns:a16="http://schemas.microsoft.com/office/drawing/2014/main" id="{D915CF6F-22FF-378C-7AB1-B6373A18AA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61" name="Picture 60" descr="A green and blue computer chip&#10;&#10;AI-generated content may be incorrect.">
              <a:extLst>
                <a:ext uri="{FF2B5EF4-FFF2-40B4-BE49-F238E27FC236}">
                  <a16:creationId xmlns:a16="http://schemas.microsoft.com/office/drawing/2014/main" id="{26274CAC-FC31-49F4-46AF-E01AF2A427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pic>
        <p:nvPicPr>
          <p:cNvPr id="79" name="Picture 78" descr="A chip with a black background&#10;&#10;AI-generated content may be incorrect.">
            <a:extLst>
              <a:ext uri="{FF2B5EF4-FFF2-40B4-BE49-F238E27FC236}">
                <a16:creationId xmlns:a16="http://schemas.microsoft.com/office/drawing/2014/main" id="{BCA6E145-0A9B-2892-BD74-DB1F44E6AC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4033527"/>
            <a:ext cx="707887" cy="707887"/>
          </a:xfrm>
          <a:prstGeom prst="rect">
            <a:avLst/>
          </a:prstGeom>
        </p:spPr>
      </p:pic>
      <p:pic>
        <p:nvPicPr>
          <p:cNvPr id="80" name="Picture 79" descr="A chip with a black background&#10;&#10;AI-generated content may be incorrect.">
            <a:extLst>
              <a:ext uri="{FF2B5EF4-FFF2-40B4-BE49-F238E27FC236}">
                <a16:creationId xmlns:a16="http://schemas.microsoft.com/office/drawing/2014/main" id="{0085ED94-8346-9535-40D4-9EC067DDCD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3165097"/>
            <a:ext cx="707887" cy="707887"/>
          </a:xfrm>
          <a:prstGeom prst="rect">
            <a:avLst/>
          </a:prstGeom>
        </p:spPr>
      </p:pic>
      <p:pic>
        <p:nvPicPr>
          <p:cNvPr id="81" name="Picture 80" descr="A chip with a black background&#10;&#10;AI-generated content may be incorrect.">
            <a:extLst>
              <a:ext uri="{FF2B5EF4-FFF2-40B4-BE49-F238E27FC236}">
                <a16:creationId xmlns:a16="http://schemas.microsoft.com/office/drawing/2014/main" id="{710B260C-9145-2383-3D4E-A4259EED91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4906064"/>
            <a:ext cx="707887" cy="707887"/>
          </a:xfrm>
          <a:prstGeom prst="rect">
            <a:avLst/>
          </a:prstGeom>
        </p:spPr>
      </p:pic>
      <p:pic>
        <p:nvPicPr>
          <p:cNvPr id="82" name="Picture 81" descr="A chip with a black background&#10;&#10;AI-generated content may be incorrect.">
            <a:extLst>
              <a:ext uri="{FF2B5EF4-FFF2-40B4-BE49-F238E27FC236}">
                <a16:creationId xmlns:a16="http://schemas.microsoft.com/office/drawing/2014/main" id="{48B6ACF2-92FA-2AE3-97F6-6CC5E780F4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343" y="5765190"/>
            <a:ext cx="707887" cy="707887"/>
          </a:xfrm>
          <a:prstGeom prst="rect">
            <a:avLst/>
          </a:prstGeom>
        </p:spPr>
      </p:pic>
      <p:pic>
        <p:nvPicPr>
          <p:cNvPr id="83" name="Picture 82" descr="A blue chip with black text&#10;&#10;AI-generated content may be incorrect.">
            <a:extLst>
              <a:ext uri="{FF2B5EF4-FFF2-40B4-BE49-F238E27FC236}">
                <a16:creationId xmlns:a16="http://schemas.microsoft.com/office/drawing/2014/main" id="{B1DC464C-5E06-EBD7-F40B-D83EB9ECE6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2" y="6641796"/>
            <a:ext cx="705416" cy="705416"/>
          </a:xfrm>
          <a:prstGeom prst="rect">
            <a:avLst/>
          </a:prstGeom>
        </p:spPr>
      </p:pic>
      <p:sp>
        <p:nvSpPr>
          <p:cNvPr id="89" name="Left Brace 88">
            <a:extLst>
              <a:ext uri="{FF2B5EF4-FFF2-40B4-BE49-F238E27FC236}">
                <a16:creationId xmlns:a16="http://schemas.microsoft.com/office/drawing/2014/main" id="{B72379B2-07D0-357C-CF73-A2F99809F2EE}"/>
              </a:ext>
            </a:extLst>
          </p:cNvPr>
          <p:cNvSpPr/>
          <p:nvPr/>
        </p:nvSpPr>
        <p:spPr>
          <a:xfrm>
            <a:off x="3354908" y="3614304"/>
            <a:ext cx="549239" cy="3399998"/>
          </a:xfrm>
          <a:prstGeom prst="leftBrace">
            <a:avLst>
              <a:gd name="adj1" fmla="val 8333"/>
              <a:gd name="adj2" fmla="val 31630"/>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95" name="Group 94">
            <a:extLst>
              <a:ext uri="{FF2B5EF4-FFF2-40B4-BE49-F238E27FC236}">
                <a16:creationId xmlns:a16="http://schemas.microsoft.com/office/drawing/2014/main" id="{26948541-DFDC-1C90-A0D2-67CDC43B2BBB}"/>
              </a:ext>
            </a:extLst>
          </p:cNvPr>
          <p:cNvGrpSpPr/>
          <p:nvPr/>
        </p:nvGrpSpPr>
        <p:grpSpPr>
          <a:xfrm>
            <a:off x="4145839" y="4184684"/>
            <a:ext cx="1278363" cy="1278363"/>
            <a:chOff x="5181627" y="996574"/>
            <a:chExt cx="1278363" cy="1278363"/>
          </a:xfrm>
        </p:grpSpPr>
        <p:pic>
          <p:nvPicPr>
            <p:cNvPr id="96" name="Picture 95" descr="A green and blue computer chip&#10;&#10;AI-generated content may be incorrect.">
              <a:extLst>
                <a:ext uri="{FF2B5EF4-FFF2-40B4-BE49-F238E27FC236}">
                  <a16:creationId xmlns:a16="http://schemas.microsoft.com/office/drawing/2014/main" id="{5FEDA531-BF78-051F-B653-523E874563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97" name="Picture 96" descr="A green and blue computer chip&#10;&#10;AI-generated content may be incorrect.">
              <a:extLst>
                <a:ext uri="{FF2B5EF4-FFF2-40B4-BE49-F238E27FC236}">
                  <a16:creationId xmlns:a16="http://schemas.microsoft.com/office/drawing/2014/main" id="{A56E434E-FFE5-D8F9-B0C0-C703B9818A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98" name="Picture 97" descr="A green and blue computer chip&#10;&#10;AI-generated content may be incorrect.">
              <a:extLst>
                <a:ext uri="{FF2B5EF4-FFF2-40B4-BE49-F238E27FC236}">
                  <a16:creationId xmlns:a16="http://schemas.microsoft.com/office/drawing/2014/main" id="{F27A9DF1-CC39-59A6-11C4-91692682DF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99" name="Picture 98" descr="A green and blue computer chip&#10;&#10;AI-generated content may be incorrect.">
              <a:extLst>
                <a:ext uri="{FF2B5EF4-FFF2-40B4-BE49-F238E27FC236}">
                  <a16:creationId xmlns:a16="http://schemas.microsoft.com/office/drawing/2014/main" id="{700BC093-33BF-6C7B-372F-AF9CE687BE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05" name="Group 104">
            <a:extLst>
              <a:ext uri="{FF2B5EF4-FFF2-40B4-BE49-F238E27FC236}">
                <a16:creationId xmlns:a16="http://schemas.microsoft.com/office/drawing/2014/main" id="{FFE1CFE9-D49D-240F-52FE-4247297AF182}"/>
              </a:ext>
            </a:extLst>
          </p:cNvPr>
          <p:cNvGrpSpPr/>
          <p:nvPr/>
        </p:nvGrpSpPr>
        <p:grpSpPr>
          <a:xfrm>
            <a:off x="4145839" y="5258862"/>
            <a:ext cx="1278363" cy="1278363"/>
            <a:chOff x="5181627" y="996574"/>
            <a:chExt cx="1278363" cy="1278363"/>
          </a:xfrm>
        </p:grpSpPr>
        <p:pic>
          <p:nvPicPr>
            <p:cNvPr id="106" name="Picture 105" descr="A green and blue computer chip&#10;&#10;AI-generated content may be incorrect.">
              <a:extLst>
                <a:ext uri="{FF2B5EF4-FFF2-40B4-BE49-F238E27FC236}">
                  <a16:creationId xmlns:a16="http://schemas.microsoft.com/office/drawing/2014/main" id="{DDA90CCC-9162-C082-C471-2C7BCB4B49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07" name="Picture 106" descr="A green and blue computer chip&#10;&#10;AI-generated content may be incorrect.">
              <a:extLst>
                <a:ext uri="{FF2B5EF4-FFF2-40B4-BE49-F238E27FC236}">
                  <a16:creationId xmlns:a16="http://schemas.microsoft.com/office/drawing/2014/main" id="{BDF75282-64CA-558E-C407-BF5B5986A3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08" name="Picture 107" descr="A green and blue computer chip&#10;&#10;AI-generated content may be incorrect.">
              <a:extLst>
                <a:ext uri="{FF2B5EF4-FFF2-40B4-BE49-F238E27FC236}">
                  <a16:creationId xmlns:a16="http://schemas.microsoft.com/office/drawing/2014/main" id="{006B8A89-5778-756B-FE0F-E581AC2D0D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09" name="Picture 108" descr="A green and blue computer chip&#10;&#10;AI-generated content may be incorrect.">
              <a:extLst>
                <a:ext uri="{FF2B5EF4-FFF2-40B4-BE49-F238E27FC236}">
                  <a16:creationId xmlns:a16="http://schemas.microsoft.com/office/drawing/2014/main" id="{CF568F5D-A546-C02B-6289-E6F9267A04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15" name="Group 114">
            <a:extLst>
              <a:ext uri="{FF2B5EF4-FFF2-40B4-BE49-F238E27FC236}">
                <a16:creationId xmlns:a16="http://schemas.microsoft.com/office/drawing/2014/main" id="{9ECF5244-62AE-A52B-7F5C-7CC6839677EB}"/>
              </a:ext>
            </a:extLst>
          </p:cNvPr>
          <p:cNvGrpSpPr/>
          <p:nvPr/>
        </p:nvGrpSpPr>
        <p:grpSpPr>
          <a:xfrm>
            <a:off x="4145839" y="6323198"/>
            <a:ext cx="1278363" cy="1278363"/>
            <a:chOff x="5181627" y="996574"/>
            <a:chExt cx="1278363" cy="1278363"/>
          </a:xfrm>
        </p:grpSpPr>
        <p:pic>
          <p:nvPicPr>
            <p:cNvPr id="116" name="Picture 115" descr="A green and blue computer chip&#10;&#10;AI-generated content may be incorrect.">
              <a:extLst>
                <a:ext uri="{FF2B5EF4-FFF2-40B4-BE49-F238E27FC236}">
                  <a16:creationId xmlns:a16="http://schemas.microsoft.com/office/drawing/2014/main" id="{C1BEDB49-3FA4-7A05-C4EA-05818A9E9D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17" name="Picture 116" descr="A green and blue computer chip&#10;&#10;AI-generated content may be incorrect.">
              <a:extLst>
                <a:ext uri="{FF2B5EF4-FFF2-40B4-BE49-F238E27FC236}">
                  <a16:creationId xmlns:a16="http://schemas.microsoft.com/office/drawing/2014/main" id="{62CD316F-FA8C-C294-901D-D882BFEA30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18" name="Picture 117" descr="A green and blue computer chip&#10;&#10;AI-generated content may be incorrect.">
              <a:extLst>
                <a:ext uri="{FF2B5EF4-FFF2-40B4-BE49-F238E27FC236}">
                  <a16:creationId xmlns:a16="http://schemas.microsoft.com/office/drawing/2014/main" id="{F9F9BE49-D2BC-A5F9-827B-D89223C3B5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19" name="Picture 118" descr="A green and blue computer chip&#10;&#10;AI-generated content may be incorrect.">
              <a:extLst>
                <a:ext uri="{FF2B5EF4-FFF2-40B4-BE49-F238E27FC236}">
                  <a16:creationId xmlns:a16="http://schemas.microsoft.com/office/drawing/2014/main" id="{E4B429BA-D647-ACC0-70C2-AAFE287C78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sp>
        <p:nvSpPr>
          <p:cNvPr id="125" name="TextBox 124">
            <a:extLst>
              <a:ext uri="{FF2B5EF4-FFF2-40B4-BE49-F238E27FC236}">
                <a16:creationId xmlns:a16="http://schemas.microsoft.com/office/drawing/2014/main" id="{17F29C1F-394F-DB13-D5DA-546073C150C3}"/>
              </a:ext>
            </a:extLst>
          </p:cNvPr>
          <p:cNvSpPr txBox="1"/>
          <p:nvPr/>
        </p:nvSpPr>
        <p:spPr>
          <a:xfrm>
            <a:off x="4055428" y="2646366"/>
            <a:ext cx="1319592" cy="523220"/>
          </a:xfrm>
          <a:prstGeom prst="rect">
            <a:avLst/>
          </a:prstGeom>
          <a:noFill/>
        </p:spPr>
        <p:txBody>
          <a:bodyPr wrap="none" rtlCol="0">
            <a:spAutoFit/>
          </a:bodyPr>
          <a:lstStyle/>
          <a:p>
            <a:r>
              <a:rPr lang="en-US" sz="2800" b="1" dirty="0"/>
              <a:t>DIMMs</a:t>
            </a:r>
          </a:p>
        </p:txBody>
      </p:sp>
      <p:sp>
        <p:nvSpPr>
          <p:cNvPr id="126" name="TextBox 125">
            <a:extLst>
              <a:ext uri="{FF2B5EF4-FFF2-40B4-BE49-F238E27FC236}">
                <a16:creationId xmlns:a16="http://schemas.microsoft.com/office/drawing/2014/main" id="{4544E01E-0F5C-ECAF-B8B5-5ACFC10B3E39}"/>
              </a:ext>
            </a:extLst>
          </p:cNvPr>
          <p:cNvSpPr txBox="1"/>
          <p:nvPr/>
        </p:nvSpPr>
        <p:spPr>
          <a:xfrm>
            <a:off x="6370273" y="2646366"/>
            <a:ext cx="1287532" cy="523220"/>
          </a:xfrm>
          <a:prstGeom prst="rect">
            <a:avLst/>
          </a:prstGeom>
          <a:noFill/>
        </p:spPr>
        <p:txBody>
          <a:bodyPr wrap="none" rtlCol="0">
            <a:spAutoFit/>
          </a:bodyPr>
          <a:lstStyle/>
          <a:p>
            <a:r>
              <a:rPr lang="en-US" sz="2800" b="1" dirty="0"/>
              <a:t>DRAMs</a:t>
            </a:r>
          </a:p>
        </p:txBody>
      </p:sp>
      <p:sp>
        <p:nvSpPr>
          <p:cNvPr id="2" name="TextBox 1">
            <a:extLst>
              <a:ext uri="{FF2B5EF4-FFF2-40B4-BE49-F238E27FC236}">
                <a16:creationId xmlns:a16="http://schemas.microsoft.com/office/drawing/2014/main" id="{5FFA695C-8B40-E3AA-ABC5-314ACADFF6C3}"/>
              </a:ext>
            </a:extLst>
          </p:cNvPr>
          <p:cNvSpPr txBox="1"/>
          <p:nvPr/>
        </p:nvSpPr>
        <p:spPr>
          <a:xfrm rot="5400000">
            <a:off x="10707949" y="4871337"/>
            <a:ext cx="1814920" cy="523220"/>
          </a:xfrm>
          <a:prstGeom prst="rect">
            <a:avLst/>
          </a:prstGeom>
          <a:noFill/>
        </p:spPr>
        <p:txBody>
          <a:bodyPr wrap="none" rtlCol="0">
            <a:spAutoFit/>
          </a:bodyPr>
          <a:lstStyle/>
          <a:p>
            <a:r>
              <a:rPr lang="en-US" sz="2800" b="1" dirty="0"/>
              <a:t>Bandwidth</a:t>
            </a:r>
          </a:p>
        </p:txBody>
      </p:sp>
      <p:grpSp>
        <p:nvGrpSpPr>
          <p:cNvPr id="3" name="Group 2">
            <a:extLst>
              <a:ext uri="{FF2B5EF4-FFF2-40B4-BE49-F238E27FC236}">
                <a16:creationId xmlns:a16="http://schemas.microsoft.com/office/drawing/2014/main" id="{AFB8FFE5-3C50-DD69-1FAC-915BD43DEBDB}"/>
              </a:ext>
            </a:extLst>
          </p:cNvPr>
          <p:cNvGrpSpPr/>
          <p:nvPr/>
        </p:nvGrpSpPr>
        <p:grpSpPr>
          <a:xfrm rot="5400000" flipH="1">
            <a:off x="10659557" y="4468782"/>
            <a:ext cx="324106" cy="276532"/>
            <a:chOff x="1621155" y="831533"/>
            <a:chExt cx="226695" cy="224898"/>
          </a:xfrm>
        </p:grpSpPr>
        <p:cxnSp>
          <p:nvCxnSpPr>
            <p:cNvPr id="7" name="Straight Connector 6">
              <a:extLst>
                <a:ext uri="{FF2B5EF4-FFF2-40B4-BE49-F238E27FC236}">
                  <a16:creationId xmlns:a16="http://schemas.microsoft.com/office/drawing/2014/main" id="{3CF66192-FED4-2899-769D-FBA7560E42C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CDEE7BB-966A-FD1D-FEFB-D7585C0E70D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93FAC1B-2F22-4582-8654-039A5A8F076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B853FA-6BD7-68E1-D37C-8B348FAD0F2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4B4CFE5-1B3E-F2B7-5C7C-63A2C197F0B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CD1932-0442-B261-D4AC-958FD2142E8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175BAB1F-02ED-5430-3789-DCDBACCD86D4}"/>
              </a:ext>
            </a:extLst>
          </p:cNvPr>
          <p:cNvGrpSpPr/>
          <p:nvPr/>
        </p:nvGrpSpPr>
        <p:grpSpPr>
          <a:xfrm rot="5400000" flipH="1">
            <a:off x="10396647" y="4468782"/>
            <a:ext cx="324106" cy="276532"/>
            <a:chOff x="1621155" y="831533"/>
            <a:chExt cx="226695" cy="224898"/>
          </a:xfrm>
        </p:grpSpPr>
        <p:cxnSp>
          <p:nvCxnSpPr>
            <p:cNvPr id="26" name="Straight Connector 25">
              <a:extLst>
                <a:ext uri="{FF2B5EF4-FFF2-40B4-BE49-F238E27FC236}">
                  <a16:creationId xmlns:a16="http://schemas.microsoft.com/office/drawing/2014/main" id="{FF09A185-7A35-5CC5-8CB8-242DBEE8123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712974-F7FF-4794-F9F0-270522BF5A1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99FF1E1-9ED9-68C7-9FEA-42A472EF726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5FA2EDF-F617-8BC1-383C-E69E4FEEEBC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DA303C-189F-A332-955A-A8AB00D60DE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23AEB2E-05DA-9695-2074-6720786E4D3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C928DD41-A0CB-A3D0-31F7-ECDBE7DC0FA1}"/>
              </a:ext>
            </a:extLst>
          </p:cNvPr>
          <p:cNvGrpSpPr/>
          <p:nvPr/>
        </p:nvGrpSpPr>
        <p:grpSpPr>
          <a:xfrm rot="5400000" flipH="1">
            <a:off x="10133737" y="4468782"/>
            <a:ext cx="324106" cy="276532"/>
            <a:chOff x="1621155" y="831533"/>
            <a:chExt cx="226695" cy="224898"/>
          </a:xfrm>
        </p:grpSpPr>
        <p:cxnSp>
          <p:nvCxnSpPr>
            <p:cNvPr id="33" name="Straight Connector 32">
              <a:extLst>
                <a:ext uri="{FF2B5EF4-FFF2-40B4-BE49-F238E27FC236}">
                  <a16:creationId xmlns:a16="http://schemas.microsoft.com/office/drawing/2014/main" id="{4CE0A89D-7291-6B32-81E2-63C90169A02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03ECDE4-86BC-8FB0-BBB6-17186EEC053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4BA0216-C80D-B4CB-D192-CD0B111D7E8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A899141-3B01-FCB3-88D3-629384E06A9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C05003-500A-AA1E-7E3F-148E0D657CD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7392A5D-B899-5A3C-6A5A-343031DBF1B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2ACF174A-9FCB-5393-7908-D9E7934FF8DE}"/>
              </a:ext>
            </a:extLst>
          </p:cNvPr>
          <p:cNvGrpSpPr/>
          <p:nvPr/>
        </p:nvGrpSpPr>
        <p:grpSpPr>
          <a:xfrm rot="5400000" flipH="1">
            <a:off x="9870827" y="4468782"/>
            <a:ext cx="324106" cy="276532"/>
            <a:chOff x="1621155" y="831533"/>
            <a:chExt cx="226695" cy="224898"/>
          </a:xfrm>
        </p:grpSpPr>
        <p:cxnSp>
          <p:nvCxnSpPr>
            <p:cNvPr id="45" name="Straight Connector 44">
              <a:extLst>
                <a:ext uri="{FF2B5EF4-FFF2-40B4-BE49-F238E27FC236}">
                  <a16:creationId xmlns:a16="http://schemas.microsoft.com/office/drawing/2014/main" id="{DC66D4BD-9BBA-899B-624B-C71D001FFC8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0540DB6-1D5F-2B38-C02A-D52FDA0E1BE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F5D7EFA-01EF-ED8E-B7E9-9DC6A3D4210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EAC76AF-0203-7FBD-3803-7AF5D7E81D3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280631F-25F1-C0CD-C8D4-0FE34F65591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87EC337-A2BF-7B13-229B-B6C8A8746BF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34E4898E-0711-18EB-7602-236751FA2BED}"/>
              </a:ext>
            </a:extLst>
          </p:cNvPr>
          <p:cNvGrpSpPr/>
          <p:nvPr/>
        </p:nvGrpSpPr>
        <p:grpSpPr>
          <a:xfrm rot="5400000" flipH="1">
            <a:off x="9607917" y="4468782"/>
            <a:ext cx="324106" cy="276532"/>
            <a:chOff x="1621155" y="831533"/>
            <a:chExt cx="226695" cy="224898"/>
          </a:xfrm>
        </p:grpSpPr>
        <p:cxnSp>
          <p:nvCxnSpPr>
            <p:cNvPr id="52" name="Straight Connector 51">
              <a:extLst>
                <a:ext uri="{FF2B5EF4-FFF2-40B4-BE49-F238E27FC236}">
                  <a16:creationId xmlns:a16="http://schemas.microsoft.com/office/drawing/2014/main" id="{F5310530-5A2E-F401-EF57-FB9EF72F18E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CB1177B-C7E1-5E33-31C5-B489F46AEC7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13DCF70-8550-7569-C6D8-05DE959FED3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0BC11A8-8E8E-C2D6-362F-C776FC268C2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ACBDECF-A204-B42A-62C3-360455BFA05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0C95567-B65D-0FC4-04A9-AF1E5137EF5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A446F90F-4858-BE60-90DD-152152568C94}"/>
              </a:ext>
            </a:extLst>
          </p:cNvPr>
          <p:cNvGrpSpPr/>
          <p:nvPr/>
        </p:nvGrpSpPr>
        <p:grpSpPr>
          <a:xfrm rot="5400000" flipH="1">
            <a:off x="9345008" y="4468782"/>
            <a:ext cx="324106" cy="276532"/>
            <a:chOff x="1621155" y="831533"/>
            <a:chExt cx="226695" cy="224898"/>
          </a:xfrm>
        </p:grpSpPr>
        <p:cxnSp>
          <p:nvCxnSpPr>
            <p:cNvPr id="63" name="Straight Connector 62">
              <a:extLst>
                <a:ext uri="{FF2B5EF4-FFF2-40B4-BE49-F238E27FC236}">
                  <a16:creationId xmlns:a16="http://schemas.microsoft.com/office/drawing/2014/main" id="{DF815F42-1BD4-917A-0979-6F85541F1C1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4A5D6B7-09E8-9291-9AF3-092437DF78A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C2C4A2E-0DCD-0A4D-252F-12D19FDFE83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CC49D03-6252-15F0-2E93-CBE24413523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5DA8F63-A199-AC25-3376-3F75395B4DF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F8393EB-B831-E2B5-A75C-D2188D9BF66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AF6B5888-BB73-B6F4-295D-6AE6D8E576C2}"/>
              </a:ext>
            </a:extLst>
          </p:cNvPr>
          <p:cNvGrpSpPr/>
          <p:nvPr/>
        </p:nvGrpSpPr>
        <p:grpSpPr>
          <a:xfrm rot="5400000" flipH="1">
            <a:off x="9082098" y="4468782"/>
            <a:ext cx="324106" cy="276532"/>
            <a:chOff x="1621155" y="831533"/>
            <a:chExt cx="226695" cy="224898"/>
          </a:xfrm>
        </p:grpSpPr>
        <p:cxnSp>
          <p:nvCxnSpPr>
            <p:cNvPr id="70" name="Straight Connector 69">
              <a:extLst>
                <a:ext uri="{FF2B5EF4-FFF2-40B4-BE49-F238E27FC236}">
                  <a16:creationId xmlns:a16="http://schemas.microsoft.com/office/drawing/2014/main" id="{49CECA0C-0EC1-EFBC-1CF6-82FC2521A9B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1F1833B-9130-81ED-89B0-94C2616360C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B20D516-63DC-0742-F9FE-7949AEA8B43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3A98063-A9F2-73AB-0F4D-22371BE6B8E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C2E87FD-C5CF-6337-269E-3A922B91543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FEDBA0F-A314-3B0B-8890-C0747F92900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087AE2ED-981A-8D48-DA0B-2E6CF02836A6}"/>
              </a:ext>
            </a:extLst>
          </p:cNvPr>
          <p:cNvGrpSpPr/>
          <p:nvPr/>
        </p:nvGrpSpPr>
        <p:grpSpPr>
          <a:xfrm rot="5400000" flipH="1">
            <a:off x="8819188" y="4468782"/>
            <a:ext cx="324106" cy="276532"/>
            <a:chOff x="1621155" y="831533"/>
            <a:chExt cx="226695" cy="224898"/>
          </a:xfrm>
        </p:grpSpPr>
        <p:cxnSp>
          <p:nvCxnSpPr>
            <p:cNvPr id="77" name="Straight Connector 76">
              <a:extLst>
                <a:ext uri="{FF2B5EF4-FFF2-40B4-BE49-F238E27FC236}">
                  <a16:creationId xmlns:a16="http://schemas.microsoft.com/office/drawing/2014/main" id="{DC14777D-16AE-199A-9241-F0B6748DE42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DC17E07-66F9-3764-0251-1155B386BD0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6947731-25DB-3AAC-746A-92FBBD6B893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0E35F2D-6DB6-94FB-5718-48690AB35B2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F8B693E-85FA-EDED-825B-C595428E88F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E9E97F2-F3A1-7573-B463-8F59A122823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8A273866-82DD-2B10-76C9-951208E1B8F7}"/>
              </a:ext>
            </a:extLst>
          </p:cNvPr>
          <p:cNvGrpSpPr/>
          <p:nvPr/>
        </p:nvGrpSpPr>
        <p:grpSpPr>
          <a:xfrm rot="5400000" flipH="1">
            <a:off x="10659557" y="4087480"/>
            <a:ext cx="324106" cy="276532"/>
            <a:chOff x="1621155" y="831533"/>
            <a:chExt cx="226695" cy="224898"/>
          </a:xfrm>
        </p:grpSpPr>
        <p:cxnSp>
          <p:nvCxnSpPr>
            <p:cNvPr id="91" name="Straight Connector 90">
              <a:extLst>
                <a:ext uri="{FF2B5EF4-FFF2-40B4-BE49-F238E27FC236}">
                  <a16:creationId xmlns:a16="http://schemas.microsoft.com/office/drawing/2014/main" id="{D0062F61-82B4-8CDE-3471-7D40F662CA6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E677E8A-0B63-D7E9-053A-B03DA72DF57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E9A1CD3-BEC2-F256-3409-D26221234E7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248C761-F382-2FDB-683B-D1A03F9506E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199E337-E477-8215-C5B7-E0AAF48C657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76A5A54-4F81-9841-30AA-C31234AE3B6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D5A1786D-C152-CA13-6F5B-5A123AA8ED1F}"/>
              </a:ext>
            </a:extLst>
          </p:cNvPr>
          <p:cNvGrpSpPr/>
          <p:nvPr/>
        </p:nvGrpSpPr>
        <p:grpSpPr>
          <a:xfrm rot="5400000" flipH="1">
            <a:off x="10396647" y="4087480"/>
            <a:ext cx="324106" cy="276532"/>
            <a:chOff x="1621155" y="831533"/>
            <a:chExt cx="226695" cy="224898"/>
          </a:xfrm>
        </p:grpSpPr>
        <p:cxnSp>
          <p:nvCxnSpPr>
            <p:cNvPr id="103" name="Straight Connector 102">
              <a:extLst>
                <a:ext uri="{FF2B5EF4-FFF2-40B4-BE49-F238E27FC236}">
                  <a16:creationId xmlns:a16="http://schemas.microsoft.com/office/drawing/2014/main" id="{2218F32C-2C18-C267-BD50-2069378A1D1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23E22D30-DD32-DE43-D7F3-2ABB7020DB5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69FA3028-43AC-F038-F6E8-55A72A212F2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9E9BA67-EFEF-C008-3499-2D9FD4300E9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712AA632-4FA3-D75D-642D-73C284E873F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C5CE1634-D7E7-CBAB-21FC-D16D30FDD6C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943F5ABB-84DA-D216-A5A2-BE82C1F842AA}"/>
              </a:ext>
            </a:extLst>
          </p:cNvPr>
          <p:cNvGrpSpPr/>
          <p:nvPr/>
        </p:nvGrpSpPr>
        <p:grpSpPr>
          <a:xfrm rot="5400000" flipH="1">
            <a:off x="10133737" y="4087480"/>
            <a:ext cx="324106" cy="276532"/>
            <a:chOff x="1621155" y="831533"/>
            <a:chExt cx="226695" cy="224898"/>
          </a:xfrm>
        </p:grpSpPr>
        <p:cxnSp>
          <p:nvCxnSpPr>
            <p:cNvPr id="120" name="Straight Connector 119">
              <a:extLst>
                <a:ext uri="{FF2B5EF4-FFF2-40B4-BE49-F238E27FC236}">
                  <a16:creationId xmlns:a16="http://schemas.microsoft.com/office/drawing/2014/main" id="{8101F5F4-D6A1-78C7-1229-A019ED1A672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45BFF18B-D851-9F9F-6620-4FE29BE118E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B367FB0-A429-1CCF-3295-79B56707C63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16D85281-FEAF-0A78-AF4B-5307811BF97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C8AEF87-8875-603A-E8FC-1BDF53B01C3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2C544CF-CD1B-B5F8-D8B1-3D6BCFF1016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BE76A2D8-4FC6-E1F1-0F16-C2D3176EE581}"/>
              </a:ext>
            </a:extLst>
          </p:cNvPr>
          <p:cNvGrpSpPr/>
          <p:nvPr/>
        </p:nvGrpSpPr>
        <p:grpSpPr>
          <a:xfrm rot="5400000" flipH="1">
            <a:off x="9870827" y="4087480"/>
            <a:ext cx="324106" cy="276532"/>
            <a:chOff x="1621155" y="831533"/>
            <a:chExt cx="226695" cy="224898"/>
          </a:xfrm>
        </p:grpSpPr>
        <p:cxnSp>
          <p:nvCxnSpPr>
            <p:cNvPr id="129" name="Straight Connector 128">
              <a:extLst>
                <a:ext uri="{FF2B5EF4-FFF2-40B4-BE49-F238E27FC236}">
                  <a16:creationId xmlns:a16="http://schemas.microsoft.com/office/drawing/2014/main" id="{906777C2-267C-CC0B-4237-3F13D8D7840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68E258D4-836F-B260-8EE0-3EDA29FF420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87480A7-D3CC-7A1E-6881-35357240B36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EB501607-A0AF-8C32-76D3-BCB78160CA8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4575076-0FA2-5C5D-9D68-F7E28D58CDA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FFCD087F-58BB-D82E-8F96-DFBC818CCAFC}"/>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A8056854-7217-3244-BC69-2C8D5B4F6437}"/>
              </a:ext>
            </a:extLst>
          </p:cNvPr>
          <p:cNvGrpSpPr/>
          <p:nvPr/>
        </p:nvGrpSpPr>
        <p:grpSpPr>
          <a:xfrm rot="5400000" flipH="1">
            <a:off x="9607917" y="4087480"/>
            <a:ext cx="324106" cy="276532"/>
            <a:chOff x="1621155" y="831533"/>
            <a:chExt cx="226695" cy="224898"/>
          </a:xfrm>
        </p:grpSpPr>
        <p:cxnSp>
          <p:nvCxnSpPr>
            <p:cNvPr id="136" name="Straight Connector 135">
              <a:extLst>
                <a:ext uri="{FF2B5EF4-FFF2-40B4-BE49-F238E27FC236}">
                  <a16:creationId xmlns:a16="http://schemas.microsoft.com/office/drawing/2014/main" id="{F3A062DA-57F5-8FE1-F973-31917B9B37F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CA28F62-9FAA-027B-5964-A9C4B8EB966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F22DD4-34B8-EBBB-6279-9B56696A279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DAAD038-C2FB-326E-88F7-BA917978FF6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6EEF0D0-2010-8365-3A66-57D8BB58F8C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810DAF3-787E-FB0A-9AD5-578D557343D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98C8F743-E84F-C236-8AB5-16E067E6F35E}"/>
              </a:ext>
            </a:extLst>
          </p:cNvPr>
          <p:cNvGrpSpPr/>
          <p:nvPr/>
        </p:nvGrpSpPr>
        <p:grpSpPr>
          <a:xfrm rot="5400000" flipH="1">
            <a:off x="9345008" y="4087480"/>
            <a:ext cx="324106" cy="276532"/>
            <a:chOff x="1621155" y="831533"/>
            <a:chExt cx="226695" cy="224898"/>
          </a:xfrm>
        </p:grpSpPr>
        <p:cxnSp>
          <p:nvCxnSpPr>
            <p:cNvPr id="143" name="Straight Connector 142">
              <a:extLst>
                <a:ext uri="{FF2B5EF4-FFF2-40B4-BE49-F238E27FC236}">
                  <a16:creationId xmlns:a16="http://schemas.microsoft.com/office/drawing/2014/main" id="{8383BFBE-5BA6-2DB0-FF4B-DF5379842EF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D61D1281-1ED0-06E0-3DBD-66241FF8CCF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5592B5E6-9B18-2D54-2F22-44EA822294B0}"/>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1EB2795-B78D-522C-FDE3-380D8BB168E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90A753A-82B3-2616-C2EF-A37B1BBF499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D8084603-C47E-9730-E1EE-9C2BE5D02EA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9" name="Group 148">
            <a:extLst>
              <a:ext uri="{FF2B5EF4-FFF2-40B4-BE49-F238E27FC236}">
                <a16:creationId xmlns:a16="http://schemas.microsoft.com/office/drawing/2014/main" id="{E8E264B0-5B79-04B0-19CE-5E8B035DA27A}"/>
              </a:ext>
            </a:extLst>
          </p:cNvPr>
          <p:cNvGrpSpPr/>
          <p:nvPr/>
        </p:nvGrpSpPr>
        <p:grpSpPr>
          <a:xfrm rot="5400000" flipH="1">
            <a:off x="9082098" y="4087480"/>
            <a:ext cx="324106" cy="276532"/>
            <a:chOff x="1621155" y="831533"/>
            <a:chExt cx="226695" cy="224898"/>
          </a:xfrm>
        </p:grpSpPr>
        <p:cxnSp>
          <p:nvCxnSpPr>
            <p:cNvPr id="150" name="Straight Connector 149">
              <a:extLst>
                <a:ext uri="{FF2B5EF4-FFF2-40B4-BE49-F238E27FC236}">
                  <a16:creationId xmlns:a16="http://schemas.microsoft.com/office/drawing/2014/main" id="{72AC7F74-E34A-AFE9-F680-6398AFEB983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A34D631-7C52-816F-37E2-7DC15657E32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759E5FAC-3B14-DA50-739F-C27111F8FB4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5B58E30B-EBFD-C2E6-502E-F45DEF55F84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8AEDF7C-A236-DF1C-7D95-481780F1126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A209BF4-156F-5667-82D8-C3457979F85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15D1895B-917B-45D9-29C8-D5637711258F}"/>
              </a:ext>
            </a:extLst>
          </p:cNvPr>
          <p:cNvGrpSpPr/>
          <p:nvPr/>
        </p:nvGrpSpPr>
        <p:grpSpPr>
          <a:xfrm rot="5400000" flipH="1">
            <a:off x="8819188" y="4087480"/>
            <a:ext cx="324106" cy="276532"/>
            <a:chOff x="1621155" y="831533"/>
            <a:chExt cx="226695" cy="224898"/>
          </a:xfrm>
        </p:grpSpPr>
        <p:cxnSp>
          <p:nvCxnSpPr>
            <p:cNvPr id="157" name="Straight Connector 156">
              <a:extLst>
                <a:ext uri="{FF2B5EF4-FFF2-40B4-BE49-F238E27FC236}">
                  <a16:creationId xmlns:a16="http://schemas.microsoft.com/office/drawing/2014/main" id="{BB3A7D25-1CE8-17A5-A576-88102909479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1C4F05DD-CEEC-35D2-7DF7-16952797F6C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5DADE9B-3231-893E-C8FF-5294D095691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F8FCC478-C677-0434-077B-709EFD768A9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0E35B105-18E5-831A-889C-4CB02C67F2D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B0F11217-2E72-3825-9E6F-F2B7818C414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id="{4CC0BB8E-1E69-2812-D095-BFAFE6104C32}"/>
              </a:ext>
            </a:extLst>
          </p:cNvPr>
          <p:cNvGrpSpPr/>
          <p:nvPr/>
        </p:nvGrpSpPr>
        <p:grpSpPr>
          <a:xfrm rot="5400000" flipH="1">
            <a:off x="10659557" y="3601675"/>
            <a:ext cx="324106" cy="276532"/>
            <a:chOff x="1621155" y="831533"/>
            <a:chExt cx="226695" cy="224898"/>
          </a:xfrm>
        </p:grpSpPr>
        <p:cxnSp>
          <p:nvCxnSpPr>
            <p:cNvPr id="164" name="Straight Connector 163">
              <a:extLst>
                <a:ext uri="{FF2B5EF4-FFF2-40B4-BE49-F238E27FC236}">
                  <a16:creationId xmlns:a16="http://schemas.microsoft.com/office/drawing/2014/main" id="{C95BECDB-8885-E223-77B2-B66A53BDF9C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E9429B2-7EE7-809D-F211-0D1299D7624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F6879E0B-B6FD-8B0E-AC0E-8519908DFC6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98A4D09-807C-98EA-4BC8-5C5F63EA322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64EF800B-C011-1E40-D05A-ED2ADBF6B12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4783FFBF-EB13-0221-E55C-20E1557B4FB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id="{01012821-1792-DE7C-3310-BC8D6E265A55}"/>
              </a:ext>
            </a:extLst>
          </p:cNvPr>
          <p:cNvGrpSpPr/>
          <p:nvPr/>
        </p:nvGrpSpPr>
        <p:grpSpPr>
          <a:xfrm rot="5400000" flipH="1">
            <a:off x="10396647" y="3601675"/>
            <a:ext cx="324106" cy="276532"/>
            <a:chOff x="1621155" y="831533"/>
            <a:chExt cx="226695" cy="224898"/>
          </a:xfrm>
        </p:grpSpPr>
        <p:cxnSp>
          <p:nvCxnSpPr>
            <p:cNvPr id="171" name="Straight Connector 170">
              <a:extLst>
                <a:ext uri="{FF2B5EF4-FFF2-40B4-BE49-F238E27FC236}">
                  <a16:creationId xmlns:a16="http://schemas.microsoft.com/office/drawing/2014/main" id="{8A8BE087-8DD9-A70F-794E-08F13206233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CA7F3C65-7B99-EBF9-023F-49E25F28154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249D4E85-CB37-CE0F-C7DB-048CFA01555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6EB27C96-BDA0-9A8E-DB46-527E16B597F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7EE197A-BA80-AAD5-FD13-84C8C0A7184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93E310F-240A-6CDD-4B04-8281392E359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7" name="Group 176">
            <a:extLst>
              <a:ext uri="{FF2B5EF4-FFF2-40B4-BE49-F238E27FC236}">
                <a16:creationId xmlns:a16="http://schemas.microsoft.com/office/drawing/2014/main" id="{1261AFF1-3446-3075-1F98-F458C219B89C}"/>
              </a:ext>
            </a:extLst>
          </p:cNvPr>
          <p:cNvGrpSpPr/>
          <p:nvPr/>
        </p:nvGrpSpPr>
        <p:grpSpPr>
          <a:xfrm rot="5400000" flipH="1">
            <a:off x="10133737" y="3601675"/>
            <a:ext cx="324106" cy="276532"/>
            <a:chOff x="1621155" y="831533"/>
            <a:chExt cx="226695" cy="224898"/>
          </a:xfrm>
        </p:grpSpPr>
        <p:cxnSp>
          <p:nvCxnSpPr>
            <p:cNvPr id="178" name="Straight Connector 177">
              <a:extLst>
                <a:ext uri="{FF2B5EF4-FFF2-40B4-BE49-F238E27FC236}">
                  <a16:creationId xmlns:a16="http://schemas.microsoft.com/office/drawing/2014/main" id="{998DD22E-9102-2F19-95B9-C5287937340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8D7B3C35-CC78-05B3-6F73-3E1B1ABCF57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4D36CD12-203D-8A83-1F10-F1C47652799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F59C07A-99D1-60A7-B7AC-6D88C5E23A3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FEAA1931-2EB3-8BDD-F49E-D2625BD959D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C081A21-463D-1E2D-4333-0E14106F78E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84" name="Group 183">
            <a:extLst>
              <a:ext uri="{FF2B5EF4-FFF2-40B4-BE49-F238E27FC236}">
                <a16:creationId xmlns:a16="http://schemas.microsoft.com/office/drawing/2014/main" id="{7A32D253-06AA-88F0-733D-FAA4A49AE6C0}"/>
              </a:ext>
            </a:extLst>
          </p:cNvPr>
          <p:cNvGrpSpPr/>
          <p:nvPr/>
        </p:nvGrpSpPr>
        <p:grpSpPr>
          <a:xfrm rot="5400000" flipH="1">
            <a:off x="9870827" y="3601675"/>
            <a:ext cx="324106" cy="276532"/>
            <a:chOff x="1621155" y="831533"/>
            <a:chExt cx="226695" cy="224898"/>
          </a:xfrm>
        </p:grpSpPr>
        <p:cxnSp>
          <p:nvCxnSpPr>
            <p:cNvPr id="185" name="Straight Connector 184">
              <a:extLst>
                <a:ext uri="{FF2B5EF4-FFF2-40B4-BE49-F238E27FC236}">
                  <a16:creationId xmlns:a16="http://schemas.microsoft.com/office/drawing/2014/main" id="{8FCFC4C0-874D-AC13-9A5D-74B3BE756DE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FD0449B0-318B-F76D-6BD1-40CFE719042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DCD651A9-E33A-ACAA-3B23-58A3441447E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EC953734-9973-8C83-4C12-F699B5ECB46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33D103C3-31BA-7E87-B5F7-C0ACB6F6E2E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BD16552-4761-6CD4-6FC5-F9D0FC0AC10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1" name="Group 190">
            <a:extLst>
              <a:ext uri="{FF2B5EF4-FFF2-40B4-BE49-F238E27FC236}">
                <a16:creationId xmlns:a16="http://schemas.microsoft.com/office/drawing/2014/main" id="{F1360E6F-660E-A8BC-BC80-FD96AD9409EF}"/>
              </a:ext>
            </a:extLst>
          </p:cNvPr>
          <p:cNvGrpSpPr/>
          <p:nvPr/>
        </p:nvGrpSpPr>
        <p:grpSpPr>
          <a:xfrm rot="5400000" flipH="1">
            <a:off x="9607917" y="3601675"/>
            <a:ext cx="324106" cy="276532"/>
            <a:chOff x="1621155" y="831533"/>
            <a:chExt cx="226695" cy="224898"/>
          </a:xfrm>
        </p:grpSpPr>
        <p:cxnSp>
          <p:nvCxnSpPr>
            <p:cNvPr id="192" name="Straight Connector 191">
              <a:extLst>
                <a:ext uri="{FF2B5EF4-FFF2-40B4-BE49-F238E27FC236}">
                  <a16:creationId xmlns:a16="http://schemas.microsoft.com/office/drawing/2014/main" id="{8C86044D-AB31-7A62-024F-D7837947733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FD68D7EC-C1CB-AD4A-9A81-9AD64ACE06E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6312489-BE9F-C99B-EBD5-03226C13FFD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847492E-6AFC-5CC1-784F-9B6E1B54A26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7F455992-1A21-6CA2-CEBC-91B29D9AD32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C5FE6A5F-FBCE-B750-F075-97F0E105E3E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8" name="Group 197">
            <a:extLst>
              <a:ext uri="{FF2B5EF4-FFF2-40B4-BE49-F238E27FC236}">
                <a16:creationId xmlns:a16="http://schemas.microsoft.com/office/drawing/2014/main" id="{8A651049-E917-D7F0-9971-7D8762ECE8FB}"/>
              </a:ext>
            </a:extLst>
          </p:cNvPr>
          <p:cNvGrpSpPr/>
          <p:nvPr/>
        </p:nvGrpSpPr>
        <p:grpSpPr>
          <a:xfrm rot="5400000" flipH="1">
            <a:off x="9345008" y="3601675"/>
            <a:ext cx="324106" cy="276532"/>
            <a:chOff x="1621155" y="831533"/>
            <a:chExt cx="226695" cy="224898"/>
          </a:xfrm>
        </p:grpSpPr>
        <p:cxnSp>
          <p:nvCxnSpPr>
            <p:cNvPr id="199" name="Straight Connector 198">
              <a:extLst>
                <a:ext uri="{FF2B5EF4-FFF2-40B4-BE49-F238E27FC236}">
                  <a16:creationId xmlns:a16="http://schemas.microsoft.com/office/drawing/2014/main" id="{94FC5F39-9E50-CC2F-9572-3C0F9D0A0F5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E4CBC20-0B9C-2EBC-2D5D-825ECB5A511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62ADB1FD-26BA-3108-DCA0-4DF558D98C9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EAAA216F-A870-3C4E-62C1-29D1416AEB3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86139D91-F760-8A16-9594-7D36F8070DA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AD2F656D-9860-18CC-6D3A-E05B4105F51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05" name="Group 204">
            <a:extLst>
              <a:ext uri="{FF2B5EF4-FFF2-40B4-BE49-F238E27FC236}">
                <a16:creationId xmlns:a16="http://schemas.microsoft.com/office/drawing/2014/main" id="{5E3F97C9-8BE1-7DB6-74F3-84519A06D42D}"/>
              </a:ext>
            </a:extLst>
          </p:cNvPr>
          <p:cNvGrpSpPr/>
          <p:nvPr/>
        </p:nvGrpSpPr>
        <p:grpSpPr>
          <a:xfrm rot="5400000" flipH="1">
            <a:off x="9082098" y="3601675"/>
            <a:ext cx="324106" cy="276532"/>
            <a:chOff x="1621155" y="831533"/>
            <a:chExt cx="226695" cy="224898"/>
          </a:xfrm>
        </p:grpSpPr>
        <p:cxnSp>
          <p:nvCxnSpPr>
            <p:cNvPr id="206" name="Straight Connector 205">
              <a:extLst>
                <a:ext uri="{FF2B5EF4-FFF2-40B4-BE49-F238E27FC236}">
                  <a16:creationId xmlns:a16="http://schemas.microsoft.com/office/drawing/2014/main" id="{383529EF-33B9-387C-57A9-43FD4AD1B9C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3B68945D-BBF5-727E-E92F-02E0FEA0F14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4670E0F0-CABA-8896-C015-FDE9A70D947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06756359-8EFD-DF16-66B0-4161DE15C60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CA36E94A-25FB-8B0B-3184-CDA4171A25D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30843546-718C-90FF-72E0-5805577D052C}"/>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37BC4C5E-B8AA-64CD-62FC-F55BF86D77B8}"/>
              </a:ext>
            </a:extLst>
          </p:cNvPr>
          <p:cNvGrpSpPr/>
          <p:nvPr/>
        </p:nvGrpSpPr>
        <p:grpSpPr>
          <a:xfrm rot="5400000" flipH="1">
            <a:off x="8819188" y="3601675"/>
            <a:ext cx="324106" cy="276532"/>
            <a:chOff x="1621155" y="831533"/>
            <a:chExt cx="226695" cy="224898"/>
          </a:xfrm>
        </p:grpSpPr>
        <p:cxnSp>
          <p:nvCxnSpPr>
            <p:cNvPr id="213" name="Straight Connector 212">
              <a:extLst>
                <a:ext uri="{FF2B5EF4-FFF2-40B4-BE49-F238E27FC236}">
                  <a16:creationId xmlns:a16="http://schemas.microsoft.com/office/drawing/2014/main" id="{5FDE55C2-D0F2-864E-A730-C0B00890353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C88B68B-0ADD-E10D-992F-52CD3D3E420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28CFAE5-3DFF-EEE4-E1D6-90EEE9CF13D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545C900A-F9A7-4B3F-238C-AD062B94C5C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94C4889-6335-B1E2-E31B-FBFB262D298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F69388C8-58F2-673A-FB77-BD19763AC18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9" name="Group 218">
            <a:extLst>
              <a:ext uri="{FF2B5EF4-FFF2-40B4-BE49-F238E27FC236}">
                <a16:creationId xmlns:a16="http://schemas.microsoft.com/office/drawing/2014/main" id="{2FCC24E3-753B-B1D3-23AF-47EAC7B3283D}"/>
              </a:ext>
            </a:extLst>
          </p:cNvPr>
          <p:cNvGrpSpPr/>
          <p:nvPr/>
        </p:nvGrpSpPr>
        <p:grpSpPr>
          <a:xfrm rot="5400000" flipH="1">
            <a:off x="10659557" y="3220373"/>
            <a:ext cx="324106" cy="276532"/>
            <a:chOff x="1621155" y="831533"/>
            <a:chExt cx="226695" cy="224898"/>
          </a:xfrm>
        </p:grpSpPr>
        <p:cxnSp>
          <p:nvCxnSpPr>
            <p:cNvPr id="220" name="Straight Connector 219">
              <a:extLst>
                <a:ext uri="{FF2B5EF4-FFF2-40B4-BE49-F238E27FC236}">
                  <a16:creationId xmlns:a16="http://schemas.microsoft.com/office/drawing/2014/main" id="{C59A9E3A-385B-4874-C261-F9C5034537F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2CF33006-F7E6-B9AF-282E-766A0D7538A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8340EADF-E48B-2922-9DDF-FC464B0DFFB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24139E0-9767-BF87-120F-C8433067FF5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F5BA5D97-2478-8B94-DC5D-ED1446F2A20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E7F4D0A4-FEE1-7DC9-CEA6-1079593B32A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26" name="Group 225">
            <a:extLst>
              <a:ext uri="{FF2B5EF4-FFF2-40B4-BE49-F238E27FC236}">
                <a16:creationId xmlns:a16="http://schemas.microsoft.com/office/drawing/2014/main" id="{56C2C778-1F79-2251-F35F-248E3F0718DE}"/>
              </a:ext>
            </a:extLst>
          </p:cNvPr>
          <p:cNvGrpSpPr/>
          <p:nvPr/>
        </p:nvGrpSpPr>
        <p:grpSpPr>
          <a:xfrm rot="5400000" flipH="1">
            <a:off x="10396647" y="3220373"/>
            <a:ext cx="324106" cy="276532"/>
            <a:chOff x="1621155" y="831533"/>
            <a:chExt cx="226695" cy="224898"/>
          </a:xfrm>
        </p:grpSpPr>
        <p:cxnSp>
          <p:nvCxnSpPr>
            <p:cNvPr id="227" name="Straight Connector 226">
              <a:extLst>
                <a:ext uri="{FF2B5EF4-FFF2-40B4-BE49-F238E27FC236}">
                  <a16:creationId xmlns:a16="http://schemas.microsoft.com/office/drawing/2014/main" id="{22813AD9-7ED9-09E0-35D5-8F03FB64820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633AD1E-C4C8-EA2A-323C-E0A52B17490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8AD2CCA4-EE51-AC5A-A188-D8AEA68D98C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4444547D-AF75-EF61-F017-71F03BBA8FD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E89EBA4B-0739-CA9F-DEF0-A1DDC1723C9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D48AB1EF-12B0-23FF-523E-9D4B4C3EE13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33" name="Group 232">
            <a:extLst>
              <a:ext uri="{FF2B5EF4-FFF2-40B4-BE49-F238E27FC236}">
                <a16:creationId xmlns:a16="http://schemas.microsoft.com/office/drawing/2014/main" id="{66BB387F-7CB4-49E0-B632-A6C0287C25DF}"/>
              </a:ext>
            </a:extLst>
          </p:cNvPr>
          <p:cNvGrpSpPr/>
          <p:nvPr/>
        </p:nvGrpSpPr>
        <p:grpSpPr>
          <a:xfrm rot="5400000" flipH="1">
            <a:off x="10133737" y="3220373"/>
            <a:ext cx="324106" cy="276532"/>
            <a:chOff x="1621155" y="831533"/>
            <a:chExt cx="226695" cy="224898"/>
          </a:xfrm>
        </p:grpSpPr>
        <p:cxnSp>
          <p:nvCxnSpPr>
            <p:cNvPr id="234" name="Straight Connector 233">
              <a:extLst>
                <a:ext uri="{FF2B5EF4-FFF2-40B4-BE49-F238E27FC236}">
                  <a16:creationId xmlns:a16="http://schemas.microsoft.com/office/drawing/2014/main" id="{DB16A95D-9667-9F1B-D97D-AC5BB56F232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138194AF-EEC7-4BFD-01F0-4CDD91D6BEC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07CFE031-565B-17AD-8E6E-2D22B885646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7EC10465-E187-5CD8-F0E5-77BCBB0728E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AD776D46-7DD2-3349-7C0E-56CF7C51E65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6B7EBA4B-9321-77A8-6CE1-6BEC9B38365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0" name="Group 239">
            <a:extLst>
              <a:ext uri="{FF2B5EF4-FFF2-40B4-BE49-F238E27FC236}">
                <a16:creationId xmlns:a16="http://schemas.microsoft.com/office/drawing/2014/main" id="{071A6DC3-574C-93A7-44EE-FC13E76BE148}"/>
              </a:ext>
            </a:extLst>
          </p:cNvPr>
          <p:cNvGrpSpPr/>
          <p:nvPr/>
        </p:nvGrpSpPr>
        <p:grpSpPr>
          <a:xfrm rot="5400000" flipH="1">
            <a:off x="9870827" y="3220373"/>
            <a:ext cx="324106" cy="276532"/>
            <a:chOff x="1621155" y="831533"/>
            <a:chExt cx="226695" cy="224898"/>
          </a:xfrm>
        </p:grpSpPr>
        <p:cxnSp>
          <p:nvCxnSpPr>
            <p:cNvPr id="241" name="Straight Connector 240">
              <a:extLst>
                <a:ext uri="{FF2B5EF4-FFF2-40B4-BE49-F238E27FC236}">
                  <a16:creationId xmlns:a16="http://schemas.microsoft.com/office/drawing/2014/main" id="{75D7CA0D-9BD4-AF54-3FB8-F4CC45017F1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F0DC438B-FD72-8138-10BD-3BE8AFBAD17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74E909EA-CB06-9F8F-3153-80AF9A24726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35B3B07-F563-D359-13C9-4A4B7F10A6E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8986DE7-5904-86E8-3D97-1D2D80E7218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F496FAC8-E571-A9D7-F2FB-6BCA8E70D9B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7" name="Group 246">
            <a:extLst>
              <a:ext uri="{FF2B5EF4-FFF2-40B4-BE49-F238E27FC236}">
                <a16:creationId xmlns:a16="http://schemas.microsoft.com/office/drawing/2014/main" id="{D22D2955-66E8-10B3-81DD-D9CFE491905F}"/>
              </a:ext>
            </a:extLst>
          </p:cNvPr>
          <p:cNvGrpSpPr/>
          <p:nvPr/>
        </p:nvGrpSpPr>
        <p:grpSpPr>
          <a:xfrm rot="5400000" flipH="1">
            <a:off x="9607917" y="3220373"/>
            <a:ext cx="324106" cy="276532"/>
            <a:chOff x="1621155" y="831533"/>
            <a:chExt cx="226695" cy="224898"/>
          </a:xfrm>
        </p:grpSpPr>
        <p:cxnSp>
          <p:nvCxnSpPr>
            <p:cNvPr id="248" name="Straight Connector 247">
              <a:extLst>
                <a:ext uri="{FF2B5EF4-FFF2-40B4-BE49-F238E27FC236}">
                  <a16:creationId xmlns:a16="http://schemas.microsoft.com/office/drawing/2014/main" id="{FE652DDA-E8DB-136F-8844-52C89BE81B3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A673AC0E-D2A4-C095-97CF-D9E60723C8C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037151F6-62F9-9DE3-570F-293AFE096DF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F26A324A-C156-2E1C-269A-C1CA3576669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A937C699-4EE4-10DF-C2D9-F9A5D51E992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8E555E64-691E-730C-771C-59C4EFFDC55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D0E24BC1-80A7-455F-1144-EA107F15A9B2}"/>
              </a:ext>
            </a:extLst>
          </p:cNvPr>
          <p:cNvGrpSpPr/>
          <p:nvPr/>
        </p:nvGrpSpPr>
        <p:grpSpPr>
          <a:xfrm rot="5400000" flipH="1">
            <a:off x="9345008" y="3220373"/>
            <a:ext cx="324106" cy="276532"/>
            <a:chOff x="1621155" y="831533"/>
            <a:chExt cx="226695" cy="224898"/>
          </a:xfrm>
        </p:grpSpPr>
        <p:cxnSp>
          <p:nvCxnSpPr>
            <p:cNvPr id="255" name="Straight Connector 254">
              <a:extLst>
                <a:ext uri="{FF2B5EF4-FFF2-40B4-BE49-F238E27FC236}">
                  <a16:creationId xmlns:a16="http://schemas.microsoft.com/office/drawing/2014/main" id="{898EEAE8-C697-B9A4-48A8-605A20CF14D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DB7DADB5-2D08-E052-4022-91B60E783D0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86233BFB-3029-7754-B863-A59AAAD073F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4DFA0318-793B-C875-0707-F342F079106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F26B217F-413B-3A8C-3D27-16CB6A2FE29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B0372F84-3601-5B77-6AED-68EF605E30F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3307489B-7095-302E-B015-7EC45767F112}"/>
              </a:ext>
            </a:extLst>
          </p:cNvPr>
          <p:cNvGrpSpPr/>
          <p:nvPr/>
        </p:nvGrpSpPr>
        <p:grpSpPr>
          <a:xfrm rot="5400000" flipH="1">
            <a:off x="9082098" y="3220373"/>
            <a:ext cx="324106" cy="276532"/>
            <a:chOff x="1621155" y="831533"/>
            <a:chExt cx="226695" cy="224898"/>
          </a:xfrm>
        </p:grpSpPr>
        <p:cxnSp>
          <p:nvCxnSpPr>
            <p:cNvPr id="262" name="Straight Connector 261">
              <a:extLst>
                <a:ext uri="{FF2B5EF4-FFF2-40B4-BE49-F238E27FC236}">
                  <a16:creationId xmlns:a16="http://schemas.microsoft.com/office/drawing/2014/main" id="{91EC02FB-8B42-2270-549C-C051C19E3EB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A35512CF-E478-33B8-4DDE-2665A2E368D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90951F85-7881-36BA-CE1D-216DCB6635B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2F7A4F1-932D-9952-C2CE-ADE6617BC96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7A04F0B6-3ED5-7AC1-EF11-8B1B3942987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3ED937AF-5A1E-F408-9D46-74DDA883D17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8" name="Group 267">
            <a:extLst>
              <a:ext uri="{FF2B5EF4-FFF2-40B4-BE49-F238E27FC236}">
                <a16:creationId xmlns:a16="http://schemas.microsoft.com/office/drawing/2014/main" id="{72258BDD-7444-A9BE-F53D-74A9775B1EA2}"/>
              </a:ext>
            </a:extLst>
          </p:cNvPr>
          <p:cNvGrpSpPr/>
          <p:nvPr/>
        </p:nvGrpSpPr>
        <p:grpSpPr>
          <a:xfrm rot="5400000" flipH="1">
            <a:off x="8819188" y="3220373"/>
            <a:ext cx="324106" cy="276532"/>
            <a:chOff x="1621155" y="831533"/>
            <a:chExt cx="226695" cy="224898"/>
          </a:xfrm>
        </p:grpSpPr>
        <p:cxnSp>
          <p:nvCxnSpPr>
            <p:cNvPr id="269" name="Straight Connector 268">
              <a:extLst>
                <a:ext uri="{FF2B5EF4-FFF2-40B4-BE49-F238E27FC236}">
                  <a16:creationId xmlns:a16="http://schemas.microsoft.com/office/drawing/2014/main" id="{EE3290B7-0587-148F-E8E0-08BCD55F39D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D845656-D512-EE94-C40D-A02A9278867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3AFF25E9-B1CB-7AD3-C838-595D86DD113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E6ED10E-E9BA-4AAA-0DDD-71AA0ADE018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3DBCEE5C-7D3B-1A7E-A151-595E9308E00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4CCF277-88F6-EE43-16C3-B35851D778E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a16="http://schemas.microsoft.com/office/drawing/2014/main" id="{71C76F22-0A3F-4D79-E5DC-E006D33BF7E6}"/>
              </a:ext>
            </a:extLst>
          </p:cNvPr>
          <p:cNvGrpSpPr/>
          <p:nvPr/>
        </p:nvGrpSpPr>
        <p:grpSpPr>
          <a:xfrm rot="5400000" flipH="1">
            <a:off x="10659557" y="6174053"/>
            <a:ext cx="324106" cy="276532"/>
            <a:chOff x="1621155" y="831533"/>
            <a:chExt cx="226695" cy="224898"/>
          </a:xfrm>
        </p:grpSpPr>
        <p:cxnSp>
          <p:nvCxnSpPr>
            <p:cNvPr id="277" name="Straight Connector 276">
              <a:extLst>
                <a:ext uri="{FF2B5EF4-FFF2-40B4-BE49-F238E27FC236}">
                  <a16:creationId xmlns:a16="http://schemas.microsoft.com/office/drawing/2014/main" id="{1E04057C-C92E-CB2A-DF23-0D08D9C9F55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0ADF9325-9C19-6494-2FCE-4A5E9BBEBF3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A89183EB-A61A-D8D9-EFAE-9229D759EF8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71D0B4F1-AFA4-56AA-AD65-32B7276E473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15FBD221-6E34-8F4E-4D4D-A13B065A7F9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9B64F9D7-EDD0-75B6-8F7D-38DE98FC582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83" name="Group 282">
            <a:extLst>
              <a:ext uri="{FF2B5EF4-FFF2-40B4-BE49-F238E27FC236}">
                <a16:creationId xmlns:a16="http://schemas.microsoft.com/office/drawing/2014/main" id="{B45BA1CF-37C5-CB6B-D62D-5410D7C432CB}"/>
              </a:ext>
            </a:extLst>
          </p:cNvPr>
          <p:cNvGrpSpPr/>
          <p:nvPr/>
        </p:nvGrpSpPr>
        <p:grpSpPr>
          <a:xfrm rot="5400000" flipH="1">
            <a:off x="10396647" y="6174053"/>
            <a:ext cx="324106" cy="276532"/>
            <a:chOff x="1621155" y="831533"/>
            <a:chExt cx="226695" cy="224898"/>
          </a:xfrm>
        </p:grpSpPr>
        <p:cxnSp>
          <p:nvCxnSpPr>
            <p:cNvPr id="284" name="Straight Connector 283">
              <a:extLst>
                <a:ext uri="{FF2B5EF4-FFF2-40B4-BE49-F238E27FC236}">
                  <a16:creationId xmlns:a16="http://schemas.microsoft.com/office/drawing/2014/main" id="{4BDC8BD5-B9D1-31A6-D6D1-C57BB3786B1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E2E5F786-AAD7-3109-F2FF-EE7FA460A71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C0F20EB4-4D4B-B071-C3E8-5641DD20674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2872F3DA-522F-D737-5815-04F9649A915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41D1ED94-B55A-240A-533D-AC9C68A867F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84BB1762-BE4D-C3D5-39D6-3D61660167E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0" name="Group 289">
            <a:extLst>
              <a:ext uri="{FF2B5EF4-FFF2-40B4-BE49-F238E27FC236}">
                <a16:creationId xmlns:a16="http://schemas.microsoft.com/office/drawing/2014/main" id="{A09A8DE8-D6D9-5EFD-AFB2-E2130A195EF1}"/>
              </a:ext>
            </a:extLst>
          </p:cNvPr>
          <p:cNvGrpSpPr/>
          <p:nvPr/>
        </p:nvGrpSpPr>
        <p:grpSpPr>
          <a:xfrm rot="5400000" flipH="1">
            <a:off x="10133737" y="6174053"/>
            <a:ext cx="324106" cy="276532"/>
            <a:chOff x="1621155" y="831533"/>
            <a:chExt cx="226695" cy="224898"/>
          </a:xfrm>
        </p:grpSpPr>
        <p:cxnSp>
          <p:nvCxnSpPr>
            <p:cNvPr id="291" name="Straight Connector 290">
              <a:extLst>
                <a:ext uri="{FF2B5EF4-FFF2-40B4-BE49-F238E27FC236}">
                  <a16:creationId xmlns:a16="http://schemas.microsoft.com/office/drawing/2014/main" id="{DE84E493-26E1-1A27-A4F6-0D77C72E6BC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1AFF81F-1D49-06DB-1D26-C50B2E795F8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08C4E045-83BF-0781-E5DF-11478DB82ED0}"/>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A5734987-E86E-041F-96BA-3947E6B671B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D85F581-57B8-E77C-BE37-9D753ADFB44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A4B70827-8523-08B3-9D34-3E8B011C43B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7" name="Group 296">
            <a:extLst>
              <a:ext uri="{FF2B5EF4-FFF2-40B4-BE49-F238E27FC236}">
                <a16:creationId xmlns:a16="http://schemas.microsoft.com/office/drawing/2014/main" id="{B18196A8-B362-0254-3345-9F7E16100655}"/>
              </a:ext>
            </a:extLst>
          </p:cNvPr>
          <p:cNvGrpSpPr/>
          <p:nvPr/>
        </p:nvGrpSpPr>
        <p:grpSpPr>
          <a:xfrm rot="5400000" flipH="1">
            <a:off x="9870827" y="6174053"/>
            <a:ext cx="324106" cy="276532"/>
            <a:chOff x="1621155" y="831533"/>
            <a:chExt cx="226695" cy="224898"/>
          </a:xfrm>
        </p:grpSpPr>
        <p:cxnSp>
          <p:nvCxnSpPr>
            <p:cNvPr id="298" name="Straight Connector 297">
              <a:extLst>
                <a:ext uri="{FF2B5EF4-FFF2-40B4-BE49-F238E27FC236}">
                  <a16:creationId xmlns:a16="http://schemas.microsoft.com/office/drawing/2014/main" id="{5BA95C7A-4AF9-A925-E7A3-5A343FE8341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9D16D16E-BF0B-00E8-9626-2D0265102D0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C34F87E8-545F-9CDD-13F5-7101914BE02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E161C7B2-3808-B8B2-947B-569BA59073A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DBB375C0-6391-79C8-444C-B8640428DEA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D8E6CDE7-7327-B557-3275-1F7CDD28BD2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04" name="Group 303">
            <a:extLst>
              <a:ext uri="{FF2B5EF4-FFF2-40B4-BE49-F238E27FC236}">
                <a16:creationId xmlns:a16="http://schemas.microsoft.com/office/drawing/2014/main" id="{24FAF634-82D5-8862-2011-9A54EEB24F58}"/>
              </a:ext>
            </a:extLst>
          </p:cNvPr>
          <p:cNvGrpSpPr/>
          <p:nvPr/>
        </p:nvGrpSpPr>
        <p:grpSpPr>
          <a:xfrm rot="5400000" flipH="1">
            <a:off x="9607917" y="6174053"/>
            <a:ext cx="324106" cy="276532"/>
            <a:chOff x="1621155" y="831533"/>
            <a:chExt cx="226695" cy="224898"/>
          </a:xfrm>
        </p:grpSpPr>
        <p:cxnSp>
          <p:nvCxnSpPr>
            <p:cNvPr id="305" name="Straight Connector 304">
              <a:extLst>
                <a:ext uri="{FF2B5EF4-FFF2-40B4-BE49-F238E27FC236}">
                  <a16:creationId xmlns:a16="http://schemas.microsoft.com/office/drawing/2014/main" id="{BEADFE7E-84B7-24F4-8237-A8F3E3D53E0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BCF3887C-3E16-4AB6-1AFB-C8DA026384E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ECFC86E2-55E8-5BB4-A109-2A42A825DFE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0187C4E4-D3FE-4FA4-AF2E-8DA5BB8EA42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4250C2D7-B621-4CF9-7493-0DEFA285950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BED36533-9662-E961-BF76-CBFB525EADA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1" name="Group 310">
            <a:extLst>
              <a:ext uri="{FF2B5EF4-FFF2-40B4-BE49-F238E27FC236}">
                <a16:creationId xmlns:a16="http://schemas.microsoft.com/office/drawing/2014/main" id="{2397D29C-116F-6AE5-62A1-20B9602C7999}"/>
              </a:ext>
            </a:extLst>
          </p:cNvPr>
          <p:cNvGrpSpPr/>
          <p:nvPr/>
        </p:nvGrpSpPr>
        <p:grpSpPr>
          <a:xfrm rot="5400000" flipH="1">
            <a:off x="9345008" y="6174053"/>
            <a:ext cx="324106" cy="276532"/>
            <a:chOff x="1621155" y="831533"/>
            <a:chExt cx="226695" cy="224898"/>
          </a:xfrm>
        </p:grpSpPr>
        <p:cxnSp>
          <p:nvCxnSpPr>
            <p:cNvPr id="312" name="Straight Connector 311">
              <a:extLst>
                <a:ext uri="{FF2B5EF4-FFF2-40B4-BE49-F238E27FC236}">
                  <a16:creationId xmlns:a16="http://schemas.microsoft.com/office/drawing/2014/main" id="{1FB9DF5D-72C1-52C9-1C53-9468ED23606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AAF77CC3-5CA2-E190-52E7-11B5350D267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11A30D09-9EF8-FAAD-BC9F-48806177E0C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ED7D6B9-4EB9-D31F-0FA3-A2EC2AC8C35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6A0AD1DE-D37B-DFE3-E65D-81268FE2709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04A8C10-D69B-4ACE-163D-25A32EACCEB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8" name="Group 317">
            <a:extLst>
              <a:ext uri="{FF2B5EF4-FFF2-40B4-BE49-F238E27FC236}">
                <a16:creationId xmlns:a16="http://schemas.microsoft.com/office/drawing/2014/main" id="{D6CB043C-4561-71DE-D2B6-78FD713048F9}"/>
              </a:ext>
            </a:extLst>
          </p:cNvPr>
          <p:cNvGrpSpPr/>
          <p:nvPr/>
        </p:nvGrpSpPr>
        <p:grpSpPr>
          <a:xfrm rot="5400000" flipH="1">
            <a:off x="9082098" y="6174053"/>
            <a:ext cx="324106" cy="276532"/>
            <a:chOff x="1621155" y="831533"/>
            <a:chExt cx="226695" cy="224898"/>
          </a:xfrm>
        </p:grpSpPr>
        <p:cxnSp>
          <p:nvCxnSpPr>
            <p:cNvPr id="319" name="Straight Connector 318">
              <a:extLst>
                <a:ext uri="{FF2B5EF4-FFF2-40B4-BE49-F238E27FC236}">
                  <a16:creationId xmlns:a16="http://schemas.microsoft.com/office/drawing/2014/main" id="{98030A33-E089-E1A7-57F8-98E15D10E74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FDF821C0-45CE-9C90-4CDE-BB376CD722C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E36936E8-1033-2A0A-A8CF-AF5B26710C8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063AFFF4-DAD5-EA27-5021-0E7D1D04906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C75ECEE3-B7EA-5073-3B0F-32D578E3CF3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1405936-B97D-1022-1219-F6A361882C3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5" name="Group 324">
            <a:extLst>
              <a:ext uri="{FF2B5EF4-FFF2-40B4-BE49-F238E27FC236}">
                <a16:creationId xmlns:a16="http://schemas.microsoft.com/office/drawing/2014/main" id="{7858B81A-47A3-5E0F-17AB-CBF280520EEE}"/>
              </a:ext>
            </a:extLst>
          </p:cNvPr>
          <p:cNvGrpSpPr/>
          <p:nvPr/>
        </p:nvGrpSpPr>
        <p:grpSpPr>
          <a:xfrm rot="5400000" flipH="1">
            <a:off x="8819188" y="6174053"/>
            <a:ext cx="324106" cy="276532"/>
            <a:chOff x="1621155" y="831533"/>
            <a:chExt cx="226695" cy="224898"/>
          </a:xfrm>
        </p:grpSpPr>
        <p:cxnSp>
          <p:nvCxnSpPr>
            <p:cNvPr id="326" name="Straight Connector 325">
              <a:extLst>
                <a:ext uri="{FF2B5EF4-FFF2-40B4-BE49-F238E27FC236}">
                  <a16:creationId xmlns:a16="http://schemas.microsoft.com/office/drawing/2014/main" id="{02DDF92B-569C-BF4E-FE11-20C87187C2C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A20173FB-EECB-0F3E-A41A-77AEEA32E65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C44E40E-00BC-4C87-9A3C-BE01AE0646B0}"/>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AB8CA4B3-2725-FF4E-9383-96A26587DEF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7450AEAD-081D-510D-18D3-32274F99178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B8C99122-2202-A454-579C-A6C87C7C151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2" name="Group 331">
            <a:extLst>
              <a:ext uri="{FF2B5EF4-FFF2-40B4-BE49-F238E27FC236}">
                <a16:creationId xmlns:a16="http://schemas.microsoft.com/office/drawing/2014/main" id="{BB90AA1C-51AD-BB50-2AC4-AD63D6947605}"/>
              </a:ext>
            </a:extLst>
          </p:cNvPr>
          <p:cNvGrpSpPr/>
          <p:nvPr/>
        </p:nvGrpSpPr>
        <p:grpSpPr>
          <a:xfrm rot="5400000" flipH="1">
            <a:off x="10659557" y="5792751"/>
            <a:ext cx="324106" cy="276532"/>
            <a:chOff x="1621155" y="831533"/>
            <a:chExt cx="226695" cy="224898"/>
          </a:xfrm>
        </p:grpSpPr>
        <p:cxnSp>
          <p:nvCxnSpPr>
            <p:cNvPr id="333" name="Straight Connector 332">
              <a:extLst>
                <a:ext uri="{FF2B5EF4-FFF2-40B4-BE49-F238E27FC236}">
                  <a16:creationId xmlns:a16="http://schemas.microsoft.com/office/drawing/2014/main" id="{951FA4E8-5CE8-6E4A-02E1-B8D920600BC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44C832C9-3C59-06FD-28B6-54DEA952B7E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96C0E9DB-6C32-6ECF-CDF7-D28EAD38238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CA319A77-C57A-9C4C-36BD-324A817ACF1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EE724CEF-B04F-8A45-CCCC-69AB6D2A962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C481B9D8-E11D-2DD8-FD39-EF40CC6A594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9" name="Group 338">
            <a:extLst>
              <a:ext uri="{FF2B5EF4-FFF2-40B4-BE49-F238E27FC236}">
                <a16:creationId xmlns:a16="http://schemas.microsoft.com/office/drawing/2014/main" id="{59335C9C-DD12-094F-05A1-AEE8DF1CDA52}"/>
              </a:ext>
            </a:extLst>
          </p:cNvPr>
          <p:cNvGrpSpPr/>
          <p:nvPr/>
        </p:nvGrpSpPr>
        <p:grpSpPr>
          <a:xfrm rot="5400000" flipH="1">
            <a:off x="10396647" y="5792751"/>
            <a:ext cx="324106" cy="276532"/>
            <a:chOff x="1621155" y="831533"/>
            <a:chExt cx="226695" cy="224898"/>
          </a:xfrm>
        </p:grpSpPr>
        <p:cxnSp>
          <p:nvCxnSpPr>
            <p:cNvPr id="340" name="Straight Connector 339">
              <a:extLst>
                <a:ext uri="{FF2B5EF4-FFF2-40B4-BE49-F238E27FC236}">
                  <a16:creationId xmlns:a16="http://schemas.microsoft.com/office/drawing/2014/main" id="{EAD2CD34-D134-9A64-7AF0-8193091C109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D884201A-5AF8-BEBF-E7A4-3D5148B325E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45DA55C0-7894-8B69-AA59-AAC4227EA71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05EB5715-50EF-0635-F4A0-EC848B15C7D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AA44CD60-488F-4E64-B797-3A95D99607A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428E2762-389C-3A3B-1D01-72C315AB622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46" name="Group 345">
            <a:extLst>
              <a:ext uri="{FF2B5EF4-FFF2-40B4-BE49-F238E27FC236}">
                <a16:creationId xmlns:a16="http://schemas.microsoft.com/office/drawing/2014/main" id="{8D2ABE5B-6FB0-CDF8-6101-256DDA6FFFD9}"/>
              </a:ext>
            </a:extLst>
          </p:cNvPr>
          <p:cNvGrpSpPr/>
          <p:nvPr/>
        </p:nvGrpSpPr>
        <p:grpSpPr>
          <a:xfrm rot="5400000" flipH="1">
            <a:off x="10133737" y="5792751"/>
            <a:ext cx="324106" cy="276532"/>
            <a:chOff x="1621155" y="831533"/>
            <a:chExt cx="226695" cy="224898"/>
          </a:xfrm>
        </p:grpSpPr>
        <p:cxnSp>
          <p:nvCxnSpPr>
            <p:cNvPr id="347" name="Straight Connector 346">
              <a:extLst>
                <a:ext uri="{FF2B5EF4-FFF2-40B4-BE49-F238E27FC236}">
                  <a16:creationId xmlns:a16="http://schemas.microsoft.com/office/drawing/2014/main" id="{90754C91-4D9B-B4E4-D282-6D2AAF0B836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B65CDBCD-227C-613C-C048-236ADCF6DA5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55C4B8A9-9484-CA26-7A50-4AB3624E2EC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290A4843-3F33-AFAB-3983-7B4EDC6D69F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452265CA-D2BF-06A8-84D7-F2409D1574A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4A193251-F8C2-D6B1-7C8A-4C8BF6A1F37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53" name="Group 352">
            <a:extLst>
              <a:ext uri="{FF2B5EF4-FFF2-40B4-BE49-F238E27FC236}">
                <a16:creationId xmlns:a16="http://schemas.microsoft.com/office/drawing/2014/main" id="{14BF47F2-A50E-10BD-5723-7ADBDFBF897B}"/>
              </a:ext>
            </a:extLst>
          </p:cNvPr>
          <p:cNvGrpSpPr/>
          <p:nvPr/>
        </p:nvGrpSpPr>
        <p:grpSpPr>
          <a:xfrm rot="5400000" flipH="1">
            <a:off x="9870827" y="5792751"/>
            <a:ext cx="324106" cy="276532"/>
            <a:chOff x="1621155" y="831533"/>
            <a:chExt cx="226695" cy="224898"/>
          </a:xfrm>
        </p:grpSpPr>
        <p:cxnSp>
          <p:nvCxnSpPr>
            <p:cNvPr id="354" name="Straight Connector 353">
              <a:extLst>
                <a:ext uri="{FF2B5EF4-FFF2-40B4-BE49-F238E27FC236}">
                  <a16:creationId xmlns:a16="http://schemas.microsoft.com/office/drawing/2014/main" id="{067833E6-6F9A-74C4-8F7A-A0F7B10F27B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8634DF57-7C18-B9F0-966C-674F879C11D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0C0A3EDD-EE49-6BCE-EFFB-D692CFB29DF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BB3EF0FE-001C-1769-56CE-DE96A967CA7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B1EDEBD5-7838-536A-E90E-EAA45ECA4B3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37261AC8-5B19-2BB6-8D95-7538FAE768D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0" name="Group 359">
            <a:extLst>
              <a:ext uri="{FF2B5EF4-FFF2-40B4-BE49-F238E27FC236}">
                <a16:creationId xmlns:a16="http://schemas.microsoft.com/office/drawing/2014/main" id="{C0DCEF5D-BA2A-511E-0B85-6C249535CE22}"/>
              </a:ext>
            </a:extLst>
          </p:cNvPr>
          <p:cNvGrpSpPr/>
          <p:nvPr/>
        </p:nvGrpSpPr>
        <p:grpSpPr>
          <a:xfrm rot="5400000" flipH="1">
            <a:off x="9607917" y="5792751"/>
            <a:ext cx="324106" cy="276532"/>
            <a:chOff x="1621155" y="831533"/>
            <a:chExt cx="226695" cy="224898"/>
          </a:xfrm>
        </p:grpSpPr>
        <p:cxnSp>
          <p:nvCxnSpPr>
            <p:cNvPr id="361" name="Straight Connector 360">
              <a:extLst>
                <a:ext uri="{FF2B5EF4-FFF2-40B4-BE49-F238E27FC236}">
                  <a16:creationId xmlns:a16="http://schemas.microsoft.com/office/drawing/2014/main" id="{DCDF6A52-02B4-60E5-41A6-84024DCF035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B945E783-589F-6626-EB35-91CCDAC2539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B043F339-FBED-939A-526C-FD087FA5E70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21B6F2C2-91E2-739A-3BE0-C6C9DE35C65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015526CB-911D-8544-5F9C-99CDE6F39E3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5660BC87-11DE-666A-C656-E88E11687F3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7" name="Group 366">
            <a:extLst>
              <a:ext uri="{FF2B5EF4-FFF2-40B4-BE49-F238E27FC236}">
                <a16:creationId xmlns:a16="http://schemas.microsoft.com/office/drawing/2014/main" id="{79CA440E-B321-47C0-44A4-36992AA4EA7F}"/>
              </a:ext>
            </a:extLst>
          </p:cNvPr>
          <p:cNvGrpSpPr/>
          <p:nvPr/>
        </p:nvGrpSpPr>
        <p:grpSpPr>
          <a:xfrm rot="5400000" flipH="1">
            <a:off x="9345008" y="5792751"/>
            <a:ext cx="324106" cy="276532"/>
            <a:chOff x="1621155" y="831533"/>
            <a:chExt cx="226695" cy="224898"/>
          </a:xfrm>
        </p:grpSpPr>
        <p:cxnSp>
          <p:nvCxnSpPr>
            <p:cNvPr id="368" name="Straight Connector 367">
              <a:extLst>
                <a:ext uri="{FF2B5EF4-FFF2-40B4-BE49-F238E27FC236}">
                  <a16:creationId xmlns:a16="http://schemas.microsoft.com/office/drawing/2014/main" id="{F19E6565-AF5C-77D0-3FAE-A278097C7AF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B68A8A95-9AD8-09D0-6398-F8A24F52034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9986F2D7-4D9B-88D8-FD29-057FB01C406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6BFCE5F5-B63B-C035-5ABE-466D9C1BD8B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84FD687F-F0E0-EA3E-F047-F07DEF7EAD6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612D34B5-87AB-76EE-C16B-523D4DC21D5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74" name="Group 373">
            <a:extLst>
              <a:ext uri="{FF2B5EF4-FFF2-40B4-BE49-F238E27FC236}">
                <a16:creationId xmlns:a16="http://schemas.microsoft.com/office/drawing/2014/main" id="{6C1B42BD-2625-6A5A-4633-D0AC1DC0B3F7}"/>
              </a:ext>
            </a:extLst>
          </p:cNvPr>
          <p:cNvGrpSpPr/>
          <p:nvPr/>
        </p:nvGrpSpPr>
        <p:grpSpPr>
          <a:xfrm rot="5400000" flipH="1">
            <a:off x="9082098" y="5792751"/>
            <a:ext cx="324106" cy="276532"/>
            <a:chOff x="1621155" y="831533"/>
            <a:chExt cx="226695" cy="224898"/>
          </a:xfrm>
        </p:grpSpPr>
        <p:cxnSp>
          <p:nvCxnSpPr>
            <p:cNvPr id="375" name="Straight Connector 374">
              <a:extLst>
                <a:ext uri="{FF2B5EF4-FFF2-40B4-BE49-F238E27FC236}">
                  <a16:creationId xmlns:a16="http://schemas.microsoft.com/office/drawing/2014/main" id="{E8C4D478-5AF1-A29E-8272-E5BE73240B4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FA9C6E69-7BB4-A95E-A263-AFE1A2B7E5F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7761FD61-879E-5F06-E853-7A856B563B5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252FB8E4-C22F-E8E2-A87E-4A71F462DEA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F5278EA9-7C4E-4F40-8F96-B265609AF07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4CAD9698-559D-A18F-FFE0-CAA82B628C6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1" name="Group 380">
            <a:extLst>
              <a:ext uri="{FF2B5EF4-FFF2-40B4-BE49-F238E27FC236}">
                <a16:creationId xmlns:a16="http://schemas.microsoft.com/office/drawing/2014/main" id="{4CAF852D-EFA2-2254-2ACD-234F0377D293}"/>
              </a:ext>
            </a:extLst>
          </p:cNvPr>
          <p:cNvGrpSpPr/>
          <p:nvPr/>
        </p:nvGrpSpPr>
        <p:grpSpPr>
          <a:xfrm rot="5400000" flipH="1">
            <a:off x="8819188" y="5792751"/>
            <a:ext cx="324106" cy="276532"/>
            <a:chOff x="1621155" y="831533"/>
            <a:chExt cx="226695" cy="224898"/>
          </a:xfrm>
        </p:grpSpPr>
        <p:cxnSp>
          <p:nvCxnSpPr>
            <p:cNvPr id="382" name="Straight Connector 381">
              <a:extLst>
                <a:ext uri="{FF2B5EF4-FFF2-40B4-BE49-F238E27FC236}">
                  <a16:creationId xmlns:a16="http://schemas.microsoft.com/office/drawing/2014/main" id="{4A3B7C88-EA53-A151-8FB0-71AC5090EC6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9A57165E-CE3E-9AEF-A778-F0A9999F200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B51F4832-556E-8043-C808-442C6DCC842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60396DE9-0709-2125-5EDB-46247AF30DD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1D5FA396-388E-408E-807B-CF1532BBD01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A60746F3-8712-716F-8F9D-2A8807DF0B4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8" name="Group 387">
            <a:extLst>
              <a:ext uri="{FF2B5EF4-FFF2-40B4-BE49-F238E27FC236}">
                <a16:creationId xmlns:a16="http://schemas.microsoft.com/office/drawing/2014/main" id="{DDBF0868-2BD1-F628-5F06-1266E2658C5A}"/>
              </a:ext>
            </a:extLst>
          </p:cNvPr>
          <p:cNvGrpSpPr/>
          <p:nvPr/>
        </p:nvGrpSpPr>
        <p:grpSpPr>
          <a:xfrm rot="5400000" flipH="1">
            <a:off x="10659557" y="5320009"/>
            <a:ext cx="324106" cy="276532"/>
            <a:chOff x="1621155" y="831533"/>
            <a:chExt cx="226695" cy="224898"/>
          </a:xfrm>
        </p:grpSpPr>
        <p:cxnSp>
          <p:nvCxnSpPr>
            <p:cNvPr id="389" name="Straight Connector 388">
              <a:extLst>
                <a:ext uri="{FF2B5EF4-FFF2-40B4-BE49-F238E27FC236}">
                  <a16:creationId xmlns:a16="http://schemas.microsoft.com/office/drawing/2014/main" id="{F4D6480B-821C-8596-76A3-22CAEC0145E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C611EB04-691A-ABAF-315C-42E74620BBE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5D3E7BA0-EEB4-B208-FD80-4E5260C0821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E7CB42AE-A07D-B84B-1FC8-7E4BF6A474C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A518B6FE-E3BD-3D1D-EC35-36EA7C49EC0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14513735-7303-15C4-AB40-5136E5D787CC}"/>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95" name="Group 394">
            <a:extLst>
              <a:ext uri="{FF2B5EF4-FFF2-40B4-BE49-F238E27FC236}">
                <a16:creationId xmlns:a16="http://schemas.microsoft.com/office/drawing/2014/main" id="{8F5DA57C-DECD-873F-C0D9-0777DB3F7C4B}"/>
              </a:ext>
            </a:extLst>
          </p:cNvPr>
          <p:cNvGrpSpPr/>
          <p:nvPr/>
        </p:nvGrpSpPr>
        <p:grpSpPr>
          <a:xfrm rot="5400000" flipH="1">
            <a:off x="10396647" y="5320009"/>
            <a:ext cx="324106" cy="276532"/>
            <a:chOff x="1621155" y="831533"/>
            <a:chExt cx="226695" cy="224898"/>
          </a:xfrm>
        </p:grpSpPr>
        <p:cxnSp>
          <p:nvCxnSpPr>
            <p:cNvPr id="396" name="Straight Connector 395">
              <a:extLst>
                <a:ext uri="{FF2B5EF4-FFF2-40B4-BE49-F238E27FC236}">
                  <a16:creationId xmlns:a16="http://schemas.microsoft.com/office/drawing/2014/main" id="{645DB0FA-DE61-CDD7-4634-B0A5DE03CDE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FF01C5C8-E073-3323-843F-DC09E337BEA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4EE36009-1C40-B37A-E635-28947A5570C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A8F4A70C-3BD7-636A-C516-0B653677E62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8581803A-A92C-70F9-5B29-BEBAAA8E298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57C9080-8E5C-FE1A-2C9D-22044A543E9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2" name="Group 401">
            <a:extLst>
              <a:ext uri="{FF2B5EF4-FFF2-40B4-BE49-F238E27FC236}">
                <a16:creationId xmlns:a16="http://schemas.microsoft.com/office/drawing/2014/main" id="{FE59DB76-5E11-70FE-4FA9-20926368A95A}"/>
              </a:ext>
            </a:extLst>
          </p:cNvPr>
          <p:cNvGrpSpPr/>
          <p:nvPr/>
        </p:nvGrpSpPr>
        <p:grpSpPr>
          <a:xfrm rot="5400000" flipH="1">
            <a:off x="10133737" y="5320009"/>
            <a:ext cx="324106" cy="276532"/>
            <a:chOff x="1621155" y="831533"/>
            <a:chExt cx="226695" cy="224898"/>
          </a:xfrm>
        </p:grpSpPr>
        <p:cxnSp>
          <p:nvCxnSpPr>
            <p:cNvPr id="403" name="Straight Connector 402">
              <a:extLst>
                <a:ext uri="{FF2B5EF4-FFF2-40B4-BE49-F238E27FC236}">
                  <a16:creationId xmlns:a16="http://schemas.microsoft.com/office/drawing/2014/main" id="{1237A45F-E8F1-A43C-FD78-44209BA65B3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A5614509-8B4D-D9F3-CED6-612FC4DDB1C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BC3D31DF-D1C2-BAEF-F6E4-64498843C48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5F497063-CE72-C168-5161-CBCAD01BA34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9E00FAD6-B8EA-1CF4-40B9-2DE42D51849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23B4F103-035C-CA56-D0C7-5FA2CA23A1A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9" name="Group 408">
            <a:extLst>
              <a:ext uri="{FF2B5EF4-FFF2-40B4-BE49-F238E27FC236}">
                <a16:creationId xmlns:a16="http://schemas.microsoft.com/office/drawing/2014/main" id="{CFBB0DD7-3BFD-A5FF-479D-2CC06FABCC30}"/>
              </a:ext>
            </a:extLst>
          </p:cNvPr>
          <p:cNvGrpSpPr/>
          <p:nvPr/>
        </p:nvGrpSpPr>
        <p:grpSpPr>
          <a:xfrm rot="5400000" flipH="1">
            <a:off x="9870827" y="5320009"/>
            <a:ext cx="324106" cy="276532"/>
            <a:chOff x="1621155" y="831533"/>
            <a:chExt cx="226695" cy="224898"/>
          </a:xfrm>
        </p:grpSpPr>
        <p:cxnSp>
          <p:nvCxnSpPr>
            <p:cNvPr id="410" name="Straight Connector 409">
              <a:extLst>
                <a:ext uri="{FF2B5EF4-FFF2-40B4-BE49-F238E27FC236}">
                  <a16:creationId xmlns:a16="http://schemas.microsoft.com/office/drawing/2014/main" id="{7E4B8890-8F52-C030-F951-D14C9AAA4CE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F1F7802F-7679-A10E-DB88-F3CCC686AE3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3E4DF81D-9787-5572-2B03-02EA5B0A50B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D0BB6F82-7E6D-9C25-69F8-95E1D0449C0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CB4121A3-E0D9-68BA-8561-3BC08254F69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B7C2EFF7-99F4-E980-8F0E-C73528B9756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16" name="Group 415">
            <a:extLst>
              <a:ext uri="{FF2B5EF4-FFF2-40B4-BE49-F238E27FC236}">
                <a16:creationId xmlns:a16="http://schemas.microsoft.com/office/drawing/2014/main" id="{5EE509CC-FB9F-C07A-EBFC-590A59C1A3C1}"/>
              </a:ext>
            </a:extLst>
          </p:cNvPr>
          <p:cNvGrpSpPr/>
          <p:nvPr/>
        </p:nvGrpSpPr>
        <p:grpSpPr>
          <a:xfrm rot="5400000" flipH="1">
            <a:off x="9607917" y="5320009"/>
            <a:ext cx="324106" cy="276532"/>
            <a:chOff x="1621155" y="831533"/>
            <a:chExt cx="226695" cy="224898"/>
          </a:xfrm>
        </p:grpSpPr>
        <p:cxnSp>
          <p:nvCxnSpPr>
            <p:cNvPr id="417" name="Straight Connector 416">
              <a:extLst>
                <a:ext uri="{FF2B5EF4-FFF2-40B4-BE49-F238E27FC236}">
                  <a16:creationId xmlns:a16="http://schemas.microsoft.com/office/drawing/2014/main" id="{3BA4155C-A151-F816-8B01-B6D3782D025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0959329A-1A9F-4484-9412-693CF5BD32C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73908C1C-E24F-4317-5173-C796096EFCE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ABA99D27-8AE9-0800-C683-027FA5DE8D1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BC27E418-469C-2D5D-BD52-0FFA0372A27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77D4C4E2-BDE7-3B95-8C77-D8F7369B41A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23" name="Group 422">
            <a:extLst>
              <a:ext uri="{FF2B5EF4-FFF2-40B4-BE49-F238E27FC236}">
                <a16:creationId xmlns:a16="http://schemas.microsoft.com/office/drawing/2014/main" id="{5C52AF2D-6D5B-7003-7113-4652226857A3}"/>
              </a:ext>
            </a:extLst>
          </p:cNvPr>
          <p:cNvGrpSpPr/>
          <p:nvPr/>
        </p:nvGrpSpPr>
        <p:grpSpPr>
          <a:xfrm rot="5400000" flipH="1">
            <a:off x="9345008" y="5320009"/>
            <a:ext cx="324106" cy="276532"/>
            <a:chOff x="1621155" y="831533"/>
            <a:chExt cx="226695" cy="224898"/>
          </a:xfrm>
        </p:grpSpPr>
        <p:cxnSp>
          <p:nvCxnSpPr>
            <p:cNvPr id="424" name="Straight Connector 423">
              <a:extLst>
                <a:ext uri="{FF2B5EF4-FFF2-40B4-BE49-F238E27FC236}">
                  <a16:creationId xmlns:a16="http://schemas.microsoft.com/office/drawing/2014/main" id="{CDB96B0A-2AB8-450E-9C30-8D8B045A25F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5B9444A9-5EF4-E62E-2C16-90273A54D02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B787317C-E203-B506-414B-E7D4A1358A0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F608AA28-6C99-1A74-ACA8-62F82D6E90E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515E8FC6-039E-DD86-36F3-911C3617AC6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F795F58E-3E62-98FE-9BA1-E3355DD48EF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0" name="Group 429">
            <a:extLst>
              <a:ext uri="{FF2B5EF4-FFF2-40B4-BE49-F238E27FC236}">
                <a16:creationId xmlns:a16="http://schemas.microsoft.com/office/drawing/2014/main" id="{CAF7D624-CED0-1E0F-9DE2-1AED7610A2F1}"/>
              </a:ext>
            </a:extLst>
          </p:cNvPr>
          <p:cNvGrpSpPr/>
          <p:nvPr/>
        </p:nvGrpSpPr>
        <p:grpSpPr>
          <a:xfrm rot="5400000" flipH="1">
            <a:off x="9082098" y="5320009"/>
            <a:ext cx="324106" cy="276532"/>
            <a:chOff x="1621155" y="831533"/>
            <a:chExt cx="226695" cy="224898"/>
          </a:xfrm>
        </p:grpSpPr>
        <p:cxnSp>
          <p:nvCxnSpPr>
            <p:cNvPr id="431" name="Straight Connector 430">
              <a:extLst>
                <a:ext uri="{FF2B5EF4-FFF2-40B4-BE49-F238E27FC236}">
                  <a16:creationId xmlns:a16="http://schemas.microsoft.com/office/drawing/2014/main" id="{4E950DC8-0128-0AC2-25E9-3AC96D1B4C7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3F455EE9-E50F-A7DB-98DC-2381C0D1076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5CFC56C-C7E8-D77B-1652-2C7A3522BD3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FB124024-5132-7DCB-C17E-2CBDA25077A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655EE237-28A7-9374-9BBD-150575F7FAA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3158DA41-6E7D-1849-A3E3-BCC3140CD59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7" name="Group 436">
            <a:extLst>
              <a:ext uri="{FF2B5EF4-FFF2-40B4-BE49-F238E27FC236}">
                <a16:creationId xmlns:a16="http://schemas.microsoft.com/office/drawing/2014/main" id="{A4BDD8EA-D448-D44B-D378-9A3BE89D1608}"/>
              </a:ext>
            </a:extLst>
          </p:cNvPr>
          <p:cNvGrpSpPr/>
          <p:nvPr/>
        </p:nvGrpSpPr>
        <p:grpSpPr>
          <a:xfrm rot="5400000" flipH="1">
            <a:off x="8819188" y="5320009"/>
            <a:ext cx="324106" cy="276532"/>
            <a:chOff x="1621155" y="831533"/>
            <a:chExt cx="226695" cy="224898"/>
          </a:xfrm>
        </p:grpSpPr>
        <p:cxnSp>
          <p:nvCxnSpPr>
            <p:cNvPr id="438" name="Straight Connector 437">
              <a:extLst>
                <a:ext uri="{FF2B5EF4-FFF2-40B4-BE49-F238E27FC236}">
                  <a16:creationId xmlns:a16="http://schemas.microsoft.com/office/drawing/2014/main" id="{52505F77-A42B-3ADE-8253-BA0CE10355E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B23AF696-C1D6-14AF-012D-350E794C9AF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593215C2-90A4-BD26-B03B-DCF571602AE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F89A998D-3D6A-5087-628D-676E0E9CCE4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55E2AB2-3CD3-4A66-D749-62955096616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BD650424-B4ED-A8B3-9A35-0C447EFEB3C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4" name="Group 443">
            <a:extLst>
              <a:ext uri="{FF2B5EF4-FFF2-40B4-BE49-F238E27FC236}">
                <a16:creationId xmlns:a16="http://schemas.microsoft.com/office/drawing/2014/main" id="{D7E9A6CF-E047-391E-32DB-B1495A733862}"/>
              </a:ext>
            </a:extLst>
          </p:cNvPr>
          <p:cNvGrpSpPr/>
          <p:nvPr/>
        </p:nvGrpSpPr>
        <p:grpSpPr>
          <a:xfrm rot="5400000" flipH="1">
            <a:off x="10659557" y="4938707"/>
            <a:ext cx="324106" cy="276532"/>
            <a:chOff x="1621155" y="831533"/>
            <a:chExt cx="226695" cy="224898"/>
          </a:xfrm>
        </p:grpSpPr>
        <p:cxnSp>
          <p:nvCxnSpPr>
            <p:cNvPr id="445" name="Straight Connector 444">
              <a:extLst>
                <a:ext uri="{FF2B5EF4-FFF2-40B4-BE49-F238E27FC236}">
                  <a16:creationId xmlns:a16="http://schemas.microsoft.com/office/drawing/2014/main" id="{6B2AB342-6201-CA6D-4FDA-9F3B32DD3FA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9C01DB95-39CA-F648-EF10-5B2568582C4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38EFB479-5230-4CE5-82F5-EC88543EA0B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B176CF23-EB95-FD5B-2D35-D95E9445D92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9F750AD0-497D-03C5-A36D-F3714ADCF7F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2FEC90D3-CA21-813F-0D53-414C71912C0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1" name="Group 450">
            <a:extLst>
              <a:ext uri="{FF2B5EF4-FFF2-40B4-BE49-F238E27FC236}">
                <a16:creationId xmlns:a16="http://schemas.microsoft.com/office/drawing/2014/main" id="{B7A88635-F991-FDBF-0BEC-7C51C4230392}"/>
              </a:ext>
            </a:extLst>
          </p:cNvPr>
          <p:cNvGrpSpPr/>
          <p:nvPr/>
        </p:nvGrpSpPr>
        <p:grpSpPr>
          <a:xfrm rot="5400000" flipH="1">
            <a:off x="10396647" y="4938707"/>
            <a:ext cx="324106" cy="276532"/>
            <a:chOff x="1621155" y="831533"/>
            <a:chExt cx="226695" cy="224898"/>
          </a:xfrm>
        </p:grpSpPr>
        <p:cxnSp>
          <p:nvCxnSpPr>
            <p:cNvPr id="452" name="Straight Connector 451">
              <a:extLst>
                <a:ext uri="{FF2B5EF4-FFF2-40B4-BE49-F238E27FC236}">
                  <a16:creationId xmlns:a16="http://schemas.microsoft.com/office/drawing/2014/main" id="{BF3B1910-E90E-F553-02EE-6888152F5BE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942B6B84-5AAB-15DA-90CA-88157EC2055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44DE6237-A52B-57E2-88CD-999E1BC32DD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id="{E0AFA1C2-6E31-C96D-5FEC-22E6D86C8BD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007E6EA1-89D2-783B-754B-C06EAE5C727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AF62CDBA-E9E0-9DF8-AFFB-5DEB9941DE4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8" name="Group 457">
            <a:extLst>
              <a:ext uri="{FF2B5EF4-FFF2-40B4-BE49-F238E27FC236}">
                <a16:creationId xmlns:a16="http://schemas.microsoft.com/office/drawing/2014/main" id="{DDB58782-E4AF-7720-9CCA-25EC76CF6E2C}"/>
              </a:ext>
            </a:extLst>
          </p:cNvPr>
          <p:cNvGrpSpPr/>
          <p:nvPr/>
        </p:nvGrpSpPr>
        <p:grpSpPr>
          <a:xfrm rot="5400000" flipH="1">
            <a:off x="10133737" y="4938707"/>
            <a:ext cx="324106" cy="276532"/>
            <a:chOff x="1621155" y="831533"/>
            <a:chExt cx="226695" cy="224898"/>
          </a:xfrm>
        </p:grpSpPr>
        <p:cxnSp>
          <p:nvCxnSpPr>
            <p:cNvPr id="459" name="Straight Connector 458">
              <a:extLst>
                <a:ext uri="{FF2B5EF4-FFF2-40B4-BE49-F238E27FC236}">
                  <a16:creationId xmlns:a16="http://schemas.microsoft.com/office/drawing/2014/main" id="{DC56038D-DF91-0D97-FD20-9E7F8C4E606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B757514F-9E08-9307-CE85-94CD87F412E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69B2BC4F-6AB1-513B-5E30-E37264BBD78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22603210-D32E-3E9D-FE87-19401DBC7C9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92E4A85B-7CB9-7C4D-C31C-F152AC5965A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1FFB163E-4983-CB92-DEFA-E738CFCD381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65" name="Group 464">
            <a:extLst>
              <a:ext uri="{FF2B5EF4-FFF2-40B4-BE49-F238E27FC236}">
                <a16:creationId xmlns:a16="http://schemas.microsoft.com/office/drawing/2014/main" id="{0F38FF29-4808-4050-0604-7E9D7C55FF1E}"/>
              </a:ext>
            </a:extLst>
          </p:cNvPr>
          <p:cNvGrpSpPr/>
          <p:nvPr/>
        </p:nvGrpSpPr>
        <p:grpSpPr>
          <a:xfrm rot="5400000" flipH="1">
            <a:off x="9870827" y="4938707"/>
            <a:ext cx="324106" cy="276532"/>
            <a:chOff x="1621155" y="831533"/>
            <a:chExt cx="226695" cy="224898"/>
          </a:xfrm>
        </p:grpSpPr>
        <p:cxnSp>
          <p:nvCxnSpPr>
            <p:cNvPr id="466" name="Straight Connector 465">
              <a:extLst>
                <a:ext uri="{FF2B5EF4-FFF2-40B4-BE49-F238E27FC236}">
                  <a16:creationId xmlns:a16="http://schemas.microsoft.com/office/drawing/2014/main" id="{3B330B30-A1F1-CE24-48CC-86A90711747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6A10D98E-5362-A978-1986-A67F5361FB8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57EBC7EE-48F3-0454-78FE-18600008F1D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1543FD5-B257-6940-39B3-A38ADF6917E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5884E0C3-E214-D8F3-9921-379DD62A069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DF8D3A40-E7E3-F365-065F-E59CF2753A2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2" name="Group 471">
            <a:extLst>
              <a:ext uri="{FF2B5EF4-FFF2-40B4-BE49-F238E27FC236}">
                <a16:creationId xmlns:a16="http://schemas.microsoft.com/office/drawing/2014/main" id="{DA730CD8-9B69-FB1A-5479-EC001C32E95C}"/>
              </a:ext>
            </a:extLst>
          </p:cNvPr>
          <p:cNvGrpSpPr/>
          <p:nvPr/>
        </p:nvGrpSpPr>
        <p:grpSpPr>
          <a:xfrm rot="5400000" flipH="1">
            <a:off x="9607917" y="4938707"/>
            <a:ext cx="324106" cy="276532"/>
            <a:chOff x="1621155" y="831533"/>
            <a:chExt cx="226695" cy="224898"/>
          </a:xfrm>
        </p:grpSpPr>
        <p:cxnSp>
          <p:nvCxnSpPr>
            <p:cNvPr id="473" name="Straight Connector 472">
              <a:extLst>
                <a:ext uri="{FF2B5EF4-FFF2-40B4-BE49-F238E27FC236}">
                  <a16:creationId xmlns:a16="http://schemas.microsoft.com/office/drawing/2014/main" id="{3C8B883A-BCEA-BEBE-4EB4-FB35B953D3A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7FCB9AC1-5621-FB80-5A43-1F67C12E751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E729746D-57E9-5559-2565-14CF43D90CD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62E51FC0-A623-188D-53E3-9192DF06719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7228B5F4-AB2E-119E-FFA6-891BB9F96C1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64F81B68-F843-7A47-558C-759D8D60E5C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9" name="Group 478">
            <a:extLst>
              <a:ext uri="{FF2B5EF4-FFF2-40B4-BE49-F238E27FC236}">
                <a16:creationId xmlns:a16="http://schemas.microsoft.com/office/drawing/2014/main" id="{1F7AF512-59C5-249B-682F-E10960841284}"/>
              </a:ext>
            </a:extLst>
          </p:cNvPr>
          <p:cNvGrpSpPr/>
          <p:nvPr/>
        </p:nvGrpSpPr>
        <p:grpSpPr>
          <a:xfrm rot="5400000" flipH="1">
            <a:off x="9345008" y="4938707"/>
            <a:ext cx="324106" cy="276532"/>
            <a:chOff x="1621155" y="831533"/>
            <a:chExt cx="226695" cy="224898"/>
          </a:xfrm>
        </p:grpSpPr>
        <p:cxnSp>
          <p:nvCxnSpPr>
            <p:cNvPr id="480" name="Straight Connector 479">
              <a:extLst>
                <a:ext uri="{FF2B5EF4-FFF2-40B4-BE49-F238E27FC236}">
                  <a16:creationId xmlns:a16="http://schemas.microsoft.com/office/drawing/2014/main" id="{0C486774-A8A9-68FD-1407-D4AA92DAD5F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BF92A3A2-3124-9159-6880-C7FD1053887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90EFAB4B-4DC0-A60E-F8F1-0D53F85FEC4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F1EE1BC3-9DA5-49CB-F046-487E953C295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D02E37D9-7992-5E7B-063D-61C1BC4CDEA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E54500DC-A5DF-B5A9-B484-CD9A316BE26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86" name="Group 485">
            <a:extLst>
              <a:ext uri="{FF2B5EF4-FFF2-40B4-BE49-F238E27FC236}">
                <a16:creationId xmlns:a16="http://schemas.microsoft.com/office/drawing/2014/main" id="{9E19629B-B6BF-D0AE-60AA-9CA31FE7BF53}"/>
              </a:ext>
            </a:extLst>
          </p:cNvPr>
          <p:cNvGrpSpPr/>
          <p:nvPr/>
        </p:nvGrpSpPr>
        <p:grpSpPr>
          <a:xfrm rot="5400000" flipH="1">
            <a:off x="9082098" y="4938707"/>
            <a:ext cx="324106" cy="276532"/>
            <a:chOff x="1621155" y="831533"/>
            <a:chExt cx="226695" cy="224898"/>
          </a:xfrm>
        </p:grpSpPr>
        <p:cxnSp>
          <p:nvCxnSpPr>
            <p:cNvPr id="487" name="Straight Connector 486">
              <a:extLst>
                <a:ext uri="{FF2B5EF4-FFF2-40B4-BE49-F238E27FC236}">
                  <a16:creationId xmlns:a16="http://schemas.microsoft.com/office/drawing/2014/main" id="{78D5316D-638B-19BF-B0DA-439F99F2AFC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7166B7DE-8537-645C-37D6-83FECF5958E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38DA0846-EEF4-9363-085F-D26138704E1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7959AF83-755D-7572-C5E3-EE714589F32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E5FEAED5-7E0C-66F6-DC3B-DF9B832BC92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281965C0-0D3F-4B99-E600-1CFA29C63AE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93" name="Group 492">
            <a:extLst>
              <a:ext uri="{FF2B5EF4-FFF2-40B4-BE49-F238E27FC236}">
                <a16:creationId xmlns:a16="http://schemas.microsoft.com/office/drawing/2014/main" id="{16433EC0-30D6-1F92-11CA-D5383587DD34}"/>
              </a:ext>
            </a:extLst>
          </p:cNvPr>
          <p:cNvGrpSpPr/>
          <p:nvPr/>
        </p:nvGrpSpPr>
        <p:grpSpPr>
          <a:xfrm rot="5400000" flipH="1">
            <a:off x="8819188" y="4938707"/>
            <a:ext cx="324106" cy="276532"/>
            <a:chOff x="1621155" y="831533"/>
            <a:chExt cx="226695" cy="224898"/>
          </a:xfrm>
        </p:grpSpPr>
        <p:cxnSp>
          <p:nvCxnSpPr>
            <p:cNvPr id="494" name="Straight Connector 493">
              <a:extLst>
                <a:ext uri="{FF2B5EF4-FFF2-40B4-BE49-F238E27FC236}">
                  <a16:creationId xmlns:a16="http://schemas.microsoft.com/office/drawing/2014/main" id="{260946EC-CD5F-BB76-2750-D0596CF5DA1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5D8FE6A2-B6C8-4A38-B617-637C31EE73A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7ACBE278-7327-6348-FF10-C73785A8A4B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26B8CE98-125B-7D3E-6D3F-8B464DFB09A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0ABBE2E1-C6F4-9AA7-68F4-D0AC4E20358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F9ADCF3B-EB8C-11A9-B670-B6C76759213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00" name="Group 499">
            <a:extLst>
              <a:ext uri="{FF2B5EF4-FFF2-40B4-BE49-F238E27FC236}">
                <a16:creationId xmlns:a16="http://schemas.microsoft.com/office/drawing/2014/main" id="{F6820046-77F4-80D5-A91A-24CB9AFBCB16}"/>
              </a:ext>
            </a:extLst>
          </p:cNvPr>
          <p:cNvGrpSpPr/>
          <p:nvPr/>
        </p:nvGrpSpPr>
        <p:grpSpPr>
          <a:xfrm rot="5400000" flipH="1">
            <a:off x="10659557" y="7036892"/>
            <a:ext cx="324106" cy="276532"/>
            <a:chOff x="1621155" y="831533"/>
            <a:chExt cx="226695" cy="224898"/>
          </a:xfrm>
        </p:grpSpPr>
        <p:cxnSp>
          <p:nvCxnSpPr>
            <p:cNvPr id="501" name="Straight Connector 500">
              <a:extLst>
                <a:ext uri="{FF2B5EF4-FFF2-40B4-BE49-F238E27FC236}">
                  <a16:creationId xmlns:a16="http://schemas.microsoft.com/office/drawing/2014/main" id="{93D3A25B-9398-5225-E1C4-F4E793D2B3F4}"/>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38637B55-48D2-2658-4E7D-1B555667404F}"/>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052B7E68-BFA7-4352-0E15-A3096B9E557F}"/>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792A2424-B58F-F88B-49F4-05F5657FC16A}"/>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A4ED32FF-AD84-F6D5-C021-D67CFBE38D52}"/>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0BBE6AE0-78E1-B2A4-330E-0104EA957E1C}"/>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07" name="Group 506">
            <a:extLst>
              <a:ext uri="{FF2B5EF4-FFF2-40B4-BE49-F238E27FC236}">
                <a16:creationId xmlns:a16="http://schemas.microsoft.com/office/drawing/2014/main" id="{8C756155-156D-40EA-D5A8-2B0DC153ED72}"/>
              </a:ext>
            </a:extLst>
          </p:cNvPr>
          <p:cNvGrpSpPr/>
          <p:nvPr/>
        </p:nvGrpSpPr>
        <p:grpSpPr>
          <a:xfrm rot="5400000" flipH="1">
            <a:off x="10396647" y="7036892"/>
            <a:ext cx="324106" cy="276532"/>
            <a:chOff x="1621155" y="831533"/>
            <a:chExt cx="226695" cy="224898"/>
          </a:xfrm>
        </p:grpSpPr>
        <p:cxnSp>
          <p:nvCxnSpPr>
            <p:cNvPr id="508" name="Straight Connector 507">
              <a:extLst>
                <a:ext uri="{FF2B5EF4-FFF2-40B4-BE49-F238E27FC236}">
                  <a16:creationId xmlns:a16="http://schemas.microsoft.com/office/drawing/2014/main" id="{3489D493-975F-F768-9F79-C47D054BD044}"/>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F2142651-E3C3-4610-8507-1076EAE6F47F}"/>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B794B841-3441-C712-31ED-9E27D13A223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511D7E4B-93C6-8EF3-AD04-2AE447277290}"/>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4ADAEE25-EAF9-31F4-4F0B-0E7BB5BBE542}"/>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AF387288-75AE-FA35-20CD-265175E6FF96}"/>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14" name="Group 513">
            <a:extLst>
              <a:ext uri="{FF2B5EF4-FFF2-40B4-BE49-F238E27FC236}">
                <a16:creationId xmlns:a16="http://schemas.microsoft.com/office/drawing/2014/main" id="{22901F55-CEFF-B81A-5555-207972B97FD2}"/>
              </a:ext>
            </a:extLst>
          </p:cNvPr>
          <p:cNvGrpSpPr/>
          <p:nvPr/>
        </p:nvGrpSpPr>
        <p:grpSpPr>
          <a:xfrm rot="5400000" flipH="1">
            <a:off x="10133737" y="7036892"/>
            <a:ext cx="324106" cy="276532"/>
            <a:chOff x="1621155" y="831533"/>
            <a:chExt cx="226695" cy="224898"/>
          </a:xfrm>
        </p:grpSpPr>
        <p:cxnSp>
          <p:nvCxnSpPr>
            <p:cNvPr id="515" name="Straight Connector 514">
              <a:extLst>
                <a:ext uri="{FF2B5EF4-FFF2-40B4-BE49-F238E27FC236}">
                  <a16:creationId xmlns:a16="http://schemas.microsoft.com/office/drawing/2014/main" id="{D2FCCEDC-F724-FF0F-6C32-D30644A15021}"/>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B19C74B0-C93A-C045-CC50-3C9E72BD796D}"/>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7" name="Straight Connector 516">
              <a:extLst>
                <a:ext uri="{FF2B5EF4-FFF2-40B4-BE49-F238E27FC236}">
                  <a16:creationId xmlns:a16="http://schemas.microsoft.com/office/drawing/2014/main" id="{76D90606-9D5A-770B-A049-C2C4B8B68D45}"/>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8" name="Straight Connector 517">
              <a:extLst>
                <a:ext uri="{FF2B5EF4-FFF2-40B4-BE49-F238E27FC236}">
                  <a16:creationId xmlns:a16="http://schemas.microsoft.com/office/drawing/2014/main" id="{B6C24223-6312-D358-537D-D6D952206A43}"/>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CAEDAE5B-B132-91FB-0D62-2C54298DDEE1}"/>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35E79D9C-8CAB-E8BF-E334-22E5CBB47824}"/>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1" name="Group 520">
            <a:extLst>
              <a:ext uri="{FF2B5EF4-FFF2-40B4-BE49-F238E27FC236}">
                <a16:creationId xmlns:a16="http://schemas.microsoft.com/office/drawing/2014/main" id="{9996CA0D-B30D-E490-9650-4AECB51F5522}"/>
              </a:ext>
            </a:extLst>
          </p:cNvPr>
          <p:cNvGrpSpPr/>
          <p:nvPr/>
        </p:nvGrpSpPr>
        <p:grpSpPr>
          <a:xfrm rot="5400000" flipH="1">
            <a:off x="9870827" y="7036892"/>
            <a:ext cx="324106" cy="276532"/>
            <a:chOff x="1621155" y="831533"/>
            <a:chExt cx="226695" cy="224898"/>
          </a:xfrm>
        </p:grpSpPr>
        <p:cxnSp>
          <p:nvCxnSpPr>
            <p:cNvPr id="522" name="Straight Connector 521">
              <a:extLst>
                <a:ext uri="{FF2B5EF4-FFF2-40B4-BE49-F238E27FC236}">
                  <a16:creationId xmlns:a16="http://schemas.microsoft.com/office/drawing/2014/main" id="{9E3473FA-5DB1-1A4D-F555-A16E517D1CCC}"/>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a:extLst>
                <a:ext uri="{FF2B5EF4-FFF2-40B4-BE49-F238E27FC236}">
                  <a16:creationId xmlns:a16="http://schemas.microsoft.com/office/drawing/2014/main" id="{68445B2A-B1D2-3144-F2AF-E09041A3E162}"/>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4" name="Straight Connector 523">
              <a:extLst>
                <a:ext uri="{FF2B5EF4-FFF2-40B4-BE49-F238E27FC236}">
                  <a16:creationId xmlns:a16="http://schemas.microsoft.com/office/drawing/2014/main" id="{3A3C14AB-C01F-3FB7-B7EE-EF1C119F53D9}"/>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5" name="Straight Connector 524">
              <a:extLst>
                <a:ext uri="{FF2B5EF4-FFF2-40B4-BE49-F238E27FC236}">
                  <a16:creationId xmlns:a16="http://schemas.microsoft.com/office/drawing/2014/main" id="{968E183C-1D67-1A80-2EBE-47E28F6ABC14}"/>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6" name="Straight Connector 525">
              <a:extLst>
                <a:ext uri="{FF2B5EF4-FFF2-40B4-BE49-F238E27FC236}">
                  <a16:creationId xmlns:a16="http://schemas.microsoft.com/office/drawing/2014/main" id="{CB5B3053-5E42-439F-0827-8CB5EA685035}"/>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7AB1BD0D-D865-79A3-09E2-B0AE2CF4ED87}"/>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8" name="Group 527">
            <a:extLst>
              <a:ext uri="{FF2B5EF4-FFF2-40B4-BE49-F238E27FC236}">
                <a16:creationId xmlns:a16="http://schemas.microsoft.com/office/drawing/2014/main" id="{DA9985FD-B7DB-1AA4-610B-C095D2BD6214}"/>
              </a:ext>
            </a:extLst>
          </p:cNvPr>
          <p:cNvGrpSpPr/>
          <p:nvPr/>
        </p:nvGrpSpPr>
        <p:grpSpPr>
          <a:xfrm rot="5400000" flipH="1">
            <a:off x="9607917" y="7036892"/>
            <a:ext cx="324106" cy="276532"/>
            <a:chOff x="1621155" y="831533"/>
            <a:chExt cx="226695" cy="224898"/>
          </a:xfrm>
        </p:grpSpPr>
        <p:cxnSp>
          <p:nvCxnSpPr>
            <p:cNvPr id="529" name="Straight Connector 528">
              <a:extLst>
                <a:ext uri="{FF2B5EF4-FFF2-40B4-BE49-F238E27FC236}">
                  <a16:creationId xmlns:a16="http://schemas.microsoft.com/office/drawing/2014/main" id="{3BC5F73C-407C-D4C0-440D-95C3B9182E4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F056D647-D1EE-7F36-2E61-68745E08BB5E}"/>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1B424754-2D7B-09D6-E276-2AFCBD8B6D2E}"/>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596CE88B-E804-6AB1-D2F2-ADAAD154ED27}"/>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81C61844-69B2-9906-0D21-AA7726BF507A}"/>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88B43777-3AC2-CADE-0C8E-9073BC98EA42}"/>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35" name="Group 534">
            <a:extLst>
              <a:ext uri="{FF2B5EF4-FFF2-40B4-BE49-F238E27FC236}">
                <a16:creationId xmlns:a16="http://schemas.microsoft.com/office/drawing/2014/main" id="{2E0A7501-5CA0-B746-A48A-88F8741B2ABF}"/>
              </a:ext>
            </a:extLst>
          </p:cNvPr>
          <p:cNvGrpSpPr/>
          <p:nvPr/>
        </p:nvGrpSpPr>
        <p:grpSpPr>
          <a:xfrm rot="5400000" flipH="1">
            <a:off x="9345008" y="7036892"/>
            <a:ext cx="324106" cy="276532"/>
            <a:chOff x="1621155" y="831533"/>
            <a:chExt cx="226695" cy="224898"/>
          </a:xfrm>
        </p:grpSpPr>
        <p:cxnSp>
          <p:nvCxnSpPr>
            <p:cNvPr id="536" name="Straight Connector 535">
              <a:extLst>
                <a:ext uri="{FF2B5EF4-FFF2-40B4-BE49-F238E27FC236}">
                  <a16:creationId xmlns:a16="http://schemas.microsoft.com/office/drawing/2014/main" id="{21E827A7-E65B-22A2-5399-C7A17B0942E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FE3A0E08-AD8D-7767-F801-D0A07769FB15}"/>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14CBE958-457A-FAD8-6FC8-DD7229B04519}"/>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00D69D47-EC11-2FAA-0A01-3F5BD49701E5}"/>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D9A8A7B2-9D0E-F495-68D8-1A9BE70562E4}"/>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94E398F6-99C1-6868-896D-823C721D6FF4}"/>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2" name="Group 541">
            <a:extLst>
              <a:ext uri="{FF2B5EF4-FFF2-40B4-BE49-F238E27FC236}">
                <a16:creationId xmlns:a16="http://schemas.microsoft.com/office/drawing/2014/main" id="{12865828-BA71-9289-58C8-0659108CD736}"/>
              </a:ext>
            </a:extLst>
          </p:cNvPr>
          <p:cNvGrpSpPr/>
          <p:nvPr/>
        </p:nvGrpSpPr>
        <p:grpSpPr>
          <a:xfrm rot="5400000" flipH="1">
            <a:off x="9082098" y="7036892"/>
            <a:ext cx="324106" cy="276532"/>
            <a:chOff x="1621155" y="831533"/>
            <a:chExt cx="226695" cy="224898"/>
          </a:xfrm>
        </p:grpSpPr>
        <p:cxnSp>
          <p:nvCxnSpPr>
            <p:cNvPr id="543" name="Straight Connector 542">
              <a:extLst>
                <a:ext uri="{FF2B5EF4-FFF2-40B4-BE49-F238E27FC236}">
                  <a16:creationId xmlns:a16="http://schemas.microsoft.com/office/drawing/2014/main" id="{FA208BF3-CA0F-9C24-71EF-581B95B3A245}"/>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B65820AD-DBAF-C256-888D-6299B0521DA8}"/>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08071DF2-3F34-CC41-7F88-FC3A4EEE7A0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AE45EA0C-5261-42C0-70EA-6B5686F8DE85}"/>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17875D2D-1AC7-FB17-A811-9CA1756ED92F}"/>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F7224852-BEBF-E231-50F3-A9222D2B63C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9" name="Group 548">
            <a:extLst>
              <a:ext uri="{FF2B5EF4-FFF2-40B4-BE49-F238E27FC236}">
                <a16:creationId xmlns:a16="http://schemas.microsoft.com/office/drawing/2014/main" id="{CCE73CC6-7B75-C26D-2014-5AB565F1DD80}"/>
              </a:ext>
            </a:extLst>
          </p:cNvPr>
          <p:cNvGrpSpPr/>
          <p:nvPr/>
        </p:nvGrpSpPr>
        <p:grpSpPr>
          <a:xfrm rot="5400000" flipH="1">
            <a:off x="8819188" y="7036892"/>
            <a:ext cx="324106" cy="276532"/>
            <a:chOff x="1621155" y="831533"/>
            <a:chExt cx="226695" cy="224898"/>
          </a:xfrm>
        </p:grpSpPr>
        <p:cxnSp>
          <p:nvCxnSpPr>
            <p:cNvPr id="550" name="Straight Connector 549">
              <a:extLst>
                <a:ext uri="{FF2B5EF4-FFF2-40B4-BE49-F238E27FC236}">
                  <a16:creationId xmlns:a16="http://schemas.microsoft.com/office/drawing/2014/main" id="{6CA79E1E-EF68-F9EB-10B1-AF6C76CB97A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63F1E445-A1E4-0BF8-4540-6C418C2702C8}"/>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4A34CD7B-FF64-8C58-F5CB-CB89BDEB1B5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A4AC7742-E88E-0642-343F-62C58CDBA678}"/>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07B891E4-2E3B-02DA-03E1-CDA8D44BD49A}"/>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0B90E966-B084-52B2-8EC0-C911720E67D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56" name="Group 555">
            <a:extLst>
              <a:ext uri="{FF2B5EF4-FFF2-40B4-BE49-F238E27FC236}">
                <a16:creationId xmlns:a16="http://schemas.microsoft.com/office/drawing/2014/main" id="{2331982C-1A8A-A0B7-FEF4-84C6FDAA4A10}"/>
              </a:ext>
            </a:extLst>
          </p:cNvPr>
          <p:cNvGrpSpPr/>
          <p:nvPr/>
        </p:nvGrpSpPr>
        <p:grpSpPr>
          <a:xfrm rot="5400000" flipH="1">
            <a:off x="10659557" y="6655590"/>
            <a:ext cx="324106" cy="276532"/>
            <a:chOff x="1621155" y="831533"/>
            <a:chExt cx="226695" cy="224898"/>
          </a:xfrm>
        </p:grpSpPr>
        <p:cxnSp>
          <p:nvCxnSpPr>
            <p:cNvPr id="557" name="Straight Connector 556">
              <a:extLst>
                <a:ext uri="{FF2B5EF4-FFF2-40B4-BE49-F238E27FC236}">
                  <a16:creationId xmlns:a16="http://schemas.microsoft.com/office/drawing/2014/main" id="{E377B526-3617-C00A-8E24-FED0C4B590A6}"/>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DE25A28D-484E-A9DA-6D46-D838933FCAA3}"/>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47B5A59A-9EDE-34F9-C24A-17B8581AA8CA}"/>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711230D7-4B37-2741-B353-2463214C3A2F}"/>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CDB645B6-341B-8A3B-8F10-8CFAB9D4C21C}"/>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77E7C893-3B8B-0BC3-BEE2-570F6992E91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63" name="Group 562">
            <a:extLst>
              <a:ext uri="{FF2B5EF4-FFF2-40B4-BE49-F238E27FC236}">
                <a16:creationId xmlns:a16="http://schemas.microsoft.com/office/drawing/2014/main" id="{044EE572-8506-CD7B-1633-03BC60D9893F}"/>
              </a:ext>
            </a:extLst>
          </p:cNvPr>
          <p:cNvGrpSpPr/>
          <p:nvPr/>
        </p:nvGrpSpPr>
        <p:grpSpPr>
          <a:xfrm rot="5400000" flipH="1">
            <a:off x="10396647" y="6655590"/>
            <a:ext cx="324106" cy="276532"/>
            <a:chOff x="1621155" y="831533"/>
            <a:chExt cx="226695" cy="224898"/>
          </a:xfrm>
        </p:grpSpPr>
        <p:cxnSp>
          <p:nvCxnSpPr>
            <p:cNvPr id="564" name="Straight Connector 563">
              <a:extLst>
                <a:ext uri="{FF2B5EF4-FFF2-40B4-BE49-F238E27FC236}">
                  <a16:creationId xmlns:a16="http://schemas.microsoft.com/office/drawing/2014/main" id="{6E349DB2-81CD-A4AF-83CF-DD7FCA8C9172}"/>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80D8CF0D-3F96-620F-A50D-64ADFB2CE8DB}"/>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7AAF0830-44ED-A2D7-17F2-4E7E78FB6E73}"/>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2256B70C-467F-1BAC-9396-8A08470FD2F1}"/>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372F638-C66B-A7A9-3EB8-61953CC9DEA5}"/>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673DCDF3-445B-1EC9-FCC7-254622F55020}"/>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0" name="Group 569">
            <a:extLst>
              <a:ext uri="{FF2B5EF4-FFF2-40B4-BE49-F238E27FC236}">
                <a16:creationId xmlns:a16="http://schemas.microsoft.com/office/drawing/2014/main" id="{F9DB12A5-5450-66E6-B0DC-C2081E73C8A1}"/>
              </a:ext>
            </a:extLst>
          </p:cNvPr>
          <p:cNvGrpSpPr/>
          <p:nvPr/>
        </p:nvGrpSpPr>
        <p:grpSpPr>
          <a:xfrm rot="5400000" flipH="1">
            <a:off x="10133737" y="6655590"/>
            <a:ext cx="324106" cy="276532"/>
            <a:chOff x="1621155" y="831533"/>
            <a:chExt cx="226695" cy="224898"/>
          </a:xfrm>
        </p:grpSpPr>
        <p:cxnSp>
          <p:nvCxnSpPr>
            <p:cNvPr id="571" name="Straight Connector 570">
              <a:extLst>
                <a:ext uri="{FF2B5EF4-FFF2-40B4-BE49-F238E27FC236}">
                  <a16:creationId xmlns:a16="http://schemas.microsoft.com/office/drawing/2014/main" id="{DE5CA133-3F7A-EB43-9754-F5DDE321CC0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A444CB03-8F38-5372-C3C4-E3505FEBB315}"/>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F418C926-4F1C-8E8E-F970-128A184C2535}"/>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4A596B8-7D32-8E74-B4DA-7FB559601BB3}"/>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10DC57A3-32ED-115D-6E1E-3B989EE5F1F6}"/>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4CB026BF-7EDF-F43C-2C21-16854099C5BF}"/>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7" name="Group 576">
            <a:extLst>
              <a:ext uri="{FF2B5EF4-FFF2-40B4-BE49-F238E27FC236}">
                <a16:creationId xmlns:a16="http://schemas.microsoft.com/office/drawing/2014/main" id="{C698816B-2CDE-15FF-6C5B-90B4B772E5E9}"/>
              </a:ext>
            </a:extLst>
          </p:cNvPr>
          <p:cNvGrpSpPr/>
          <p:nvPr/>
        </p:nvGrpSpPr>
        <p:grpSpPr>
          <a:xfrm rot="5400000" flipH="1">
            <a:off x="9870827" y="6655590"/>
            <a:ext cx="324106" cy="276532"/>
            <a:chOff x="1621155" y="831533"/>
            <a:chExt cx="226695" cy="224898"/>
          </a:xfrm>
        </p:grpSpPr>
        <p:cxnSp>
          <p:nvCxnSpPr>
            <p:cNvPr id="578" name="Straight Connector 577">
              <a:extLst>
                <a:ext uri="{FF2B5EF4-FFF2-40B4-BE49-F238E27FC236}">
                  <a16:creationId xmlns:a16="http://schemas.microsoft.com/office/drawing/2014/main" id="{AB64C216-4D3C-62B2-9968-EA614537A75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CE56E0E1-870C-097A-A7B9-D5E0502B79DC}"/>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518BE995-CEA7-9F35-CE7D-291C4C270C5E}"/>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D28864E6-4EB8-2A3F-5D06-689D3EB8F683}"/>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5C39F8B4-3C10-8189-3B4C-0EAC7FF3D45B}"/>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2BA5C350-5031-379F-2787-88B599354E61}"/>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84" name="Group 583">
            <a:extLst>
              <a:ext uri="{FF2B5EF4-FFF2-40B4-BE49-F238E27FC236}">
                <a16:creationId xmlns:a16="http://schemas.microsoft.com/office/drawing/2014/main" id="{76E25ACC-C0CC-2CDE-F343-44ECFF9A6CB2}"/>
              </a:ext>
            </a:extLst>
          </p:cNvPr>
          <p:cNvGrpSpPr/>
          <p:nvPr/>
        </p:nvGrpSpPr>
        <p:grpSpPr>
          <a:xfrm rot="5400000" flipH="1">
            <a:off x="9607917" y="6655590"/>
            <a:ext cx="324106" cy="276532"/>
            <a:chOff x="1621155" y="831533"/>
            <a:chExt cx="226695" cy="224898"/>
          </a:xfrm>
        </p:grpSpPr>
        <p:cxnSp>
          <p:nvCxnSpPr>
            <p:cNvPr id="585" name="Straight Connector 584">
              <a:extLst>
                <a:ext uri="{FF2B5EF4-FFF2-40B4-BE49-F238E27FC236}">
                  <a16:creationId xmlns:a16="http://schemas.microsoft.com/office/drawing/2014/main" id="{828FEC8F-BA1E-A4EF-ECD3-27685B8D954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E278B6AC-1850-A20B-2BB8-8FB667660140}"/>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9CC80E5C-9479-CA3D-2491-A3D032192EB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B8C31479-ABF2-4AEE-AA62-A3D58E6C9397}"/>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1FEEE0AC-E425-2692-CD25-A9FB31147D8D}"/>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4585F4E5-71ED-750E-F7EA-23D667B1AF12}"/>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1" name="Group 590">
            <a:extLst>
              <a:ext uri="{FF2B5EF4-FFF2-40B4-BE49-F238E27FC236}">
                <a16:creationId xmlns:a16="http://schemas.microsoft.com/office/drawing/2014/main" id="{8676F4A6-21A2-500A-8615-9929F4E3620C}"/>
              </a:ext>
            </a:extLst>
          </p:cNvPr>
          <p:cNvGrpSpPr/>
          <p:nvPr/>
        </p:nvGrpSpPr>
        <p:grpSpPr>
          <a:xfrm rot="5400000" flipH="1">
            <a:off x="9345008" y="6655590"/>
            <a:ext cx="324106" cy="276532"/>
            <a:chOff x="1621155" y="831533"/>
            <a:chExt cx="226695" cy="224898"/>
          </a:xfrm>
        </p:grpSpPr>
        <p:cxnSp>
          <p:nvCxnSpPr>
            <p:cNvPr id="592" name="Straight Connector 591">
              <a:extLst>
                <a:ext uri="{FF2B5EF4-FFF2-40B4-BE49-F238E27FC236}">
                  <a16:creationId xmlns:a16="http://schemas.microsoft.com/office/drawing/2014/main" id="{7FD98C31-9B74-2190-CEBA-0E699CD95A7C}"/>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B253726-904D-810D-7A49-068A6E120627}"/>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5169F92B-56BD-8314-B51B-10D21710963E}"/>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34871EE8-EA65-629E-F502-1C4AB617CA5B}"/>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B8CB61D-3375-ABD4-7504-0BA1A1415D32}"/>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A4ED0F7E-6107-1D29-9D68-36D29B3633FF}"/>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8" name="Group 597">
            <a:extLst>
              <a:ext uri="{FF2B5EF4-FFF2-40B4-BE49-F238E27FC236}">
                <a16:creationId xmlns:a16="http://schemas.microsoft.com/office/drawing/2014/main" id="{A8EDB222-1867-8D97-1074-C9F92FC5C247}"/>
              </a:ext>
            </a:extLst>
          </p:cNvPr>
          <p:cNvGrpSpPr/>
          <p:nvPr/>
        </p:nvGrpSpPr>
        <p:grpSpPr>
          <a:xfrm rot="5400000" flipH="1">
            <a:off x="9082098" y="6655590"/>
            <a:ext cx="324106" cy="276532"/>
            <a:chOff x="1621155" y="831533"/>
            <a:chExt cx="226695" cy="224898"/>
          </a:xfrm>
        </p:grpSpPr>
        <p:cxnSp>
          <p:nvCxnSpPr>
            <p:cNvPr id="599" name="Straight Connector 598">
              <a:extLst>
                <a:ext uri="{FF2B5EF4-FFF2-40B4-BE49-F238E27FC236}">
                  <a16:creationId xmlns:a16="http://schemas.microsoft.com/office/drawing/2014/main" id="{AEB39680-0AFC-2B0F-D54B-7966B8374ECE}"/>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0" name="Straight Connector 599">
              <a:extLst>
                <a:ext uri="{FF2B5EF4-FFF2-40B4-BE49-F238E27FC236}">
                  <a16:creationId xmlns:a16="http://schemas.microsoft.com/office/drawing/2014/main" id="{9B1F0B32-DAC2-6370-02FE-31A0156129B4}"/>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1" name="Straight Connector 600">
              <a:extLst>
                <a:ext uri="{FF2B5EF4-FFF2-40B4-BE49-F238E27FC236}">
                  <a16:creationId xmlns:a16="http://schemas.microsoft.com/office/drawing/2014/main" id="{E5208D96-2F14-BEE7-910B-CCCEC76D9E26}"/>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a16="http://schemas.microsoft.com/office/drawing/2014/main" id="{8638AA87-42BB-34D0-BFE5-78167EAA976D}"/>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3" name="Straight Connector 602">
              <a:extLst>
                <a:ext uri="{FF2B5EF4-FFF2-40B4-BE49-F238E27FC236}">
                  <a16:creationId xmlns:a16="http://schemas.microsoft.com/office/drawing/2014/main" id="{FF2671A0-09EF-37B3-06B2-6088E4B39040}"/>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4" name="Straight Connector 603">
              <a:extLst>
                <a:ext uri="{FF2B5EF4-FFF2-40B4-BE49-F238E27FC236}">
                  <a16:creationId xmlns:a16="http://schemas.microsoft.com/office/drawing/2014/main" id="{E831BE03-C08A-FD5E-3723-190179D4BA5F}"/>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605" name="Group 604">
            <a:extLst>
              <a:ext uri="{FF2B5EF4-FFF2-40B4-BE49-F238E27FC236}">
                <a16:creationId xmlns:a16="http://schemas.microsoft.com/office/drawing/2014/main" id="{4A19C578-6191-38CB-4A00-79E402C4D9C3}"/>
              </a:ext>
            </a:extLst>
          </p:cNvPr>
          <p:cNvGrpSpPr/>
          <p:nvPr/>
        </p:nvGrpSpPr>
        <p:grpSpPr>
          <a:xfrm rot="5400000" flipH="1">
            <a:off x="8819188" y="6655590"/>
            <a:ext cx="324106" cy="276532"/>
            <a:chOff x="1621155" y="831533"/>
            <a:chExt cx="226695" cy="224898"/>
          </a:xfrm>
        </p:grpSpPr>
        <p:cxnSp>
          <p:nvCxnSpPr>
            <p:cNvPr id="606" name="Straight Connector 605">
              <a:extLst>
                <a:ext uri="{FF2B5EF4-FFF2-40B4-BE49-F238E27FC236}">
                  <a16:creationId xmlns:a16="http://schemas.microsoft.com/office/drawing/2014/main" id="{9FDE49C3-F967-2BA4-EA47-AC7E33CA3CA8}"/>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7" name="Straight Connector 606">
              <a:extLst>
                <a:ext uri="{FF2B5EF4-FFF2-40B4-BE49-F238E27FC236}">
                  <a16:creationId xmlns:a16="http://schemas.microsoft.com/office/drawing/2014/main" id="{137E2AE5-9A03-8302-58B5-4861CC1705AB}"/>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8" name="Straight Connector 607">
              <a:extLst>
                <a:ext uri="{FF2B5EF4-FFF2-40B4-BE49-F238E27FC236}">
                  <a16:creationId xmlns:a16="http://schemas.microsoft.com/office/drawing/2014/main" id="{1115E935-A8F6-BE8A-4EBD-18E1E3601C86}"/>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9" name="Straight Connector 608">
              <a:extLst>
                <a:ext uri="{FF2B5EF4-FFF2-40B4-BE49-F238E27FC236}">
                  <a16:creationId xmlns:a16="http://schemas.microsoft.com/office/drawing/2014/main" id="{EE340801-B901-4628-9A28-318283ACDF5E}"/>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0" name="Straight Connector 609">
              <a:extLst>
                <a:ext uri="{FF2B5EF4-FFF2-40B4-BE49-F238E27FC236}">
                  <a16:creationId xmlns:a16="http://schemas.microsoft.com/office/drawing/2014/main" id="{99B96D70-510A-62E9-DA45-8E405CC722E0}"/>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1" name="Straight Connector 610">
              <a:extLst>
                <a:ext uri="{FF2B5EF4-FFF2-40B4-BE49-F238E27FC236}">
                  <a16:creationId xmlns:a16="http://schemas.microsoft.com/office/drawing/2014/main" id="{DDB669E8-FD46-C6B8-CB8E-9B93FA74019A}"/>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612" name="TextBox 611">
            <a:extLst>
              <a:ext uri="{FF2B5EF4-FFF2-40B4-BE49-F238E27FC236}">
                <a16:creationId xmlns:a16="http://schemas.microsoft.com/office/drawing/2014/main" id="{823B1127-C647-9287-384D-2367DD7DFA80}"/>
              </a:ext>
            </a:extLst>
          </p:cNvPr>
          <p:cNvSpPr txBox="1"/>
          <p:nvPr/>
        </p:nvSpPr>
        <p:spPr>
          <a:xfrm>
            <a:off x="9002419" y="7373938"/>
            <a:ext cx="1690463" cy="523220"/>
          </a:xfrm>
          <a:prstGeom prst="rect">
            <a:avLst/>
          </a:prstGeom>
          <a:noFill/>
        </p:spPr>
        <p:txBody>
          <a:bodyPr wrap="none" rtlCol="0">
            <a:spAutoFit/>
          </a:bodyPr>
          <a:lstStyle/>
          <a:p>
            <a:r>
              <a:rPr lang="en-US" sz="2800" b="1" dirty="0">
                <a:solidFill>
                  <a:srgbClr val="0070C0"/>
                </a:solidFill>
              </a:rPr>
              <a:t>ECC Parity</a:t>
            </a:r>
          </a:p>
        </p:txBody>
      </p:sp>
      <p:cxnSp>
        <p:nvCxnSpPr>
          <p:cNvPr id="614" name="Straight Arrow Connector 613">
            <a:extLst>
              <a:ext uri="{FF2B5EF4-FFF2-40B4-BE49-F238E27FC236}">
                <a16:creationId xmlns:a16="http://schemas.microsoft.com/office/drawing/2014/main" id="{84E70CCD-6079-C6ED-B4F5-A38A1C467565}"/>
              </a:ext>
            </a:extLst>
          </p:cNvPr>
          <p:cNvCxnSpPr>
            <a:cxnSpLocks/>
          </p:cNvCxnSpPr>
          <p:nvPr/>
        </p:nvCxnSpPr>
        <p:spPr>
          <a:xfrm>
            <a:off x="7965517" y="3492728"/>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6" name="Straight Arrow Connector 615">
            <a:extLst>
              <a:ext uri="{FF2B5EF4-FFF2-40B4-BE49-F238E27FC236}">
                <a16:creationId xmlns:a16="http://schemas.microsoft.com/office/drawing/2014/main" id="{5F031F7C-C8E3-A554-0B40-5D94EE0505D5}"/>
              </a:ext>
            </a:extLst>
          </p:cNvPr>
          <p:cNvCxnSpPr>
            <a:cxnSpLocks/>
          </p:cNvCxnSpPr>
          <p:nvPr/>
        </p:nvCxnSpPr>
        <p:spPr>
          <a:xfrm>
            <a:off x="7965517" y="4407079"/>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7" name="Straight Arrow Connector 616">
            <a:extLst>
              <a:ext uri="{FF2B5EF4-FFF2-40B4-BE49-F238E27FC236}">
                <a16:creationId xmlns:a16="http://schemas.microsoft.com/office/drawing/2014/main" id="{88DD6AD7-5A24-7954-D2D8-409CAABB935C}"/>
              </a:ext>
            </a:extLst>
          </p:cNvPr>
          <p:cNvCxnSpPr>
            <a:cxnSpLocks/>
          </p:cNvCxnSpPr>
          <p:nvPr/>
        </p:nvCxnSpPr>
        <p:spPr>
          <a:xfrm>
            <a:off x="7965517" y="5229080"/>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8" name="Straight Arrow Connector 617">
            <a:extLst>
              <a:ext uri="{FF2B5EF4-FFF2-40B4-BE49-F238E27FC236}">
                <a16:creationId xmlns:a16="http://schemas.microsoft.com/office/drawing/2014/main" id="{FF653C35-955F-6A09-E7EA-7D3DA8EECD31}"/>
              </a:ext>
            </a:extLst>
          </p:cNvPr>
          <p:cNvCxnSpPr>
            <a:cxnSpLocks/>
          </p:cNvCxnSpPr>
          <p:nvPr/>
        </p:nvCxnSpPr>
        <p:spPr>
          <a:xfrm>
            <a:off x="7965517" y="6103724"/>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9" name="Straight Arrow Connector 618">
            <a:extLst>
              <a:ext uri="{FF2B5EF4-FFF2-40B4-BE49-F238E27FC236}">
                <a16:creationId xmlns:a16="http://schemas.microsoft.com/office/drawing/2014/main" id="{611CE5C8-9678-66AC-5BBC-2C5D47FEA4F8}"/>
              </a:ext>
            </a:extLst>
          </p:cNvPr>
          <p:cNvCxnSpPr>
            <a:cxnSpLocks/>
          </p:cNvCxnSpPr>
          <p:nvPr/>
        </p:nvCxnSpPr>
        <p:spPr>
          <a:xfrm>
            <a:off x="7965517" y="7000868"/>
            <a:ext cx="652458" cy="0"/>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1" name="Straight Connector 620">
            <a:extLst>
              <a:ext uri="{FF2B5EF4-FFF2-40B4-BE49-F238E27FC236}">
                <a16:creationId xmlns:a16="http://schemas.microsoft.com/office/drawing/2014/main" id="{CED28BFC-C7FC-9DF2-A58F-49376ACD30C2}"/>
              </a:ext>
            </a:extLst>
          </p:cNvPr>
          <p:cNvCxnSpPr/>
          <p:nvPr/>
        </p:nvCxnSpPr>
        <p:spPr>
          <a:xfrm>
            <a:off x="11278246" y="3165097"/>
            <a:ext cx="0" cy="4208842"/>
          </a:xfrm>
          <a:prstGeom prst="line">
            <a:avLst/>
          </a:prstGeom>
          <a:ln w="38100">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sp>
        <p:nvSpPr>
          <p:cNvPr id="622" name="TextBox 621">
            <a:extLst>
              <a:ext uri="{FF2B5EF4-FFF2-40B4-BE49-F238E27FC236}">
                <a16:creationId xmlns:a16="http://schemas.microsoft.com/office/drawing/2014/main" id="{E173FC5F-EAAC-63F3-7F66-5EEE5EA73824}"/>
              </a:ext>
            </a:extLst>
          </p:cNvPr>
          <p:cNvSpPr txBox="1"/>
          <p:nvPr/>
        </p:nvSpPr>
        <p:spPr>
          <a:xfrm>
            <a:off x="9464645" y="2646366"/>
            <a:ext cx="884729" cy="523220"/>
          </a:xfrm>
          <a:prstGeom prst="rect">
            <a:avLst/>
          </a:prstGeom>
          <a:noFill/>
        </p:spPr>
        <p:txBody>
          <a:bodyPr wrap="none" rtlCol="0">
            <a:spAutoFit/>
          </a:bodyPr>
          <a:lstStyle/>
          <a:p>
            <a:r>
              <a:rPr lang="en-US" sz="2800" b="1" dirty="0"/>
              <a:t>Data</a:t>
            </a:r>
          </a:p>
        </p:txBody>
      </p:sp>
      <p:cxnSp>
        <p:nvCxnSpPr>
          <p:cNvPr id="23" name="Straight Connector 22">
            <a:extLst>
              <a:ext uri="{FF2B5EF4-FFF2-40B4-BE49-F238E27FC236}">
                <a16:creationId xmlns:a16="http://schemas.microsoft.com/office/drawing/2014/main" id="{C3BF2EF4-25E0-08FA-7C33-C86D20499437}"/>
              </a:ext>
            </a:extLst>
          </p:cNvPr>
          <p:cNvCxnSpPr/>
          <p:nvPr/>
        </p:nvCxnSpPr>
        <p:spPr>
          <a:xfrm>
            <a:off x="11074401" y="316509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6DC0BAF-FC02-E100-2990-482CD54D5960}"/>
              </a:ext>
            </a:extLst>
          </p:cNvPr>
          <p:cNvCxnSpPr/>
          <p:nvPr/>
        </p:nvCxnSpPr>
        <p:spPr>
          <a:xfrm>
            <a:off x="11074401" y="7373938"/>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613" name="Rectangle: Rounded Corners 1744">
            <a:extLst>
              <a:ext uri="{FF2B5EF4-FFF2-40B4-BE49-F238E27FC236}">
                <a16:creationId xmlns:a16="http://schemas.microsoft.com/office/drawing/2014/main" id="{C55D9DEB-526A-2380-A4CC-D7E1CC992F2B}"/>
              </a:ext>
            </a:extLst>
          </p:cNvPr>
          <p:cNvSpPr/>
          <p:nvPr/>
        </p:nvSpPr>
        <p:spPr>
          <a:xfrm>
            <a:off x="780934" y="2414756"/>
            <a:ext cx="5480909" cy="5586245"/>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615" name="Rectangle: Rounded Corners 1744">
            <a:extLst>
              <a:ext uri="{FF2B5EF4-FFF2-40B4-BE49-F238E27FC236}">
                <a16:creationId xmlns:a16="http://schemas.microsoft.com/office/drawing/2014/main" id="{1C5CD132-DE05-4305-18C2-9D335B426232}"/>
              </a:ext>
            </a:extLst>
          </p:cNvPr>
          <p:cNvSpPr/>
          <p:nvPr/>
        </p:nvSpPr>
        <p:spPr>
          <a:xfrm>
            <a:off x="7898284" y="2414756"/>
            <a:ext cx="4139657" cy="5586245"/>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620" name="TextBox 619">
            <a:extLst>
              <a:ext uri="{FF2B5EF4-FFF2-40B4-BE49-F238E27FC236}">
                <a16:creationId xmlns:a16="http://schemas.microsoft.com/office/drawing/2014/main" id="{5FFA2FAD-EA89-29A0-6C51-5AFDC67BBB01}"/>
              </a:ext>
            </a:extLst>
          </p:cNvPr>
          <p:cNvSpPr txBox="1"/>
          <p:nvPr/>
        </p:nvSpPr>
        <p:spPr>
          <a:xfrm>
            <a:off x="240772" y="3351792"/>
            <a:ext cx="5308120" cy="3108543"/>
          </a:xfrm>
          <a:prstGeom prst="rect">
            <a:avLst/>
          </a:prstGeom>
          <a:noFill/>
        </p:spPr>
        <p:txBody>
          <a:bodyPr wrap="none" rtlCol="0">
            <a:spAutoFit/>
          </a:bodyPr>
          <a:lstStyle/>
          <a:p>
            <a:r>
              <a:rPr lang="en-US" sz="2800" b="1" dirty="0">
                <a:solidFill>
                  <a:srgbClr val="FF0000"/>
                </a:solidFill>
              </a:rPr>
              <a:t>Popular solutions</a:t>
            </a:r>
          </a:p>
          <a:p>
            <a:r>
              <a:rPr lang="en-US" sz="2800" b="1" dirty="0">
                <a:solidFill>
                  <a:srgbClr val="FF0000"/>
                </a:solidFill>
              </a:rPr>
              <a:t>(bandwidth extension &amp; high cost)</a:t>
            </a:r>
          </a:p>
          <a:p>
            <a:endParaRPr lang="en-US" sz="2800" b="1" dirty="0">
              <a:solidFill>
                <a:srgbClr val="FF0000"/>
              </a:solidFill>
            </a:endParaRPr>
          </a:p>
          <a:p>
            <a:r>
              <a:rPr lang="en-US" sz="2800" dirty="0">
                <a:solidFill>
                  <a:srgbClr val="FF0000"/>
                </a:solidFill>
              </a:rPr>
              <a:t>-New DDR generations</a:t>
            </a:r>
            <a:r>
              <a:rPr lang="en-US" altLang="zh-CN" sz="2800" dirty="0">
                <a:solidFill>
                  <a:srgbClr val="FF0000"/>
                </a:solidFill>
              </a:rPr>
              <a:t>(DDR6)</a:t>
            </a:r>
            <a:endParaRPr lang="en-US" sz="2800" b="1" dirty="0">
              <a:solidFill>
                <a:srgbClr val="FF0000"/>
              </a:solidFill>
            </a:endParaRPr>
          </a:p>
          <a:p>
            <a:r>
              <a:rPr lang="en-US" sz="2800" dirty="0">
                <a:solidFill>
                  <a:srgbClr val="FF0000"/>
                </a:solidFill>
              </a:rPr>
              <a:t>-New memory architecture(HBM)</a:t>
            </a:r>
            <a:endParaRPr lang="en-US" sz="2800" b="1" dirty="0">
              <a:solidFill>
                <a:srgbClr val="FF0000"/>
              </a:solidFill>
            </a:endParaRPr>
          </a:p>
          <a:p>
            <a:r>
              <a:rPr lang="en-US" sz="2800" dirty="0">
                <a:solidFill>
                  <a:srgbClr val="FF0000"/>
                </a:solidFill>
              </a:rPr>
              <a:t>-New memory paradigm(PIM,NDP)</a:t>
            </a:r>
          </a:p>
          <a:p>
            <a:r>
              <a:rPr lang="en-US" sz="2800" dirty="0">
                <a:solidFill>
                  <a:srgbClr val="FF0000"/>
                </a:solidFill>
              </a:rPr>
              <a:t>…</a:t>
            </a:r>
          </a:p>
        </p:txBody>
      </p:sp>
      <p:sp>
        <p:nvSpPr>
          <p:cNvPr id="14" name="Title 1">
            <a:extLst>
              <a:ext uri="{FF2B5EF4-FFF2-40B4-BE49-F238E27FC236}">
                <a16:creationId xmlns:a16="http://schemas.microsoft.com/office/drawing/2014/main" id="{36439193-BB60-740E-AD51-A7B11082904E}"/>
              </a:ext>
            </a:extLst>
          </p:cNvPr>
          <p:cNvSpPr>
            <a:spLocks noGrp="1"/>
          </p:cNvSpPr>
          <p:nvPr>
            <p:ph type="title"/>
          </p:nvPr>
        </p:nvSpPr>
        <p:spPr>
          <a:xfrm>
            <a:off x="622300" y="389827"/>
            <a:ext cx="10421922" cy="726072"/>
          </a:xfrm>
        </p:spPr>
        <p:txBody>
          <a:bodyPr/>
          <a:lstStyle/>
          <a:p>
            <a:r>
              <a:rPr lang="en-US" dirty="0"/>
              <a:t>DDR5 Memory Systems</a:t>
            </a:r>
          </a:p>
        </p:txBody>
      </p:sp>
    </p:spTree>
    <p:extLst>
      <p:ext uri="{BB962C8B-B14F-4D97-AF65-F5344CB8AC3E}">
        <p14:creationId xmlns:p14="http://schemas.microsoft.com/office/powerpoint/2010/main" val="2202900014"/>
      </p:ext>
    </p:extLst>
  </p:cSld>
  <p:clrMapOvr>
    <a:masterClrMapping/>
  </p:clrMapOvr>
  <mc:AlternateContent xmlns:mc="http://schemas.openxmlformats.org/markup-compatibility/2006" xmlns:p14="http://schemas.microsoft.com/office/powerpoint/2010/main">
    <mc:Choice Requires="p14">
      <p:transition spd="slow" p14:dur="2000" advTm="25366"/>
    </mc:Choice>
    <mc:Fallback xmlns="">
      <p:transition spd="slow" advTm="2536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67271-A34C-11B1-83ED-624C94F284A2}"/>
            </a:ext>
          </a:extLst>
        </p:cNvPr>
        <p:cNvGrpSpPr/>
        <p:nvPr/>
      </p:nvGrpSpPr>
      <p:grpSpPr>
        <a:xfrm>
          <a:off x="0" y="0"/>
          <a:ext cx="0" cy="0"/>
          <a:chOff x="0" y="0"/>
          <a:chExt cx="0" cy="0"/>
        </a:xfrm>
      </p:grpSpPr>
      <p:pic>
        <p:nvPicPr>
          <p:cNvPr id="5" name="Picture 4" descr="A black background with a black square&#10;&#10;AI-generated content may be incorrect.">
            <a:extLst>
              <a:ext uri="{FF2B5EF4-FFF2-40B4-BE49-F238E27FC236}">
                <a16:creationId xmlns:a16="http://schemas.microsoft.com/office/drawing/2014/main" id="{C305821A-2AB8-69B8-658C-3BC98570AB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0628" y="4505995"/>
            <a:ext cx="566780" cy="566780"/>
          </a:xfrm>
          <a:prstGeom prst="rect">
            <a:avLst/>
          </a:prstGeom>
        </p:spPr>
      </p:pic>
      <p:sp>
        <p:nvSpPr>
          <p:cNvPr id="15" name="TextBox 14">
            <a:extLst>
              <a:ext uri="{FF2B5EF4-FFF2-40B4-BE49-F238E27FC236}">
                <a16:creationId xmlns:a16="http://schemas.microsoft.com/office/drawing/2014/main" id="{A94CFDF2-4AA4-40E0-9634-C4D07F4BA0F6}"/>
              </a:ext>
            </a:extLst>
          </p:cNvPr>
          <p:cNvSpPr txBox="1"/>
          <p:nvPr/>
        </p:nvSpPr>
        <p:spPr>
          <a:xfrm>
            <a:off x="969489" y="3492729"/>
            <a:ext cx="2492990" cy="954107"/>
          </a:xfrm>
          <a:prstGeom prst="rect">
            <a:avLst/>
          </a:prstGeom>
          <a:noFill/>
        </p:spPr>
        <p:txBody>
          <a:bodyPr wrap="none" rtlCol="0">
            <a:spAutoFit/>
          </a:bodyPr>
          <a:lstStyle/>
          <a:p>
            <a:r>
              <a:rPr lang="en-US" sz="2800" b="1" dirty="0"/>
              <a:t>Mem Channels </a:t>
            </a:r>
          </a:p>
          <a:p>
            <a:r>
              <a:rPr lang="en-US" sz="2800" b="1" dirty="0"/>
              <a:t>@ Cluster</a:t>
            </a:r>
          </a:p>
        </p:txBody>
      </p:sp>
      <p:pic>
        <p:nvPicPr>
          <p:cNvPr id="16" name="Picture 15" descr="A chip with a black background&#10;&#10;AI-generated content may be incorrect.">
            <a:extLst>
              <a:ext uri="{FF2B5EF4-FFF2-40B4-BE49-F238E27FC236}">
                <a16:creationId xmlns:a16="http://schemas.microsoft.com/office/drawing/2014/main" id="{B9FC2D5B-39D1-2581-F84E-3D2C749FA0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4033527"/>
            <a:ext cx="707887" cy="707887"/>
          </a:xfrm>
          <a:prstGeom prst="rect">
            <a:avLst/>
          </a:prstGeom>
        </p:spPr>
      </p:pic>
      <p:pic>
        <p:nvPicPr>
          <p:cNvPr id="17" name="Picture 16" descr="A chip with a black background&#10;&#10;AI-generated content may be incorrect.">
            <a:extLst>
              <a:ext uri="{FF2B5EF4-FFF2-40B4-BE49-F238E27FC236}">
                <a16:creationId xmlns:a16="http://schemas.microsoft.com/office/drawing/2014/main" id="{8A6558E9-38AC-232E-FE49-5F85CCFFEB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3165097"/>
            <a:ext cx="707887" cy="707887"/>
          </a:xfrm>
          <a:prstGeom prst="rect">
            <a:avLst/>
          </a:prstGeom>
        </p:spPr>
      </p:pic>
      <p:pic>
        <p:nvPicPr>
          <p:cNvPr id="18" name="Picture 17" descr="A chip with a black background&#10;&#10;AI-generated content may be incorrect.">
            <a:extLst>
              <a:ext uri="{FF2B5EF4-FFF2-40B4-BE49-F238E27FC236}">
                <a16:creationId xmlns:a16="http://schemas.microsoft.com/office/drawing/2014/main" id="{7D8BD303-2233-E40C-D76D-4CF40714A9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4906064"/>
            <a:ext cx="707887" cy="707887"/>
          </a:xfrm>
          <a:prstGeom prst="rect">
            <a:avLst/>
          </a:prstGeom>
        </p:spPr>
      </p:pic>
      <p:pic>
        <p:nvPicPr>
          <p:cNvPr id="19" name="Picture 18" descr="A chip with a black background&#10;&#10;AI-generated content may be incorrect.">
            <a:extLst>
              <a:ext uri="{FF2B5EF4-FFF2-40B4-BE49-F238E27FC236}">
                <a16:creationId xmlns:a16="http://schemas.microsoft.com/office/drawing/2014/main" id="{BE95666A-B9B9-AFD3-1137-23CFB48469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873" y="5765190"/>
            <a:ext cx="707887" cy="707887"/>
          </a:xfrm>
          <a:prstGeom prst="rect">
            <a:avLst/>
          </a:prstGeom>
        </p:spPr>
      </p:pic>
      <p:pic>
        <p:nvPicPr>
          <p:cNvPr id="20" name="Picture 19" descr="A blue chip with black text&#10;&#10;AI-generated content may be incorrect.">
            <a:extLst>
              <a:ext uri="{FF2B5EF4-FFF2-40B4-BE49-F238E27FC236}">
                <a16:creationId xmlns:a16="http://schemas.microsoft.com/office/drawing/2014/main" id="{1DE0E8F6-D0ED-CB04-417B-AABFD40A0A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78872" y="6641796"/>
            <a:ext cx="705416" cy="705416"/>
          </a:xfrm>
          <a:prstGeom prst="rect">
            <a:avLst/>
          </a:prstGeom>
        </p:spPr>
      </p:pic>
      <p:sp>
        <p:nvSpPr>
          <p:cNvPr id="22" name="Left Brace 21">
            <a:extLst>
              <a:ext uri="{FF2B5EF4-FFF2-40B4-BE49-F238E27FC236}">
                <a16:creationId xmlns:a16="http://schemas.microsoft.com/office/drawing/2014/main" id="{F64E4E66-6EBA-4671-C110-7B6AB85C4FC2}"/>
              </a:ext>
            </a:extLst>
          </p:cNvPr>
          <p:cNvSpPr/>
          <p:nvPr/>
        </p:nvSpPr>
        <p:spPr>
          <a:xfrm>
            <a:off x="5697789" y="3444430"/>
            <a:ext cx="549239" cy="3569872"/>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CB47170B-8F31-5232-0A37-63AA9360579D}"/>
              </a:ext>
            </a:extLst>
          </p:cNvPr>
          <p:cNvSpPr txBox="1"/>
          <p:nvPr/>
        </p:nvSpPr>
        <p:spPr>
          <a:xfrm>
            <a:off x="6102830" y="7373938"/>
            <a:ext cx="1621982" cy="523220"/>
          </a:xfrm>
          <a:prstGeom prst="rect">
            <a:avLst/>
          </a:prstGeom>
          <a:noFill/>
        </p:spPr>
        <p:txBody>
          <a:bodyPr wrap="none" rtlCol="0">
            <a:spAutoFit/>
          </a:bodyPr>
          <a:lstStyle/>
          <a:p>
            <a:r>
              <a:rPr lang="en-US" sz="2800" b="1" dirty="0">
                <a:solidFill>
                  <a:srgbClr val="0070C0"/>
                </a:solidFill>
              </a:rPr>
              <a:t>ECC</a:t>
            </a:r>
            <a:r>
              <a:rPr lang="zh-CN" altLang="en-US" sz="2800" b="1" dirty="0">
                <a:solidFill>
                  <a:srgbClr val="0070C0"/>
                </a:solidFill>
              </a:rPr>
              <a:t> </a:t>
            </a:r>
            <a:r>
              <a:rPr lang="en-US" altLang="zh-CN" sz="2800" b="1" dirty="0">
                <a:solidFill>
                  <a:srgbClr val="0070C0"/>
                </a:solidFill>
              </a:rPr>
              <a:t>Chips</a:t>
            </a:r>
            <a:endParaRPr lang="en-US" sz="2800" b="1" dirty="0">
              <a:solidFill>
                <a:srgbClr val="0070C0"/>
              </a:solidFill>
            </a:endParaRPr>
          </a:p>
        </p:txBody>
      </p:sp>
      <p:pic>
        <p:nvPicPr>
          <p:cNvPr id="39" name="Picture 38" descr="A black background with a black square&#10;&#10;AI-generated content may be incorrect.">
            <a:extLst>
              <a:ext uri="{FF2B5EF4-FFF2-40B4-BE49-F238E27FC236}">
                <a16:creationId xmlns:a16="http://schemas.microsoft.com/office/drawing/2014/main" id="{2B2C4796-54FF-73F2-FD64-3FFA9FF3B2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5427" y="4505995"/>
            <a:ext cx="566780" cy="566780"/>
          </a:xfrm>
          <a:prstGeom prst="rect">
            <a:avLst/>
          </a:prstGeom>
        </p:spPr>
      </p:pic>
      <p:pic>
        <p:nvPicPr>
          <p:cNvPr id="40" name="Picture 39" descr="A black background with a black square&#10;&#10;AI-generated content may be incorrect.">
            <a:extLst>
              <a:ext uri="{FF2B5EF4-FFF2-40B4-BE49-F238E27FC236}">
                <a16:creationId xmlns:a16="http://schemas.microsoft.com/office/drawing/2014/main" id="{B7FFC6FC-CB74-BAAB-9F87-F77D46E889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0226" y="4505995"/>
            <a:ext cx="566780" cy="566780"/>
          </a:xfrm>
          <a:prstGeom prst="rect">
            <a:avLst/>
          </a:prstGeom>
        </p:spPr>
      </p:pic>
      <p:pic>
        <p:nvPicPr>
          <p:cNvPr id="41" name="Picture 40" descr="A black background with a black square&#10;&#10;AI-generated content may be incorrect.">
            <a:extLst>
              <a:ext uri="{FF2B5EF4-FFF2-40B4-BE49-F238E27FC236}">
                <a16:creationId xmlns:a16="http://schemas.microsoft.com/office/drawing/2014/main" id="{59C755F3-7BFC-A5C6-0849-B76E9C548E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0226" y="5229080"/>
            <a:ext cx="566780" cy="566780"/>
          </a:xfrm>
          <a:prstGeom prst="rect">
            <a:avLst/>
          </a:prstGeom>
        </p:spPr>
      </p:pic>
      <p:pic>
        <p:nvPicPr>
          <p:cNvPr id="42" name="Picture 41" descr="A black background with a black square&#10;&#10;AI-generated content may be incorrect.">
            <a:extLst>
              <a:ext uri="{FF2B5EF4-FFF2-40B4-BE49-F238E27FC236}">
                <a16:creationId xmlns:a16="http://schemas.microsoft.com/office/drawing/2014/main" id="{0BE3EE07-7737-7916-23A2-901A2CA40A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0982" y="5229080"/>
            <a:ext cx="566780" cy="566780"/>
          </a:xfrm>
          <a:prstGeom prst="rect">
            <a:avLst/>
          </a:prstGeom>
        </p:spPr>
      </p:pic>
      <p:pic>
        <p:nvPicPr>
          <p:cNvPr id="43" name="Picture 42" descr="A black background with a black square&#10;&#10;AI-generated content may be incorrect.">
            <a:extLst>
              <a:ext uri="{FF2B5EF4-FFF2-40B4-BE49-F238E27FC236}">
                <a16:creationId xmlns:a16="http://schemas.microsoft.com/office/drawing/2014/main" id="{83CD0509-F692-6DB2-B8B1-F22090AF0D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0628" y="5229080"/>
            <a:ext cx="566780" cy="566780"/>
          </a:xfrm>
          <a:prstGeom prst="rect">
            <a:avLst/>
          </a:prstGeom>
        </p:spPr>
      </p:pic>
      <p:grpSp>
        <p:nvGrpSpPr>
          <p:cNvPr id="62" name="Group 61">
            <a:extLst>
              <a:ext uri="{FF2B5EF4-FFF2-40B4-BE49-F238E27FC236}">
                <a16:creationId xmlns:a16="http://schemas.microsoft.com/office/drawing/2014/main" id="{A81938FA-49FC-24A3-7F1F-CCFB881812A2}"/>
              </a:ext>
            </a:extLst>
          </p:cNvPr>
          <p:cNvGrpSpPr/>
          <p:nvPr/>
        </p:nvGrpSpPr>
        <p:grpSpPr>
          <a:xfrm>
            <a:off x="4145839" y="3139630"/>
            <a:ext cx="1278363" cy="1278363"/>
            <a:chOff x="5181627" y="996574"/>
            <a:chExt cx="1278363" cy="1278363"/>
          </a:xfrm>
        </p:grpSpPr>
        <p:pic>
          <p:nvPicPr>
            <p:cNvPr id="6" name="Picture 5" descr="A green and blue computer chip&#10;&#10;AI-generated content may be incorrect.">
              <a:extLst>
                <a:ext uri="{FF2B5EF4-FFF2-40B4-BE49-F238E27FC236}">
                  <a16:creationId xmlns:a16="http://schemas.microsoft.com/office/drawing/2014/main" id="{F3751426-A6CD-59CA-E29C-C086ED5947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59" name="Picture 58" descr="A green and blue computer chip&#10;&#10;AI-generated content may be incorrect.">
              <a:extLst>
                <a:ext uri="{FF2B5EF4-FFF2-40B4-BE49-F238E27FC236}">
                  <a16:creationId xmlns:a16="http://schemas.microsoft.com/office/drawing/2014/main" id="{DC53707B-6470-CE9B-6840-5DD191A328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60" name="Picture 59" descr="A green and blue computer chip&#10;&#10;AI-generated content may be incorrect.">
              <a:extLst>
                <a:ext uri="{FF2B5EF4-FFF2-40B4-BE49-F238E27FC236}">
                  <a16:creationId xmlns:a16="http://schemas.microsoft.com/office/drawing/2014/main" id="{E0A1E245-42CF-B6FB-2E4B-10ED9794C9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61" name="Picture 60" descr="A green and blue computer chip&#10;&#10;AI-generated content may be incorrect.">
              <a:extLst>
                <a:ext uri="{FF2B5EF4-FFF2-40B4-BE49-F238E27FC236}">
                  <a16:creationId xmlns:a16="http://schemas.microsoft.com/office/drawing/2014/main" id="{F17983C7-7FD4-DCC9-37EA-1EBA27BC95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pic>
        <p:nvPicPr>
          <p:cNvPr id="79" name="Picture 78" descr="A chip with a black background&#10;&#10;AI-generated content may be incorrect.">
            <a:extLst>
              <a:ext uri="{FF2B5EF4-FFF2-40B4-BE49-F238E27FC236}">
                <a16:creationId xmlns:a16="http://schemas.microsoft.com/office/drawing/2014/main" id="{3DB01D77-7831-28CA-8926-B8FD929C43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4033527"/>
            <a:ext cx="707887" cy="707887"/>
          </a:xfrm>
          <a:prstGeom prst="rect">
            <a:avLst/>
          </a:prstGeom>
        </p:spPr>
      </p:pic>
      <p:pic>
        <p:nvPicPr>
          <p:cNvPr id="80" name="Picture 79" descr="A chip with a black background&#10;&#10;AI-generated content may be incorrect.">
            <a:extLst>
              <a:ext uri="{FF2B5EF4-FFF2-40B4-BE49-F238E27FC236}">
                <a16:creationId xmlns:a16="http://schemas.microsoft.com/office/drawing/2014/main" id="{75A71D9B-4AA7-6D3F-B6FC-46B99F4C0E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3165097"/>
            <a:ext cx="707887" cy="707887"/>
          </a:xfrm>
          <a:prstGeom prst="rect">
            <a:avLst/>
          </a:prstGeom>
        </p:spPr>
      </p:pic>
      <p:pic>
        <p:nvPicPr>
          <p:cNvPr id="81" name="Picture 80" descr="A chip with a black background&#10;&#10;AI-generated content may be incorrect.">
            <a:extLst>
              <a:ext uri="{FF2B5EF4-FFF2-40B4-BE49-F238E27FC236}">
                <a16:creationId xmlns:a16="http://schemas.microsoft.com/office/drawing/2014/main" id="{DF44A41C-5F83-400E-7816-A3D22AF16A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4906064"/>
            <a:ext cx="707887" cy="707887"/>
          </a:xfrm>
          <a:prstGeom prst="rect">
            <a:avLst/>
          </a:prstGeom>
        </p:spPr>
      </p:pic>
      <p:pic>
        <p:nvPicPr>
          <p:cNvPr id="82" name="Picture 81" descr="A chip with a black background&#10;&#10;AI-generated content may be incorrect.">
            <a:extLst>
              <a:ext uri="{FF2B5EF4-FFF2-40B4-BE49-F238E27FC236}">
                <a16:creationId xmlns:a16="http://schemas.microsoft.com/office/drawing/2014/main" id="{D33F7E22-65D1-5A7B-0FA8-18CEF81349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7343" y="5765190"/>
            <a:ext cx="707887" cy="707887"/>
          </a:xfrm>
          <a:prstGeom prst="rect">
            <a:avLst/>
          </a:prstGeom>
        </p:spPr>
      </p:pic>
      <p:pic>
        <p:nvPicPr>
          <p:cNvPr id="83" name="Picture 82" descr="A blue chip with black text&#10;&#10;AI-generated content may be incorrect.">
            <a:extLst>
              <a:ext uri="{FF2B5EF4-FFF2-40B4-BE49-F238E27FC236}">
                <a16:creationId xmlns:a16="http://schemas.microsoft.com/office/drawing/2014/main" id="{A4983D4E-E5B8-787B-37DD-8BDA8CA86E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87342" y="6641796"/>
            <a:ext cx="705416" cy="705416"/>
          </a:xfrm>
          <a:prstGeom prst="rect">
            <a:avLst/>
          </a:prstGeom>
        </p:spPr>
      </p:pic>
      <p:sp>
        <p:nvSpPr>
          <p:cNvPr id="89" name="Left Brace 88">
            <a:extLst>
              <a:ext uri="{FF2B5EF4-FFF2-40B4-BE49-F238E27FC236}">
                <a16:creationId xmlns:a16="http://schemas.microsoft.com/office/drawing/2014/main" id="{764C1E15-EEC6-4227-8244-E8E3725A4D0A}"/>
              </a:ext>
            </a:extLst>
          </p:cNvPr>
          <p:cNvSpPr/>
          <p:nvPr/>
        </p:nvSpPr>
        <p:spPr>
          <a:xfrm>
            <a:off x="3354908" y="3614304"/>
            <a:ext cx="549239" cy="3399998"/>
          </a:xfrm>
          <a:prstGeom prst="leftBrace">
            <a:avLst>
              <a:gd name="adj1" fmla="val 8333"/>
              <a:gd name="adj2" fmla="val 31630"/>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95" name="Group 94">
            <a:extLst>
              <a:ext uri="{FF2B5EF4-FFF2-40B4-BE49-F238E27FC236}">
                <a16:creationId xmlns:a16="http://schemas.microsoft.com/office/drawing/2014/main" id="{69E035CC-4FCA-00C0-E1A7-EA5989BD4901}"/>
              </a:ext>
            </a:extLst>
          </p:cNvPr>
          <p:cNvGrpSpPr/>
          <p:nvPr/>
        </p:nvGrpSpPr>
        <p:grpSpPr>
          <a:xfrm>
            <a:off x="4145839" y="4184684"/>
            <a:ext cx="1278363" cy="1278363"/>
            <a:chOff x="5181627" y="996574"/>
            <a:chExt cx="1278363" cy="1278363"/>
          </a:xfrm>
        </p:grpSpPr>
        <p:pic>
          <p:nvPicPr>
            <p:cNvPr id="96" name="Picture 95" descr="A green and blue computer chip&#10;&#10;AI-generated content may be incorrect.">
              <a:extLst>
                <a:ext uri="{FF2B5EF4-FFF2-40B4-BE49-F238E27FC236}">
                  <a16:creationId xmlns:a16="http://schemas.microsoft.com/office/drawing/2014/main" id="{2BBF8C70-A3E7-8B56-D7BB-054B4E00D9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97" name="Picture 96" descr="A green and blue computer chip&#10;&#10;AI-generated content may be incorrect.">
              <a:extLst>
                <a:ext uri="{FF2B5EF4-FFF2-40B4-BE49-F238E27FC236}">
                  <a16:creationId xmlns:a16="http://schemas.microsoft.com/office/drawing/2014/main" id="{708CC04E-4A3F-31CA-B3F6-13029CC245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98" name="Picture 97" descr="A green and blue computer chip&#10;&#10;AI-generated content may be incorrect.">
              <a:extLst>
                <a:ext uri="{FF2B5EF4-FFF2-40B4-BE49-F238E27FC236}">
                  <a16:creationId xmlns:a16="http://schemas.microsoft.com/office/drawing/2014/main" id="{631BB045-0A03-6654-035B-2711E15B84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99" name="Picture 98" descr="A green and blue computer chip&#10;&#10;AI-generated content may be incorrect.">
              <a:extLst>
                <a:ext uri="{FF2B5EF4-FFF2-40B4-BE49-F238E27FC236}">
                  <a16:creationId xmlns:a16="http://schemas.microsoft.com/office/drawing/2014/main" id="{E0E2AE0A-4045-08AA-39E6-BFAB8FC115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05" name="Group 104">
            <a:extLst>
              <a:ext uri="{FF2B5EF4-FFF2-40B4-BE49-F238E27FC236}">
                <a16:creationId xmlns:a16="http://schemas.microsoft.com/office/drawing/2014/main" id="{6DC8D601-1145-0E0F-F4E7-8C7046BBE305}"/>
              </a:ext>
            </a:extLst>
          </p:cNvPr>
          <p:cNvGrpSpPr/>
          <p:nvPr/>
        </p:nvGrpSpPr>
        <p:grpSpPr>
          <a:xfrm>
            <a:off x="4145839" y="5258862"/>
            <a:ext cx="1278363" cy="1278363"/>
            <a:chOff x="5181627" y="996574"/>
            <a:chExt cx="1278363" cy="1278363"/>
          </a:xfrm>
        </p:grpSpPr>
        <p:pic>
          <p:nvPicPr>
            <p:cNvPr id="106" name="Picture 105" descr="A green and blue computer chip&#10;&#10;AI-generated content may be incorrect.">
              <a:extLst>
                <a:ext uri="{FF2B5EF4-FFF2-40B4-BE49-F238E27FC236}">
                  <a16:creationId xmlns:a16="http://schemas.microsoft.com/office/drawing/2014/main" id="{C0186AB1-DA4E-265C-83C3-E598736DF2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07" name="Picture 106" descr="A green and blue computer chip&#10;&#10;AI-generated content may be incorrect.">
              <a:extLst>
                <a:ext uri="{FF2B5EF4-FFF2-40B4-BE49-F238E27FC236}">
                  <a16:creationId xmlns:a16="http://schemas.microsoft.com/office/drawing/2014/main" id="{7B34154E-C6A0-09D1-D9E7-CB5B915F9A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08" name="Picture 107" descr="A green and blue computer chip&#10;&#10;AI-generated content may be incorrect.">
              <a:extLst>
                <a:ext uri="{FF2B5EF4-FFF2-40B4-BE49-F238E27FC236}">
                  <a16:creationId xmlns:a16="http://schemas.microsoft.com/office/drawing/2014/main" id="{B147813D-0D7C-78F5-5090-B751B5D4A6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09" name="Picture 108" descr="A green and blue computer chip&#10;&#10;AI-generated content may be incorrect.">
              <a:extLst>
                <a:ext uri="{FF2B5EF4-FFF2-40B4-BE49-F238E27FC236}">
                  <a16:creationId xmlns:a16="http://schemas.microsoft.com/office/drawing/2014/main" id="{F3145823-0E99-6888-4AF4-35E0BB93DA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grpSp>
        <p:nvGrpSpPr>
          <p:cNvPr id="115" name="Group 114">
            <a:extLst>
              <a:ext uri="{FF2B5EF4-FFF2-40B4-BE49-F238E27FC236}">
                <a16:creationId xmlns:a16="http://schemas.microsoft.com/office/drawing/2014/main" id="{1AB864A7-E5BA-4EFB-0828-A048F7148F57}"/>
              </a:ext>
            </a:extLst>
          </p:cNvPr>
          <p:cNvGrpSpPr/>
          <p:nvPr/>
        </p:nvGrpSpPr>
        <p:grpSpPr>
          <a:xfrm>
            <a:off x="4145839" y="6323198"/>
            <a:ext cx="1278363" cy="1278363"/>
            <a:chOff x="5181627" y="996574"/>
            <a:chExt cx="1278363" cy="1278363"/>
          </a:xfrm>
        </p:grpSpPr>
        <p:pic>
          <p:nvPicPr>
            <p:cNvPr id="116" name="Picture 115" descr="A green and blue computer chip&#10;&#10;AI-generated content may be incorrect.">
              <a:extLst>
                <a:ext uri="{FF2B5EF4-FFF2-40B4-BE49-F238E27FC236}">
                  <a16:creationId xmlns:a16="http://schemas.microsoft.com/office/drawing/2014/main" id="{57F2B305-694B-1E88-E3A4-ED35BA5E9F2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81627" y="996574"/>
              <a:ext cx="821163" cy="821163"/>
            </a:xfrm>
            <a:prstGeom prst="rect">
              <a:avLst/>
            </a:prstGeom>
          </p:spPr>
        </p:pic>
        <p:pic>
          <p:nvPicPr>
            <p:cNvPr id="117" name="Picture 116" descr="A green and blue computer chip&#10;&#10;AI-generated content may be incorrect.">
              <a:extLst>
                <a:ext uri="{FF2B5EF4-FFF2-40B4-BE49-F238E27FC236}">
                  <a16:creationId xmlns:a16="http://schemas.microsoft.com/office/drawing/2014/main" id="{297E21EA-41C8-1B75-D91B-CF0C810C80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27" y="1148974"/>
              <a:ext cx="821163" cy="821163"/>
            </a:xfrm>
            <a:prstGeom prst="rect">
              <a:avLst/>
            </a:prstGeom>
          </p:spPr>
        </p:pic>
        <p:pic>
          <p:nvPicPr>
            <p:cNvPr id="118" name="Picture 117" descr="A green and blue computer chip&#10;&#10;AI-generated content may be incorrect.">
              <a:extLst>
                <a:ext uri="{FF2B5EF4-FFF2-40B4-BE49-F238E27FC236}">
                  <a16:creationId xmlns:a16="http://schemas.microsoft.com/office/drawing/2014/main" id="{6FD5375A-7DCC-BE8B-6EBD-24CA1FCFCB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6427" y="1301374"/>
              <a:ext cx="821163" cy="821163"/>
            </a:xfrm>
            <a:prstGeom prst="rect">
              <a:avLst/>
            </a:prstGeom>
          </p:spPr>
        </p:pic>
        <p:pic>
          <p:nvPicPr>
            <p:cNvPr id="119" name="Picture 118" descr="A green and blue computer chip&#10;&#10;AI-generated content may be incorrect.">
              <a:extLst>
                <a:ext uri="{FF2B5EF4-FFF2-40B4-BE49-F238E27FC236}">
                  <a16:creationId xmlns:a16="http://schemas.microsoft.com/office/drawing/2014/main" id="{656955E3-1307-C715-6E56-5F6DFECD71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38827" y="1453774"/>
              <a:ext cx="821163" cy="821163"/>
            </a:xfrm>
            <a:prstGeom prst="rect">
              <a:avLst/>
            </a:prstGeom>
          </p:spPr>
        </p:pic>
      </p:grpSp>
      <p:sp>
        <p:nvSpPr>
          <p:cNvPr id="125" name="TextBox 124">
            <a:extLst>
              <a:ext uri="{FF2B5EF4-FFF2-40B4-BE49-F238E27FC236}">
                <a16:creationId xmlns:a16="http://schemas.microsoft.com/office/drawing/2014/main" id="{FEBCF7B7-69A0-7C1B-46B5-C4496A6E1822}"/>
              </a:ext>
            </a:extLst>
          </p:cNvPr>
          <p:cNvSpPr txBox="1"/>
          <p:nvPr/>
        </p:nvSpPr>
        <p:spPr>
          <a:xfrm>
            <a:off x="4055428" y="2646366"/>
            <a:ext cx="1319592" cy="523220"/>
          </a:xfrm>
          <a:prstGeom prst="rect">
            <a:avLst/>
          </a:prstGeom>
          <a:noFill/>
        </p:spPr>
        <p:txBody>
          <a:bodyPr wrap="none" rtlCol="0">
            <a:spAutoFit/>
          </a:bodyPr>
          <a:lstStyle/>
          <a:p>
            <a:r>
              <a:rPr lang="en-US" sz="2800" b="1" dirty="0"/>
              <a:t>DIMMs</a:t>
            </a:r>
          </a:p>
        </p:txBody>
      </p:sp>
      <p:sp>
        <p:nvSpPr>
          <p:cNvPr id="126" name="TextBox 125">
            <a:extLst>
              <a:ext uri="{FF2B5EF4-FFF2-40B4-BE49-F238E27FC236}">
                <a16:creationId xmlns:a16="http://schemas.microsoft.com/office/drawing/2014/main" id="{1699931B-BD4C-796B-0667-1659D3D1C145}"/>
              </a:ext>
            </a:extLst>
          </p:cNvPr>
          <p:cNvSpPr txBox="1"/>
          <p:nvPr/>
        </p:nvSpPr>
        <p:spPr>
          <a:xfrm>
            <a:off x="6370273" y="2646366"/>
            <a:ext cx="1287532" cy="523220"/>
          </a:xfrm>
          <a:prstGeom prst="rect">
            <a:avLst/>
          </a:prstGeom>
          <a:noFill/>
        </p:spPr>
        <p:txBody>
          <a:bodyPr wrap="none" rtlCol="0">
            <a:spAutoFit/>
          </a:bodyPr>
          <a:lstStyle/>
          <a:p>
            <a:r>
              <a:rPr lang="en-US" sz="2800" b="1" dirty="0"/>
              <a:t>DRAMs</a:t>
            </a:r>
          </a:p>
        </p:txBody>
      </p:sp>
      <p:grpSp>
        <p:nvGrpSpPr>
          <p:cNvPr id="3" name="Group 2">
            <a:extLst>
              <a:ext uri="{FF2B5EF4-FFF2-40B4-BE49-F238E27FC236}">
                <a16:creationId xmlns:a16="http://schemas.microsoft.com/office/drawing/2014/main" id="{CE503374-D2D6-0E77-D5F7-29877EDB83F7}"/>
              </a:ext>
            </a:extLst>
          </p:cNvPr>
          <p:cNvGrpSpPr/>
          <p:nvPr/>
        </p:nvGrpSpPr>
        <p:grpSpPr>
          <a:xfrm rot="5400000" flipH="1">
            <a:off x="10659557" y="4468782"/>
            <a:ext cx="324106" cy="276532"/>
            <a:chOff x="1621155" y="831533"/>
            <a:chExt cx="226695" cy="224898"/>
          </a:xfrm>
        </p:grpSpPr>
        <p:cxnSp>
          <p:nvCxnSpPr>
            <p:cNvPr id="7" name="Straight Connector 6">
              <a:extLst>
                <a:ext uri="{FF2B5EF4-FFF2-40B4-BE49-F238E27FC236}">
                  <a16:creationId xmlns:a16="http://schemas.microsoft.com/office/drawing/2014/main" id="{A1BED710-B54D-BFDF-3EE8-85ED3D7AC93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E2C5EFB-3FD9-7367-2D0B-549CA0A8166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F4DE1-4E80-2A9F-0689-754449E5866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5605C9E-2C65-E6C3-5BF3-0A3F99359C5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A5D4D72-463A-BBB0-31C0-D9A071AA8FB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CA9AE6C-4966-E0DE-51C7-5FF04BBDD3F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34601EEC-A8FC-0AE9-239E-8EDD01A4E421}"/>
              </a:ext>
            </a:extLst>
          </p:cNvPr>
          <p:cNvGrpSpPr/>
          <p:nvPr/>
        </p:nvGrpSpPr>
        <p:grpSpPr>
          <a:xfrm rot="5400000" flipH="1">
            <a:off x="10396647" y="4468782"/>
            <a:ext cx="324106" cy="276532"/>
            <a:chOff x="1621155" y="831533"/>
            <a:chExt cx="226695" cy="224898"/>
          </a:xfrm>
        </p:grpSpPr>
        <p:cxnSp>
          <p:nvCxnSpPr>
            <p:cNvPr id="26" name="Straight Connector 25">
              <a:extLst>
                <a:ext uri="{FF2B5EF4-FFF2-40B4-BE49-F238E27FC236}">
                  <a16:creationId xmlns:a16="http://schemas.microsoft.com/office/drawing/2014/main" id="{A1423998-7B24-B821-C34D-2B0072F94D4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CE4C326-37FD-C94F-7C26-28A87CB120E9}"/>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96ED979-6EE1-1EB4-E86C-209C6FA4E0F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06BA029-CC93-0085-EDF6-E17F5F95732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46A1F35-21F5-DD1D-DEBD-ADE42F936EA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8A04D81-A004-7815-ECD3-9C81A1886A1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46ABED3F-6002-6A46-C155-55F0FCE82052}"/>
              </a:ext>
            </a:extLst>
          </p:cNvPr>
          <p:cNvGrpSpPr/>
          <p:nvPr/>
        </p:nvGrpSpPr>
        <p:grpSpPr>
          <a:xfrm rot="5400000" flipH="1">
            <a:off x="10133737" y="4468782"/>
            <a:ext cx="324106" cy="276532"/>
            <a:chOff x="1621155" y="831533"/>
            <a:chExt cx="226695" cy="224898"/>
          </a:xfrm>
        </p:grpSpPr>
        <p:cxnSp>
          <p:nvCxnSpPr>
            <p:cNvPr id="33" name="Straight Connector 32">
              <a:extLst>
                <a:ext uri="{FF2B5EF4-FFF2-40B4-BE49-F238E27FC236}">
                  <a16:creationId xmlns:a16="http://schemas.microsoft.com/office/drawing/2014/main" id="{08F4E1E8-AAE5-22B7-F350-1F428AA684D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EC528C9-165D-2AE7-3068-C4DCF111CB2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808791E-1204-7953-8AB2-AD6760DEE2A0}"/>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48D95D2-3E2D-20E5-19D2-92F920D3AF9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182A1F4-1C2A-DDA0-400E-0B911B54F50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9C69837-9D93-AF43-BAA9-A06C066443A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153B1802-0FAC-30FD-5532-140E7FCEB6E9}"/>
              </a:ext>
            </a:extLst>
          </p:cNvPr>
          <p:cNvGrpSpPr/>
          <p:nvPr/>
        </p:nvGrpSpPr>
        <p:grpSpPr>
          <a:xfrm rot="5400000" flipH="1">
            <a:off x="9870827" y="4468782"/>
            <a:ext cx="324106" cy="276532"/>
            <a:chOff x="1621155" y="831533"/>
            <a:chExt cx="226695" cy="224898"/>
          </a:xfrm>
        </p:grpSpPr>
        <p:cxnSp>
          <p:nvCxnSpPr>
            <p:cNvPr id="45" name="Straight Connector 44">
              <a:extLst>
                <a:ext uri="{FF2B5EF4-FFF2-40B4-BE49-F238E27FC236}">
                  <a16:creationId xmlns:a16="http://schemas.microsoft.com/office/drawing/2014/main" id="{5D23A48F-97DA-6A21-4DD8-380B5C8FD47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3CC35B1-84DF-6664-CD46-8F97EA97AD4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958455D-7A27-22FD-C4E3-54D4EFE4FC3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34F5A09-7EA5-927A-8CB8-77EE7D248EF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4C0B2D8-5A1B-63B2-6247-9C635751F6C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AFEE40F-843C-D2FD-8923-468AF93E679C}"/>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262424D-8299-DF51-557E-EED421761DF1}"/>
              </a:ext>
            </a:extLst>
          </p:cNvPr>
          <p:cNvGrpSpPr/>
          <p:nvPr/>
        </p:nvGrpSpPr>
        <p:grpSpPr>
          <a:xfrm rot="5400000" flipH="1">
            <a:off x="9607917" y="4468782"/>
            <a:ext cx="324106" cy="276532"/>
            <a:chOff x="1621155" y="831533"/>
            <a:chExt cx="226695" cy="224898"/>
          </a:xfrm>
        </p:grpSpPr>
        <p:cxnSp>
          <p:nvCxnSpPr>
            <p:cNvPr id="52" name="Straight Connector 51">
              <a:extLst>
                <a:ext uri="{FF2B5EF4-FFF2-40B4-BE49-F238E27FC236}">
                  <a16:creationId xmlns:a16="http://schemas.microsoft.com/office/drawing/2014/main" id="{DF6FE9DF-D266-7576-49D9-9EE8EF28391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B399350-3A17-9D7D-CA2F-D14576A27A3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9A84FAA-BE37-D943-4E6D-BC1F165AFEE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C992AD6-15D6-32F3-C469-389ED5DBEC9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3667E32-9761-7746-537C-E14E45394E3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CCDB336-DFAA-B2F4-D746-06F165CC067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1F6BE251-5453-85B8-E924-6C4CF3EAF433}"/>
              </a:ext>
            </a:extLst>
          </p:cNvPr>
          <p:cNvGrpSpPr/>
          <p:nvPr/>
        </p:nvGrpSpPr>
        <p:grpSpPr>
          <a:xfrm rot="5400000" flipH="1">
            <a:off x="9345008" y="4468782"/>
            <a:ext cx="324106" cy="276532"/>
            <a:chOff x="1621155" y="831533"/>
            <a:chExt cx="226695" cy="224898"/>
          </a:xfrm>
        </p:grpSpPr>
        <p:cxnSp>
          <p:nvCxnSpPr>
            <p:cNvPr id="63" name="Straight Connector 62">
              <a:extLst>
                <a:ext uri="{FF2B5EF4-FFF2-40B4-BE49-F238E27FC236}">
                  <a16:creationId xmlns:a16="http://schemas.microsoft.com/office/drawing/2014/main" id="{0367D6A7-A5C1-4738-BCBF-25DA9B4960D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A148ABE-BD2D-FCD4-2C14-6BFB4F9771B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3F33B4A-771C-F987-B712-C444A425D19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52E7D25-258E-D5F8-DE10-AA5384CA3E5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836FF52-B7FD-0BD2-3A02-D3EB1505EC4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C91FE9B-48AC-B179-5E26-1A323FC6685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FA482825-57EF-73F1-1967-2497D3274982}"/>
              </a:ext>
            </a:extLst>
          </p:cNvPr>
          <p:cNvGrpSpPr/>
          <p:nvPr/>
        </p:nvGrpSpPr>
        <p:grpSpPr>
          <a:xfrm rot="5400000" flipH="1">
            <a:off x="9082098" y="4468782"/>
            <a:ext cx="324106" cy="276532"/>
            <a:chOff x="1621155" y="831533"/>
            <a:chExt cx="226695" cy="224898"/>
          </a:xfrm>
        </p:grpSpPr>
        <p:cxnSp>
          <p:nvCxnSpPr>
            <p:cNvPr id="70" name="Straight Connector 69">
              <a:extLst>
                <a:ext uri="{FF2B5EF4-FFF2-40B4-BE49-F238E27FC236}">
                  <a16:creationId xmlns:a16="http://schemas.microsoft.com/office/drawing/2014/main" id="{A23C1054-4881-12F4-4E14-5B8C01AF1AC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ED5E7D9-7B21-DBEC-3BA8-2B426D55DB7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99E2806-3544-7A7C-56FB-B8388F48F34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641A58C-2FD2-530B-A290-C99799A79BD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7CA120A-C3AA-FD55-BCA7-19792E3051D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741E39FC-E984-3450-C219-4B4A255AFA9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D9407BC2-BBCB-E25B-42F7-2F6FBCAE978C}"/>
              </a:ext>
            </a:extLst>
          </p:cNvPr>
          <p:cNvGrpSpPr/>
          <p:nvPr/>
        </p:nvGrpSpPr>
        <p:grpSpPr>
          <a:xfrm rot="5400000" flipH="1">
            <a:off x="8819188" y="4468782"/>
            <a:ext cx="324106" cy="276532"/>
            <a:chOff x="1621155" y="831533"/>
            <a:chExt cx="226695" cy="224898"/>
          </a:xfrm>
        </p:grpSpPr>
        <p:cxnSp>
          <p:nvCxnSpPr>
            <p:cNvPr id="77" name="Straight Connector 76">
              <a:extLst>
                <a:ext uri="{FF2B5EF4-FFF2-40B4-BE49-F238E27FC236}">
                  <a16:creationId xmlns:a16="http://schemas.microsoft.com/office/drawing/2014/main" id="{F5CA436B-A985-F4BD-1542-5862DACCABB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64092B9-17C0-FD15-57DF-5A84ED936FD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2D8584B-3DD5-3522-4CCE-BECED739A6A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7572DC4-881E-CD3F-6748-3317598E97C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484229C-40E0-3FA7-4268-6FCBBC4B5A6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3C93752-2294-6420-BF30-17932BD1B5C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A621AE6A-96E7-94B9-2D97-8AD6666DBAD4}"/>
              </a:ext>
            </a:extLst>
          </p:cNvPr>
          <p:cNvGrpSpPr/>
          <p:nvPr/>
        </p:nvGrpSpPr>
        <p:grpSpPr>
          <a:xfrm rot="5400000" flipH="1">
            <a:off x="10659557" y="4087480"/>
            <a:ext cx="324106" cy="276532"/>
            <a:chOff x="1621155" y="831533"/>
            <a:chExt cx="226695" cy="224898"/>
          </a:xfrm>
        </p:grpSpPr>
        <p:cxnSp>
          <p:nvCxnSpPr>
            <p:cNvPr id="91" name="Straight Connector 90">
              <a:extLst>
                <a:ext uri="{FF2B5EF4-FFF2-40B4-BE49-F238E27FC236}">
                  <a16:creationId xmlns:a16="http://schemas.microsoft.com/office/drawing/2014/main" id="{67AF5742-A7DB-A115-A147-A407905EF42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D523DF88-8D4B-5603-486E-41B5A476147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5B40AD7-C1EB-143F-F101-0688CA7F68B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5B0F528-6C56-3412-9BED-49C32DB895E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52064D1-C9D8-9DA2-6AFB-2ECD343F944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40861F9E-EBB4-C177-B5E1-9F4B3362F209}"/>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8D453092-3B3A-B7A2-EC11-138E0CC77EFF}"/>
              </a:ext>
            </a:extLst>
          </p:cNvPr>
          <p:cNvGrpSpPr/>
          <p:nvPr/>
        </p:nvGrpSpPr>
        <p:grpSpPr>
          <a:xfrm rot="5400000" flipH="1">
            <a:off x="10396647" y="4087480"/>
            <a:ext cx="324106" cy="276532"/>
            <a:chOff x="1621155" y="831533"/>
            <a:chExt cx="226695" cy="224898"/>
          </a:xfrm>
        </p:grpSpPr>
        <p:cxnSp>
          <p:nvCxnSpPr>
            <p:cNvPr id="103" name="Straight Connector 102">
              <a:extLst>
                <a:ext uri="{FF2B5EF4-FFF2-40B4-BE49-F238E27FC236}">
                  <a16:creationId xmlns:a16="http://schemas.microsoft.com/office/drawing/2014/main" id="{CD1C57C1-39AB-ABD1-51C4-A80ECA7C6A6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AFC5A591-634D-0472-1184-F256A0D8F98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EA5EEE5-85CB-520D-6D62-AAB69616B07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AB25A61-AD6E-AB3A-6E49-060F07E1471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99EB5EB-7D51-0547-3A33-86E61D6C8BF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E81C701-A808-F018-9BEE-582CE27013D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122DB4FE-254C-4561-EA71-85C9CB395785}"/>
              </a:ext>
            </a:extLst>
          </p:cNvPr>
          <p:cNvGrpSpPr/>
          <p:nvPr/>
        </p:nvGrpSpPr>
        <p:grpSpPr>
          <a:xfrm rot="5400000" flipH="1">
            <a:off x="10133737" y="4087480"/>
            <a:ext cx="324106" cy="276532"/>
            <a:chOff x="1621155" y="831533"/>
            <a:chExt cx="226695" cy="224898"/>
          </a:xfrm>
        </p:grpSpPr>
        <p:cxnSp>
          <p:nvCxnSpPr>
            <p:cNvPr id="120" name="Straight Connector 119">
              <a:extLst>
                <a:ext uri="{FF2B5EF4-FFF2-40B4-BE49-F238E27FC236}">
                  <a16:creationId xmlns:a16="http://schemas.microsoft.com/office/drawing/2014/main" id="{26A45833-3B13-610C-C052-23BF9902F11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ACD47EE-F8C2-286C-B7A4-7671E7EBD18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3A20589F-823F-3A02-718E-BB2FB11972B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7421E7CF-01AC-3A31-1F27-6AE34100AEA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346FC5E6-9C5D-B4FA-963E-7130F65C9D9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A14332B2-F4C9-A3F2-8ADE-1B73DC20A6C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28" name="Group 127">
            <a:extLst>
              <a:ext uri="{FF2B5EF4-FFF2-40B4-BE49-F238E27FC236}">
                <a16:creationId xmlns:a16="http://schemas.microsoft.com/office/drawing/2014/main" id="{8B71D445-B0BA-C1E2-50EA-1C167135697C}"/>
              </a:ext>
            </a:extLst>
          </p:cNvPr>
          <p:cNvGrpSpPr/>
          <p:nvPr/>
        </p:nvGrpSpPr>
        <p:grpSpPr>
          <a:xfrm rot="5400000" flipH="1">
            <a:off x="9870827" y="4087480"/>
            <a:ext cx="324106" cy="276532"/>
            <a:chOff x="1621155" y="831533"/>
            <a:chExt cx="226695" cy="224898"/>
          </a:xfrm>
        </p:grpSpPr>
        <p:cxnSp>
          <p:nvCxnSpPr>
            <p:cNvPr id="129" name="Straight Connector 128">
              <a:extLst>
                <a:ext uri="{FF2B5EF4-FFF2-40B4-BE49-F238E27FC236}">
                  <a16:creationId xmlns:a16="http://schemas.microsoft.com/office/drawing/2014/main" id="{83F5E3DB-D2C4-0B3E-952D-5F078CFF977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240CC96-6BF6-3C6C-ECE7-00FE518DEFE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916D13D2-5E76-7F1C-8517-E31020ADCB6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0929AA5-D23A-2987-95E3-37BA686F0D8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E212434-16DE-4D21-5EC7-3F028B454BC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7515CA1C-DA0B-B880-D0E7-5705172D23F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26AFBA74-303D-16FF-DA79-54CFCDCC21B0}"/>
              </a:ext>
            </a:extLst>
          </p:cNvPr>
          <p:cNvGrpSpPr/>
          <p:nvPr/>
        </p:nvGrpSpPr>
        <p:grpSpPr>
          <a:xfrm rot="5400000" flipH="1">
            <a:off x="9607917" y="4087480"/>
            <a:ext cx="324106" cy="276532"/>
            <a:chOff x="1621155" y="831533"/>
            <a:chExt cx="226695" cy="224898"/>
          </a:xfrm>
        </p:grpSpPr>
        <p:cxnSp>
          <p:nvCxnSpPr>
            <p:cNvPr id="136" name="Straight Connector 135">
              <a:extLst>
                <a:ext uri="{FF2B5EF4-FFF2-40B4-BE49-F238E27FC236}">
                  <a16:creationId xmlns:a16="http://schemas.microsoft.com/office/drawing/2014/main" id="{51F968B7-16D7-517C-793F-18C72A7DAA3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B2E2220D-7786-D2EA-A35C-5858E54C5F4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4C86B99B-67C4-5607-967C-CDA7503AD8D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46B19464-1462-C4B6-DD0C-90920725F7A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C798D8-438A-1ECB-D014-9C256E902FC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E06F87E-E942-C416-412D-A6249D21662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DC6FB12C-48BB-2163-4258-D26A666F1D87}"/>
              </a:ext>
            </a:extLst>
          </p:cNvPr>
          <p:cNvGrpSpPr/>
          <p:nvPr/>
        </p:nvGrpSpPr>
        <p:grpSpPr>
          <a:xfrm rot="5400000" flipH="1">
            <a:off x="9345008" y="4087480"/>
            <a:ext cx="324106" cy="276532"/>
            <a:chOff x="1621155" y="831533"/>
            <a:chExt cx="226695" cy="224898"/>
          </a:xfrm>
        </p:grpSpPr>
        <p:cxnSp>
          <p:nvCxnSpPr>
            <p:cNvPr id="143" name="Straight Connector 142">
              <a:extLst>
                <a:ext uri="{FF2B5EF4-FFF2-40B4-BE49-F238E27FC236}">
                  <a16:creationId xmlns:a16="http://schemas.microsoft.com/office/drawing/2014/main" id="{9DA46FA0-5F77-D43E-B000-BBD3F0521C6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5A33A97-FC99-F350-6559-6D956FE9CF3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1771CBD0-B695-80AC-5B98-7D2CF599681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AE3F78EF-EB2C-1733-446F-54A45D544F0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2E6F7DC2-072B-5F52-2F9C-B2DFBC46EA2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F19C67D6-E32A-FCAC-9BA7-2B13C6C3A47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49" name="Group 148">
            <a:extLst>
              <a:ext uri="{FF2B5EF4-FFF2-40B4-BE49-F238E27FC236}">
                <a16:creationId xmlns:a16="http://schemas.microsoft.com/office/drawing/2014/main" id="{154AE5D1-68C4-4936-FA65-DC93A63B6737}"/>
              </a:ext>
            </a:extLst>
          </p:cNvPr>
          <p:cNvGrpSpPr/>
          <p:nvPr/>
        </p:nvGrpSpPr>
        <p:grpSpPr>
          <a:xfrm rot="5400000" flipH="1">
            <a:off x="9082098" y="4087480"/>
            <a:ext cx="324106" cy="276532"/>
            <a:chOff x="1621155" y="831533"/>
            <a:chExt cx="226695" cy="224898"/>
          </a:xfrm>
        </p:grpSpPr>
        <p:cxnSp>
          <p:nvCxnSpPr>
            <p:cNvPr id="150" name="Straight Connector 149">
              <a:extLst>
                <a:ext uri="{FF2B5EF4-FFF2-40B4-BE49-F238E27FC236}">
                  <a16:creationId xmlns:a16="http://schemas.microsoft.com/office/drawing/2014/main" id="{CE2001D6-2D68-94F9-152D-364EE14A61C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CBB96449-0DE2-F47E-39D3-616C364A633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432E6BD0-0A13-C971-B6C2-6B88539D8BD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EE92777-C97B-9217-FB3D-90182E94A2F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F07F6CE-8DD4-412C-AF50-87B2A737878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29DC0892-6BBD-351D-019E-1DA4A1D135C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56" name="Group 155">
            <a:extLst>
              <a:ext uri="{FF2B5EF4-FFF2-40B4-BE49-F238E27FC236}">
                <a16:creationId xmlns:a16="http://schemas.microsoft.com/office/drawing/2014/main" id="{B0330905-14F6-DECD-4640-2088B4FACC1D}"/>
              </a:ext>
            </a:extLst>
          </p:cNvPr>
          <p:cNvGrpSpPr/>
          <p:nvPr/>
        </p:nvGrpSpPr>
        <p:grpSpPr>
          <a:xfrm rot="5400000" flipH="1">
            <a:off x="8819188" y="4087480"/>
            <a:ext cx="324106" cy="276532"/>
            <a:chOff x="1621155" y="831533"/>
            <a:chExt cx="226695" cy="224898"/>
          </a:xfrm>
        </p:grpSpPr>
        <p:cxnSp>
          <p:nvCxnSpPr>
            <p:cNvPr id="157" name="Straight Connector 156">
              <a:extLst>
                <a:ext uri="{FF2B5EF4-FFF2-40B4-BE49-F238E27FC236}">
                  <a16:creationId xmlns:a16="http://schemas.microsoft.com/office/drawing/2014/main" id="{A32E1F6B-8180-EAF6-C0AA-71D4ADA9BD5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A8B65418-BE9F-3306-DECC-E0FD8CE27D4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71FB5C7-5600-BDDB-14A9-4AF02174B17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D7F4EED5-7704-D2C7-53E7-654D33EDA05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A1F7F662-2B77-D312-2BBA-351E1806FB4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328C0A0C-7949-8330-4980-984D12E9D6B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id="{0C47B31C-F00E-AD80-002C-B6861A0D5CDB}"/>
              </a:ext>
            </a:extLst>
          </p:cNvPr>
          <p:cNvGrpSpPr/>
          <p:nvPr/>
        </p:nvGrpSpPr>
        <p:grpSpPr>
          <a:xfrm rot="5400000" flipH="1">
            <a:off x="10659557" y="3601675"/>
            <a:ext cx="324106" cy="276532"/>
            <a:chOff x="1621155" y="831533"/>
            <a:chExt cx="226695" cy="224898"/>
          </a:xfrm>
        </p:grpSpPr>
        <p:cxnSp>
          <p:nvCxnSpPr>
            <p:cNvPr id="164" name="Straight Connector 163">
              <a:extLst>
                <a:ext uri="{FF2B5EF4-FFF2-40B4-BE49-F238E27FC236}">
                  <a16:creationId xmlns:a16="http://schemas.microsoft.com/office/drawing/2014/main" id="{43E5F875-1187-6CC9-1936-4351492F52A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1F834CCD-5D3B-603F-E21B-2F9A21E50EB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74C78C42-B1AE-DD73-5595-3F7FEC7FEDE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A026A43F-F2AC-3D81-7702-97831005EC0D}"/>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F9EA9C29-495A-371D-6481-7905D6EE1FF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AF81679E-7AA3-10C3-0D17-1D8DCB5477F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id="{FC01B2D9-150D-EAC1-D0EE-1546FDD22ADE}"/>
              </a:ext>
            </a:extLst>
          </p:cNvPr>
          <p:cNvGrpSpPr/>
          <p:nvPr/>
        </p:nvGrpSpPr>
        <p:grpSpPr>
          <a:xfrm rot="5400000" flipH="1">
            <a:off x="10396647" y="3601675"/>
            <a:ext cx="324106" cy="276532"/>
            <a:chOff x="1621155" y="831533"/>
            <a:chExt cx="226695" cy="224898"/>
          </a:xfrm>
        </p:grpSpPr>
        <p:cxnSp>
          <p:nvCxnSpPr>
            <p:cNvPr id="171" name="Straight Connector 170">
              <a:extLst>
                <a:ext uri="{FF2B5EF4-FFF2-40B4-BE49-F238E27FC236}">
                  <a16:creationId xmlns:a16="http://schemas.microsoft.com/office/drawing/2014/main" id="{5E2986D1-E14A-6A82-6A5E-3AA71483AC4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287039F9-6276-BFA5-8A14-3C4848B78BF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E47CC1F5-B0F4-0292-18B9-6E82592B507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D7C5305-B3A8-B95D-578A-DE3C362B848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1DFB6420-9C4F-5C76-43A7-346B5885801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F5F7A78D-ED70-EBA6-EA04-887B048A987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77" name="Group 176">
            <a:extLst>
              <a:ext uri="{FF2B5EF4-FFF2-40B4-BE49-F238E27FC236}">
                <a16:creationId xmlns:a16="http://schemas.microsoft.com/office/drawing/2014/main" id="{5D211DDD-5BB1-CFD8-11AD-5CFF1FC73FD3}"/>
              </a:ext>
            </a:extLst>
          </p:cNvPr>
          <p:cNvGrpSpPr/>
          <p:nvPr/>
        </p:nvGrpSpPr>
        <p:grpSpPr>
          <a:xfrm rot="5400000" flipH="1">
            <a:off x="10133737" y="3601675"/>
            <a:ext cx="324106" cy="276532"/>
            <a:chOff x="1621155" y="831533"/>
            <a:chExt cx="226695" cy="224898"/>
          </a:xfrm>
        </p:grpSpPr>
        <p:cxnSp>
          <p:nvCxnSpPr>
            <p:cNvPr id="178" name="Straight Connector 177">
              <a:extLst>
                <a:ext uri="{FF2B5EF4-FFF2-40B4-BE49-F238E27FC236}">
                  <a16:creationId xmlns:a16="http://schemas.microsoft.com/office/drawing/2014/main" id="{7DC04E87-1559-2052-E315-D981721547C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089AF972-ECB2-04FC-7901-F2CD560C8F4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82D3650D-F67A-E742-837E-564858D10CB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02983285-8153-82D7-C7F1-3488579A5F6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D31C176-4747-EC8F-22E9-73885CEF189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0F53A854-0B87-F497-5391-E048B9993B6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84" name="Group 183">
            <a:extLst>
              <a:ext uri="{FF2B5EF4-FFF2-40B4-BE49-F238E27FC236}">
                <a16:creationId xmlns:a16="http://schemas.microsoft.com/office/drawing/2014/main" id="{944D6202-9CA7-7658-DC91-072D2AB28448}"/>
              </a:ext>
            </a:extLst>
          </p:cNvPr>
          <p:cNvGrpSpPr/>
          <p:nvPr/>
        </p:nvGrpSpPr>
        <p:grpSpPr>
          <a:xfrm rot="5400000" flipH="1">
            <a:off x="9870827" y="3601675"/>
            <a:ext cx="324106" cy="276532"/>
            <a:chOff x="1621155" y="831533"/>
            <a:chExt cx="226695" cy="224898"/>
          </a:xfrm>
        </p:grpSpPr>
        <p:cxnSp>
          <p:nvCxnSpPr>
            <p:cNvPr id="185" name="Straight Connector 184">
              <a:extLst>
                <a:ext uri="{FF2B5EF4-FFF2-40B4-BE49-F238E27FC236}">
                  <a16:creationId xmlns:a16="http://schemas.microsoft.com/office/drawing/2014/main" id="{7E3427F8-C921-CF27-229F-5D6385EBDC8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9D1E3469-E201-AD53-6B4B-F4D23620EED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450D02F5-10A3-3C3E-E33A-CDB846CD48DC}"/>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41931BA-1949-7B69-4F98-3FEE09233AB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012E0C00-4B25-CC44-A7BC-313B9387429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C7E2C9E-5D35-4958-D22A-31736127C1F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1" name="Group 190">
            <a:extLst>
              <a:ext uri="{FF2B5EF4-FFF2-40B4-BE49-F238E27FC236}">
                <a16:creationId xmlns:a16="http://schemas.microsoft.com/office/drawing/2014/main" id="{4B661F7C-1884-186B-B0A4-CD510B97E4E8}"/>
              </a:ext>
            </a:extLst>
          </p:cNvPr>
          <p:cNvGrpSpPr/>
          <p:nvPr/>
        </p:nvGrpSpPr>
        <p:grpSpPr>
          <a:xfrm rot="5400000" flipH="1">
            <a:off x="9607917" y="3601675"/>
            <a:ext cx="324106" cy="276532"/>
            <a:chOff x="1621155" y="831533"/>
            <a:chExt cx="226695" cy="224898"/>
          </a:xfrm>
        </p:grpSpPr>
        <p:cxnSp>
          <p:nvCxnSpPr>
            <p:cNvPr id="192" name="Straight Connector 191">
              <a:extLst>
                <a:ext uri="{FF2B5EF4-FFF2-40B4-BE49-F238E27FC236}">
                  <a16:creationId xmlns:a16="http://schemas.microsoft.com/office/drawing/2014/main" id="{338D8A51-9FA5-ECFA-CE37-8557155F4B9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9F3D3D17-5D00-04F6-FEC8-12E1CFF37A2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31D3783-3845-04B7-7BDF-5E033642A1F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BAF67D1-2D74-E2A7-9F9F-4270D0A0AAA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D5B2B0CF-4E14-9819-44F6-F2088EFA9E2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43AA4ADD-6234-6BF5-C12E-850A557D448C}"/>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198" name="Group 197">
            <a:extLst>
              <a:ext uri="{FF2B5EF4-FFF2-40B4-BE49-F238E27FC236}">
                <a16:creationId xmlns:a16="http://schemas.microsoft.com/office/drawing/2014/main" id="{17F54DA6-9730-0E05-ED93-71338696682D}"/>
              </a:ext>
            </a:extLst>
          </p:cNvPr>
          <p:cNvGrpSpPr/>
          <p:nvPr/>
        </p:nvGrpSpPr>
        <p:grpSpPr>
          <a:xfrm rot="5400000" flipH="1">
            <a:off x="9345008" y="3601675"/>
            <a:ext cx="324106" cy="276532"/>
            <a:chOff x="1621155" y="831533"/>
            <a:chExt cx="226695" cy="224898"/>
          </a:xfrm>
        </p:grpSpPr>
        <p:cxnSp>
          <p:nvCxnSpPr>
            <p:cNvPr id="199" name="Straight Connector 198">
              <a:extLst>
                <a:ext uri="{FF2B5EF4-FFF2-40B4-BE49-F238E27FC236}">
                  <a16:creationId xmlns:a16="http://schemas.microsoft.com/office/drawing/2014/main" id="{6717C279-C864-BB63-32FA-9B0AB17018F9}"/>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91DCD326-E9B7-F123-DA0B-36BFEE59593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DD5F303F-5F60-BCA8-2C72-BBBF570B2A5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297071B-6274-E7A9-B274-63157D5A984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2D4B0388-6E03-26E8-FD22-C255E131ADB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74BA2CC0-A4AC-9ECA-A03A-34010EAF086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05" name="Group 204">
            <a:extLst>
              <a:ext uri="{FF2B5EF4-FFF2-40B4-BE49-F238E27FC236}">
                <a16:creationId xmlns:a16="http://schemas.microsoft.com/office/drawing/2014/main" id="{0DBF8A81-9CEB-7166-407F-85147298FB1B}"/>
              </a:ext>
            </a:extLst>
          </p:cNvPr>
          <p:cNvGrpSpPr/>
          <p:nvPr/>
        </p:nvGrpSpPr>
        <p:grpSpPr>
          <a:xfrm rot="5400000" flipH="1">
            <a:off x="9082098" y="3601675"/>
            <a:ext cx="324106" cy="276532"/>
            <a:chOff x="1621155" y="831533"/>
            <a:chExt cx="226695" cy="224898"/>
          </a:xfrm>
        </p:grpSpPr>
        <p:cxnSp>
          <p:nvCxnSpPr>
            <p:cNvPr id="206" name="Straight Connector 205">
              <a:extLst>
                <a:ext uri="{FF2B5EF4-FFF2-40B4-BE49-F238E27FC236}">
                  <a16:creationId xmlns:a16="http://schemas.microsoft.com/office/drawing/2014/main" id="{203F3411-FE48-8B5F-6444-1551F392E57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8A84F20B-139A-9E5B-29A5-16BE2559212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62A513CE-51CD-CD87-8707-88610AFB763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86E08607-B52E-E5D5-5428-FF3DA586E10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00D375EA-7FFB-9959-00BC-AFA05200E23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3D4CB2A4-F44E-7FC6-4118-A8EAA43B1DD3}"/>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83D31F30-A8F9-0A6A-F87F-F5DD943BF3C7}"/>
              </a:ext>
            </a:extLst>
          </p:cNvPr>
          <p:cNvGrpSpPr/>
          <p:nvPr/>
        </p:nvGrpSpPr>
        <p:grpSpPr>
          <a:xfrm rot="5400000" flipH="1">
            <a:off x="8819188" y="3601675"/>
            <a:ext cx="324106" cy="276532"/>
            <a:chOff x="1621155" y="831533"/>
            <a:chExt cx="226695" cy="224898"/>
          </a:xfrm>
        </p:grpSpPr>
        <p:cxnSp>
          <p:nvCxnSpPr>
            <p:cNvPr id="213" name="Straight Connector 212">
              <a:extLst>
                <a:ext uri="{FF2B5EF4-FFF2-40B4-BE49-F238E27FC236}">
                  <a16:creationId xmlns:a16="http://schemas.microsoft.com/office/drawing/2014/main" id="{F5BAE465-8C85-6586-A521-D6A4A7348DF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E47C3D01-95FB-BF7A-95B6-0D6359B4AA3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929975D5-1A2A-4DBA-CA1D-97A2E101C76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EF254719-0AEA-5850-DF0B-5C69C6342BB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36D745EB-4E6A-21A6-4B01-AB99612C467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2D9B847-BC0B-74DE-6D25-39525923158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19" name="Group 218">
            <a:extLst>
              <a:ext uri="{FF2B5EF4-FFF2-40B4-BE49-F238E27FC236}">
                <a16:creationId xmlns:a16="http://schemas.microsoft.com/office/drawing/2014/main" id="{BAA113A6-0A95-7AA4-3908-01EE9972FA38}"/>
              </a:ext>
            </a:extLst>
          </p:cNvPr>
          <p:cNvGrpSpPr/>
          <p:nvPr/>
        </p:nvGrpSpPr>
        <p:grpSpPr>
          <a:xfrm rot="5400000" flipH="1">
            <a:off x="10659557" y="3220373"/>
            <a:ext cx="324106" cy="276532"/>
            <a:chOff x="1621155" y="831533"/>
            <a:chExt cx="226695" cy="224898"/>
          </a:xfrm>
        </p:grpSpPr>
        <p:cxnSp>
          <p:nvCxnSpPr>
            <p:cNvPr id="220" name="Straight Connector 219">
              <a:extLst>
                <a:ext uri="{FF2B5EF4-FFF2-40B4-BE49-F238E27FC236}">
                  <a16:creationId xmlns:a16="http://schemas.microsoft.com/office/drawing/2014/main" id="{AE7EA66B-A43A-8A0A-832E-8921AF5EC22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AD1DFAA4-9448-A0CA-C7C2-D542DC4E438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A7AB97D2-105A-33B0-255F-6449D4F4AE2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7FFD75B8-7966-9D4E-B278-7FCF4C096FE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0AE35B0-24FF-CEFF-91FB-769E3AAB25B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7D56A4C6-E803-9289-25DB-C7845D3EF82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26" name="Group 225">
            <a:extLst>
              <a:ext uri="{FF2B5EF4-FFF2-40B4-BE49-F238E27FC236}">
                <a16:creationId xmlns:a16="http://schemas.microsoft.com/office/drawing/2014/main" id="{77DC871A-9C5E-F975-B59C-1F507F5254BB}"/>
              </a:ext>
            </a:extLst>
          </p:cNvPr>
          <p:cNvGrpSpPr/>
          <p:nvPr/>
        </p:nvGrpSpPr>
        <p:grpSpPr>
          <a:xfrm rot="5400000" flipH="1">
            <a:off x="10396647" y="3220373"/>
            <a:ext cx="324106" cy="276532"/>
            <a:chOff x="1621155" y="831533"/>
            <a:chExt cx="226695" cy="224898"/>
          </a:xfrm>
        </p:grpSpPr>
        <p:cxnSp>
          <p:nvCxnSpPr>
            <p:cNvPr id="227" name="Straight Connector 226">
              <a:extLst>
                <a:ext uri="{FF2B5EF4-FFF2-40B4-BE49-F238E27FC236}">
                  <a16:creationId xmlns:a16="http://schemas.microsoft.com/office/drawing/2014/main" id="{5B92493C-9C4C-504F-669A-24F18FFEF96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BB815DAF-09E9-E748-35BC-8BBF8A6B07C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17396223-1B1A-5F83-4178-D361DD312BC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AD56FE52-EFDD-1902-7D48-288ECADF87A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03210609-C73E-D55C-BEE7-9AD002D91FC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EA54CD5-A808-E544-6779-4D475AF1453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33" name="Group 232">
            <a:extLst>
              <a:ext uri="{FF2B5EF4-FFF2-40B4-BE49-F238E27FC236}">
                <a16:creationId xmlns:a16="http://schemas.microsoft.com/office/drawing/2014/main" id="{452408B9-02D0-D70D-CA2B-DF6F3DB3922F}"/>
              </a:ext>
            </a:extLst>
          </p:cNvPr>
          <p:cNvGrpSpPr/>
          <p:nvPr/>
        </p:nvGrpSpPr>
        <p:grpSpPr>
          <a:xfrm rot="5400000" flipH="1">
            <a:off x="10133737" y="3220373"/>
            <a:ext cx="324106" cy="276532"/>
            <a:chOff x="1621155" y="831533"/>
            <a:chExt cx="226695" cy="224898"/>
          </a:xfrm>
        </p:grpSpPr>
        <p:cxnSp>
          <p:nvCxnSpPr>
            <p:cNvPr id="234" name="Straight Connector 233">
              <a:extLst>
                <a:ext uri="{FF2B5EF4-FFF2-40B4-BE49-F238E27FC236}">
                  <a16:creationId xmlns:a16="http://schemas.microsoft.com/office/drawing/2014/main" id="{30A893EC-AB40-123C-52D3-7C4A5D8B587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127116D6-BA88-37F6-38C7-E98E6683D0E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71F33BBB-12ED-4687-C6DE-BC0C8CEAC71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86FF0BF-32AD-CC31-8193-6404B05A31E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0FA0355-1B0C-C2B3-854C-24DF7A8DA88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7C24A7FB-8B19-4C3D-B9BC-92933726285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0" name="Group 239">
            <a:extLst>
              <a:ext uri="{FF2B5EF4-FFF2-40B4-BE49-F238E27FC236}">
                <a16:creationId xmlns:a16="http://schemas.microsoft.com/office/drawing/2014/main" id="{E73D3059-C96D-BF18-82F2-74035523F4A7}"/>
              </a:ext>
            </a:extLst>
          </p:cNvPr>
          <p:cNvGrpSpPr/>
          <p:nvPr/>
        </p:nvGrpSpPr>
        <p:grpSpPr>
          <a:xfrm rot="5400000" flipH="1">
            <a:off x="9870827" y="3220373"/>
            <a:ext cx="324106" cy="276532"/>
            <a:chOff x="1621155" y="831533"/>
            <a:chExt cx="226695" cy="224898"/>
          </a:xfrm>
        </p:grpSpPr>
        <p:cxnSp>
          <p:nvCxnSpPr>
            <p:cNvPr id="241" name="Straight Connector 240">
              <a:extLst>
                <a:ext uri="{FF2B5EF4-FFF2-40B4-BE49-F238E27FC236}">
                  <a16:creationId xmlns:a16="http://schemas.microsoft.com/office/drawing/2014/main" id="{A89D0558-E7F4-8BEB-D773-B4D00305DAD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B24EE9F2-974C-8CCF-A083-337FB24FE58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535CAC8-AA4C-B0AB-8ED6-24679856025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04CB6337-FD3A-533E-70E9-49A9E2294CE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BE29033-D7F8-A56F-88F7-7F171E53C62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96409E06-D7DB-0AF1-5AE9-944A15EBEDC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47" name="Group 246">
            <a:extLst>
              <a:ext uri="{FF2B5EF4-FFF2-40B4-BE49-F238E27FC236}">
                <a16:creationId xmlns:a16="http://schemas.microsoft.com/office/drawing/2014/main" id="{E43DC1A7-1FD8-27C1-BFB7-E5133355EB94}"/>
              </a:ext>
            </a:extLst>
          </p:cNvPr>
          <p:cNvGrpSpPr/>
          <p:nvPr/>
        </p:nvGrpSpPr>
        <p:grpSpPr>
          <a:xfrm rot="5400000" flipH="1">
            <a:off x="9607917" y="3220373"/>
            <a:ext cx="324106" cy="276532"/>
            <a:chOff x="1621155" y="831533"/>
            <a:chExt cx="226695" cy="224898"/>
          </a:xfrm>
        </p:grpSpPr>
        <p:cxnSp>
          <p:nvCxnSpPr>
            <p:cNvPr id="248" name="Straight Connector 247">
              <a:extLst>
                <a:ext uri="{FF2B5EF4-FFF2-40B4-BE49-F238E27FC236}">
                  <a16:creationId xmlns:a16="http://schemas.microsoft.com/office/drawing/2014/main" id="{EF029348-3B9B-A0DF-F57F-EE6BE04E360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33B53CF7-5E82-864B-D37F-B5DE7A1DE23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16ACC95B-8639-7BB4-E8A4-0AA34CFADD2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F9AA5096-4A4F-75A5-F27A-888C8980BC5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72292D37-A852-7A1B-BCAF-DA5C1C2628D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A25680CC-CF03-CAEC-09E4-8C3FBCE2E73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54" name="Group 253">
            <a:extLst>
              <a:ext uri="{FF2B5EF4-FFF2-40B4-BE49-F238E27FC236}">
                <a16:creationId xmlns:a16="http://schemas.microsoft.com/office/drawing/2014/main" id="{ED6D3D36-E25F-C6E5-DA3E-66E52691E547}"/>
              </a:ext>
            </a:extLst>
          </p:cNvPr>
          <p:cNvGrpSpPr/>
          <p:nvPr/>
        </p:nvGrpSpPr>
        <p:grpSpPr>
          <a:xfrm rot="5400000" flipH="1">
            <a:off x="9345008" y="3220373"/>
            <a:ext cx="324106" cy="276532"/>
            <a:chOff x="1621155" y="831533"/>
            <a:chExt cx="226695" cy="224898"/>
          </a:xfrm>
        </p:grpSpPr>
        <p:cxnSp>
          <p:nvCxnSpPr>
            <p:cNvPr id="255" name="Straight Connector 254">
              <a:extLst>
                <a:ext uri="{FF2B5EF4-FFF2-40B4-BE49-F238E27FC236}">
                  <a16:creationId xmlns:a16="http://schemas.microsoft.com/office/drawing/2014/main" id="{5F3292C8-73A3-DA3E-324C-A60742D3FA1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1F0727D5-A634-5ECB-A228-2C0EA152BBAB}"/>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C86D6957-A704-16B7-4D68-10079E1B0B6A}"/>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CC2870F0-04FF-A85C-8F65-E183C70926F6}"/>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92F5422A-CFFC-2CB7-6426-8F7CDFA9F26A}"/>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C46E3DC5-7BC8-5739-A366-02180E014A0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80DA3AA4-1AEF-F2AA-76C7-4702682A8CA3}"/>
              </a:ext>
            </a:extLst>
          </p:cNvPr>
          <p:cNvGrpSpPr/>
          <p:nvPr/>
        </p:nvGrpSpPr>
        <p:grpSpPr>
          <a:xfrm rot="5400000" flipH="1">
            <a:off x="9082098" y="3220373"/>
            <a:ext cx="324106" cy="276532"/>
            <a:chOff x="1621155" y="831533"/>
            <a:chExt cx="226695" cy="224898"/>
          </a:xfrm>
        </p:grpSpPr>
        <p:cxnSp>
          <p:nvCxnSpPr>
            <p:cNvPr id="262" name="Straight Connector 261">
              <a:extLst>
                <a:ext uri="{FF2B5EF4-FFF2-40B4-BE49-F238E27FC236}">
                  <a16:creationId xmlns:a16="http://schemas.microsoft.com/office/drawing/2014/main" id="{50526C4D-8114-7E40-346E-63BDC72AE31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5DEC17FF-7EDF-450E-E142-B1A4C4C024C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291A1997-1F8A-E494-045F-46CEF4593BD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EBE16928-B061-907D-610B-2FB9B46B4EE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B23382D3-519B-7EDA-F407-EF5AB909B07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BDCDB0F0-EF46-9842-74BA-2745969AABC2}"/>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68" name="Group 267">
            <a:extLst>
              <a:ext uri="{FF2B5EF4-FFF2-40B4-BE49-F238E27FC236}">
                <a16:creationId xmlns:a16="http://schemas.microsoft.com/office/drawing/2014/main" id="{B5887A97-546C-B60C-CBF0-7093B552A416}"/>
              </a:ext>
            </a:extLst>
          </p:cNvPr>
          <p:cNvGrpSpPr/>
          <p:nvPr/>
        </p:nvGrpSpPr>
        <p:grpSpPr>
          <a:xfrm rot="5400000" flipH="1">
            <a:off x="8819188" y="3220373"/>
            <a:ext cx="324106" cy="276532"/>
            <a:chOff x="1621155" y="831533"/>
            <a:chExt cx="226695" cy="224898"/>
          </a:xfrm>
        </p:grpSpPr>
        <p:cxnSp>
          <p:nvCxnSpPr>
            <p:cNvPr id="269" name="Straight Connector 268">
              <a:extLst>
                <a:ext uri="{FF2B5EF4-FFF2-40B4-BE49-F238E27FC236}">
                  <a16:creationId xmlns:a16="http://schemas.microsoft.com/office/drawing/2014/main" id="{C00CF61B-DA82-5380-5C12-EFDCD3B0286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2D9A1C1E-BBC6-5D2C-FC62-54C4C911B9D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5019C797-1D4E-10BD-06D1-8380820AB97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B24E410D-61D8-C260-78DC-20A7B72C8A3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926210B-BE9E-786F-86D1-3A8AC6000FB6}"/>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FCF15569-FFC2-1D35-359C-FFFDEC5C47A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a16="http://schemas.microsoft.com/office/drawing/2014/main" id="{6AC2726E-AC69-1C10-48C4-DABCFC1A49BB}"/>
              </a:ext>
            </a:extLst>
          </p:cNvPr>
          <p:cNvGrpSpPr/>
          <p:nvPr/>
        </p:nvGrpSpPr>
        <p:grpSpPr>
          <a:xfrm rot="5400000" flipH="1">
            <a:off x="10659557" y="6174053"/>
            <a:ext cx="324106" cy="276532"/>
            <a:chOff x="1621155" y="831533"/>
            <a:chExt cx="226695" cy="224898"/>
          </a:xfrm>
        </p:grpSpPr>
        <p:cxnSp>
          <p:nvCxnSpPr>
            <p:cNvPr id="277" name="Straight Connector 276">
              <a:extLst>
                <a:ext uri="{FF2B5EF4-FFF2-40B4-BE49-F238E27FC236}">
                  <a16:creationId xmlns:a16="http://schemas.microsoft.com/office/drawing/2014/main" id="{134C4D9E-83F9-1762-C43C-79167956CB6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04D82A8A-AA26-C400-FBCF-EAC0DAA8DB66}"/>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FBA3139C-5C82-27E6-0694-BFF48A57C4D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401F6433-56CE-58ED-47CC-B46CB64FB76A}"/>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53A71CCE-3583-C320-FA0F-0386AB3BFED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FD161578-158D-C5A7-1723-2A7909F00DF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83" name="Group 282">
            <a:extLst>
              <a:ext uri="{FF2B5EF4-FFF2-40B4-BE49-F238E27FC236}">
                <a16:creationId xmlns:a16="http://schemas.microsoft.com/office/drawing/2014/main" id="{C4B9A1CE-8577-46C9-3C9F-A539A3768879}"/>
              </a:ext>
            </a:extLst>
          </p:cNvPr>
          <p:cNvGrpSpPr/>
          <p:nvPr/>
        </p:nvGrpSpPr>
        <p:grpSpPr>
          <a:xfrm rot="5400000" flipH="1">
            <a:off x="10396647" y="6174053"/>
            <a:ext cx="324106" cy="276532"/>
            <a:chOff x="1621155" y="831533"/>
            <a:chExt cx="226695" cy="224898"/>
          </a:xfrm>
        </p:grpSpPr>
        <p:cxnSp>
          <p:nvCxnSpPr>
            <p:cNvPr id="284" name="Straight Connector 283">
              <a:extLst>
                <a:ext uri="{FF2B5EF4-FFF2-40B4-BE49-F238E27FC236}">
                  <a16:creationId xmlns:a16="http://schemas.microsoft.com/office/drawing/2014/main" id="{403A09CB-1DB3-8B1E-0E72-ED36E3C3DF3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D5FAF7A9-3431-5A02-F604-DD3B96AEA891}"/>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626E30AC-0B61-D0B7-0079-A6134067407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6F9D1F48-FFE6-18D9-1818-4599644E89F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E60A52E6-965E-DF47-46BA-C51EE5CBF92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10AE8B06-2D15-6E51-4F1D-C91E36F6B55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0" name="Group 289">
            <a:extLst>
              <a:ext uri="{FF2B5EF4-FFF2-40B4-BE49-F238E27FC236}">
                <a16:creationId xmlns:a16="http://schemas.microsoft.com/office/drawing/2014/main" id="{4EEFFA22-F035-73DE-B6A6-3A33B85CD34A}"/>
              </a:ext>
            </a:extLst>
          </p:cNvPr>
          <p:cNvGrpSpPr/>
          <p:nvPr/>
        </p:nvGrpSpPr>
        <p:grpSpPr>
          <a:xfrm rot="5400000" flipH="1">
            <a:off x="10133737" y="6174053"/>
            <a:ext cx="324106" cy="276532"/>
            <a:chOff x="1621155" y="831533"/>
            <a:chExt cx="226695" cy="224898"/>
          </a:xfrm>
        </p:grpSpPr>
        <p:cxnSp>
          <p:nvCxnSpPr>
            <p:cNvPr id="291" name="Straight Connector 290">
              <a:extLst>
                <a:ext uri="{FF2B5EF4-FFF2-40B4-BE49-F238E27FC236}">
                  <a16:creationId xmlns:a16="http://schemas.microsoft.com/office/drawing/2014/main" id="{A8C9C8F4-933D-DD87-BC0A-661FF729FFF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469B14DA-CE6E-31CA-35F1-991582A091B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F862A40C-C208-3C4A-4819-1F0A5379062F}"/>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1DB9F6B-52BD-44C7-808D-EF321822125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86F13E28-559A-CD57-D0E5-0F25BC6D1AC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C48A1433-7E0A-BD9E-B413-B2EED559AAA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297" name="Group 296">
            <a:extLst>
              <a:ext uri="{FF2B5EF4-FFF2-40B4-BE49-F238E27FC236}">
                <a16:creationId xmlns:a16="http://schemas.microsoft.com/office/drawing/2014/main" id="{4DF4A2D6-D7B5-0231-4629-13F9C816E06D}"/>
              </a:ext>
            </a:extLst>
          </p:cNvPr>
          <p:cNvGrpSpPr/>
          <p:nvPr/>
        </p:nvGrpSpPr>
        <p:grpSpPr>
          <a:xfrm rot="5400000" flipH="1">
            <a:off x="9870827" y="6174053"/>
            <a:ext cx="324106" cy="276532"/>
            <a:chOff x="1621155" y="831533"/>
            <a:chExt cx="226695" cy="224898"/>
          </a:xfrm>
        </p:grpSpPr>
        <p:cxnSp>
          <p:nvCxnSpPr>
            <p:cNvPr id="298" name="Straight Connector 297">
              <a:extLst>
                <a:ext uri="{FF2B5EF4-FFF2-40B4-BE49-F238E27FC236}">
                  <a16:creationId xmlns:a16="http://schemas.microsoft.com/office/drawing/2014/main" id="{44604DAD-32E5-D563-C570-B40851B9A00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30398930-9045-500B-AF9B-3BB4DE506A9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6FFF0D40-B769-56C2-35DD-C5D95AE0D2D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AAB87AF8-82C3-5C43-E55D-CFF8F9E11825}"/>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4DFB5615-1084-90D3-F579-CC4CAEF78D41}"/>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C5081BFB-818C-2A17-E563-987003EB48F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04" name="Group 303">
            <a:extLst>
              <a:ext uri="{FF2B5EF4-FFF2-40B4-BE49-F238E27FC236}">
                <a16:creationId xmlns:a16="http://schemas.microsoft.com/office/drawing/2014/main" id="{A1C532E6-97E2-8E21-3031-9AE3AECEEB97}"/>
              </a:ext>
            </a:extLst>
          </p:cNvPr>
          <p:cNvGrpSpPr/>
          <p:nvPr/>
        </p:nvGrpSpPr>
        <p:grpSpPr>
          <a:xfrm rot="5400000" flipH="1">
            <a:off x="9607917" y="6174053"/>
            <a:ext cx="324106" cy="276532"/>
            <a:chOff x="1621155" y="831533"/>
            <a:chExt cx="226695" cy="224898"/>
          </a:xfrm>
        </p:grpSpPr>
        <p:cxnSp>
          <p:nvCxnSpPr>
            <p:cNvPr id="305" name="Straight Connector 304">
              <a:extLst>
                <a:ext uri="{FF2B5EF4-FFF2-40B4-BE49-F238E27FC236}">
                  <a16:creationId xmlns:a16="http://schemas.microsoft.com/office/drawing/2014/main" id="{B0994B69-0D5D-E459-8AAD-69A1D983FFA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3D4BCB0C-109F-0F8B-0BFC-11F3334615D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41B86522-A458-AB32-050B-B35E533FD08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9F5868D9-3A2D-047E-3B6C-54820C336FC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B525D47F-94A2-DD7D-3AF3-7F88BC0D8C6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E06F458C-E25D-84AD-B9F0-88568ECE06D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1" name="Group 310">
            <a:extLst>
              <a:ext uri="{FF2B5EF4-FFF2-40B4-BE49-F238E27FC236}">
                <a16:creationId xmlns:a16="http://schemas.microsoft.com/office/drawing/2014/main" id="{39A168C2-0656-B09C-A54E-582736735E38}"/>
              </a:ext>
            </a:extLst>
          </p:cNvPr>
          <p:cNvGrpSpPr/>
          <p:nvPr/>
        </p:nvGrpSpPr>
        <p:grpSpPr>
          <a:xfrm rot="5400000" flipH="1">
            <a:off x="9345008" y="6174053"/>
            <a:ext cx="324106" cy="276532"/>
            <a:chOff x="1621155" y="831533"/>
            <a:chExt cx="226695" cy="224898"/>
          </a:xfrm>
        </p:grpSpPr>
        <p:cxnSp>
          <p:nvCxnSpPr>
            <p:cNvPr id="312" name="Straight Connector 311">
              <a:extLst>
                <a:ext uri="{FF2B5EF4-FFF2-40B4-BE49-F238E27FC236}">
                  <a16:creationId xmlns:a16="http://schemas.microsoft.com/office/drawing/2014/main" id="{546828A1-5DA9-89B6-774D-72FADC1FC11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5DC26321-17C3-BBC6-E8A9-7AE29CC86BEA}"/>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B5DE7C47-428A-32D9-F5A0-A8D5AB5774F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B643276-6F7F-CAA5-A3C6-6B9A210087E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FC605532-E46C-284A-15CB-0EA580FE533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5DE8F396-6C21-57FB-AAE6-FEA0B924792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18" name="Group 317">
            <a:extLst>
              <a:ext uri="{FF2B5EF4-FFF2-40B4-BE49-F238E27FC236}">
                <a16:creationId xmlns:a16="http://schemas.microsoft.com/office/drawing/2014/main" id="{9A1AC18C-1E16-221A-8985-C53EFB0DACAE}"/>
              </a:ext>
            </a:extLst>
          </p:cNvPr>
          <p:cNvGrpSpPr/>
          <p:nvPr/>
        </p:nvGrpSpPr>
        <p:grpSpPr>
          <a:xfrm rot="5400000" flipH="1">
            <a:off x="9082098" y="6174053"/>
            <a:ext cx="324106" cy="276532"/>
            <a:chOff x="1621155" y="831533"/>
            <a:chExt cx="226695" cy="224898"/>
          </a:xfrm>
        </p:grpSpPr>
        <p:cxnSp>
          <p:nvCxnSpPr>
            <p:cNvPr id="319" name="Straight Connector 318">
              <a:extLst>
                <a:ext uri="{FF2B5EF4-FFF2-40B4-BE49-F238E27FC236}">
                  <a16:creationId xmlns:a16="http://schemas.microsoft.com/office/drawing/2014/main" id="{36D5D638-AA20-7856-2BBC-8A8E3195C0C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C4781DA5-28B7-81A8-6DB9-90BF5D59BAEF}"/>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64097DD9-467D-9BE9-0FC0-D4C5742FA52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109B59DD-B4E4-F234-005E-9AD8E54E205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AA8ABE4C-DCE9-D39E-E791-C42111D97A9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1A258A44-7D7F-DF16-467D-BC17F8DA361B}"/>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25" name="Group 324">
            <a:extLst>
              <a:ext uri="{FF2B5EF4-FFF2-40B4-BE49-F238E27FC236}">
                <a16:creationId xmlns:a16="http://schemas.microsoft.com/office/drawing/2014/main" id="{685360A1-A409-6BA9-7C02-AC3856884AC6}"/>
              </a:ext>
            </a:extLst>
          </p:cNvPr>
          <p:cNvGrpSpPr/>
          <p:nvPr/>
        </p:nvGrpSpPr>
        <p:grpSpPr>
          <a:xfrm rot="5400000" flipH="1">
            <a:off x="8819188" y="6174053"/>
            <a:ext cx="324106" cy="276532"/>
            <a:chOff x="1621155" y="831533"/>
            <a:chExt cx="226695" cy="224898"/>
          </a:xfrm>
        </p:grpSpPr>
        <p:cxnSp>
          <p:nvCxnSpPr>
            <p:cNvPr id="326" name="Straight Connector 325">
              <a:extLst>
                <a:ext uri="{FF2B5EF4-FFF2-40B4-BE49-F238E27FC236}">
                  <a16:creationId xmlns:a16="http://schemas.microsoft.com/office/drawing/2014/main" id="{63A53825-9008-913B-CCA5-51C5D774047A}"/>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0601B400-A829-73B4-1A9A-F95E663BE84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6B08D0E5-A8A9-7327-1460-77D6BEEA10F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C9247B9D-43B9-6E56-F681-FB130EE6872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C6ADA8A1-BD63-90F1-384C-057E29A47AA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AF097B16-F41F-5552-2601-D4594EBF48F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2" name="Group 331">
            <a:extLst>
              <a:ext uri="{FF2B5EF4-FFF2-40B4-BE49-F238E27FC236}">
                <a16:creationId xmlns:a16="http://schemas.microsoft.com/office/drawing/2014/main" id="{446CB68F-F3FD-78A0-46FD-84C622531C37}"/>
              </a:ext>
            </a:extLst>
          </p:cNvPr>
          <p:cNvGrpSpPr/>
          <p:nvPr/>
        </p:nvGrpSpPr>
        <p:grpSpPr>
          <a:xfrm rot="5400000" flipH="1">
            <a:off x="10659557" y="5792751"/>
            <a:ext cx="324106" cy="276532"/>
            <a:chOff x="1621155" y="831533"/>
            <a:chExt cx="226695" cy="224898"/>
          </a:xfrm>
        </p:grpSpPr>
        <p:cxnSp>
          <p:nvCxnSpPr>
            <p:cNvPr id="333" name="Straight Connector 332">
              <a:extLst>
                <a:ext uri="{FF2B5EF4-FFF2-40B4-BE49-F238E27FC236}">
                  <a16:creationId xmlns:a16="http://schemas.microsoft.com/office/drawing/2014/main" id="{C1CFA6EF-CBA5-CF19-7ABB-485543A521C6}"/>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C6B96836-217C-0863-AF8A-2FD27B4BC0E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A9483FEA-9847-961A-60ED-D4C7E70C2C5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CEB1A41B-93BB-D444-5BC1-C7B566C6888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C030F8F7-8470-4B30-2FEE-3B186A8A6E7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F2D64B2D-3768-D4B5-DC4C-1286BCFAFA4F}"/>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39" name="Group 338">
            <a:extLst>
              <a:ext uri="{FF2B5EF4-FFF2-40B4-BE49-F238E27FC236}">
                <a16:creationId xmlns:a16="http://schemas.microsoft.com/office/drawing/2014/main" id="{62A04E8B-07E9-E1EB-30F7-9A8EADFBB388}"/>
              </a:ext>
            </a:extLst>
          </p:cNvPr>
          <p:cNvGrpSpPr/>
          <p:nvPr/>
        </p:nvGrpSpPr>
        <p:grpSpPr>
          <a:xfrm rot="5400000" flipH="1">
            <a:off x="10396647" y="5792751"/>
            <a:ext cx="324106" cy="276532"/>
            <a:chOff x="1621155" y="831533"/>
            <a:chExt cx="226695" cy="224898"/>
          </a:xfrm>
        </p:grpSpPr>
        <p:cxnSp>
          <p:nvCxnSpPr>
            <p:cNvPr id="340" name="Straight Connector 339">
              <a:extLst>
                <a:ext uri="{FF2B5EF4-FFF2-40B4-BE49-F238E27FC236}">
                  <a16:creationId xmlns:a16="http://schemas.microsoft.com/office/drawing/2014/main" id="{2B06856E-BD2C-1096-8FCE-04FF2314FCE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68EC42E6-E4B2-6FB5-C909-36C48F9B96E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038BC6CE-0216-BEF0-284E-73DADE0E10C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C8B1D214-58B5-D9D0-D724-595ADBE4C40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E6BA1AE6-3963-867E-00E3-E918BB5F5D9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83D7B7F7-68FF-ABBF-E470-267AA5C9B5F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46" name="Group 345">
            <a:extLst>
              <a:ext uri="{FF2B5EF4-FFF2-40B4-BE49-F238E27FC236}">
                <a16:creationId xmlns:a16="http://schemas.microsoft.com/office/drawing/2014/main" id="{78BF4101-2D95-C077-6E88-BC1986E8A9F8}"/>
              </a:ext>
            </a:extLst>
          </p:cNvPr>
          <p:cNvGrpSpPr/>
          <p:nvPr/>
        </p:nvGrpSpPr>
        <p:grpSpPr>
          <a:xfrm rot="5400000" flipH="1">
            <a:off x="10133737" y="5792751"/>
            <a:ext cx="324106" cy="276532"/>
            <a:chOff x="1621155" y="831533"/>
            <a:chExt cx="226695" cy="224898"/>
          </a:xfrm>
        </p:grpSpPr>
        <p:cxnSp>
          <p:nvCxnSpPr>
            <p:cNvPr id="347" name="Straight Connector 346">
              <a:extLst>
                <a:ext uri="{FF2B5EF4-FFF2-40B4-BE49-F238E27FC236}">
                  <a16:creationId xmlns:a16="http://schemas.microsoft.com/office/drawing/2014/main" id="{DEA2F285-7E77-ECCB-8BDF-F412A4CA5C4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CD668E91-1698-9AA1-1E63-0165352194F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55680C33-A532-6079-0C87-6FB38969F53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CA40ED91-FDAE-3272-0F9D-00B04C057D29}"/>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753A6698-F447-3D21-22D8-C0BB2377ADB7}"/>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4AC17F2F-C996-C41C-402D-1ADD2DE94D00}"/>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53" name="Group 352">
            <a:extLst>
              <a:ext uri="{FF2B5EF4-FFF2-40B4-BE49-F238E27FC236}">
                <a16:creationId xmlns:a16="http://schemas.microsoft.com/office/drawing/2014/main" id="{82978993-260B-1FBE-5F2F-BB97B57145DC}"/>
              </a:ext>
            </a:extLst>
          </p:cNvPr>
          <p:cNvGrpSpPr/>
          <p:nvPr/>
        </p:nvGrpSpPr>
        <p:grpSpPr>
          <a:xfrm rot="5400000" flipH="1">
            <a:off x="9870827" y="5792751"/>
            <a:ext cx="324106" cy="276532"/>
            <a:chOff x="1621155" y="831533"/>
            <a:chExt cx="226695" cy="224898"/>
          </a:xfrm>
        </p:grpSpPr>
        <p:cxnSp>
          <p:nvCxnSpPr>
            <p:cNvPr id="354" name="Straight Connector 353">
              <a:extLst>
                <a:ext uri="{FF2B5EF4-FFF2-40B4-BE49-F238E27FC236}">
                  <a16:creationId xmlns:a16="http://schemas.microsoft.com/office/drawing/2014/main" id="{9367C0F6-2E2A-50E1-538F-3CACAF2F0C2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C2CE8D5C-0986-DF41-98E2-CD97DC21855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658E568E-F25E-20B6-9D0A-2E5AF9E4915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EC6D9075-401B-6A3F-29F7-D957A822CE7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1AC5C95F-AA31-D8F9-DF26-45EF8706C2F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62EFC4B8-1207-89DC-E546-7BAB3E8946B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0" name="Group 359">
            <a:extLst>
              <a:ext uri="{FF2B5EF4-FFF2-40B4-BE49-F238E27FC236}">
                <a16:creationId xmlns:a16="http://schemas.microsoft.com/office/drawing/2014/main" id="{A9F68F3C-D528-A4E5-5471-C9FB54F577C5}"/>
              </a:ext>
            </a:extLst>
          </p:cNvPr>
          <p:cNvGrpSpPr/>
          <p:nvPr/>
        </p:nvGrpSpPr>
        <p:grpSpPr>
          <a:xfrm rot="5400000" flipH="1">
            <a:off x="9607917" y="5792751"/>
            <a:ext cx="324106" cy="276532"/>
            <a:chOff x="1621155" y="831533"/>
            <a:chExt cx="226695" cy="224898"/>
          </a:xfrm>
        </p:grpSpPr>
        <p:cxnSp>
          <p:nvCxnSpPr>
            <p:cNvPr id="361" name="Straight Connector 360">
              <a:extLst>
                <a:ext uri="{FF2B5EF4-FFF2-40B4-BE49-F238E27FC236}">
                  <a16:creationId xmlns:a16="http://schemas.microsoft.com/office/drawing/2014/main" id="{9E58B4B9-433F-EBB9-65AC-2A00EB833F6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B54BB2AB-792F-97F4-F1A2-8B577F6337AC}"/>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1361ED8B-317A-F9BC-1218-BEA0F260CC2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A546768A-CBD0-EDE6-EE96-C40FAEFD4BF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0E151DAD-04F9-DDAC-4F2A-FD1CA0DF42A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40ED97D0-8CEF-B186-603B-79077513FAC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67" name="Group 366">
            <a:extLst>
              <a:ext uri="{FF2B5EF4-FFF2-40B4-BE49-F238E27FC236}">
                <a16:creationId xmlns:a16="http://schemas.microsoft.com/office/drawing/2014/main" id="{93294A59-9DCC-A67B-B107-1F4CB385F4FB}"/>
              </a:ext>
            </a:extLst>
          </p:cNvPr>
          <p:cNvGrpSpPr/>
          <p:nvPr/>
        </p:nvGrpSpPr>
        <p:grpSpPr>
          <a:xfrm rot="5400000" flipH="1">
            <a:off x="9345008" y="5792751"/>
            <a:ext cx="324106" cy="276532"/>
            <a:chOff x="1621155" y="831533"/>
            <a:chExt cx="226695" cy="224898"/>
          </a:xfrm>
        </p:grpSpPr>
        <p:cxnSp>
          <p:nvCxnSpPr>
            <p:cNvPr id="368" name="Straight Connector 367">
              <a:extLst>
                <a:ext uri="{FF2B5EF4-FFF2-40B4-BE49-F238E27FC236}">
                  <a16:creationId xmlns:a16="http://schemas.microsoft.com/office/drawing/2014/main" id="{1CBCCB2F-E485-DD2F-8D48-74140A8C5B23}"/>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4B89DBDC-AF4D-EAC9-2975-CD3D225124A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375DB55E-2BA5-7668-CEEB-7D72E0D8A4A4}"/>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CD3F362B-4B3A-BD6B-660A-0E1D0BB3CA9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C5F9AE84-BD2F-0F63-BC76-F274ED7964F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DD50E761-6BC9-D44E-B49A-9B7DD6C5B73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74" name="Group 373">
            <a:extLst>
              <a:ext uri="{FF2B5EF4-FFF2-40B4-BE49-F238E27FC236}">
                <a16:creationId xmlns:a16="http://schemas.microsoft.com/office/drawing/2014/main" id="{A6699D35-164F-F541-17FF-A6EE2CB08F3D}"/>
              </a:ext>
            </a:extLst>
          </p:cNvPr>
          <p:cNvGrpSpPr/>
          <p:nvPr/>
        </p:nvGrpSpPr>
        <p:grpSpPr>
          <a:xfrm rot="5400000" flipH="1">
            <a:off x="9082098" y="5792751"/>
            <a:ext cx="324106" cy="276532"/>
            <a:chOff x="1621155" y="831533"/>
            <a:chExt cx="226695" cy="224898"/>
          </a:xfrm>
        </p:grpSpPr>
        <p:cxnSp>
          <p:nvCxnSpPr>
            <p:cNvPr id="375" name="Straight Connector 374">
              <a:extLst>
                <a:ext uri="{FF2B5EF4-FFF2-40B4-BE49-F238E27FC236}">
                  <a16:creationId xmlns:a16="http://schemas.microsoft.com/office/drawing/2014/main" id="{77AF235F-9BFF-EE14-0E3C-BEDA19BE1087}"/>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9D985547-6EA4-4E17-F2BD-5A25FB322A1E}"/>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7B08BDBB-A45A-6BBC-DFAA-76A9E29B28B9}"/>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522F1AE8-7AF6-2CC0-4051-37DCB8F44AD0}"/>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3B8A946E-AD99-8FF6-B66C-4FEC0B4FDA2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C53BD168-9950-A341-A7B6-2A1C21A61B3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1" name="Group 380">
            <a:extLst>
              <a:ext uri="{FF2B5EF4-FFF2-40B4-BE49-F238E27FC236}">
                <a16:creationId xmlns:a16="http://schemas.microsoft.com/office/drawing/2014/main" id="{151C9918-870B-BEF9-1AB5-7B545B264824}"/>
              </a:ext>
            </a:extLst>
          </p:cNvPr>
          <p:cNvGrpSpPr/>
          <p:nvPr/>
        </p:nvGrpSpPr>
        <p:grpSpPr>
          <a:xfrm rot="5400000" flipH="1">
            <a:off x="8819188" y="5792751"/>
            <a:ext cx="324106" cy="276532"/>
            <a:chOff x="1621155" y="831533"/>
            <a:chExt cx="226695" cy="224898"/>
          </a:xfrm>
        </p:grpSpPr>
        <p:cxnSp>
          <p:nvCxnSpPr>
            <p:cNvPr id="382" name="Straight Connector 381">
              <a:extLst>
                <a:ext uri="{FF2B5EF4-FFF2-40B4-BE49-F238E27FC236}">
                  <a16:creationId xmlns:a16="http://schemas.microsoft.com/office/drawing/2014/main" id="{B81C542D-BF30-013B-1232-C4D85A30AE4B}"/>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FB771F8D-F2D8-C872-3A8B-EA4D3B935C5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8074E6B9-9470-F4E1-BB01-C9FC3090FC8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BBE5AE32-D057-4A15-B543-C578FAEBD84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1405B6F4-3F9E-9138-0019-8FAF3CBD2A50}"/>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DF5E912F-71B4-6B98-8B8A-C4314C3418BE}"/>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88" name="Group 387">
            <a:extLst>
              <a:ext uri="{FF2B5EF4-FFF2-40B4-BE49-F238E27FC236}">
                <a16:creationId xmlns:a16="http://schemas.microsoft.com/office/drawing/2014/main" id="{42D8078E-D779-B4A4-8850-46387A6D1232}"/>
              </a:ext>
            </a:extLst>
          </p:cNvPr>
          <p:cNvGrpSpPr/>
          <p:nvPr/>
        </p:nvGrpSpPr>
        <p:grpSpPr>
          <a:xfrm rot="5400000" flipH="1">
            <a:off x="10659557" y="5320009"/>
            <a:ext cx="324106" cy="276532"/>
            <a:chOff x="1621155" y="831533"/>
            <a:chExt cx="226695" cy="224898"/>
          </a:xfrm>
        </p:grpSpPr>
        <p:cxnSp>
          <p:nvCxnSpPr>
            <p:cNvPr id="389" name="Straight Connector 388">
              <a:extLst>
                <a:ext uri="{FF2B5EF4-FFF2-40B4-BE49-F238E27FC236}">
                  <a16:creationId xmlns:a16="http://schemas.microsoft.com/office/drawing/2014/main" id="{6FEE25CB-ACC0-B5DC-4684-84E15D790A2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70310D03-4192-8E33-CF99-DA9EA841F01D}"/>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F5606221-00ED-1ADE-D17C-959A56B4E725}"/>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8B24DE2A-D5EA-78BD-98E8-542E66B2D747}"/>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50D9716B-8E9C-5759-08CC-F8DD9C93B8A4}"/>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BF49560B-0C66-285E-7DC1-52C34E0296A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395" name="Group 394">
            <a:extLst>
              <a:ext uri="{FF2B5EF4-FFF2-40B4-BE49-F238E27FC236}">
                <a16:creationId xmlns:a16="http://schemas.microsoft.com/office/drawing/2014/main" id="{DB35889B-027A-009C-F1A8-5DF9158AA6F4}"/>
              </a:ext>
            </a:extLst>
          </p:cNvPr>
          <p:cNvGrpSpPr/>
          <p:nvPr/>
        </p:nvGrpSpPr>
        <p:grpSpPr>
          <a:xfrm rot="5400000" flipH="1">
            <a:off x="10396647" y="5320009"/>
            <a:ext cx="324106" cy="276532"/>
            <a:chOff x="1621155" y="831533"/>
            <a:chExt cx="226695" cy="224898"/>
          </a:xfrm>
        </p:grpSpPr>
        <p:cxnSp>
          <p:nvCxnSpPr>
            <p:cNvPr id="396" name="Straight Connector 395">
              <a:extLst>
                <a:ext uri="{FF2B5EF4-FFF2-40B4-BE49-F238E27FC236}">
                  <a16:creationId xmlns:a16="http://schemas.microsoft.com/office/drawing/2014/main" id="{1B5CDDBB-084E-913A-7365-225D42C4F9DD}"/>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8037A82C-EB84-A2FA-C299-36770954CBE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D3BE5B61-1E84-A5DB-9270-B71248436A1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1074D124-641C-1016-AB1F-C9B3F5EA6AA3}"/>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47A35A8C-1FDD-BF68-F3F1-4530F722AAC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C58C0141-6A40-C8CD-55CB-0EFBB0E78A45}"/>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2" name="Group 401">
            <a:extLst>
              <a:ext uri="{FF2B5EF4-FFF2-40B4-BE49-F238E27FC236}">
                <a16:creationId xmlns:a16="http://schemas.microsoft.com/office/drawing/2014/main" id="{3F6A75E7-3204-DBEA-4849-733483C0F537}"/>
              </a:ext>
            </a:extLst>
          </p:cNvPr>
          <p:cNvGrpSpPr/>
          <p:nvPr/>
        </p:nvGrpSpPr>
        <p:grpSpPr>
          <a:xfrm rot="5400000" flipH="1">
            <a:off x="10133737" y="5320009"/>
            <a:ext cx="324106" cy="276532"/>
            <a:chOff x="1621155" y="831533"/>
            <a:chExt cx="226695" cy="224898"/>
          </a:xfrm>
        </p:grpSpPr>
        <p:cxnSp>
          <p:nvCxnSpPr>
            <p:cNvPr id="403" name="Straight Connector 402">
              <a:extLst>
                <a:ext uri="{FF2B5EF4-FFF2-40B4-BE49-F238E27FC236}">
                  <a16:creationId xmlns:a16="http://schemas.microsoft.com/office/drawing/2014/main" id="{D0247140-4A80-CF22-E2ED-BD90B56A14A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7ACAA831-12B3-6003-3927-1AFA71E791F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6674CDB7-0521-A095-9D45-A6834DC857C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8D2B8B3E-B59D-A059-834B-F1AD37DA401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6463AB8B-8B41-D3E3-FAB7-451B2947F31B}"/>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971832A3-4534-C37C-8F50-65EB21D47EDA}"/>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09" name="Group 408">
            <a:extLst>
              <a:ext uri="{FF2B5EF4-FFF2-40B4-BE49-F238E27FC236}">
                <a16:creationId xmlns:a16="http://schemas.microsoft.com/office/drawing/2014/main" id="{E269A058-EB6C-F5A6-BDAF-98A99B8F4C3A}"/>
              </a:ext>
            </a:extLst>
          </p:cNvPr>
          <p:cNvGrpSpPr/>
          <p:nvPr/>
        </p:nvGrpSpPr>
        <p:grpSpPr>
          <a:xfrm rot="5400000" flipH="1">
            <a:off x="9870827" y="5320009"/>
            <a:ext cx="324106" cy="276532"/>
            <a:chOff x="1621155" y="831533"/>
            <a:chExt cx="226695" cy="224898"/>
          </a:xfrm>
        </p:grpSpPr>
        <p:cxnSp>
          <p:nvCxnSpPr>
            <p:cNvPr id="410" name="Straight Connector 409">
              <a:extLst>
                <a:ext uri="{FF2B5EF4-FFF2-40B4-BE49-F238E27FC236}">
                  <a16:creationId xmlns:a16="http://schemas.microsoft.com/office/drawing/2014/main" id="{B9C7CB0F-D7B0-3E63-1021-C3D87E92D385}"/>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B2347052-0747-8A99-1B86-91EDADD20AB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91FC266B-0069-3FEA-1FF1-77F28D7DB9D2}"/>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A7B02CD9-98A6-06DA-14E3-753DF08F8E8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4A3E5408-8A71-E8B5-6500-482487495B8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C3C75B28-7970-F2D4-7BE6-13CE7662084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16" name="Group 415">
            <a:extLst>
              <a:ext uri="{FF2B5EF4-FFF2-40B4-BE49-F238E27FC236}">
                <a16:creationId xmlns:a16="http://schemas.microsoft.com/office/drawing/2014/main" id="{0FC68E4B-CD77-3A3D-12C1-016E8B36C47C}"/>
              </a:ext>
            </a:extLst>
          </p:cNvPr>
          <p:cNvGrpSpPr/>
          <p:nvPr/>
        </p:nvGrpSpPr>
        <p:grpSpPr>
          <a:xfrm rot="5400000" flipH="1">
            <a:off x="9607917" y="5320009"/>
            <a:ext cx="324106" cy="276532"/>
            <a:chOff x="1621155" y="831533"/>
            <a:chExt cx="226695" cy="224898"/>
          </a:xfrm>
        </p:grpSpPr>
        <p:cxnSp>
          <p:nvCxnSpPr>
            <p:cNvPr id="417" name="Straight Connector 416">
              <a:extLst>
                <a:ext uri="{FF2B5EF4-FFF2-40B4-BE49-F238E27FC236}">
                  <a16:creationId xmlns:a16="http://schemas.microsoft.com/office/drawing/2014/main" id="{C20E3056-0C93-E5D5-908B-8710700E42B4}"/>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404293D4-0D1A-DCB6-67E8-A59FAB15C08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6FA61EA8-09D1-73F0-A796-317DBC552A4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79B51A6C-0C6A-5E59-3D9B-7C7384261B38}"/>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4C86674D-DA77-1AAB-E95D-8D1F1DB67AED}"/>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CE08552A-663C-02E3-5005-C00CAEC57577}"/>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23" name="Group 422">
            <a:extLst>
              <a:ext uri="{FF2B5EF4-FFF2-40B4-BE49-F238E27FC236}">
                <a16:creationId xmlns:a16="http://schemas.microsoft.com/office/drawing/2014/main" id="{434B9406-6363-6FDC-58BE-D27ABB4E1433}"/>
              </a:ext>
            </a:extLst>
          </p:cNvPr>
          <p:cNvGrpSpPr/>
          <p:nvPr/>
        </p:nvGrpSpPr>
        <p:grpSpPr>
          <a:xfrm rot="5400000" flipH="1">
            <a:off x="9345008" y="5320009"/>
            <a:ext cx="324106" cy="276532"/>
            <a:chOff x="1621155" y="831533"/>
            <a:chExt cx="226695" cy="224898"/>
          </a:xfrm>
        </p:grpSpPr>
        <p:cxnSp>
          <p:nvCxnSpPr>
            <p:cNvPr id="424" name="Straight Connector 423">
              <a:extLst>
                <a:ext uri="{FF2B5EF4-FFF2-40B4-BE49-F238E27FC236}">
                  <a16:creationId xmlns:a16="http://schemas.microsoft.com/office/drawing/2014/main" id="{F55C32AC-6EAE-43DF-A6A9-8600A143047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A0AFE96B-B58F-A3DD-185F-900AB0B07CE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A83B3528-4025-A863-187E-C98B63674F08}"/>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DED4CD7E-1540-182A-6FDF-A075D8F5FD8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ECB260D7-97B6-E5B5-EE32-2DFFA0A3EBD8}"/>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A0F88ED1-A57B-EB92-16D5-DD0BE06DDCB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0" name="Group 429">
            <a:extLst>
              <a:ext uri="{FF2B5EF4-FFF2-40B4-BE49-F238E27FC236}">
                <a16:creationId xmlns:a16="http://schemas.microsoft.com/office/drawing/2014/main" id="{59770589-B700-008B-8591-D409A6F3905F}"/>
              </a:ext>
            </a:extLst>
          </p:cNvPr>
          <p:cNvGrpSpPr/>
          <p:nvPr/>
        </p:nvGrpSpPr>
        <p:grpSpPr>
          <a:xfrm rot="5400000" flipH="1">
            <a:off x="9082098" y="5320009"/>
            <a:ext cx="324106" cy="276532"/>
            <a:chOff x="1621155" y="831533"/>
            <a:chExt cx="226695" cy="224898"/>
          </a:xfrm>
        </p:grpSpPr>
        <p:cxnSp>
          <p:nvCxnSpPr>
            <p:cNvPr id="431" name="Straight Connector 430">
              <a:extLst>
                <a:ext uri="{FF2B5EF4-FFF2-40B4-BE49-F238E27FC236}">
                  <a16:creationId xmlns:a16="http://schemas.microsoft.com/office/drawing/2014/main" id="{E690355C-D068-A0ED-7E51-6CFF200E0CF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00777BDC-7A8F-255E-5530-D4D6C9C1CDD5}"/>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8A73E50-7F2D-E850-7F03-0E92D6A650F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7D06D378-1D9E-88E9-1E54-1A7086272E42}"/>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63480AF8-5407-801D-B438-B6AD332EBC49}"/>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B2B39DF0-9E03-8FAF-7A6C-0F2DC544183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37" name="Group 436">
            <a:extLst>
              <a:ext uri="{FF2B5EF4-FFF2-40B4-BE49-F238E27FC236}">
                <a16:creationId xmlns:a16="http://schemas.microsoft.com/office/drawing/2014/main" id="{D983878D-FECF-958D-98AE-B9109382AC53}"/>
              </a:ext>
            </a:extLst>
          </p:cNvPr>
          <p:cNvGrpSpPr/>
          <p:nvPr/>
        </p:nvGrpSpPr>
        <p:grpSpPr>
          <a:xfrm rot="5400000" flipH="1">
            <a:off x="8819188" y="5320009"/>
            <a:ext cx="324106" cy="276532"/>
            <a:chOff x="1621155" y="831533"/>
            <a:chExt cx="226695" cy="224898"/>
          </a:xfrm>
        </p:grpSpPr>
        <p:cxnSp>
          <p:nvCxnSpPr>
            <p:cNvPr id="438" name="Straight Connector 437">
              <a:extLst>
                <a:ext uri="{FF2B5EF4-FFF2-40B4-BE49-F238E27FC236}">
                  <a16:creationId xmlns:a16="http://schemas.microsoft.com/office/drawing/2014/main" id="{DFECD0E4-14E9-6FBE-84A5-0A8B0BD49AA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D2C0597F-E33C-ACD0-7BB1-6C1753E8E3E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3FA7F2EA-C941-2E74-A346-42AA1DFAA35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0011F060-A79E-17EC-BD67-F3C3194274D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393693F0-9E10-1C23-AF4A-8CE34F2415A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5E72B69F-9290-52C6-8D42-34043FC9BB2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44" name="Group 443">
            <a:extLst>
              <a:ext uri="{FF2B5EF4-FFF2-40B4-BE49-F238E27FC236}">
                <a16:creationId xmlns:a16="http://schemas.microsoft.com/office/drawing/2014/main" id="{36759207-C92B-BBC4-2458-3FDC8F3BB66B}"/>
              </a:ext>
            </a:extLst>
          </p:cNvPr>
          <p:cNvGrpSpPr/>
          <p:nvPr/>
        </p:nvGrpSpPr>
        <p:grpSpPr>
          <a:xfrm rot="5400000" flipH="1">
            <a:off x="10659557" y="4938707"/>
            <a:ext cx="324106" cy="276532"/>
            <a:chOff x="1621155" y="831533"/>
            <a:chExt cx="226695" cy="224898"/>
          </a:xfrm>
        </p:grpSpPr>
        <p:cxnSp>
          <p:nvCxnSpPr>
            <p:cNvPr id="445" name="Straight Connector 444">
              <a:extLst>
                <a:ext uri="{FF2B5EF4-FFF2-40B4-BE49-F238E27FC236}">
                  <a16:creationId xmlns:a16="http://schemas.microsoft.com/office/drawing/2014/main" id="{A31F5513-2B61-82AA-DB8F-54B49A9B37BC}"/>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A1C7CAB4-73CD-117E-B60A-36E485A5584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857F3840-A82A-3E0C-B531-8656292DF3A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65D838C7-AA11-7D3D-7870-C466170DA4F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D77D5FDC-1CB3-069E-6A29-30D329105D0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6581FD1A-0390-2330-3FDC-7F1F17ED3C1D}"/>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1" name="Group 450">
            <a:extLst>
              <a:ext uri="{FF2B5EF4-FFF2-40B4-BE49-F238E27FC236}">
                <a16:creationId xmlns:a16="http://schemas.microsoft.com/office/drawing/2014/main" id="{44E7D9C9-2D5E-9567-7C12-A1560979D31B}"/>
              </a:ext>
            </a:extLst>
          </p:cNvPr>
          <p:cNvGrpSpPr/>
          <p:nvPr/>
        </p:nvGrpSpPr>
        <p:grpSpPr>
          <a:xfrm rot="5400000" flipH="1">
            <a:off x="10396647" y="4938707"/>
            <a:ext cx="324106" cy="276532"/>
            <a:chOff x="1621155" y="831533"/>
            <a:chExt cx="226695" cy="224898"/>
          </a:xfrm>
        </p:grpSpPr>
        <p:cxnSp>
          <p:nvCxnSpPr>
            <p:cNvPr id="452" name="Straight Connector 451">
              <a:extLst>
                <a:ext uri="{FF2B5EF4-FFF2-40B4-BE49-F238E27FC236}">
                  <a16:creationId xmlns:a16="http://schemas.microsoft.com/office/drawing/2014/main" id="{847E1311-F27B-95A8-A9A1-2A2D19681BE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26F7BF35-C566-48FE-916F-27EC3D53EA5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5FB63918-674F-492B-1DD5-CA01AF3A9756}"/>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id="{59C649B7-BA4A-92BB-FB66-DDF9466BFC3B}"/>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066F1E27-0A7F-E15F-C6A6-26828A050EAE}"/>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480A4CF1-1C53-A7AF-E87D-7316FBEC7128}"/>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58" name="Group 457">
            <a:extLst>
              <a:ext uri="{FF2B5EF4-FFF2-40B4-BE49-F238E27FC236}">
                <a16:creationId xmlns:a16="http://schemas.microsoft.com/office/drawing/2014/main" id="{3B791310-A54E-B0B6-F8F9-FF3CE0447A86}"/>
              </a:ext>
            </a:extLst>
          </p:cNvPr>
          <p:cNvGrpSpPr/>
          <p:nvPr/>
        </p:nvGrpSpPr>
        <p:grpSpPr>
          <a:xfrm rot="5400000" flipH="1">
            <a:off x="10133737" y="4938707"/>
            <a:ext cx="324106" cy="276532"/>
            <a:chOff x="1621155" y="831533"/>
            <a:chExt cx="226695" cy="224898"/>
          </a:xfrm>
        </p:grpSpPr>
        <p:cxnSp>
          <p:nvCxnSpPr>
            <p:cNvPr id="459" name="Straight Connector 458">
              <a:extLst>
                <a:ext uri="{FF2B5EF4-FFF2-40B4-BE49-F238E27FC236}">
                  <a16:creationId xmlns:a16="http://schemas.microsoft.com/office/drawing/2014/main" id="{8C6564C4-573A-172F-66FB-C778C41A5F00}"/>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CDC33A1C-51B8-0E1A-4320-34689EEA4EF2}"/>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DFB7E7C5-7323-625A-F24E-B3B9023B3443}"/>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F6169EEF-57AE-616B-4362-4A645E57603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C1F28893-6D7C-2F95-5DE1-7393DE70CE2F}"/>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A4D8C0FA-00ED-A3E5-4B9B-0DA4CF2A59A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65" name="Group 464">
            <a:extLst>
              <a:ext uri="{FF2B5EF4-FFF2-40B4-BE49-F238E27FC236}">
                <a16:creationId xmlns:a16="http://schemas.microsoft.com/office/drawing/2014/main" id="{7270BD93-1039-D92F-8E56-9FF9355FA7B6}"/>
              </a:ext>
            </a:extLst>
          </p:cNvPr>
          <p:cNvGrpSpPr/>
          <p:nvPr/>
        </p:nvGrpSpPr>
        <p:grpSpPr>
          <a:xfrm rot="5400000" flipH="1">
            <a:off x="9870827" y="4938707"/>
            <a:ext cx="324106" cy="276532"/>
            <a:chOff x="1621155" y="831533"/>
            <a:chExt cx="226695" cy="224898"/>
          </a:xfrm>
        </p:grpSpPr>
        <p:cxnSp>
          <p:nvCxnSpPr>
            <p:cNvPr id="466" name="Straight Connector 465">
              <a:extLst>
                <a:ext uri="{FF2B5EF4-FFF2-40B4-BE49-F238E27FC236}">
                  <a16:creationId xmlns:a16="http://schemas.microsoft.com/office/drawing/2014/main" id="{384A4C2D-882D-D7FE-2152-62FF0796BE4E}"/>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269407F4-A4C0-50E2-5A94-CE6582404017}"/>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9E872425-7A49-A0AC-2B33-1C0F7F707221}"/>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2F54D03F-8252-07D6-7364-1D0E9CD988CF}"/>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B4D198A1-2A7E-8992-46C8-DF445601AB33}"/>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F99D51D9-4B1F-9631-9C8B-08939D461F7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2" name="Group 471">
            <a:extLst>
              <a:ext uri="{FF2B5EF4-FFF2-40B4-BE49-F238E27FC236}">
                <a16:creationId xmlns:a16="http://schemas.microsoft.com/office/drawing/2014/main" id="{AAD27B7E-B5C5-8280-5987-C56CAEF00219}"/>
              </a:ext>
            </a:extLst>
          </p:cNvPr>
          <p:cNvGrpSpPr/>
          <p:nvPr/>
        </p:nvGrpSpPr>
        <p:grpSpPr>
          <a:xfrm rot="5400000" flipH="1">
            <a:off x="9607917" y="4938707"/>
            <a:ext cx="324106" cy="276532"/>
            <a:chOff x="1621155" y="831533"/>
            <a:chExt cx="226695" cy="224898"/>
          </a:xfrm>
        </p:grpSpPr>
        <p:cxnSp>
          <p:nvCxnSpPr>
            <p:cNvPr id="473" name="Straight Connector 472">
              <a:extLst>
                <a:ext uri="{FF2B5EF4-FFF2-40B4-BE49-F238E27FC236}">
                  <a16:creationId xmlns:a16="http://schemas.microsoft.com/office/drawing/2014/main" id="{FED2F367-3DA6-B695-EC54-F8439E0F75E2}"/>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DBE09476-8908-4DAE-34C7-2F2BFB756170}"/>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2E34ABC5-AC94-2B10-50C6-D80614097B9E}"/>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EDC3CEB5-8283-D106-1001-615A9E658891}"/>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2AC34CEA-9CC3-5EE1-1B65-9C41DA5413A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1CB3CBEA-FA37-156C-5446-56B2C0D9FD34}"/>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79" name="Group 478">
            <a:extLst>
              <a:ext uri="{FF2B5EF4-FFF2-40B4-BE49-F238E27FC236}">
                <a16:creationId xmlns:a16="http://schemas.microsoft.com/office/drawing/2014/main" id="{D345D2D6-E76A-79CA-5190-B52DD3783437}"/>
              </a:ext>
            </a:extLst>
          </p:cNvPr>
          <p:cNvGrpSpPr/>
          <p:nvPr/>
        </p:nvGrpSpPr>
        <p:grpSpPr>
          <a:xfrm rot="5400000" flipH="1">
            <a:off x="9345008" y="4938707"/>
            <a:ext cx="324106" cy="276532"/>
            <a:chOff x="1621155" y="831533"/>
            <a:chExt cx="226695" cy="224898"/>
          </a:xfrm>
        </p:grpSpPr>
        <p:cxnSp>
          <p:nvCxnSpPr>
            <p:cNvPr id="480" name="Straight Connector 479">
              <a:extLst>
                <a:ext uri="{FF2B5EF4-FFF2-40B4-BE49-F238E27FC236}">
                  <a16:creationId xmlns:a16="http://schemas.microsoft.com/office/drawing/2014/main" id="{10E04529-641B-5314-8FA8-BDD87E12825F}"/>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6ED63432-D610-6844-646F-9F73CD42C404}"/>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0B75ED2A-CAE7-9F90-CF71-78E2FE6EFBCD}"/>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B3045CF1-4515-FE63-DB0C-6B1F392A2FEE}"/>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5318489A-FC25-7E1F-1C5C-7C750BC0E92C}"/>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264829EA-DA5C-7920-0E5D-270ED2DFBBD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86" name="Group 485">
            <a:extLst>
              <a:ext uri="{FF2B5EF4-FFF2-40B4-BE49-F238E27FC236}">
                <a16:creationId xmlns:a16="http://schemas.microsoft.com/office/drawing/2014/main" id="{95AE4D73-EE3F-1A54-995E-EF1B77C1272B}"/>
              </a:ext>
            </a:extLst>
          </p:cNvPr>
          <p:cNvGrpSpPr/>
          <p:nvPr/>
        </p:nvGrpSpPr>
        <p:grpSpPr>
          <a:xfrm rot="5400000" flipH="1">
            <a:off x="9082098" y="4938707"/>
            <a:ext cx="324106" cy="276532"/>
            <a:chOff x="1621155" y="831533"/>
            <a:chExt cx="226695" cy="224898"/>
          </a:xfrm>
        </p:grpSpPr>
        <p:cxnSp>
          <p:nvCxnSpPr>
            <p:cNvPr id="487" name="Straight Connector 486">
              <a:extLst>
                <a:ext uri="{FF2B5EF4-FFF2-40B4-BE49-F238E27FC236}">
                  <a16:creationId xmlns:a16="http://schemas.microsoft.com/office/drawing/2014/main" id="{D288E3B6-1CA9-B980-B7F3-E0BFD1C1D8E8}"/>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BA38B871-D89E-F771-1E27-EF35A687C7B3}"/>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0D660FFD-AF87-8BDE-49CD-3A04BFAE1447}"/>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8D6DCFD7-F18C-2B82-BBFC-D4FBA8D1BF8C}"/>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9772A8B0-2B57-68AD-37CA-AB8E049F1162}"/>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023235D1-9FAE-C084-42AA-5B1656020016}"/>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493" name="Group 492">
            <a:extLst>
              <a:ext uri="{FF2B5EF4-FFF2-40B4-BE49-F238E27FC236}">
                <a16:creationId xmlns:a16="http://schemas.microsoft.com/office/drawing/2014/main" id="{C60A8B68-9145-56FB-510E-68FB1366DF79}"/>
              </a:ext>
            </a:extLst>
          </p:cNvPr>
          <p:cNvGrpSpPr/>
          <p:nvPr/>
        </p:nvGrpSpPr>
        <p:grpSpPr>
          <a:xfrm rot="5400000" flipH="1">
            <a:off x="8819188" y="4938707"/>
            <a:ext cx="324106" cy="276532"/>
            <a:chOff x="1621155" y="831533"/>
            <a:chExt cx="226695" cy="224898"/>
          </a:xfrm>
        </p:grpSpPr>
        <p:cxnSp>
          <p:nvCxnSpPr>
            <p:cNvPr id="494" name="Straight Connector 493">
              <a:extLst>
                <a:ext uri="{FF2B5EF4-FFF2-40B4-BE49-F238E27FC236}">
                  <a16:creationId xmlns:a16="http://schemas.microsoft.com/office/drawing/2014/main" id="{188D490B-FB26-6A33-8480-B943404A5311}"/>
                </a:ext>
              </a:extLst>
            </p:cNvPr>
            <p:cNvCxnSpPr>
              <a:cxnSpLocks/>
            </p:cNvCxnSpPr>
            <p:nvPr/>
          </p:nvCxnSpPr>
          <p:spPr>
            <a:xfrm>
              <a:off x="162496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0913C0D9-CEC4-58A5-3E57-439F0E6F5AE8}"/>
                </a:ext>
              </a:extLst>
            </p:cNvPr>
            <p:cNvCxnSpPr>
              <a:cxnSpLocks/>
            </p:cNvCxnSpPr>
            <p:nvPr/>
          </p:nvCxnSpPr>
          <p:spPr>
            <a:xfrm>
              <a:off x="1842135" y="875348"/>
              <a:ext cx="0" cy="141287"/>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F684933-8926-2123-FC60-26085D9084CB}"/>
                </a:ext>
              </a:extLst>
            </p:cNvPr>
            <p:cNvCxnSpPr>
              <a:cxnSpLocks/>
            </p:cNvCxnSpPr>
            <p:nvPr/>
          </p:nvCxnSpPr>
          <p:spPr>
            <a:xfrm rot="-180000">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7BDC9CED-CC89-0D82-738B-7634DFEB7D34}"/>
                </a:ext>
              </a:extLst>
            </p:cNvPr>
            <p:cNvCxnSpPr>
              <a:cxnSpLocks/>
            </p:cNvCxnSpPr>
            <p:nvPr/>
          </p:nvCxnSpPr>
          <p:spPr>
            <a:xfrm rot="180000" flipV="1">
              <a:off x="1621155" y="831533"/>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F532F6D5-D3C9-E6AA-C25F-EA4E76017095}"/>
                </a:ext>
              </a:extLst>
            </p:cNvPr>
            <p:cNvCxnSpPr>
              <a:cxnSpLocks/>
            </p:cNvCxnSpPr>
            <p:nvPr/>
          </p:nvCxnSpPr>
          <p:spPr>
            <a:xfrm rot="-180000">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637E39C2-B431-496B-18A9-EAF3297576A1}"/>
                </a:ext>
              </a:extLst>
            </p:cNvPr>
            <p:cNvCxnSpPr>
              <a:cxnSpLocks/>
            </p:cNvCxnSpPr>
            <p:nvPr/>
          </p:nvCxnSpPr>
          <p:spPr>
            <a:xfrm rot="180000" flipV="1">
              <a:off x="1621155" y="1006901"/>
              <a:ext cx="226695" cy="49530"/>
            </a:xfrm>
            <a:prstGeom prst="line">
              <a:avLst/>
            </a:prstGeom>
            <a:ln w="12700">
              <a:solidFill>
                <a:srgbClr val="5D5A52"/>
              </a:solidFill>
            </a:ln>
          </p:spPr>
          <p:style>
            <a:lnRef idx="1">
              <a:schemeClr val="accent1"/>
            </a:lnRef>
            <a:fillRef idx="0">
              <a:schemeClr val="accent1"/>
            </a:fillRef>
            <a:effectRef idx="0">
              <a:schemeClr val="accent1"/>
            </a:effectRef>
            <a:fontRef idx="minor">
              <a:schemeClr val="tx1"/>
            </a:fontRef>
          </p:style>
        </p:cxnSp>
      </p:grpSp>
      <p:grpSp>
        <p:nvGrpSpPr>
          <p:cNvPr id="500" name="Group 499">
            <a:extLst>
              <a:ext uri="{FF2B5EF4-FFF2-40B4-BE49-F238E27FC236}">
                <a16:creationId xmlns:a16="http://schemas.microsoft.com/office/drawing/2014/main" id="{2BAE1482-3BA7-5DB7-B418-0BB53F41A7C4}"/>
              </a:ext>
            </a:extLst>
          </p:cNvPr>
          <p:cNvGrpSpPr/>
          <p:nvPr/>
        </p:nvGrpSpPr>
        <p:grpSpPr>
          <a:xfrm rot="5400000" flipH="1">
            <a:off x="10659557" y="7036892"/>
            <a:ext cx="324106" cy="276532"/>
            <a:chOff x="1621155" y="831533"/>
            <a:chExt cx="226695" cy="224898"/>
          </a:xfrm>
        </p:grpSpPr>
        <p:cxnSp>
          <p:nvCxnSpPr>
            <p:cNvPr id="501" name="Straight Connector 500">
              <a:extLst>
                <a:ext uri="{FF2B5EF4-FFF2-40B4-BE49-F238E27FC236}">
                  <a16:creationId xmlns:a16="http://schemas.microsoft.com/office/drawing/2014/main" id="{D4AD86C7-0571-486F-B98F-BB103EF7EBEA}"/>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836E712F-1CA2-DA3B-6C32-9F052995F5A4}"/>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D6667FB8-C984-2F0D-E386-C7875280CD2A}"/>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0D4B9983-6320-45ED-3F88-7A3E54987E52}"/>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A733D81B-F38C-B7F5-AD15-E2B094C33E59}"/>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8181342E-C668-392D-14E9-906A8E1398A4}"/>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07" name="Group 506">
            <a:extLst>
              <a:ext uri="{FF2B5EF4-FFF2-40B4-BE49-F238E27FC236}">
                <a16:creationId xmlns:a16="http://schemas.microsoft.com/office/drawing/2014/main" id="{458B06AB-2139-E946-8E6D-670980D3DDC3}"/>
              </a:ext>
            </a:extLst>
          </p:cNvPr>
          <p:cNvGrpSpPr/>
          <p:nvPr/>
        </p:nvGrpSpPr>
        <p:grpSpPr>
          <a:xfrm rot="5400000" flipH="1">
            <a:off x="10396647" y="7036892"/>
            <a:ext cx="324106" cy="276532"/>
            <a:chOff x="1621155" y="831533"/>
            <a:chExt cx="226695" cy="224898"/>
          </a:xfrm>
        </p:grpSpPr>
        <p:cxnSp>
          <p:nvCxnSpPr>
            <p:cNvPr id="508" name="Straight Connector 507">
              <a:extLst>
                <a:ext uri="{FF2B5EF4-FFF2-40B4-BE49-F238E27FC236}">
                  <a16:creationId xmlns:a16="http://schemas.microsoft.com/office/drawing/2014/main" id="{42D136A7-8410-0D68-B6B3-BEFD159EC066}"/>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32A5DF2A-B817-5D48-235E-E9069105BCA2}"/>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81D97DC1-DAD4-C8F9-38BB-0AFD4FC0DE77}"/>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90398724-2B91-7B25-6775-950C2A4CFDFF}"/>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504D3707-32DE-3C08-F6A1-ABC5805DED05}"/>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0C1FA84D-82C1-2C56-744F-B5B0DA73786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14" name="Group 513">
            <a:extLst>
              <a:ext uri="{FF2B5EF4-FFF2-40B4-BE49-F238E27FC236}">
                <a16:creationId xmlns:a16="http://schemas.microsoft.com/office/drawing/2014/main" id="{E990D7E9-F9B4-A28D-8B28-F8A4F9A1EA45}"/>
              </a:ext>
            </a:extLst>
          </p:cNvPr>
          <p:cNvGrpSpPr/>
          <p:nvPr/>
        </p:nvGrpSpPr>
        <p:grpSpPr>
          <a:xfrm rot="5400000" flipH="1">
            <a:off x="10133737" y="7036892"/>
            <a:ext cx="324106" cy="276532"/>
            <a:chOff x="1621155" y="831533"/>
            <a:chExt cx="226695" cy="224898"/>
          </a:xfrm>
        </p:grpSpPr>
        <p:cxnSp>
          <p:nvCxnSpPr>
            <p:cNvPr id="515" name="Straight Connector 514">
              <a:extLst>
                <a:ext uri="{FF2B5EF4-FFF2-40B4-BE49-F238E27FC236}">
                  <a16:creationId xmlns:a16="http://schemas.microsoft.com/office/drawing/2014/main" id="{F7C4264B-384E-E0F1-1773-9830B21C2EB9}"/>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BF2C9F19-FC0C-CF17-4094-D5D4BD1FD888}"/>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7" name="Straight Connector 516">
              <a:extLst>
                <a:ext uri="{FF2B5EF4-FFF2-40B4-BE49-F238E27FC236}">
                  <a16:creationId xmlns:a16="http://schemas.microsoft.com/office/drawing/2014/main" id="{BBD9ACFC-ECE5-2FBA-C386-D4104F579CC3}"/>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8" name="Straight Connector 517">
              <a:extLst>
                <a:ext uri="{FF2B5EF4-FFF2-40B4-BE49-F238E27FC236}">
                  <a16:creationId xmlns:a16="http://schemas.microsoft.com/office/drawing/2014/main" id="{9D12C475-3A20-F580-FAFE-91B623D0BA94}"/>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8B933DAA-1F04-C1F9-6F92-30445C08ECF3}"/>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2E14DD91-4E11-C094-22B9-599FF558854B}"/>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1" name="Group 520">
            <a:extLst>
              <a:ext uri="{FF2B5EF4-FFF2-40B4-BE49-F238E27FC236}">
                <a16:creationId xmlns:a16="http://schemas.microsoft.com/office/drawing/2014/main" id="{8B1B6AC0-AE7A-42E1-A005-9E3DA1F47163}"/>
              </a:ext>
            </a:extLst>
          </p:cNvPr>
          <p:cNvGrpSpPr/>
          <p:nvPr/>
        </p:nvGrpSpPr>
        <p:grpSpPr>
          <a:xfrm rot="5400000" flipH="1">
            <a:off x="9870827" y="7036892"/>
            <a:ext cx="324106" cy="276532"/>
            <a:chOff x="1621155" y="831533"/>
            <a:chExt cx="226695" cy="224898"/>
          </a:xfrm>
        </p:grpSpPr>
        <p:cxnSp>
          <p:nvCxnSpPr>
            <p:cNvPr id="522" name="Straight Connector 521">
              <a:extLst>
                <a:ext uri="{FF2B5EF4-FFF2-40B4-BE49-F238E27FC236}">
                  <a16:creationId xmlns:a16="http://schemas.microsoft.com/office/drawing/2014/main" id="{D0F90DC5-CF83-35EC-9A15-DEFCF764BDD2}"/>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a:extLst>
                <a:ext uri="{FF2B5EF4-FFF2-40B4-BE49-F238E27FC236}">
                  <a16:creationId xmlns:a16="http://schemas.microsoft.com/office/drawing/2014/main" id="{2DB1B249-6E99-11D7-3486-6DE9EC36D712}"/>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4" name="Straight Connector 523">
              <a:extLst>
                <a:ext uri="{FF2B5EF4-FFF2-40B4-BE49-F238E27FC236}">
                  <a16:creationId xmlns:a16="http://schemas.microsoft.com/office/drawing/2014/main" id="{B4D71EB7-92BD-1A63-DC81-0C9AF350B2A3}"/>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5" name="Straight Connector 524">
              <a:extLst>
                <a:ext uri="{FF2B5EF4-FFF2-40B4-BE49-F238E27FC236}">
                  <a16:creationId xmlns:a16="http://schemas.microsoft.com/office/drawing/2014/main" id="{7B20FB33-D3FF-341D-C2F8-70CCC541A3E6}"/>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6" name="Straight Connector 525">
              <a:extLst>
                <a:ext uri="{FF2B5EF4-FFF2-40B4-BE49-F238E27FC236}">
                  <a16:creationId xmlns:a16="http://schemas.microsoft.com/office/drawing/2014/main" id="{AD1333FC-6F4D-59DA-9457-4ECF5E90D8FE}"/>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7CF4C745-2E6F-C11D-389B-407976E3140A}"/>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28" name="Group 527">
            <a:extLst>
              <a:ext uri="{FF2B5EF4-FFF2-40B4-BE49-F238E27FC236}">
                <a16:creationId xmlns:a16="http://schemas.microsoft.com/office/drawing/2014/main" id="{50C20770-5978-854E-ABC6-8978FEE8CD58}"/>
              </a:ext>
            </a:extLst>
          </p:cNvPr>
          <p:cNvGrpSpPr/>
          <p:nvPr/>
        </p:nvGrpSpPr>
        <p:grpSpPr>
          <a:xfrm rot="5400000" flipH="1">
            <a:off x="9607917" y="7036892"/>
            <a:ext cx="324106" cy="276532"/>
            <a:chOff x="1621155" y="831533"/>
            <a:chExt cx="226695" cy="224898"/>
          </a:xfrm>
        </p:grpSpPr>
        <p:cxnSp>
          <p:nvCxnSpPr>
            <p:cNvPr id="529" name="Straight Connector 528">
              <a:extLst>
                <a:ext uri="{FF2B5EF4-FFF2-40B4-BE49-F238E27FC236}">
                  <a16:creationId xmlns:a16="http://schemas.microsoft.com/office/drawing/2014/main" id="{D5A858DD-AD69-22CC-FA99-A3FFE21C0297}"/>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E630C7A2-6C32-F43F-1658-CB21EAC76F8D}"/>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5935A9C-6B58-B288-FC82-A26302DE4F7B}"/>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C2783547-9CE7-34AE-6959-91A2FC481E3F}"/>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BE9D72FC-9751-94F3-8962-42BAB7A71B6F}"/>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1865AC72-BD6C-C0C4-13D0-598337EDFF8E}"/>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35" name="Group 534">
            <a:extLst>
              <a:ext uri="{FF2B5EF4-FFF2-40B4-BE49-F238E27FC236}">
                <a16:creationId xmlns:a16="http://schemas.microsoft.com/office/drawing/2014/main" id="{153B2A23-5683-ABC7-7403-3A1D702EC068}"/>
              </a:ext>
            </a:extLst>
          </p:cNvPr>
          <p:cNvGrpSpPr/>
          <p:nvPr/>
        </p:nvGrpSpPr>
        <p:grpSpPr>
          <a:xfrm rot="5400000" flipH="1">
            <a:off x="9345008" y="7036892"/>
            <a:ext cx="324106" cy="276532"/>
            <a:chOff x="1621155" y="831533"/>
            <a:chExt cx="226695" cy="224898"/>
          </a:xfrm>
        </p:grpSpPr>
        <p:cxnSp>
          <p:nvCxnSpPr>
            <p:cNvPr id="536" name="Straight Connector 535">
              <a:extLst>
                <a:ext uri="{FF2B5EF4-FFF2-40B4-BE49-F238E27FC236}">
                  <a16:creationId xmlns:a16="http://schemas.microsoft.com/office/drawing/2014/main" id="{CA52DA3A-F821-7836-03F3-8D80D9E59020}"/>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903A9B99-1AD2-2607-E9B2-2B5B134557A6}"/>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8CDA128-18AA-55A4-145A-327EC9DA87AF}"/>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C361C39F-5CDF-2077-C925-D2C064AF0286}"/>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0466600-F4CE-F05B-F939-FFA97F7825BD}"/>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3D9B19F8-2272-0F50-14E9-A53315D40400}"/>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2" name="Group 541">
            <a:extLst>
              <a:ext uri="{FF2B5EF4-FFF2-40B4-BE49-F238E27FC236}">
                <a16:creationId xmlns:a16="http://schemas.microsoft.com/office/drawing/2014/main" id="{86A30572-67DB-43C0-9D06-00F93E66BA33}"/>
              </a:ext>
            </a:extLst>
          </p:cNvPr>
          <p:cNvGrpSpPr/>
          <p:nvPr/>
        </p:nvGrpSpPr>
        <p:grpSpPr>
          <a:xfrm rot="5400000" flipH="1">
            <a:off x="9082098" y="7036892"/>
            <a:ext cx="324106" cy="276532"/>
            <a:chOff x="1621155" y="831533"/>
            <a:chExt cx="226695" cy="224898"/>
          </a:xfrm>
        </p:grpSpPr>
        <p:cxnSp>
          <p:nvCxnSpPr>
            <p:cNvPr id="543" name="Straight Connector 542">
              <a:extLst>
                <a:ext uri="{FF2B5EF4-FFF2-40B4-BE49-F238E27FC236}">
                  <a16:creationId xmlns:a16="http://schemas.microsoft.com/office/drawing/2014/main" id="{AA2F8526-757F-F4E9-04BE-9C0182A7A0DD}"/>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0209C1C9-9C8A-3BDC-6562-86E1B494BB17}"/>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8A4E3E49-C146-575F-4BD9-339FAA538558}"/>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EF5AB940-384F-0217-73EC-1F261F8F1B07}"/>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4B475BDF-4993-FA7A-CDCF-32EF9BC78C2B}"/>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F69D7F36-6FB8-E14B-1DBC-7018D5FCE47E}"/>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9" name="Group 548">
            <a:extLst>
              <a:ext uri="{FF2B5EF4-FFF2-40B4-BE49-F238E27FC236}">
                <a16:creationId xmlns:a16="http://schemas.microsoft.com/office/drawing/2014/main" id="{EA0DC05D-3683-041A-D641-1EAA1A661653}"/>
              </a:ext>
            </a:extLst>
          </p:cNvPr>
          <p:cNvGrpSpPr/>
          <p:nvPr/>
        </p:nvGrpSpPr>
        <p:grpSpPr>
          <a:xfrm rot="5400000" flipH="1">
            <a:off x="8819188" y="7036892"/>
            <a:ext cx="324106" cy="276532"/>
            <a:chOff x="1621155" y="831533"/>
            <a:chExt cx="226695" cy="224898"/>
          </a:xfrm>
        </p:grpSpPr>
        <p:cxnSp>
          <p:nvCxnSpPr>
            <p:cNvPr id="550" name="Straight Connector 549">
              <a:extLst>
                <a:ext uri="{FF2B5EF4-FFF2-40B4-BE49-F238E27FC236}">
                  <a16:creationId xmlns:a16="http://schemas.microsoft.com/office/drawing/2014/main" id="{288865F4-23AE-4D62-5C32-107DE91EB107}"/>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8A9BFF54-F470-089A-14BD-8D165029799C}"/>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032CFECE-0E38-D8D1-A270-5409D72DDEC4}"/>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285792CF-DAFC-CDB5-7C3C-3890D9A7A0AF}"/>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1B16455-E813-6922-4E3B-AA2075B11F40}"/>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6E708F08-ADFE-E785-21BE-6148CDA7699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56" name="Group 555">
            <a:extLst>
              <a:ext uri="{FF2B5EF4-FFF2-40B4-BE49-F238E27FC236}">
                <a16:creationId xmlns:a16="http://schemas.microsoft.com/office/drawing/2014/main" id="{F746750B-5855-6486-E8B8-4C5051C78DF0}"/>
              </a:ext>
            </a:extLst>
          </p:cNvPr>
          <p:cNvGrpSpPr/>
          <p:nvPr/>
        </p:nvGrpSpPr>
        <p:grpSpPr>
          <a:xfrm rot="5400000" flipH="1">
            <a:off x="10659557" y="6655590"/>
            <a:ext cx="324106" cy="276532"/>
            <a:chOff x="1621155" y="831533"/>
            <a:chExt cx="226695" cy="224898"/>
          </a:xfrm>
        </p:grpSpPr>
        <p:cxnSp>
          <p:nvCxnSpPr>
            <p:cNvPr id="557" name="Straight Connector 556">
              <a:extLst>
                <a:ext uri="{FF2B5EF4-FFF2-40B4-BE49-F238E27FC236}">
                  <a16:creationId xmlns:a16="http://schemas.microsoft.com/office/drawing/2014/main" id="{569867FE-103D-5EF3-40D1-0D1849D37EBF}"/>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03C3D294-EF60-495A-4A46-F2333BEB3E75}"/>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F9AE33E9-2D89-7F22-75A8-AA5E17AABC54}"/>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6453D2C4-78F7-7117-E450-D147DE3F117F}"/>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17C3CC3-6F1C-BB81-22D1-C50E461BE841}"/>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BF084F52-B63F-7BE3-7277-BCFBAB41EB4B}"/>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63" name="Group 562">
            <a:extLst>
              <a:ext uri="{FF2B5EF4-FFF2-40B4-BE49-F238E27FC236}">
                <a16:creationId xmlns:a16="http://schemas.microsoft.com/office/drawing/2014/main" id="{C70BD66A-FA82-298F-5EA6-30DD69021C7A}"/>
              </a:ext>
            </a:extLst>
          </p:cNvPr>
          <p:cNvGrpSpPr/>
          <p:nvPr/>
        </p:nvGrpSpPr>
        <p:grpSpPr>
          <a:xfrm rot="5400000" flipH="1">
            <a:off x="10396647" y="6655590"/>
            <a:ext cx="324106" cy="276532"/>
            <a:chOff x="1621155" y="831533"/>
            <a:chExt cx="226695" cy="224898"/>
          </a:xfrm>
        </p:grpSpPr>
        <p:cxnSp>
          <p:nvCxnSpPr>
            <p:cNvPr id="564" name="Straight Connector 563">
              <a:extLst>
                <a:ext uri="{FF2B5EF4-FFF2-40B4-BE49-F238E27FC236}">
                  <a16:creationId xmlns:a16="http://schemas.microsoft.com/office/drawing/2014/main" id="{EC1955A9-49DD-5CAB-8D78-855ACFEBD18D}"/>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61E1C257-EE8B-37A6-FD7C-801EC6EE3BB5}"/>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AB7787A6-6925-D834-7BF7-32F934B1F0D1}"/>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84D059F1-0479-383D-1234-2B6E5185D48B}"/>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B640C831-6122-990C-2F2C-87F78ECACA41}"/>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B79AC175-0243-88C7-3927-A4BD8BD8CDDC}"/>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0" name="Group 569">
            <a:extLst>
              <a:ext uri="{FF2B5EF4-FFF2-40B4-BE49-F238E27FC236}">
                <a16:creationId xmlns:a16="http://schemas.microsoft.com/office/drawing/2014/main" id="{74E51C77-41B6-58B9-D03B-39ABD48123F1}"/>
              </a:ext>
            </a:extLst>
          </p:cNvPr>
          <p:cNvGrpSpPr/>
          <p:nvPr/>
        </p:nvGrpSpPr>
        <p:grpSpPr>
          <a:xfrm rot="5400000" flipH="1">
            <a:off x="10133737" y="6655590"/>
            <a:ext cx="324106" cy="276532"/>
            <a:chOff x="1621155" y="831533"/>
            <a:chExt cx="226695" cy="224898"/>
          </a:xfrm>
        </p:grpSpPr>
        <p:cxnSp>
          <p:nvCxnSpPr>
            <p:cNvPr id="571" name="Straight Connector 570">
              <a:extLst>
                <a:ext uri="{FF2B5EF4-FFF2-40B4-BE49-F238E27FC236}">
                  <a16:creationId xmlns:a16="http://schemas.microsoft.com/office/drawing/2014/main" id="{D968F1A6-22D3-EF9A-38A0-01ACE4F47C5D}"/>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A210EAA9-B2A0-7E24-DA18-6D7CC0E761C0}"/>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16A596E0-1D2F-AAD7-104A-0FA0B8BC1BD0}"/>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71B90F2B-53DD-5B7B-E834-17E79099ABA8}"/>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43D0A50C-155C-F992-7C85-8C5661316162}"/>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648B7B70-59F7-C814-1CC1-21106E80C836}"/>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77" name="Group 576">
            <a:extLst>
              <a:ext uri="{FF2B5EF4-FFF2-40B4-BE49-F238E27FC236}">
                <a16:creationId xmlns:a16="http://schemas.microsoft.com/office/drawing/2014/main" id="{B59C952F-5F72-4820-7263-EBF2C014D9A6}"/>
              </a:ext>
            </a:extLst>
          </p:cNvPr>
          <p:cNvGrpSpPr/>
          <p:nvPr/>
        </p:nvGrpSpPr>
        <p:grpSpPr>
          <a:xfrm rot="5400000" flipH="1">
            <a:off x="9870827" y="6655590"/>
            <a:ext cx="324106" cy="276532"/>
            <a:chOff x="1621155" y="831533"/>
            <a:chExt cx="226695" cy="224898"/>
          </a:xfrm>
        </p:grpSpPr>
        <p:cxnSp>
          <p:nvCxnSpPr>
            <p:cNvPr id="578" name="Straight Connector 577">
              <a:extLst>
                <a:ext uri="{FF2B5EF4-FFF2-40B4-BE49-F238E27FC236}">
                  <a16:creationId xmlns:a16="http://schemas.microsoft.com/office/drawing/2014/main" id="{C19B6F30-0BDD-134C-1D12-5E7228D29BE7}"/>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42BAE629-43F4-02FE-87C1-F2E58C195A9A}"/>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BC187859-502D-23F8-DA1F-892B4D740158}"/>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80109020-E8FE-D3DE-B8F4-E087E1DE17A2}"/>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62CC4A7C-9D0C-2E75-6BD2-65BB4BEF9C26}"/>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16FC54E6-4FE7-F6A9-370F-6B7BDA3A1107}"/>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84" name="Group 583">
            <a:extLst>
              <a:ext uri="{FF2B5EF4-FFF2-40B4-BE49-F238E27FC236}">
                <a16:creationId xmlns:a16="http://schemas.microsoft.com/office/drawing/2014/main" id="{D482665B-9EF5-7F6C-C930-B9062C8F2E5B}"/>
              </a:ext>
            </a:extLst>
          </p:cNvPr>
          <p:cNvGrpSpPr/>
          <p:nvPr/>
        </p:nvGrpSpPr>
        <p:grpSpPr>
          <a:xfrm rot="5400000" flipH="1">
            <a:off x="9607917" y="6655590"/>
            <a:ext cx="324106" cy="276532"/>
            <a:chOff x="1621155" y="831533"/>
            <a:chExt cx="226695" cy="224898"/>
          </a:xfrm>
        </p:grpSpPr>
        <p:cxnSp>
          <p:nvCxnSpPr>
            <p:cNvPr id="585" name="Straight Connector 584">
              <a:extLst>
                <a:ext uri="{FF2B5EF4-FFF2-40B4-BE49-F238E27FC236}">
                  <a16:creationId xmlns:a16="http://schemas.microsoft.com/office/drawing/2014/main" id="{9828A0AB-A545-F27B-789E-B02266FFBD04}"/>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1E78F2C8-6666-5111-AC94-DED2BB815352}"/>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616E5068-AF90-BD57-887E-EA1813806F1A}"/>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743D0E7B-8FE3-F137-D937-5EB2B72D5C67}"/>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A8D543EC-6A86-B259-E5B9-C15C23C22CDB}"/>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AB7FDED9-1240-5DEC-7E82-D837EB94E806}"/>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1" name="Group 590">
            <a:extLst>
              <a:ext uri="{FF2B5EF4-FFF2-40B4-BE49-F238E27FC236}">
                <a16:creationId xmlns:a16="http://schemas.microsoft.com/office/drawing/2014/main" id="{EAD357E1-3FFB-EF9F-04C0-B05B405A0864}"/>
              </a:ext>
            </a:extLst>
          </p:cNvPr>
          <p:cNvGrpSpPr/>
          <p:nvPr/>
        </p:nvGrpSpPr>
        <p:grpSpPr>
          <a:xfrm rot="5400000" flipH="1">
            <a:off x="9345008" y="6655590"/>
            <a:ext cx="324106" cy="276532"/>
            <a:chOff x="1621155" y="831533"/>
            <a:chExt cx="226695" cy="224898"/>
          </a:xfrm>
        </p:grpSpPr>
        <p:cxnSp>
          <p:nvCxnSpPr>
            <p:cNvPr id="592" name="Straight Connector 591">
              <a:extLst>
                <a:ext uri="{FF2B5EF4-FFF2-40B4-BE49-F238E27FC236}">
                  <a16:creationId xmlns:a16="http://schemas.microsoft.com/office/drawing/2014/main" id="{3FBC6A39-211C-BC60-6EB3-159269640D9D}"/>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B3FA74D-79D0-7132-9E2E-D97812A01B7B}"/>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B5D414E8-A096-75DF-D7D6-859AD80FCD27}"/>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FC419C79-988F-E73D-7345-A0985C458C8D}"/>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B7537D80-DDCB-063C-070F-5BE4DDD8B15B}"/>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D1CDE4F8-5824-3EE2-9BC9-E396EF1C0C60}"/>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98" name="Group 597">
            <a:extLst>
              <a:ext uri="{FF2B5EF4-FFF2-40B4-BE49-F238E27FC236}">
                <a16:creationId xmlns:a16="http://schemas.microsoft.com/office/drawing/2014/main" id="{26A9D648-8B26-2691-2D66-0AE9AAF34ED0}"/>
              </a:ext>
            </a:extLst>
          </p:cNvPr>
          <p:cNvGrpSpPr/>
          <p:nvPr/>
        </p:nvGrpSpPr>
        <p:grpSpPr>
          <a:xfrm rot="5400000" flipH="1">
            <a:off x="9082098" y="6655590"/>
            <a:ext cx="324106" cy="276532"/>
            <a:chOff x="1621155" y="831533"/>
            <a:chExt cx="226695" cy="224898"/>
          </a:xfrm>
        </p:grpSpPr>
        <p:cxnSp>
          <p:nvCxnSpPr>
            <p:cNvPr id="599" name="Straight Connector 598">
              <a:extLst>
                <a:ext uri="{FF2B5EF4-FFF2-40B4-BE49-F238E27FC236}">
                  <a16:creationId xmlns:a16="http://schemas.microsoft.com/office/drawing/2014/main" id="{D626ABA3-050F-516C-4FF4-CC4DEF3B8BD8}"/>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0" name="Straight Connector 599">
              <a:extLst>
                <a:ext uri="{FF2B5EF4-FFF2-40B4-BE49-F238E27FC236}">
                  <a16:creationId xmlns:a16="http://schemas.microsoft.com/office/drawing/2014/main" id="{0AF01622-0DE5-6D5C-E8E7-74D474A67E20}"/>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1" name="Straight Connector 600">
              <a:extLst>
                <a:ext uri="{FF2B5EF4-FFF2-40B4-BE49-F238E27FC236}">
                  <a16:creationId xmlns:a16="http://schemas.microsoft.com/office/drawing/2014/main" id="{160BEA4A-A312-270C-76ED-4CBD8D0BC4A2}"/>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a16="http://schemas.microsoft.com/office/drawing/2014/main" id="{BB7CB901-6AAE-37E4-0792-990B59B69C43}"/>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3" name="Straight Connector 602">
              <a:extLst>
                <a:ext uri="{FF2B5EF4-FFF2-40B4-BE49-F238E27FC236}">
                  <a16:creationId xmlns:a16="http://schemas.microsoft.com/office/drawing/2014/main" id="{6F42E024-CACD-FA24-9EFA-1B54CEC654BD}"/>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4" name="Straight Connector 603">
              <a:extLst>
                <a:ext uri="{FF2B5EF4-FFF2-40B4-BE49-F238E27FC236}">
                  <a16:creationId xmlns:a16="http://schemas.microsoft.com/office/drawing/2014/main" id="{1ACCC86D-0AE3-1DFE-CEEA-77C8E98EE705}"/>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605" name="Group 604">
            <a:extLst>
              <a:ext uri="{FF2B5EF4-FFF2-40B4-BE49-F238E27FC236}">
                <a16:creationId xmlns:a16="http://schemas.microsoft.com/office/drawing/2014/main" id="{F02258FD-3FFF-BE5B-AFF0-9AFB7EBC3036}"/>
              </a:ext>
            </a:extLst>
          </p:cNvPr>
          <p:cNvGrpSpPr/>
          <p:nvPr/>
        </p:nvGrpSpPr>
        <p:grpSpPr>
          <a:xfrm rot="5400000" flipH="1">
            <a:off x="8819188" y="6655590"/>
            <a:ext cx="324106" cy="276532"/>
            <a:chOff x="1621155" y="831533"/>
            <a:chExt cx="226695" cy="224898"/>
          </a:xfrm>
        </p:grpSpPr>
        <p:cxnSp>
          <p:nvCxnSpPr>
            <p:cNvPr id="606" name="Straight Connector 605">
              <a:extLst>
                <a:ext uri="{FF2B5EF4-FFF2-40B4-BE49-F238E27FC236}">
                  <a16:creationId xmlns:a16="http://schemas.microsoft.com/office/drawing/2014/main" id="{F1C33BE6-974D-8416-B4C2-571BCAEFFC8C}"/>
                </a:ext>
              </a:extLst>
            </p:cNvPr>
            <p:cNvCxnSpPr>
              <a:cxnSpLocks/>
            </p:cNvCxnSpPr>
            <p:nvPr/>
          </p:nvCxnSpPr>
          <p:spPr>
            <a:xfrm>
              <a:off x="162496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7" name="Straight Connector 606">
              <a:extLst>
                <a:ext uri="{FF2B5EF4-FFF2-40B4-BE49-F238E27FC236}">
                  <a16:creationId xmlns:a16="http://schemas.microsoft.com/office/drawing/2014/main" id="{DDA481BB-A8B0-37CE-B115-4C03015273ED}"/>
                </a:ext>
              </a:extLst>
            </p:cNvPr>
            <p:cNvCxnSpPr>
              <a:cxnSpLocks/>
            </p:cNvCxnSpPr>
            <p:nvPr/>
          </p:nvCxnSpPr>
          <p:spPr>
            <a:xfrm>
              <a:off x="1842135" y="875348"/>
              <a:ext cx="0" cy="141287"/>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8" name="Straight Connector 607">
              <a:extLst>
                <a:ext uri="{FF2B5EF4-FFF2-40B4-BE49-F238E27FC236}">
                  <a16:creationId xmlns:a16="http://schemas.microsoft.com/office/drawing/2014/main" id="{E04A475C-B4F9-37CA-F58E-FADC8B5E5CC6}"/>
                </a:ext>
              </a:extLst>
            </p:cNvPr>
            <p:cNvCxnSpPr>
              <a:cxnSpLocks/>
            </p:cNvCxnSpPr>
            <p:nvPr/>
          </p:nvCxnSpPr>
          <p:spPr>
            <a:xfrm rot="-180000">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9" name="Straight Connector 608">
              <a:extLst>
                <a:ext uri="{FF2B5EF4-FFF2-40B4-BE49-F238E27FC236}">
                  <a16:creationId xmlns:a16="http://schemas.microsoft.com/office/drawing/2014/main" id="{32B998C1-8A86-9E68-8693-E87D0C9506CA}"/>
                </a:ext>
              </a:extLst>
            </p:cNvPr>
            <p:cNvCxnSpPr>
              <a:cxnSpLocks/>
            </p:cNvCxnSpPr>
            <p:nvPr/>
          </p:nvCxnSpPr>
          <p:spPr>
            <a:xfrm rot="180000" flipV="1">
              <a:off x="1621155" y="831533"/>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0" name="Straight Connector 609">
              <a:extLst>
                <a:ext uri="{FF2B5EF4-FFF2-40B4-BE49-F238E27FC236}">
                  <a16:creationId xmlns:a16="http://schemas.microsoft.com/office/drawing/2014/main" id="{91DCA253-99AC-3BA7-6E18-E32FA3A6F279}"/>
                </a:ext>
              </a:extLst>
            </p:cNvPr>
            <p:cNvCxnSpPr>
              <a:cxnSpLocks/>
            </p:cNvCxnSpPr>
            <p:nvPr/>
          </p:nvCxnSpPr>
          <p:spPr>
            <a:xfrm rot="-180000">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11" name="Straight Connector 610">
              <a:extLst>
                <a:ext uri="{FF2B5EF4-FFF2-40B4-BE49-F238E27FC236}">
                  <a16:creationId xmlns:a16="http://schemas.microsoft.com/office/drawing/2014/main" id="{35E656C6-FAA9-301F-FC97-4FB7E84171AC}"/>
                </a:ext>
              </a:extLst>
            </p:cNvPr>
            <p:cNvCxnSpPr>
              <a:cxnSpLocks/>
            </p:cNvCxnSpPr>
            <p:nvPr/>
          </p:nvCxnSpPr>
          <p:spPr>
            <a:xfrm rot="180000" flipV="1">
              <a:off x="1621155" y="1006901"/>
              <a:ext cx="226695" cy="49530"/>
            </a:xfrm>
            <a:prstGeom prst="line">
              <a:avLst/>
            </a:prstGeom>
            <a:ln w="127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612" name="TextBox 611">
            <a:extLst>
              <a:ext uri="{FF2B5EF4-FFF2-40B4-BE49-F238E27FC236}">
                <a16:creationId xmlns:a16="http://schemas.microsoft.com/office/drawing/2014/main" id="{171839F6-49AC-3540-22E0-CF8B41FE4320}"/>
              </a:ext>
            </a:extLst>
          </p:cNvPr>
          <p:cNvSpPr txBox="1"/>
          <p:nvPr/>
        </p:nvSpPr>
        <p:spPr>
          <a:xfrm>
            <a:off x="9002419" y="7373938"/>
            <a:ext cx="1690463" cy="523220"/>
          </a:xfrm>
          <a:prstGeom prst="rect">
            <a:avLst/>
          </a:prstGeom>
          <a:noFill/>
        </p:spPr>
        <p:txBody>
          <a:bodyPr wrap="none" rtlCol="0">
            <a:spAutoFit/>
          </a:bodyPr>
          <a:lstStyle/>
          <a:p>
            <a:r>
              <a:rPr lang="en-US" sz="2800" b="1" dirty="0">
                <a:solidFill>
                  <a:srgbClr val="0070C0"/>
                </a:solidFill>
              </a:rPr>
              <a:t>ECC Parity</a:t>
            </a:r>
          </a:p>
        </p:txBody>
      </p:sp>
      <p:cxnSp>
        <p:nvCxnSpPr>
          <p:cNvPr id="614" name="Straight Arrow Connector 613">
            <a:extLst>
              <a:ext uri="{FF2B5EF4-FFF2-40B4-BE49-F238E27FC236}">
                <a16:creationId xmlns:a16="http://schemas.microsoft.com/office/drawing/2014/main" id="{95187714-7F03-37F3-0AAE-1061C74D67AD}"/>
              </a:ext>
            </a:extLst>
          </p:cNvPr>
          <p:cNvCxnSpPr>
            <a:cxnSpLocks/>
          </p:cNvCxnSpPr>
          <p:nvPr/>
        </p:nvCxnSpPr>
        <p:spPr>
          <a:xfrm>
            <a:off x="7965517" y="3492728"/>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6" name="Straight Arrow Connector 615">
            <a:extLst>
              <a:ext uri="{FF2B5EF4-FFF2-40B4-BE49-F238E27FC236}">
                <a16:creationId xmlns:a16="http://schemas.microsoft.com/office/drawing/2014/main" id="{413087AB-86A7-FC0C-30B5-89887B119D7A}"/>
              </a:ext>
            </a:extLst>
          </p:cNvPr>
          <p:cNvCxnSpPr>
            <a:cxnSpLocks/>
          </p:cNvCxnSpPr>
          <p:nvPr/>
        </p:nvCxnSpPr>
        <p:spPr>
          <a:xfrm>
            <a:off x="7965517" y="4407079"/>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7" name="Straight Arrow Connector 616">
            <a:extLst>
              <a:ext uri="{FF2B5EF4-FFF2-40B4-BE49-F238E27FC236}">
                <a16:creationId xmlns:a16="http://schemas.microsoft.com/office/drawing/2014/main" id="{DDC9F567-A5AD-7057-3056-85F50F750FFC}"/>
              </a:ext>
            </a:extLst>
          </p:cNvPr>
          <p:cNvCxnSpPr>
            <a:cxnSpLocks/>
          </p:cNvCxnSpPr>
          <p:nvPr/>
        </p:nvCxnSpPr>
        <p:spPr>
          <a:xfrm>
            <a:off x="7965517" y="5229080"/>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8" name="Straight Arrow Connector 617">
            <a:extLst>
              <a:ext uri="{FF2B5EF4-FFF2-40B4-BE49-F238E27FC236}">
                <a16:creationId xmlns:a16="http://schemas.microsoft.com/office/drawing/2014/main" id="{7CC8E1D9-2E35-136D-D102-6C88F3EE3300}"/>
              </a:ext>
            </a:extLst>
          </p:cNvPr>
          <p:cNvCxnSpPr>
            <a:cxnSpLocks/>
          </p:cNvCxnSpPr>
          <p:nvPr/>
        </p:nvCxnSpPr>
        <p:spPr>
          <a:xfrm>
            <a:off x="7965517" y="6103724"/>
            <a:ext cx="6524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9" name="Straight Arrow Connector 618">
            <a:extLst>
              <a:ext uri="{FF2B5EF4-FFF2-40B4-BE49-F238E27FC236}">
                <a16:creationId xmlns:a16="http://schemas.microsoft.com/office/drawing/2014/main" id="{6651B349-82E6-299C-7869-072E55B5677B}"/>
              </a:ext>
            </a:extLst>
          </p:cNvPr>
          <p:cNvCxnSpPr>
            <a:cxnSpLocks/>
          </p:cNvCxnSpPr>
          <p:nvPr/>
        </p:nvCxnSpPr>
        <p:spPr>
          <a:xfrm>
            <a:off x="7965517" y="7000868"/>
            <a:ext cx="652458" cy="0"/>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1" name="Straight Connector 620">
            <a:extLst>
              <a:ext uri="{FF2B5EF4-FFF2-40B4-BE49-F238E27FC236}">
                <a16:creationId xmlns:a16="http://schemas.microsoft.com/office/drawing/2014/main" id="{375D0BA2-E538-438E-984B-5EF2E783EEC3}"/>
              </a:ext>
            </a:extLst>
          </p:cNvPr>
          <p:cNvCxnSpPr>
            <a:cxnSpLocks/>
          </p:cNvCxnSpPr>
          <p:nvPr/>
        </p:nvCxnSpPr>
        <p:spPr>
          <a:xfrm>
            <a:off x="11278246" y="3165098"/>
            <a:ext cx="0" cy="3307979"/>
          </a:xfrm>
          <a:prstGeom prst="line">
            <a:avLst/>
          </a:prstGeom>
          <a:ln w="38100">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sp>
        <p:nvSpPr>
          <p:cNvPr id="622" name="TextBox 621">
            <a:extLst>
              <a:ext uri="{FF2B5EF4-FFF2-40B4-BE49-F238E27FC236}">
                <a16:creationId xmlns:a16="http://schemas.microsoft.com/office/drawing/2014/main" id="{A2FBFF22-9BC8-6BB6-0243-0D5DEBAEFA8A}"/>
              </a:ext>
            </a:extLst>
          </p:cNvPr>
          <p:cNvSpPr txBox="1"/>
          <p:nvPr/>
        </p:nvSpPr>
        <p:spPr>
          <a:xfrm>
            <a:off x="9464645" y="2646366"/>
            <a:ext cx="884729" cy="523220"/>
          </a:xfrm>
          <a:prstGeom prst="rect">
            <a:avLst/>
          </a:prstGeom>
          <a:noFill/>
        </p:spPr>
        <p:txBody>
          <a:bodyPr wrap="none" rtlCol="0">
            <a:spAutoFit/>
          </a:bodyPr>
          <a:lstStyle/>
          <a:p>
            <a:r>
              <a:rPr lang="en-US" sz="2800" b="1" dirty="0"/>
              <a:t>Data</a:t>
            </a:r>
          </a:p>
        </p:txBody>
      </p:sp>
      <p:cxnSp>
        <p:nvCxnSpPr>
          <p:cNvPr id="23" name="Straight Connector 22">
            <a:extLst>
              <a:ext uri="{FF2B5EF4-FFF2-40B4-BE49-F238E27FC236}">
                <a16:creationId xmlns:a16="http://schemas.microsoft.com/office/drawing/2014/main" id="{0451F004-FA8F-666C-2C57-4D748F30B9DA}"/>
              </a:ext>
            </a:extLst>
          </p:cNvPr>
          <p:cNvCxnSpPr/>
          <p:nvPr/>
        </p:nvCxnSpPr>
        <p:spPr>
          <a:xfrm>
            <a:off x="11074401" y="316509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C25D62D-E2DB-B9C5-CB0C-1EB11624715A}"/>
              </a:ext>
            </a:extLst>
          </p:cNvPr>
          <p:cNvCxnSpPr/>
          <p:nvPr/>
        </p:nvCxnSpPr>
        <p:spPr>
          <a:xfrm>
            <a:off x="11074401" y="647307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615" name="TextBox 614">
            <a:extLst>
              <a:ext uri="{FF2B5EF4-FFF2-40B4-BE49-F238E27FC236}">
                <a16:creationId xmlns:a16="http://schemas.microsoft.com/office/drawing/2014/main" id="{CBCC3FE6-8124-531B-F448-26354BB12847}"/>
              </a:ext>
            </a:extLst>
          </p:cNvPr>
          <p:cNvSpPr txBox="1"/>
          <p:nvPr/>
        </p:nvSpPr>
        <p:spPr>
          <a:xfrm rot="5400000">
            <a:off x="10378002" y="4554062"/>
            <a:ext cx="2596737" cy="523220"/>
          </a:xfrm>
          <a:prstGeom prst="rect">
            <a:avLst/>
          </a:prstGeom>
          <a:noFill/>
        </p:spPr>
        <p:txBody>
          <a:bodyPr wrap="none" rtlCol="0">
            <a:spAutoFit/>
          </a:bodyPr>
          <a:lstStyle/>
          <a:p>
            <a:r>
              <a:rPr lang="en-US" sz="2800" b="1" dirty="0">
                <a:solidFill>
                  <a:srgbClr val="FF0000"/>
                </a:solidFill>
              </a:rPr>
              <a:t>Data Bandwidth</a:t>
            </a:r>
          </a:p>
        </p:txBody>
      </p:sp>
      <p:sp>
        <p:nvSpPr>
          <p:cNvPr id="620" name="Rectangle: Rounded Corners 1744">
            <a:extLst>
              <a:ext uri="{FF2B5EF4-FFF2-40B4-BE49-F238E27FC236}">
                <a16:creationId xmlns:a16="http://schemas.microsoft.com/office/drawing/2014/main" id="{3206D9BB-D6E2-2876-9277-84D343874460}"/>
              </a:ext>
            </a:extLst>
          </p:cNvPr>
          <p:cNvSpPr/>
          <p:nvPr/>
        </p:nvSpPr>
        <p:spPr>
          <a:xfrm>
            <a:off x="780934" y="2414756"/>
            <a:ext cx="7858207" cy="5586245"/>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cxnSp>
        <p:nvCxnSpPr>
          <p:cNvPr id="623" name="Straight Connector 622">
            <a:extLst>
              <a:ext uri="{FF2B5EF4-FFF2-40B4-BE49-F238E27FC236}">
                <a16:creationId xmlns:a16="http://schemas.microsoft.com/office/drawing/2014/main" id="{B6A34D79-7C12-B318-C457-6BDBAE0A2E0A}"/>
              </a:ext>
            </a:extLst>
          </p:cNvPr>
          <p:cNvCxnSpPr>
            <a:cxnSpLocks/>
          </p:cNvCxnSpPr>
          <p:nvPr/>
        </p:nvCxnSpPr>
        <p:spPr>
          <a:xfrm>
            <a:off x="11278246" y="6598970"/>
            <a:ext cx="0" cy="748243"/>
          </a:xfrm>
          <a:prstGeom prst="line">
            <a:avLst/>
          </a:prstGeom>
          <a:ln w="38100">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624" name="Straight Connector 623">
            <a:extLst>
              <a:ext uri="{FF2B5EF4-FFF2-40B4-BE49-F238E27FC236}">
                <a16:creationId xmlns:a16="http://schemas.microsoft.com/office/drawing/2014/main" id="{819D719A-F509-B411-F71E-4A2736FD292B}"/>
              </a:ext>
            </a:extLst>
          </p:cNvPr>
          <p:cNvCxnSpPr/>
          <p:nvPr/>
        </p:nvCxnSpPr>
        <p:spPr>
          <a:xfrm>
            <a:off x="11074401" y="6598968"/>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5" name="Straight Connector 624">
            <a:extLst>
              <a:ext uri="{FF2B5EF4-FFF2-40B4-BE49-F238E27FC236}">
                <a16:creationId xmlns:a16="http://schemas.microsoft.com/office/drawing/2014/main" id="{C94312AD-06E4-B1D4-1604-A324BA54552C}"/>
              </a:ext>
            </a:extLst>
          </p:cNvPr>
          <p:cNvCxnSpPr/>
          <p:nvPr/>
        </p:nvCxnSpPr>
        <p:spPr>
          <a:xfrm>
            <a:off x="11074401" y="7365471"/>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626" name="TextBox 625">
            <a:extLst>
              <a:ext uri="{FF2B5EF4-FFF2-40B4-BE49-F238E27FC236}">
                <a16:creationId xmlns:a16="http://schemas.microsoft.com/office/drawing/2014/main" id="{7C0B2B5B-CE04-1C32-8620-208A393FE6B4}"/>
              </a:ext>
            </a:extLst>
          </p:cNvPr>
          <p:cNvSpPr txBox="1"/>
          <p:nvPr/>
        </p:nvSpPr>
        <p:spPr>
          <a:xfrm rot="5400000">
            <a:off x="11147509" y="6739258"/>
            <a:ext cx="1057725" cy="523220"/>
          </a:xfrm>
          <a:prstGeom prst="rect">
            <a:avLst/>
          </a:prstGeom>
          <a:noFill/>
        </p:spPr>
        <p:txBody>
          <a:bodyPr wrap="none" rtlCol="0">
            <a:spAutoFit/>
          </a:bodyPr>
          <a:lstStyle/>
          <a:p>
            <a:r>
              <a:rPr lang="en-US" sz="2800" b="1" dirty="0">
                <a:solidFill>
                  <a:schemeClr val="tx2">
                    <a:lumMod val="50000"/>
                    <a:lumOff val="50000"/>
                  </a:schemeClr>
                </a:solidFill>
              </a:rPr>
              <a:t>Parity</a:t>
            </a:r>
          </a:p>
        </p:txBody>
      </p:sp>
      <p:cxnSp>
        <p:nvCxnSpPr>
          <p:cNvPr id="629" name="Straight Connector 628">
            <a:extLst>
              <a:ext uri="{FF2B5EF4-FFF2-40B4-BE49-F238E27FC236}">
                <a16:creationId xmlns:a16="http://schemas.microsoft.com/office/drawing/2014/main" id="{2A714057-3CC5-AC86-1BC1-E11745F52EC1}"/>
              </a:ext>
            </a:extLst>
          </p:cNvPr>
          <p:cNvCxnSpPr>
            <a:cxnSpLocks/>
          </p:cNvCxnSpPr>
          <p:nvPr/>
        </p:nvCxnSpPr>
        <p:spPr>
          <a:xfrm>
            <a:off x="8546309" y="3165098"/>
            <a:ext cx="0" cy="4182115"/>
          </a:xfrm>
          <a:prstGeom prst="line">
            <a:avLst/>
          </a:prstGeom>
          <a:ln w="38100">
            <a:solidFill>
              <a:schemeClr val="tx1"/>
            </a:solidFill>
            <a:headEnd type="stealth" w="lg" len="lg"/>
            <a:tailEnd type="stealth" w="lg" len="lg"/>
          </a:ln>
        </p:spPr>
        <p:style>
          <a:lnRef idx="2">
            <a:schemeClr val="accent1"/>
          </a:lnRef>
          <a:fillRef idx="0">
            <a:schemeClr val="accent1"/>
          </a:fillRef>
          <a:effectRef idx="1">
            <a:schemeClr val="accent1"/>
          </a:effectRef>
          <a:fontRef idx="minor">
            <a:schemeClr val="tx1"/>
          </a:fontRef>
        </p:style>
      </p:cxnSp>
      <p:cxnSp>
        <p:nvCxnSpPr>
          <p:cNvPr id="630" name="Straight Connector 629">
            <a:extLst>
              <a:ext uri="{FF2B5EF4-FFF2-40B4-BE49-F238E27FC236}">
                <a16:creationId xmlns:a16="http://schemas.microsoft.com/office/drawing/2014/main" id="{A646FA42-31A5-A077-BCCD-B06B76770DDA}"/>
              </a:ext>
            </a:extLst>
          </p:cNvPr>
          <p:cNvCxnSpPr>
            <a:cxnSpLocks/>
          </p:cNvCxnSpPr>
          <p:nvPr/>
        </p:nvCxnSpPr>
        <p:spPr>
          <a:xfrm>
            <a:off x="8342464" y="3165096"/>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1" name="Straight Connector 630">
            <a:extLst>
              <a:ext uri="{FF2B5EF4-FFF2-40B4-BE49-F238E27FC236}">
                <a16:creationId xmlns:a16="http://schemas.microsoft.com/office/drawing/2014/main" id="{A3027C2C-28B6-D599-431E-17D53BE8ADF8}"/>
              </a:ext>
            </a:extLst>
          </p:cNvPr>
          <p:cNvCxnSpPr>
            <a:cxnSpLocks/>
          </p:cNvCxnSpPr>
          <p:nvPr/>
        </p:nvCxnSpPr>
        <p:spPr>
          <a:xfrm>
            <a:off x="8342464" y="7343288"/>
            <a:ext cx="403225" cy="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635" name="TextBox 634">
            <a:extLst>
              <a:ext uri="{FF2B5EF4-FFF2-40B4-BE49-F238E27FC236}">
                <a16:creationId xmlns:a16="http://schemas.microsoft.com/office/drawing/2014/main" id="{2F7C51E5-F644-F582-BF0F-CBACDBE8864E}"/>
              </a:ext>
            </a:extLst>
          </p:cNvPr>
          <p:cNvSpPr txBox="1"/>
          <p:nvPr/>
        </p:nvSpPr>
        <p:spPr>
          <a:xfrm rot="5400000">
            <a:off x="7011706" y="4995755"/>
            <a:ext cx="2560316" cy="523220"/>
          </a:xfrm>
          <a:prstGeom prst="rect">
            <a:avLst/>
          </a:prstGeom>
          <a:noFill/>
        </p:spPr>
        <p:txBody>
          <a:bodyPr wrap="none" rtlCol="0">
            <a:spAutoFit/>
          </a:bodyPr>
          <a:lstStyle/>
          <a:p>
            <a:r>
              <a:rPr lang="en-US" sz="2800" b="1" dirty="0"/>
              <a:t>Chip Bandwidth</a:t>
            </a:r>
          </a:p>
        </p:txBody>
      </p:sp>
      <p:sp>
        <p:nvSpPr>
          <p:cNvPr id="613" name="Left Brace 612">
            <a:extLst>
              <a:ext uri="{FF2B5EF4-FFF2-40B4-BE49-F238E27FC236}">
                <a16:creationId xmlns:a16="http://schemas.microsoft.com/office/drawing/2014/main" id="{D7F30DF9-AED6-2615-9336-B44583F607BF}"/>
              </a:ext>
            </a:extLst>
          </p:cNvPr>
          <p:cNvSpPr/>
          <p:nvPr/>
        </p:nvSpPr>
        <p:spPr>
          <a:xfrm>
            <a:off x="7450111" y="3165096"/>
            <a:ext cx="590556" cy="3307980"/>
          </a:xfrm>
          <a:prstGeom prst="leftBrace">
            <a:avLst/>
          </a:prstGeom>
          <a:ln w="317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627" name="TextBox 626">
            <a:extLst>
              <a:ext uri="{FF2B5EF4-FFF2-40B4-BE49-F238E27FC236}">
                <a16:creationId xmlns:a16="http://schemas.microsoft.com/office/drawing/2014/main" id="{5DA93495-4084-AF5B-71BE-C8FB12F3F796}"/>
              </a:ext>
            </a:extLst>
          </p:cNvPr>
          <p:cNvSpPr txBox="1"/>
          <p:nvPr/>
        </p:nvSpPr>
        <p:spPr>
          <a:xfrm>
            <a:off x="5391149" y="4519990"/>
            <a:ext cx="1727589" cy="584775"/>
          </a:xfrm>
          <a:prstGeom prst="rect">
            <a:avLst/>
          </a:prstGeom>
          <a:noFill/>
        </p:spPr>
        <p:txBody>
          <a:bodyPr wrap="none" rtlCol="0">
            <a:spAutoFit/>
          </a:bodyPr>
          <a:lstStyle/>
          <a:p>
            <a:r>
              <a:rPr lang="en-US" sz="3200" dirty="0"/>
              <a:t>80% data</a:t>
            </a:r>
          </a:p>
        </p:txBody>
      </p:sp>
      <p:sp>
        <p:nvSpPr>
          <p:cNvPr id="628" name="Left Brace 627">
            <a:extLst>
              <a:ext uri="{FF2B5EF4-FFF2-40B4-BE49-F238E27FC236}">
                <a16:creationId xmlns:a16="http://schemas.microsoft.com/office/drawing/2014/main" id="{5F473D1B-E7C6-2657-04C9-097DD904FB7F}"/>
              </a:ext>
            </a:extLst>
          </p:cNvPr>
          <p:cNvSpPr/>
          <p:nvPr/>
        </p:nvSpPr>
        <p:spPr>
          <a:xfrm>
            <a:off x="7450111" y="6514812"/>
            <a:ext cx="590556" cy="897069"/>
          </a:xfrm>
          <a:prstGeom prst="leftBrace">
            <a:avLst/>
          </a:prstGeom>
          <a:ln w="31750">
            <a:solidFill>
              <a:schemeClr val="tx2">
                <a:lumMod val="50000"/>
                <a:lumOff val="50000"/>
              </a:schemeClr>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632" name="TextBox 631">
            <a:extLst>
              <a:ext uri="{FF2B5EF4-FFF2-40B4-BE49-F238E27FC236}">
                <a16:creationId xmlns:a16="http://schemas.microsoft.com/office/drawing/2014/main" id="{A6A92686-177A-0C2C-DB45-98A1AFCA0673}"/>
              </a:ext>
            </a:extLst>
          </p:cNvPr>
          <p:cNvSpPr txBox="1"/>
          <p:nvPr/>
        </p:nvSpPr>
        <p:spPr>
          <a:xfrm>
            <a:off x="5377579" y="6656817"/>
            <a:ext cx="1962397" cy="584775"/>
          </a:xfrm>
          <a:prstGeom prst="rect">
            <a:avLst/>
          </a:prstGeom>
          <a:noFill/>
        </p:spPr>
        <p:txBody>
          <a:bodyPr wrap="none" rtlCol="0">
            <a:spAutoFit/>
          </a:bodyPr>
          <a:lstStyle/>
          <a:p>
            <a:r>
              <a:rPr lang="en-US" sz="3200" dirty="0">
                <a:solidFill>
                  <a:schemeClr val="tx2">
                    <a:lumMod val="50000"/>
                    <a:lumOff val="50000"/>
                  </a:schemeClr>
                </a:solidFill>
              </a:rPr>
              <a:t>20% parity</a:t>
            </a:r>
          </a:p>
        </p:txBody>
      </p:sp>
      <p:sp>
        <p:nvSpPr>
          <p:cNvPr id="2" name="Title 1">
            <a:extLst>
              <a:ext uri="{FF2B5EF4-FFF2-40B4-BE49-F238E27FC236}">
                <a16:creationId xmlns:a16="http://schemas.microsoft.com/office/drawing/2014/main" id="{5FFF865F-C975-4024-104D-BEC1A8CEAABA}"/>
              </a:ext>
            </a:extLst>
          </p:cNvPr>
          <p:cNvSpPr>
            <a:spLocks noGrp="1"/>
          </p:cNvSpPr>
          <p:nvPr>
            <p:ph type="title"/>
          </p:nvPr>
        </p:nvSpPr>
        <p:spPr>
          <a:xfrm>
            <a:off x="622300" y="389827"/>
            <a:ext cx="10421922" cy="726072"/>
          </a:xfrm>
        </p:spPr>
        <p:txBody>
          <a:bodyPr/>
          <a:lstStyle/>
          <a:p>
            <a:r>
              <a:rPr lang="en-US" dirty="0"/>
              <a:t>DDR5 Memory Systems</a:t>
            </a:r>
          </a:p>
        </p:txBody>
      </p:sp>
    </p:spTree>
    <p:custDataLst>
      <p:tags r:id="rId1"/>
    </p:custDataLst>
    <p:extLst>
      <p:ext uri="{BB962C8B-B14F-4D97-AF65-F5344CB8AC3E}">
        <p14:creationId xmlns:p14="http://schemas.microsoft.com/office/powerpoint/2010/main" val="2463082723"/>
      </p:ext>
    </p:extLst>
  </p:cSld>
  <p:clrMapOvr>
    <a:masterClrMapping/>
  </p:clrMapOvr>
  <mc:AlternateContent xmlns:mc="http://schemas.openxmlformats.org/markup-compatibility/2006" xmlns:p14="http://schemas.microsoft.com/office/powerpoint/2010/main">
    <mc:Choice Requires="p14">
      <p:transition spd="slow" p14:dur="2000" advTm="30817"/>
    </mc:Choice>
    <mc:Fallback xmlns="">
      <p:transition spd="slow" advTm="308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 grpId="0" animBg="1"/>
      <p:bldP spid="627" grpId="0"/>
      <p:bldP spid="628" grpId="0" animBg="1"/>
      <p:bldP spid="6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F96C8-1ACE-A8DA-E2C9-39331577C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C06B8-6C80-57E8-BA92-D075D5D4FD19}"/>
              </a:ext>
            </a:extLst>
          </p:cNvPr>
          <p:cNvSpPr>
            <a:spLocks noGrp="1"/>
          </p:cNvSpPr>
          <p:nvPr>
            <p:ph type="title"/>
          </p:nvPr>
        </p:nvSpPr>
        <p:spPr/>
        <p:txBody>
          <a:bodyPr/>
          <a:lstStyle/>
          <a:p>
            <a:r>
              <a:rPr lang="en-US" dirty="0"/>
              <a:t>Design Overview</a:t>
            </a:r>
          </a:p>
        </p:txBody>
      </p:sp>
      <p:sp>
        <p:nvSpPr>
          <p:cNvPr id="136" name="Rectangle 135">
            <a:extLst>
              <a:ext uri="{FF2B5EF4-FFF2-40B4-BE49-F238E27FC236}">
                <a16:creationId xmlns:a16="http://schemas.microsoft.com/office/drawing/2014/main" id="{904D3653-4B15-46A0-37A7-A6169D86963A}"/>
              </a:ext>
            </a:extLst>
          </p:cNvPr>
          <p:cNvSpPr/>
          <p:nvPr/>
        </p:nvSpPr>
        <p:spPr>
          <a:xfrm>
            <a:off x="7214561" y="3291205"/>
            <a:ext cx="2929415"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4EED5DD4-4387-98E2-D9D6-D168EEB99A6B}"/>
              </a:ext>
            </a:extLst>
          </p:cNvPr>
          <p:cNvSpPr/>
          <p:nvPr/>
        </p:nvSpPr>
        <p:spPr>
          <a:xfrm>
            <a:off x="9515286" y="3291205"/>
            <a:ext cx="628689" cy="4147019"/>
          </a:xfrm>
          <a:prstGeom prst="rect">
            <a:avLst/>
          </a:prstGeom>
          <a:solidFill>
            <a:srgbClr val="415782">
              <a:alpha val="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AE357967-4912-DEF8-02A7-5987352D34E8}"/>
              </a:ext>
            </a:extLst>
          </p:cNvPr>
          <p:cNvSpPr/>
          <p:nvPr/>
        </p:nvSpPr>
        <p:spPr>
          <a:xfrm>
            <a:off x="4880082" y="3291205"/>
            <a:ext cx="628689" cy="4147019"/>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9861C907-3B61-B09E-1297-06EC5343CC78}"/>
              </a:ext>
            </a:extLst>
          </p:cNvPr>
          <p:cNvSpPr/>
          <p:nvPr/>
        </p:nvSpPr>
        <p:spPr>
          <a:xfrm>
            <a:off x="2579355" y="3291205"/>
            <a:ext cx="2300726"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a:extLst>
              <a:ext uri="{FF2B5EF4-FFF2-40B4-BE49-F238E27FC236}">
                <a16:creationId xmlns:a16="http://schemas.microsoft.com/office/drawing/2014/main" id="{6F555F6D-0693-E5BF-1CD1-8690932151E3}"/>
              </a:ext>
            </a:extLst>
          </p:cNvPr>
          <p:cNvSpPr txBox="1"/>
          <p:nvPr/>
        </p:nvSpPr>
        <p:spPr>
          <a:xfrm flipH="1">
            <a:off x="2911379" y="6772971"/>
            <a:ext cx="1557276" cy="646331"/>
          </a:xfrm>
          <a:prstGeom prst="rect">
            <a:avLst/>
          </a:prstGeom>
          <a:noFill/>
        </p:spPr>
        <p:txBody>
          <a:bodyPr wrap="square">
            <a:spAutoFit/>
          </a:bodyPr>
          <a:lstStyle/>
          <a:p>
            <a:pPr algn="ctr"/>
            <a:r>
              <a:rPr lang="en-US" altLang="zh-CN" dirty="0"/>
              <a:t>Data  </a:t>
            </a:r>
          </a:p>
          <a:p>
            <a:pPr algn="ctr"/>
            <a:r>
              <a:rPr lang="en-US" altLang="zh-CN" dirty="0"/>
              <a:t>32-bit</a:t>
            </a:r>
            <a:endParaRPr lang="en-US" dirty="0"/>
          </a:p>
        </p:txBody>
      </p:sp>
      <p:sp>
        <p:nvSpPr>
          <p:cNvPr id="141" name="TextBox 140">
            <a:extLst>
              <a:ext uri="{FF2B5EF4-FFF2-40B4-BE49-F238E27FC236}">
                <a16:creationId xmlns:a16="http://schemas.microsoft.com/office/drawing/2014/main" id="{5F62B945-9DCB-2993-7698-863A0EA0AB89}"/>
              </a:ext>
            </a:extLst>
          </p:cNvPr>
          <p:cNvSpPr txBox="1"/>
          <p:nvPr/>
        </p:nvSpPr>
        <p:spPr>
          <a:xfrm flipH="1">
            <a:off x="4769456" y="6772971"/>
            <a:ext cx="849941" cy="646331"/>
          </a:xfrm>
          <a:prstGeom prst="rect">
            <a:avLst/>
          </a:prstGeom>
          <a:noFill/>
        </p:spPr>
        <p:txBody>
          <a:bodyPr wrap="square">
            <a:spAutoFit/>
          </a:bodyPr>
          <a:lstStyle/>
          <a:p>
            <a:pPr algn="ctr"/>
            <a:r>
              <a:rPr lang="en-US" altLang="zh-CN" dirty="0"/>
              <a:t>Parity  </a:t>
            </a:r>
          </a:p>
          <a:p>
            <a:pPr algn="ctr"/>
            <a:r>
              <a:rPr lang="en-US" altLang="zh-CN" dirty="0"/>
              <a:t>8-bit</a:t>
            </a:r>
            <a:endParaRPr lang="en-US" dirty="0"/>
          </a:p>
        </p:txBody>
      </p:sp>
      <p:sp>
        <p:nvSpPr>
          <p:cNvPr id="142" name="Rectangle 141">
            <a:extLst>
              <a:ext uri="{FF2B5EF4-FFF2-40B4-BE49-F238E27FC236}">
                <a16:creationId xmlns:a16="http://schemas.microsoft.com/office/drawing/2014/main" id="{B01046F6-4C3E-E1E8-0A1E-14C70264F0A0}"/>
              </a:ext>
            </a:extLst>
          </p:cNvPr>
          <p:cNvSpPr/>
          <p:nvPr/>
        </p:nvSpPr>
        <p:spPr>
          <a:xfrm>
            <a:off x="264648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77BE9E61-72EA-955F-2DF6-2991C2E7A524}"/>
              </a:ext>
            </a:extLst>
          </p:cNvPr>
          <p:cNvSpPr/>
          <p:nvPr/>
        </p:nvSpPr>
        <p:spPr>
          <a:xfrm>
            <a:off x="292353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0DD8D663-5367-A2D4-B456-E3A932A48449}"/>
              </a:ext>
            </a:extLst>
          </p:cNvPr>
          <p:cNvSpPr/>
          <p:nvPr/>
        </p:nvSpPr>
        <p:spPr>
          <a:xfrm>
            <a:off x="347764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A060E592-B0D7-ED6C-6C76-96012764A058}"/>
              </a:ext>
            </a:extLst>
          </p:cNvPr>
          <p:cNvSpPr/>
          <p:nvPr/>
        </p:nvSpPr>
        <p:spPr>
          <a:xfrm>
            <a:off x="320059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C2E75ED8-FC57-B37E-96E8-258DB604B2B6}"/>
              </a:ext>
            </a:extLst>
          </p:cNvPr>
          <p:cNvSpPr/>
          <p:nvPr/>
        </p:nvSpPr>
        <p:spPr>
          <a:xfrm>
            <a:off x="375470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DCDFA4AE-D055-A7F5-534E-5B76A6C96C8D}"/>
              </a:ext>
            </a:extLst>
          </p:cNvPr>
          <p:cNvSpPr/>
          <p:nvPr/>
        </p:nvSpPr>
        <p:spPr>
          <a:xfrm>
            <a:off x="403176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594C8562-BC82-227B-41AD-FF4C67A8508E}"/>
              </a:ext>
            </a:extLst>
          </p:cNvPr>
          <p:cNvSpPr/>
          <p:nvPr/>
        </p:nvSpPr>
        <p:spPr>
          <a:xfrm>
            <a:off x="458587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C198112B-E5E5-CE23-EC2C-8DE43FA87233}"/>
              </a:ext>
            </a:extLst>
          </p:cNvPr>
          <p:cNvSpPr/>
          <p:nvPr/>
        </p:nvSpPr>
        <p:spPr>
          <a:xfrm>
            <a:off x="430881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ECDF8326-5A00-7EE6-4922-C4CE1DF4989A}"/>
              </a:ext>
            </a:extLst>
          </p:cNvPr>
          <p:cNvSpPr/>
          <p:nvPr/>
        </p:nvSpPr>
        <p:spPr>
          <a:xfrm>
            <a:off x="4915775"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3000B7D0-C462-02A6-8414-CDFD1057914F}"/>
              </a:ext>
            </a:extLst>
          </p:cNvPr>
          <p:cNvSpPr/>
          <p:nvPr/>
        </p:nvSpPr>
        <p:spPr>
          <a:xfrm>
            <a:off x="5192833"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F6C7CFE7-C360-1894-2617-F8E84D8E9E62}"/>
              </a:ext>
            </a:extLst>
          </p:cNvPr>
          <p:cNvSpPr/>
          <p:nvPr/>
        </p:nvSpPr>
        <p:spPr>
          <a:xfrm>
            <a:off x="264648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77E128F3-F656-B2F4-C544-AA1A9AAADCEF}"/>
              </a:ext>
            </a:extLst>
          </p:cNvPr>
          <p:cNvSpPr/>
          <p:nvPr/>
        </p:nvSpPr>
        <p:spPr>
          <a:xfrm>
            <a:off x="292353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F0D1AFB5-9C56-753A-F324-E88BC7947B9F}"/>
              </a:ext>
            </a:extLst>
          </p:cNvPr>
          <p:cNvSpPr/>
          <p:nvPr/>
        </p:nvSpPr>
        <p:spPr>
          <a:xfrm>
            <a:off x="347764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8E38CED8-2F62-F4D2-A1B8-7066F37E2EA7}"/>
              </a:ext>
            </a:extLst>
          </p:cNvPr>
          <p:cNvSpPr/>
          <p:nvPr/>
        </p:nvSpPr>
        <p:spPr>
          <a:xfrm>
            <a:off x="320059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314D7036-7631-BC99-FE16-12F456365211}"/>
              </a:ext>
            </a:extLst>
          </p:cNvPr>
          <p:cNvSpPr/>
          <p:nvPr/>
        </p:nvSpPr>
        <p:spPr>
          <a:xfrm>
            <a:off x="375470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A3DB3DFC-256E-9F2C-A0E3-664A0396D37A}"/>
              </a:ext>
            </a:extLst>
          </p:cNvPr>
          <p:cNvSpPr/>
          <p:nvPr/>
        </p:nvSpPr>
        <p:spPr>
          <a:xfrm>
            <a:off x="403176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30202842-C26E-8B5C-F4B8-4E2E69C9B8FC}"/>
              </a:ext>
            </a:extLst>
          </p:cNvPr>
          <p:cNvSpPr/>
          <p:nvPr/>
        </p:nvSpPr>
        <p:spPr>
          <a:xfrm>
            <a:off x="458587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2E107DCE-DBFC-A689-76BA-E0E94AD07A35}"/>
              </a:ext>
            </a:extLst>
          </p:cNvPr>
          <p:cNvSpPr/>
          <p:nvPr/>
        </p:nvSpPr>
        <p:spPr>
          <a:xfrm>
            <a:off x="430881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A67ABADE-8CF2-6496-6CBD-989240F40337}"/>
              </a:ext>
            </a:extLst>
          </p:cNvPr>
          <p:cNvSpPr/>
          <p:nvPr/>
        </p:nvSpPr>
        <p:spPr>
          <a:xfrm>
            <a:off x="4915775"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7B20A37B-CA92-C351-FD23-E7FB3ACA0FDE}"/>
              </a:ext>
            </a:extLst>
          </p:cNvPr>
          <p:cNvSpPr/>
          <p:nvPr/>
        </p:nvSpPr>
        <p:spPr>
          <a:xfrm>
            <a:off x="5192833"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2F319842-31E7-9DEC-AA81-58B75F36C103}"/>
              </a:ext>
            </a:extLst>
          </p:cNvPr>
          <p:cNvSpPr/>
          <p:nvPr/>
        </p:nvSpPr>
        <p:spPr>
          <a:xfrm>
            <a:off x="264648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7297B6DA-C92A-33AD-460D-932E303A0B19}"/>
              </a:ext>
            </a:extLst>
          </p:cNvPr>
          <p:cNvSpPr/>
          <p:nvPr/>
        </p:nvSpPr>
        <p:spPr>
          <a:xfrm>
            <a:off x="292353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9A976222-5EE2-7E31-9B4F-E5E5C23DB728}"/>
              </a:ext>
            </a:extLst>
          </p:cNvPr>
          <p:cNvSpPr/>
          <p:nvPr/>
        </p:nvSpPr>
        <p:spPr>
          <a:xfrm>
            <a:off x="347764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605D0381-F734-E8BF-EAC3-EDF8D129FBA3}"/>
              </a:ext>
            </a:extLst>
          </p:cNvPr>
          <p:cNvSpPr/>
          <p:nvPr/>
        </p:nvSpPr>
        <p:spPr>
          <a:xfrm>
            <a:off x="320059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0CD95027-BF29-7F9A-376A-8FC45AF4DF8C}"/>
              </a:ext>
            </a:extLst>
          </p:cNvPr>
          <p:cNvSpPr/>
          <p:nvPr/>
        </p:nvSpPr>
        <p:spPr>
          <a:xfrm>
            <a:off x="375470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37510154-EFBE-0CC2-F638-96C9E1E5A8A0}"/>
              </a:ext>
            </a:extLst>
          </p:cNvPr>
          <p:cNvSpPr/>
          <p:nvPr/>
        </p:nvSpPr>
        <p:spPr>
          <a:xfrm>
            <a:off x="403176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1BA3AC36-92B9-B752-C493-231A5938AAC1}"/>
              </a:ext>
            </a:extLst>
          </p:cNvPr>
          <p:cNvSpPr/>
          <p:nvPr/>
        </p:nvSpPr>
        <p:spPr>
          <a:xfrm>
            <a:off x="458587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A79B4DD5-51D2-7D2C-A02C-DDB5332681C8}"/>
              </a:ext>
            </a:extLst>
          </p:cNvPr>
          <p:cNvSpPr/>
          <p:nvPr/>
        </p:nvSpPr>
        <p:spPr>
          <a:xfrm>
            <a:off x="430881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7305B215-7578-4108-1CAB-78D4DAC9E047}"/>
              </a:ext>
            </a:extLst>
          </p:cNvPr>
          <p:cNvSpPr/>
          <p:nvPr/>
        </p:nvSpPr>
        <p:spPr>
          <a:xfrm>
            <a:off x="4915775"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67E8D6C0-A5BE-A2DB-B5D3-88B8D27439A2}"/>
              </a:ext>
            </a:extLst>
          </p:cNvPr>
          <p:cNvSpPr/>
          <p:nvPr/>
        </p:nvSpPr>
        <p:spPr>
          <a:xfrm>
            <a:off x="5192833"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CBAA5C0A-3ECB-44CE-F4FC-F40BEF1AB226}"/>
              </a:ext>
            </a:extLst>
          </p:cNvPr>
          <p:cNvSpPr/>
          <p:nvPr/>
        </p:nvSpPr>
        <p:spPr>
          <a:xfrm>
            <a:off x="264648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38C41FF9-9ECB-746D-4370-0E03E58BB720}"/>
              </a:ext>
            </a:extLst>
          </p:cNvPr>
          <p:cNvSpPr/>
          <p:nvPr/>
        </p:nvSpPr>
        <p:spPr>
          <a:xfrm>
            <a:off x="292353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ECC7C582-1CEE-24CB-E243-4F0AD4781EC5}"/>
              </a:ext>
            </a:extLst>
          </p:cNvPr>
          <p:cNvSpPr/>
          <p:nvPr/>
        </p:nvSpPr>
        <p:spPr>
          <a:xfrm>
            <a:off x="347764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4F85974-3214-4051-1AB0-E1853BA3AE58}"/>
              </a:ext>
            </a:extLst>
          </p:cNvPr>
          <p:cNvSpPr/>
          <p:nvPr/>
        </p:nvSpPr>
        <p:spPr>
          <a:xfrm>
            <a:off x="320059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1F8DA8FF-7D0A-9F27-9FDA-94216BC3108E}"/>
              </a:ext>
            </a:extLst>
          </p:cNvPr>
          <p:cNvSpPr/>
          <p:nvPr/>
        </p:nvSpPr>
        <p:spPr>
          <a:xfrm>
            <a:off x="375470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AC96627-98FC-DB73-C66E-FFC916EEED02}"/>
              </a:ext>
            </a:extLst>
          </p:cNvPr>
          <p:cNvSpPr/>
          <p:nvPr/>
        </p:nvSpPr>
        <p:spPr>
          <a:xfrm>
            <a:off x="403176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36D4EA13-4C43-7E5C-6792-33E7E5B2DAAA}"/>
              </a:ext>
            </a:extLst>
          </p:cNvPr>
          <p:cNvSpPr/>
          <p:nvPr/>
        </p:nvSpPr>
        <p:spPr>
          <a:xfrm>
            <a:off x="458587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A2984904-F313-5B39-8C66-584629C6170B}"/>
              </a:ext>
            </a:extLst>
          </p:cNvPr>
          <p:cNvSpPr/>
          <p:nvPr/>
        </p:nvSpPr>
        <p:spPr>
          <a:xfrm>
            <a:off x="430881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C7205CAB-6F84-386D-E791-B7DA49239A5D}"/>
              </a:ext>
            </a:extLst>
          </p:cNvPr>
          <p:cNvSpPr/>
          <p:nvPr/>
        </p:nvSpPr>
        <p:spPr>
          <a:xfrm>
            <a:off x="4915775"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14E6465-3E41-41FB-4105-6259CFCC4788}"/>
              </a:ext>
            </a:extLst>
          </p:cNvPr>
          <p:cNvSpPr/>
          <p:nvPr/>
        </p:nvSpPr>
        <p:spPr>
          <a:xfrm>
            <a:off x="5192833"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EC9EF9D-66D0-5A3A-3F61-A56E07A134DA}"/>
              </a:ext>
            </a:extLst>
          </p:cNvPr>
          <p:cNvSpPr/>
          <p:nvPr/>
        </p:nvSpPr>
        <p:spPr>
          <a:xfrm>
            <a:off x="264648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2173AEC-1F05-A052-431E-18A147D1F02A}"/>
              </a:ext>
            </a:extLst>
          </p:cNvPr>
          <p:cNvSpPr/>
          <p:nvPr/>
        </p:nvSpPr>
        <p:spPr>
          <a:xfrm>
            <a:off x="292353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85D21C76-1DDC-CDE4-CF79-3398E61539EC}"/>
              </a:ext>
            </a:extLst>
          </p:cNvPr>
          <p:cNvSpPr/>
          <p:nvPr/>
        </p:nvSpPr>
        <p:spPr>
          <a:xfrm>
            <a:off x="347764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93AB81BD-6A82-070D-74E7-6D38EF1BA125}"/>
              </a:ext>
            </a:extLst>
          </p:cNvPr>
          <p:cNvSpPr/>
          <p:nvPr/>
        </p:nvSpPr>
        <p:spPr>
          <a:xfrm>
            <a:off x="320059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FDB23453-B138-0D0B-4886-87EF3F6EF6E5}"/>
              </a:ext>
            </a:extLst>
          </p:cNvPr>
          <p:cNvSpPr/>
          <p:nvPr/>
        </p:nvSpPr>
        <p:spPr>
          <a:xfrm>
            <a:off x="375470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80E6BD1E-357F-D902-737F-B34F0DC9760A}"/>
              </a:ext>
            </a:extLst>
          </p:cNvPr>
          <p:cNvSpPr/>
          <p:nvPr/>
        </p:nvSpPr>
        <p:spPr>
          <a:xfrm>
            <a:off x="403176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F9C60051-8568-7CEA-535D-6460DD8E9727}"/>
              </a:ext>
            </a:extLst>
          </p:cNvPr>
          <p:cNvSpPr/>
          <p:nvPr/>
        </p:nvSpPr>
        <p:spPr>
          <a:xfrm>
            <a:off x="4585872"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50CE9562-2081-EF19-D3BB-F3E7AA7AE0C8}"/>
              </a:ext>
            </a:extLst>
          </p:cNvPr>
          <p:cNvSpPr/>
          <p:nvPr/>
        </p:nvSpPr>
        <p:spPr>
          <a:xfrm>
            <a:off x="430881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B52464FB-FBB7-600B-5F33-6C8C136F287C}"/>
              </a:ext>
            </a:extLst>
          </p:cNvPr>
          <p:cNvSpPr/>
          <p:nvPr/>
        </p:nvSpPr>
        <p:spPr>
          <a:xfrm>
            <a:off x="4915775"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1557615E-A0FB-8A35-6F5D-423446E56851}"/>
              </a:ext>
            </a:extLst>
          </p:cNvPr>
          <p:cNvSpPr/>
          <p:nvPr/>
        </p:nvSpPr>
        <p:spPr>
          <a:xfrm>
            <a:off x="5192833"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D3DDA568-F50F-C0FC-4014-20A6289CE51B}"/>
              </a:ext>
            </a:extLst>
          </p:cNvPr>
          <p:cNvSpPr/>
          <p:nvPr/>
        </p:nvSpPr>
        <p:spPr>
          <a:xfrm>
            <a:off x="264648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D2518440-E13F-3982-DA57-91DEAD35CC5A}"/>
              </a:ext>
            </a:extLst>
          </p:cNvPr>
          <p:cNvSpPr/>
          <p:nvPr/>
        </p:nvSpPr>
        <p:spPr>
          <a:xfrm>
            <a:off x="292353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6C82838D-DFA4-DE6F-EEEA-89CF21E4227E}"/>
              </a:ext>
            </a:extLst>
          </p:cNvPr>
          <p:cNvSpPr/>
          <p:nvPr/>
        </p:nvSpPr>
        <p:spPr>
          <a:xfrm>
            <a:off x="347764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AF3F3C10-44D3-06C2-E14C-E0D8B0590A81}"/>
              </a:ext>
            </a:extLst>
          </p:cNvPr>
          <p:cNvSpPr/>
          <p:nvPr/>
        </p:nvSpPr>
        <p:spPr>
          <a:xfrm>
            <a:off x="320059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C8454CC1-271F-4C32-4142-B24177ACEAED}"/>
              </a:ext>
            </a:extLst>
          </p:cNvPr>
          <p:cNvSpPr/>
          <p:nvPr/>
        </p:nvSpPr>
        <p:spPr>
          <a:xfrm>
            <a:off x="375470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B07CEB65-895D-C954-67BA-034A3A7F6B7F}"/>
              </a:ext>
            </a:extLst>
          </p:cNvPr>
          <p:cNvSpPr/>
          <p:nvPr/>
        </p:nvSpPr>
        <p:spPr>
          <a:xfrm>
            <a:off x="403176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273DC87A-C5DF-FBFC-13C6-15EF87228144}"/>
              </a:ext>
            </a:extLst>
          </p:cNvPr>
          <p:cNvSpPr/>
          <p:nvPr/>
        </p:nvSpPr>
        <p:spPr>
          <a:xfrm>
            <a:off x="458587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C18D338B-431D-859A-9410-AA2268885FDC}"/>
              </a:ext>
            </a:extLst>
          </p:cNvPr>
          <p:cNvSpPr/>
          <p:nvPr/>
        </p:nvSpPr>
        <p:spPr>
          <a:xfrm>
            <a:off x="430881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73BF1C32-E4FB-E3E4-A241-BAAFBF82C271}"/>
              </a:ext>
            </a:extLst>
          </p:cNvPr>
          <p:cNvSpPr/>
          <p:nvPr/>
        </p:nvSpPr>
        <p:spPr>
          <a:xfrm>
            <a:off x="4915775"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7E266A41-2AFB-1FE9-7EBB-B91ECE9D7957}"/>
              </a:ext>
            </a:extLst>
          </p:cNvPr>
          <p:cNvSpPr/>
          <p:nvPr/>
        </p:nvSpPr>
        <p:spPr>
          <a:xfrm>
            <a:off x="5192833"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592636A-6785-9504-568E-6C90AF91F5D5}"/>
              </a:ext>
            </a:extLst>
          </p:cNvPr>
          <p:cNvSpPr/>
          <p:nvPr/>
        </p:nvSpPr>
        <p:spPr>
          <a:xfrm>
            <a:off x="264648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3EF200DF-E868-773C-D4EA-EA01B56ABE89}"/>
              </a:ext>
            </a:extLst>
          </p:cNvPr>
          <p:cNvSpPr/>
          <p:nvPr/>
        </p:nvSpPr>
        <p:spPr>
          <a:xfrm>
            <a:off x="292353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FE598B85-6110-9813-A967-754D33065090}"/>
              </a:ext>
            </a:extLst>
          </p:cNvPr>
          <p:cNvSpPr/>
          <p:nvPr/>
        </p:nvSpPr>
        <p:spPr>
          <a:xfrm>
            <a:off x="347764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7AE207AE-634D-6633-0F10-DDB67A0877EB}"/>
              </a:ext>
            </a:extLst>
          </p:cNvPr>
          <p:cNvSpPr/>
          <p:nvPr/>
        </p:nvSpPr>
        <p:spPr>
          <a:xfrm>
            <a:off x="320059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DF621A06-E5EA-212B-D9C4-A10A59300D8B}"/>
              </a:ext>
            </a:extLst>
          </p:cNvPr>
          <p:cNvSpPr/>
          <p:nvPr/>
        </p:nvSpPr>
        <p:spPr>
          <a:xfrm>
            <a:off x="375470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7428F273-CB94-6BC1-9845-EE63350BAABF}"/>
              </a:ext>
            </a:extLst>
          </p:cNvPr>
          <p:cNvSpPr/>
          <p:nvPr/>
        </p:nvSpPr>
        <p:spPr>
          <a:xfrm>
            <a:off x="403176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2A084F9D-5A5E-09F6-04D3-D37EEB1E94DA}"/>
              </a:ext>
            </a:extLst>
          </p:cNvPr>
          <p:cNvSpPr/>
          <p:nvPr/>
        </p:nvSpPr>
        <p:spPr>
          <a:xfrm>
            <a:off x="458587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054D3CE7-8378-2066-D3A0-DD9AC14906A8}"/>
              </a:ext>
            </a:extLst>
          </p:cNvPr>
          <p:cNvSpPr/>
          <p:nvPr/>
        </p:nvSpPr>
        <p:spPr>
          <a:xfrm>
            <a:off x="430881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5B28B56C-D7CD-4C19-0E97-F17FA6DAC964}"/>
              </a:ext>
            </a:extLst>
          </p:cNvPr>
          <p:cNvSpPr/>
          <p:nvPr/>
        </p:nvSpPr>
        <p:spPr>
          <a:xfrm>
            <a:off x="4915775"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E7465E94-439F-17E2-9F8F-F84783607526}"/>
              </a:ext>
            </a:extLst>
          </p:cNvPr>
          <p:cNvSpPr/>
          <p:nvPr/>
        </p:nvSpPr>
        <p:spPr>
          <a:xfrm>
            <a:off x="5192833"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4C5F3ACD-2EE1-F566-BFD3-D8637E714DCF}"/>
              </a:ext>
            </a:extLst>
          </p:cNvPr>
          <p:cNvSpPr/>
          <p:nvPr/>
        </p:nvSpPr>
        <p:spPr>
          <a:xfrm>
            <a:off x="264648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DFDAD6E7-BEA2-E772-487F-24C85A7CE631}"/>
              </a:ext>
            </a:extLst>
          </p:cNvPr>
          <p:cNvSpPr/>
          <p:nvPr/>
        </p:nvSpPr>
        <p:spPr>
          <a:xfrm>
            <a:off x="292353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57CBDA58-8C16-D98E-E19E-95B098C98293}"/>
              </a:ext>
            </a:extLst>
          </p:cNvPr>
          <p:cNvSpPr/>
          <p:nvPr/>
        </p:nvSpPr>
        <p:spPr>
          <a:xfrm>
            <a:off x="347764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07D83F30-79BF-065B-7FDD-43D603EB4B41}"/>
              </a:ext>
            </a:extLst>
          </p:cNvPr>
          <p:cNvSpPr/>
          <p:nvPr/>
        </p:nvSpPr>
        <p:spPr>
          <a:xfrm>
            <a:off x="320059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08E027AA-FF52-DB0C-9544-8D24693968F3}"/>
              </a:ext>
            </a:extLst>
          </p:cNvPr>
          <p:cNvSpPr/>
          <p:nvPr/>
        </p:nvSpPr>
        <p:spPr>
          <a:xfrm>
            <a:off x="375470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079E26D1-BA3C-B33F-06C3-2561B496A1E3}"/>
              </a:ext>
            </a:extLst>
          </p:cNvPr>
          <p:cNvSpPr/>
          <p:nvPr/>
        </p:nvSpPr>
        <p:spPr>
          <a:xfrm>
            <a:off x="403176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6AC695A3-628B-B860-0308-EF56021B96D1}"/>
              </a:ext>
            </a:extLst>
          </p:cNvPr>
          <p:cNvSpPr/>
          <p:nvPr/>
        </p:nvSpPr>
        <p:spPr>
          <a:xfrm>
            <a:off x="458587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83C8FDA-40C7-9900-F50F-438A52A54716}"/>
              </a:ext>
            </a:extLst>
          </p:cNvPr>
          <p:cNvSpPr/>
          <p:nvPr/>
        </p:nvSpPr>
        <p:spPr>
          <a:xfrm>
            <a:off x="430881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6805DBB5-E77D-99BD-1D9E-9C9AE061F30A}"/>
              </a:ext>
            </a:extLst>
          </p:cNvPr>
          <p:cNvSpPr/>
          <p:nvPr/>
        </p:nvSpPr>
        <p:spPr>
          <a:xfrm>
            <a:off x="4915775"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F4A1D764-FA05-4FB1-386C-195B3108B327}"/>
              </a:ext>
            </a:extLst>
          </p:cNvPr>
          <p:cNvSpPr/>
          <p:nvPr/>
        </p:nvSpPr>
        <p:spPr>
          <a:xfrm>
            <a:off x="5192833"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AA03F368-B2C7-C16F-6392-A5F05EB5E8F5}"/>
              </a:ext>
            </a:extLst>
          </p:cNvPr>
          <p:cNvSpPr/>
          <p:nvPr/>
        </p:nvSpPr>
        <p:spPr>
          <a:xfrm>
            <a:off x="264648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1FC8AE1D-212E-8744-EE23-E6E11FD5E17E}"/>
              </a:ext>
            </a:extLst>
          </p:cNvPr>
          <p:cNvSpPr/>
          <p:nvPr/>
        </p:nvSpPr>
        <p:spPr>
          <a:xfrm>
            <a:off x="292353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E1B78935-AF93-E041-84DB-F3B7F5F68EA6}"/>
              </a:ext>
            </a:extLst>
          </p:cNvPr>
          <p:cNvSpPr/>
          <p:nvPr/>
        </p:nvSpPr>
        <p:spPr>
          <a:xfrm>
            <a:off x="347764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C562E0F8-DD82-6677-3BFC-15715CAFE7AA}"/>
              </a:ext>
            </a:extLst>
          </p:cNvPr>
          <p:cNvSpPr/>
          <p:nvPr/>
        </p:nvSpPr>
        <p:spPr>
          <a:xfrm>
            <a:off x="320059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DC092784-C7B0-63F9-0FD4-1B9771EA5D4D}"/>
              </a:ext>
            </a:extLst>
          </p:cNvPr>
          <p:cNvSpPr/>
          <p:nvPr/>
        </p:nvSpPr>
        <p:spPr>
          <a:xfrm>
            <a:off x="375470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5BDD81BE-79E8-AEF9-B612-4F193B3DB7D6}"/>
              </a:ext>
            </a:extLst>
          </p:cNvPr>
          <p:cNvSpPr/>
          <p:nvPr/>
        </p:nvSpPr>
        <p:spPr>
          <a:xfrm>
            <a:off x="403176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55702E19-D3E8-B433-45AB-E09924021456}"/>
              </a:ext>
            </a:extLst>
          </p:cNvPr>
          <p:cNvSpPr/>
          <p:nvPr/>
        </p:nvSpPr>
        <p:spPr>
          <a:xfrm>
            <a:off x="458587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283CC000-86BB-9440-CCC6-BA2D998FD281}"/>
              </a:ext>
            </a:extLst>
          </p:cNvPr>
          <p:cNvSpPr/>
          <p:nvPr/>
        </p:nvSpPr>
        <p:spPr>
          <a:xfrm>
            <a:off x="430881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DE6B8CA6-CB58-762C-9C36-7E0787D5CB91}"/>
              </a:ext>
            </a:extLst>
          </p:cNvPr>
          <p:cNvSpPr/>
          <p:nvPr/>
        </p:nvSpPr>
        <p:spPr>
          <a:xfrm>
            <a:off x="4915775"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7ACFAEA6-9E95-D690-050C-9B191BF35EAD}"/>
              </a:ext>
            </a:extLst>
          </p:cNvPr>
          <p:cNvSpPr/>
          <p:nvPr/>
        </p:nvSpPr>
        <p:spPr>
          <a:xfrm>
            <a:off x="5192833"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3FC0795D-6DB1-1446-7800-F2F77DB24E2D}"/>
              </a:ext>
            </a:extLst>
          </p:cNvPr>
          <p:cNvSpPr/>
          <p:nvPr/>
        </p:nvSpPr>
        <p:spPr>
          <a:xfrm>
            <a:off x="264648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65C568B2-7DB4-BEEC-72C5-1732CCDEA9BA}"/>
              </a:ext>
            </a:extLst>
          </p:cNvPr>
          <p:cNvSpPr/>
          <p:nvPr/>
        </p:nvSpPr>
        <p:spPr>
          <a:xfrm>
            <a:off x="292353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334708D4-036E-C321-98C2-84EE015E8993}"/>
              </a:ext>
            </a:extLst>
          </p:cNvPr>
          <p:cNvSpPr/>
          <p:nvPr/>
        </p:nvSpPr>
        <p:spPr>
          <a:xfrm>
            <a:off x="347764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4C683CC7-D870-2ACE-CA69-FB26AAE584FE}"/>
              </a:ext>
            </a:extLst>
          </p:cNvPr>
          <p:cNvSpPr/>
          <p:nvPr/>
        </p:nvSpPr>
        <p:spPr>
          <a:xfrm>
            <a:off x="320059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3EED8EF6-5E61-C7E0-03CF-9BB5B1302483}"/>
              </a:ext>
            </a:extLst>
          </p:cNvPr>
          <p:cNvSpPr/>
          <p:nvPr/>
        </p:nvSpPr>
        <p:spPr>
          <a:xfrm>
            <a:off x="375470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D5F45A65-E9A3-D41B-FC27-80FA2D9A5D99}"/>
              </a:ext>
            </a:extLst>
          </p:cNvPr>
          <p:cNvSpPr/>
          <p:nvPr/>
        </p:nvSpPr>
        <p:spPr>
          <a:xfrm>
            <a:off x="403176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980AA2BD-7C36-AD7F-EEF2-AC69CB03FB78}"/>
              </a:ext>
            </a:extLst>
          </p:cNvPr>
          <p:cNvSpPr/>
          <p:nvPr/>
        </p:nvSpPr>
        <p:spPr>
          <a:xfrm>
            <a:off x="4585872"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08BF8D2D-204A-3976-6464-18B4D61E00CD}"/>
              </a:ext>
            </a:extLst>
          </p:cNvPr>
          <p:cNvSpPr/>
          <p:nvPr/>
        </p:nvSpPr>
        <p:spPr>
          <a:xfrm>
            <a:off x="430881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C373AD2E-2103-84BC-597C-702924C96768}"/>
              </a:ext>
            </a:extLst>
          </p:cNvPr>
          <p:cNvSpPr/>
          <p:nvPr/>
        </p:nvSpPr>
        <p:spPr>
          <a:xfrm>
            <a:off x="4915775"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986F5B0B-261C-4BA7-EF97-7FCA6BF192FC}"/>
              </a:ext>
            </a:extLst>
          </p:cNvPr>
          <p:cNvSpPr/>
          <p:nvPr/>
        </p:nvSpPr>
        <p:spPr>
          <a:xfrm>
            <a:off x="5192833"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78308D05-F7AD-B19A-240B-E04EF278E481}"/>
              </a:ext>
            </a:extLst>
          </p:cNvPr>
          <p:cNvSpPr/>
          <p:nvPr/>
        </p:nvSpPr>
        <p:spPr>
          <a:xfrm>
            <a:off x="264648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EDC3637F-4172-AD48-D85C-8FADDE7ED895}"/>
              </a:ext>
            </a:extLst>
          </p:cNvPr>
          <p:cNvSpPr/>
          <p:nvPr/>
        </p:nvSpPr>
        <p:spPr>
          <a:xfrm>
            <a:off x="292353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4AA237E2-335C-E5DA-030D-58ED293BDE7D}"/>
              </a:ext>
            </a:extLst>
          </p:cNvPr>
          <p:cNvSpPr/>
          <p:nvPr/>
        </p:nvSpPr>
        <p:spPr>
          <a:xfrm>
            <a:off x="347764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66D0EE6D-AD29-E344-5381-2550967CE05B}"/>
              </a:ext>
            </a:extLst>
          </p:cNvPr>
          <p:cNvSpPr/>
          <p:nvPr/>
        </p:nvSpPr>
        <p:spPr>
          <a:xfrm>
            <a:off x="320059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639F8DE3-54A2-D13F-285A-C6DEE402B61A}"/>
              </a:ext>
            </a:extLst>
          </p:cNvPr>
          <p:cNvSpPr/>
          <p:nvPr/>
        </p:nvSpPr>
        <p:spPr>
          <a:xfrm>
            <a:off x="375470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4DE52F09-3250-565D-16C4-7514D7375D52}"/>
              </a:ext>
            </a:extLst>
          </p:cNvPr>
          <p:cNvSpPr/>
          <p:nvPr/>
        </p:nvSpPr>
        <p:spPr>
          <a:xfrm>
            <a:off x="403176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90796869-CBD3-84BC-53F4-9DB382D46305}"/>
              </a:ext>
            </a:extLst>
          </p:cNvPr>
          <p:cNvSpPr/>
          <p:nvPr/>
        </p:nvSpPr>
        <p:spPr>
          <a:xfrm>
            <a:off x="458587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81901C0C-4FAB-A18A-37B9-38669B6A333A}"/>
              </a:ext>
            </a:extLst>
          </p:cNvPr>
          <p:cNvSpPr/>
          <p:nvPr/>
        </p:nvSpPr>
        <p:spPr>
          <a:xfrm>
            <a:off x="430881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88F23E3D-DAFD-DDEB-C9F7-BDF7080DDE90}"/>
              </a:ext>
            </a:extLst>
          </p:cNvPr>
          <p:cNvSpPr/>
          <p:nvPr/>
        </p:nvSpPr>
        <p:spPr>
          <a:xfrm>
            <a:off x="4915775"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97A24D93-3BAD-AF6F-05AC-1530B68B818F}"/>
              </a:ext>
            </a:extLst>
          </p:cNvPr>
          <p:cNvSpPr/>
          <p:nvPr/>
        </p:nvSpPr>
        <p:spPr>
          <a:xfrm>
            <a:off x="5192833"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17AF626C-A3ED-850D-101B-119B3776C4F6}"/>
              </a:ext>
            </a:extLst>
          </p:cNvPr>
          <p:cNvSpPr/>
          <p:nvPr/>
        </p:nvSpPr>
        <p:spPr>
          <a:xfrm>
            <a:off x="728468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D8B0F340-2159-FFEC-B0EC-946D47DD515F}"/>
              </a:ext>
            </a:extLst>
          </p:cNvPr>
          <p:cNvSpPr/>
          <p:nvPr/>
        </p:nvSpPr>
        <p:spPr>
          <a:xfrm>
            <a:off x="756173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CCA7C144-F7F8-5A55-3B5C-35D0E48AAEAC}"/>
              </a:ext>
            </a:extLst>
          </p:cNvPr>
          <p:cNvSpPr/>
          <p:nvPr/>
        </p:nvSpPr>
        <p:spPr>
          <a:xfrm>
            <a:off x="8115846"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BD355FB2-E04D-CA98-A6E1-B14FDA354CD1}"/>
              </a:ext>
            </a:extLst>
          </p:cNvPr>
          <p:cNvSpPr/>
          <p:nvPr/>
        </p:nvSpPr>
        <p:spPr>
          <a:xfrm>
            <a:off x="783879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D8EA531A-7AEA-562E-B65D-82E1BF90538C}"/>
              </a:ext>
            </a:extLst>
          </p:cNvPr>
          <p:cNvSpPr/>
          <p:nvPr/>
        </p:nvSpPr>
        <p:spPr>
          <a:xfrm>
            <a:off x="839290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8E143862-1EDF-E766-67DC-F78D692EDBFD}"/>
              </a:ext>
            </a:extLst>
          </p:cNvPr>
          <p:cNvSpPr/>
          <p:nvPr/>
        </p:nvSpPr>
        <p:spPr>
          <a:xfrm>
            <a:off x="866995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071CD6E1-C026-0EE9-9600-CA909842C855}"/>
              </a:ext>
            </a:extLst>
          </p:cNvPr>
          <p:cNvSpPr/>
          <p:nvPr/>
        </p:nvSpPr>
        <p:spPr>
          <a:xfrm>
            <a:off x="922407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A56AFDDC-2167-7F0D-A668-2B5FDE5845DA}"/>
              </a:ext>
            </a:extLst>
          </p:cNvPr>
          <p:cNvSpPr/>
          <p:nvPr/>
        </p:nvSpPr>
        <p:spPr>
          <a:xfrm>
            <a:off x="894701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079D5543-EAD3-69BC-1E66-A91D0D4AD400}"/>
              </a:ext>
            </a:extLst>
          </p:cNvPr>
          <p:cNvSpPr/>
          <p:nvPr/>
        </p:nvSpPr>
        <p:spPr>
          <a:xfrm>
            <a:off x="955397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0C3F5226-6001-25FE-9A34-D67B705B2F4B}"/>
              </a:ext>
            </a:extLst>
          </p:cNvPr>
          <p:cNvSpPr/>
          <p:nvPr/>
        </p:nvSpPr>
        <p:spPr>
          <a:xfrm>
            <a:off x="983103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343DF42D-AD9C-ACB5-36FD-9DB5C0EC748D}"/>
              </a:ext>
            </a:extLst>
          </p:cNvPr>
          <p:cNvSpPr/>
          <p:nvPr/>
        </p:nvSpPr>
        <p:spPr>
          <a:xfrm>
            <a:off x="728468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E343B9F3-311D-B97B-5722-7EEA7A400F2D}"/>
              </a:ext>
            </a:extLst>
          </p:cNvPr>
          <p:cNvSpPr/>
          <p:nvPr/>
        </p:nvSpPr>
        <p:spPr>
          <a:xfrm>
            <a:off x="756173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ADCE8305-F6E8-519C-3404-74474469125B}"/>
              </a:ext>
            </a:extLst>
          </p:cNvPr>
          <p:cNvSpPr/>
          <p:nvPr/>
        </p:nvSpPr>
        <p:spPr>
          <a:xfrm>
            <a:off x="8115846"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CF2A5561-234E-A2BD-755C-083C0135DC16}"/>
              </a:ext>
            </a:extLst>
          </p:cNvPr>
          <p:cNvSpPr/>
          <p:nvPr/>
        </p:nvSpPr>
        <p:spPr>
          <a:xfrm>
            <a:off x="783879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1C218D49-9320-CD98-0BF4-9AD08C249955}"/>
              </a:ext>
            </a:extLst>
          </p:cNvPr>
          <p:cNvSpPr/>
          <p:nvPr/>
        </p:nvSpPr>
        <p:spPr>
          <a:xfrm>
            <a:off x="839290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67667109-8371-91E1-9C38-92CE8B70C324}"/>
              </a:ext>
            </a:extLst>
          </p:cNvPr>
          <p:cNvSpPr/>
          <p:nvPr/>
        </p:nvSpPr>
        <p:spPr>
          <a:xfrm>
            <a:off x="866995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BF834119-4A09-9A7B-2C7F-9CC4F205241B}"/>
              </a:ext>
            </a:extLst>
          </p:cNvPr>
          <p:cNvSpPr/>
          <p:nvPr/>
        </p:nvSpPr>
        <p:spPr>
          <a:xfrm>
            <a:off x="922407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7588441C-1936-1273-8FD0-C9D91BD465B4}"/>
              </a:ext>
            </a:extLst>
          </p:cNvPr>
          <p:cNvSpPr/>
          <p:nvPr/>
        </p:nvSpPr>
        <p:spPr>
          <a:xfrm>
            <a:off x="894701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4607748E-1D1B-5B99-9170-FCF60CC702E1}"/>
              </a:ext>
            </a:extLst>
          </p:cNvPr>
          <p:cNvSpPr/>
          <p:nvPr/>
        </p:nvSpPr>
        <p:spPr>
          <a:xfrm>
            <a:off x="955397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FC3F9891-F9A7-E9E7-256C-B1FC21F6E75C}"/>
              </a:ext>
            </a:extLst>
          </p:cNvPr>
          <p:cNvSpPr/>
          <p:nvPr/>
        </p:nvSpPr>
        <p:spPr>
          <a:xfrm>
            <a:off x="983103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E587D658-03A5-04A5-2358-E1CF05A872D0}"/>
              </a:ext>
            </a:extLst>
          </p:cNvPr>
          <p:cNvSpPr/>
          <p:nvPr/>
        </p:nvSpPr>
        <p:spPr>
          <a:xfrm>
            <a:off x="728468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F4B85AC9-505A-5E2D-6C8E-EB582669F166}"/>
              </a:ext>
            </a:extLst>
          </p:cNvPr>
          <p:cNvSpPr/>
          <p:nvPr/>
        </p:nvSpPr>
        <p:spPr>
          <a:xfrm>
            <a:off x="756173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D1C3AD0B-900B-A273-5384-9A1207040B80}"/>
              </a:ext>
            </a:extLst>
          </p:cNvPr>
          <p:cNvSpPr/>
          <p:nvPr/>
        </p:nvSpPr>
        <p:spPr>
          <a:xfrm>
            <a:off x="8115846"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07C09869-E528-B378-AB58-C7FBC230449C}"/>
              </a:ext>
            </a:extLst>
          </p:cNvPr>
          <p:cNvSpPr/>
          <p:nvPr/>
        </p:nvSpPr>
        <p:spPr>
          <a:xfrm>
            <a:off x="783879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6AF206B4-C728-2E86-F9D6-E2A54697888D}"/>
              </a:ext>
            </a:extLst>
          </p:cNvPr>
          <p:cNvSpPr/>
          <p:nvPr/>
        </p:nvSpPr>
        <p:spPr>
          <a:xfrm>
            <a:off x="839290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8682697F-FA1D-E695-5E30-4DCD2456CB14}"/>
              </a:ext>
            </a:extLst>
          </p:cNvPr>
          <p:cNvSpPr/>
          <p:nvPr/>
        </p:nvSpPr>
        <p:spPr>
          <a:xfrm>
            <a:off x="866995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69758803-5E48-4474-DB5C-0D87612F4C92}"/>
              </a:ext>
            </a:extLst>
          </p:cNvPr>
          <p:cNvSpPr/>
          <p:nvPr/>
        </p:nvSpPr>
        <p:spPr>
          <a:xfrm>
            <a:off x="922407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0065A45C-6573-E0FE-0517-64511547DDF3}"/>
              </a:ext>
            </a:extLst>
          </p:cNvPr>
          <p:cNvSpPr/>
          <p:nvPr/>
        </p:nvSpPr>
        <p:spPr>
          <a:xfrm>
            <a:off x="894701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54676DDE-C8F1-2946-445A-E46AEEA39055}"/>
              </a:ext>
            </a:extLst>
          </p:cNvPr>
          <p:cNvSpPr/>
          <p:nvPr/>
        </p:nvSpPr>
        <p:spPr>
          <a:xfrm>
            <a:off x="955397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4856FBA3-A1C5-1F0E-E249-2A318170F6F2}"/>
              </a:ext>
            </a:extLst>
          </p:cNvPr>
          <p:cNvSpPr/>
          <p:nvPr/>
        </p:nvSpPr>
        <p:spPr>
          <a:xfrm>
            <a:off x="983103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7F114649-1894-071E-B9BE-043293D29148}"/>
              </a:ext>
            </a:extLst>
          </p:cNvPr>
          <p:cNvSpPr/>
          <p:nvPr/>
        </p:nvSpPr>
        <p:spPr>
          <a:xfrm>
            <a:off x="728468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226C8572-994F-0978-C2F8-5EDD4938FE79}"/>
              </a:ext>
            </a:extLst>
          </p:cNvPr>
          <p:cNvSpPr/>
          <p:nvPr/>
        </p:nvSpPr>
        <p:spPr>
          <a:xfrm>
            <a:off x="756173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12BC6A4E-7ACC-8068-E162-C3CC060A0D88}"/>
              </a:ext>
            </a:extLst>
          </p:cNvPr>
          <p:cNvSpPr/>
          <p:nvPr/>
        </p:nvSpPr>
        <p:spPr>
          <a:xfrm>
            <a:off x="8115846"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D90F6506-BA11-78E9-30C7-77F265305FAC}"/>
              </a:ext>
            </a:extLst>
          </p:cNvPr>
          <p:cNvSpPr/>
          <p:nvPr/>
        </p:nvSpPr>
        <p:spPr>
          <a:xfrm>
            <a:off x="783879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19B5A1FC-E7C3-13D5-0116-64FFCDCBC037}"/>
              </a:ext>
            </a:extLst>
          </p:cNvPr>
          <p:cNvSpPr/>
          <p:nvPr/>
        </p:nvSpPr>
        <p:spPr>
          <a:xfrm>
            <a:off x="839290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745C90FC-2F81-91B0-541B-F8E19B78B3AB}"/>
              </a:ext>
            </a:extLst>
          </p:cNvPr>
          <p:cNvSpPr/>
          <p:nvPr/>
        </p:nvSpPr>
        <p:spPr>
          <a:xfrm>
            <a:off x="866995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9E4FD2D6-5331-C086-103E-E5EC9DF6B149}"/>
              </a:ext>
            </a:extLst>
          </p:cNvPr>
          <p:cNvSpPr/>
          <p:nvPr/>
        </p:nvSpPr>
        <p:spPr>
          <a:xfrm>
            <a:off x="922407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441C983E-C85B-BFFA-9BFE-94CD9F80AC4F}"/>
              </a:ext>
            </a:extLst>
          </p:cNvPr>
          <p:cNvSpPr/>
          <p:nvPr/>
        </p:nvSpPr>
        <p:spPr>
          <a:xfrm>
            <a:off x="894701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2EBDC4DE-3733-2BCB-D92C-31F20E73EFC7}"/>
              </a:ext>
            </a:extLst>
          </p:cNvPr>
          <p:cNvSpPr/>
          <p:nvPr/>
        </p:nvSpPr>
        <p:spPr>
          <a:xfrm>
            <a:off x="955397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00F8DA4C-6C6F-7848-924B-98BE1F7CB03C}"/>
              </a:ext>
            </a:extLst>
          </p:cNvPr>
          <p:cNvSpPr/>
          <p:nvPr/>
        </p:nvSpPr>
        <p:spPr>
          <a:xfrm>
            <a:off x="983103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A0B6E9DE-061B-E947-1C01-6F10A9BAF050}"/>
              </a:ext>
            </a:extLst>
          </p:cNvPr>
          <p:cNvSpPr/>
          <p:nvPr/>
        </p:nvSpPr>
        <p:spPr>
          <a:xfrm>
            <a:off x="728468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04D9992A-158B-6180-C50E-4BCC397FCC0E}"/>
              </a:ext>
            </a:extLst>
          </p:cNvPr>
          <p:cNvSpPr/>
          <p:nvPr/>
        </p:nvSpPr>
        <p:spPr>
          <a:xfrm>
            <a:off x="756173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4A73ED3C-17CF-99A3-2307-4E9266D9320C}"/>
              </a:ext>
            </a:extLst>
          </p:cNvPr>
          <p:cNvSpPr/>
          <p:nvPr/>
        </p:nvSpPr>
        <p:spPr>
          <a:xfrm>
            <a:off x="8115846"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76E393FC-02CF-C0A9-37B6-D590BA6705D6}"/>
              </a:ext>
            </a:extLst>
          </p:cNvPr>
          <p:cNvSpPr/>
          <p:nvPr/>
        </p:nvSpPr>
        <p:spPr>
          <a:xfrm>
            <a:off x="783879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66072272-5DE5-1EB6-1DDC-8D08128254B6}"/>
              </a:ext>
            </a:extLst>
          </p:cNvPr>
          <p:cNvSpPr/>
          <p:nvPr/>
        </p:nvSpPr>
        <p:spPr>
          <a:xfrm>
            <a:off x="839290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405ECC5B-AA6D-A99D-594F-AB80AD4A973B}"/>
              </a:ext>
            </a:extLst>
          </p:cNvPr>
          <p:cNvSpPr/>
          <p:nvPr/>
        </p:nvSpPr>
        <p:spPr>
          <a:xfrm>
            <a:off x="866995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C352AE39-503D-23FC-C177-C77C4393B9DA}"/>
              </a:ext>
            </a:extLst>
          </p:cNvPr>
          <p:cNvSpPr/>
          <p:nvPr/>
        </p:nvSpPr>
        <p:spPr>
          <a:xfrm>
            <a:off x="922407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DAFB73E4-5E18-73D2-149D-9FA740423C41}"/>
              </a:ext>
            </a:extLst>
          </p:cNvPr>
          <p:cNvSpPr/>
          <p:nvPr/>
        </p:nvSpPr>
        <p:spPr>
          <a:xfrm>
            <a:off x="894701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14D420B1-F9D0-FA4F-E6B3-75E37B12691D}"/>
              </a:ext>
            </a:extLst>
          </p:cNvPr>
          <p:cNvSpPr/>
          <p:nvPr/>
        </p:nvSpPr>
        <p:spPr>
          <a:xfrm>
            <a:off x="9553973"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BEA0C530-481B-B7BF-3946-218694E8FFBA}"/>
              </a:ext>
            </a:extLst>
          </p:cNvPr>
          <p:cNvSpPr/>
          <p:nvPr/>
        </p:nvSpPr>
        <p:spPr>
          <a:xfrm>
            <a:off x="9831032"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474063B7-C5D7-3061-80EB-5DECD7E6421C}"/>
              </a:ext>
            </a:extLst>
          </p:cNvPr>
          <p:cNvSpPr/>
          <p:nvPr/>
        </p:nvSpPr>
        <p:spPr>
          <a:xfrm>
            <a:off x="728468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43A0CF63-D9DF-BA27-A234-46F94BD3834A}"/>
              </a:ext>
            </a:extLst>
          </p:cNvPr>
          <p:cNvSpPr/>
          <p:nvPr/>
        </p:nvSpPr>
        <p:spPr>
          <a:xfrm>
            <a:off x="756173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BCC735E0-6D1E-B7F5-C570-75E14C1B1825}"/>
              </a:ext>
            </a:extLst>
          </p:cNvPr>
          <p:cNvSpPr/>
          <p:nvPr/>
        </p:nvSpPr>
        <p:spPr>
          <a:xfrm>
            <a:off x="8115846"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77ECCA03-99D7-D1F4-8F39-1BB9CDA167D1}"/>
              </a:ext>
            </a:extLst>
          </p:cNvPr>
          <p:cNvSpPr/>
          <p:nvPr/>
        </p:nvSpPr>
        <p:spPr>
          <a:xfrm>
            <a:off x="783879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7FA576C2-0844-2351-91A9-07337C0617B7}"/>
              </a:ext>
            </a:extLst>
          </p:cNvPr>
          <p:cNvSpPr/>
          <p:nvPr/>
        </p:nvSpPr>
        <p:spPr>
          <a:xfrm>
            <a:off x="839290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8A01622A-ACBB-0CC2-7154-79E512DFC56A}"/>
              </a:ext>
            </a:extLst>
          </p:cNvPr>
          <p:cNvSpPr/>
          <p:nvPr/>
        </p:nvSpPr>
        <p:spPr>
          <a:xfrm>
            <a:off x="866995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FC90D380-1C4F-26BF-9FBE-24E357B200C4}"/>
              </a:ext>
            </a:extLst>
          </p:cNvPr>
          <p:cNvSpPr/>
          <p:nvPr/>
        </p:nvSpPr>
        <p:spPr>
          <a:xfrm>
            <a:off x="922407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43F13B29-C1B5-5E12-E5EF-9B662A10F1A3}"/>
              </a:ext>
            </a:extLst>
          </p:cNvPr>
          <p:cNvSpPr/>
          <p:nvPr/>
        </p:nvSpPr>
        <p:spPr>
          <a:xfrm>
            <a:off x="894701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B1AEDE3A-C038-DB56-956D-5F096C68DCFB}"/>
              </a:ext>
            </a:extLst>
          </p:cNvPr>
          <p:cNvSpPr/>
          <p:nvPr/>
        </p:nvSpPr>
        <p:spPr>
          <a:xfrm>
            <a:off x="955397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B5C88133-641B-4880-6678-48DD006D30C2}"/>
              </a:ext>
            </a:extLst>
          </p:cNvPr>
          <p:cNvSpPr/>
          <p:nvPr/>
        </p:nvSpPr>
        <p:spPr>
          <a:xfrm>
            <a:off x="983103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0A5DE792-76A3-DA05-29EB-B2557CCEA8EB}"/>
              </a:ext>
            </a:extLst>
          </p:cNvPr>
          <p:cNvSpPr/>
          <p:nvPr/>
        </p:nvSpPr>
        <p:spPr>
          <a:xfrm>
            <a:off x="728468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E3B2A490-8B7E-F309-71D8-BF7879E5167F}"/>
              </a:ext>
            </a:extLst>
          </p:cNvPr>
          <p:cNvSpPr/>
          <p:nvPr/>
        </p:nvSpPr>
        <p:spPr>
          <a:xfrm>
            <a:off x="756173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791CC15E-519B-C8ED-24CB-A887EC198A39}"/>
              </a:ext>
            </a:extLst>
          </p:cNvPr>
          <p:cNvSpPr/>
          <p:nvPr/>
        </p:nvSpPr>
        <p:spPr>
          <a:xfrm>
            <a:off x="8115846"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18D3026B-BC42-21A9-27EA-884ADD52636B}"/>
              </a:ext>
            </a:extLst>
          </p:cNvPr>
          <p:cNvSpPr/>
          <p:nvPr/>
        </p:nvSpPr>
        <p:spPr>
          <a:xfrm>
            <a:off x="783879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2CE28213-CD51-39C4-57C2-F3965714C9CD}"/>
              </a:ext>
            </a:extLst>
          </p:cNvPr>
          <p:cNvSpPr/>
          <p:nvPr/>
        </p:nvSpPr>
        <p:spPr>
          <a:xfrm>
            <a:off x="839290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2E14F10C-BF1D-481F-EE9D-92F038CED855}"/>
              </a:ext>
            </a:extLst>
          </p:cNvPr>
          <p:cNvSpPr/>
          <p:nvPr/>
        </p:nvSpPr>
        <p:spPr>
          <a:xfrm>
            <a:off x="866995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1C8FACB1-FE99-E995-69EF-8E13DA7BF77C}"/>
              </a:ext>
            </a:extLst>
          </p:cNvPr>
          <p:cNvSpPr/>
          <p:nvPr/>
        </p:nvSpPr>
        <p:spPr>
          <a:xfrm>
            <a:off x="922407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FF16C374-0A20-013B-5B67-2D782DCD8D42}"/>
              </a:ext>
            </a:extLst>
          </p:cNvPr>
          <p:cNvSpPr/>
          <p:nvPr/>
        </p:nvSpPr>
        <p:spPr>
          <a:xfrm>
            <a:off x="894701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91964CFB-6D09-03B7-D511-2C85FD2AA399}"/>
              </a:ext>
            </a:extLst>
          </p:cNvPr>
          <p:cNvSpPr/>
          <p:nvPr/>
        </p:nvSpPr>
        <p:spPr>
          <a:xfrm>
            <a:off x="955397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EF44E784-75C6-90FF-91DB-9A03ED0B466F}"/>
              </a:ext>
            </a:extLst>
          </p:cNvPr>
          <p:cNvSpPr/>
          <p:nvPr/>
        </p:nvSpPr>
        <p:spPr>
          <a:xfrm>
            <a:off x="983103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6F177712-0B88-6D50-1A5A-8C8EE2D07749}"/>
              </a:ext>
            </a:extLst>
          </p:cNvPr>
          <p:cNvSpPr/>
          <p:nvPr/>
        </p:nvSpPr>
        <p:spPr>
          <a:xfrm>
            <a:off x="728468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78FF5A18-7143-821E-F09A-0DB96D7A9844}"/>
              </a:ext>
            </a:extLst>
          </p:cNvPr>
          <p:cNvSpPr/>
          <p:nvPr/>
        </p:nvSpPr>
        <p:spPr>
          <a:xfrm>
            <a:off x="756173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F0B43B13-14C0-1AD0-AB3E-21EE5C102B27}"/>
              </a:ext>
            </a:extLst>
          </p:cNvPr>
          <p:cNvSpPr/>
          <p:nvPr/>
        </p:nvSpPr>
        <p:spPr>
          <a:xfrm>
            <a:off x="8115846"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410840F3-A6AB-798A-BB51-3D8A554F236D}"/>
              </a:ext>
            </a:extLst>
          </p:cNvPr>
          <p:cNvSpPr/>
          <p:nvPr/>
        </p:nvSpPr>
        <p:spPr>
          <a:xfrm>
            <a:off x="783879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C64A62EB-D997-B741-926C-524A7A0C4019}"/>
              </a:ext>
            </a:extLst>
          </p:cNvPr>
          <p:cNvSpPr/>
          <p:nvPr/>
        </p:nvSpPr>
        <p:spPr>
          <a:xfrm>
            <a:off x="839290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DAA86EBC-5DF5-5D43-1A56-4A0265A0D85B}"/>
              </a:ext>
            </a:extLst>
          </p:cNvPr>
          <p:cNvSpPr/>
          <p:nvPr/>
        </p:nvSpPr>
        <p:spPr>
          <a:xfrm>
            <a:off x="866995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9FA45057-8508-59CB-8157-2A5F2577F939}"/>
              </a:ext>
            </a:extLst>
          </p:cNvPr>
          <p:cNvSpPr/>
          <p:nvPr/>
        </p:nvSpPr>
        <p:spPr>
          <a:xfrm>
            <a:off x="922407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ECCB7E67-E3A4-24E7-4C87-1318AE96EDB2}"/>
              </a:ext>
            </a:extLst>
          </p:cNvPr>
          <p:cNvSpPr/>
          <p:nvPr/>
        </p:nvSpPr>
        <p:spPr>
          <a:xfrm>
            <a:off x="894701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4BA22B30-2F7A-B5C4-749E-C6EF12C524D5}"/>
              </a:ext>
            </a:extLst>
          </p:cNvPr>
          <p:cNvSpPr/>
          <p:nvPr/>
        </p:nvSpPr>
        <p:spPr>
          <a:xfrm>
            <a:off x="955397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6367B81B-DE2C-6F03-2C78-A3A259C5FAD2}"/>
              </a:ext>
            </a:extLst>
          </p:cNvPr>
          <p:cNvSpPr/>
          <p:nvPr/>
        </p:nvSpPr>
        <p:spPr>
          <a:xfrm>
            <a:off x="983103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EF2149A7-0726-5CA6-9CE7-0A191B89A34D}"/>
              </a:ext>
            </a:extLst>
          </p:cNvPr>
          <p:cNvSpPr/>
          <p:nvPr/>
        </p:nvSpPr>
        <p:spPr>
          <a:xfrm>
            <a:off x="728468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3F3FFC7F-A2D1-5D07-1BAE-A5A43D3A523D}"/>
              </a:ext>
            </a:extLst>
          </p:cNvPr>
          <p:cNvSpPr/>
          <p:nvPr/>
        </p:nvSpPr>
        <p:spPr>
          <a:xfrm>
            <a:off x="756173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BC56984A-1B80-F622-594C-B1C90DE57890}"/>
              </a:ext>
            </a:extLst>
          </p:cNvPr>
          <p:cNvSpPr/>
          <p:nvPr/>
        </p:nvSpPr>
        <p:spPr>
          <a:xfrm>
            <a:off x="8115846"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EF6E1604-37C8-A2CE-4107-47DEB405BE0B}"/>
              </a:ext>
            </a:extLst>
          </p:cNvPr>
          <p:cNvSpPr/>
          <p:nvPr/>
        </p:nvSpPr>
        <p:spPr>
          <a:xfrm>
            <a:off x="783879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0890FD89-F30C-4144-1D28-7D15E7FCE6CF}"/>
              </a:ext>
            </a:extLst>
          </p:cNvPr>
          <p:cNvSpPr/>
          <p:nvPr/>
        </p:nvSpPr>
        <p:spPr>
          <a:xfrm>
            <a:off x="839290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170194FF-1B4B-188F-7F80-C2E9ADED552F}"/>
              </a:ext>
            </a:extLst>
          </p:cNvPr>
          <p:cNvSpPr/>
          <p:nvPr/>
        </p:nvSpPr>
        <p:spPr>
          <a:xfrm>
            <a:off x="866995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9BEF0212-56E6-BC42-133E-2F99DF9A4B39}"/>
              </a:ext>
            </a:extLst>
          </p:cNvPr>
          <p:cNvSpPr/>
          <p:nvPr/>
        </p:nvSpPr>
        <p:spPr>
          <a:xfrm>
            <a:off x="922407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3910A13C-83F9-E21E-C214-90EF63960F38}"/>
              </a:ext>
            </a:extLst>
          </p:cNvPr>
          <p:cNvSpPr/>
          <p:nvPr/>
        </p:nvSpPr>
        <p:spPr>
          <a:xfrm>
            <a:off x="894701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4BEDF005-9936-E0C5-E8EA-25C09CABEE7D}"/>
              </a:ext>
            </a:extLst>
          </p:cNvPr>
          <p:cNvSpPr/>
          <p:nvPr/>
        </p:nvSpPr>
        <p:spPr>
          <a:xfrm>
            <a:off x="955397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2370C2EF-DDCD-E322-D60D-F3DFE7A73D88}"/>
              </a:ext>
            </a:extLst>
          </p:cNvPr>
          <p:cNvSpPr/>
          <p:nvPr/>
        </p:nvSpPr>
        <p:spPr>
          <a:xfrm>
            <a:off x="983103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E1DFFB33-A319-5EF1-EC45-D5859CADE06F}"/>
              </a:ext>
            </a:extLst>
          </p:cNvPr>
          <p:cNvSpPr/>
          <p:nvPr/>
        </p:nvSpPr>
        <p:spPr>
          <a:xfrm>
            <a:off x="728468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651CBBCD-CB3D-5482-FC7A-9748B35F3C7C}"/>
              </a:ext>
            </a:extLst>
          </p:cNvPr>
          <p:cNvSpPr/>
          <p:nvPr/>
        </p:nvSpPr>
        <p:spPr>
          <a:xfrm>
            <a:off x="756173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A88D57D7-A854-5E7B-F539-2AA634F3E3A3}"/>
              </a:ext>
            </a:extLst>
          </p:cNvPr>
          <p:cNvSpPr/>
          <p:nvPr/>
        </p:nvSpPr>
        <p:spPr>
          <a:xfrm>
            <a:off x="8115846"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D6CBF052-267D-82C1-A687-AAE896CC5D17}"/>
              </a:ext>
            </a:extLst>
          </p:cNvPr>
          <p:cNvSpPr/>
          <p:nvPr/>
        </p:nvSpPr>
        <p:spPr>
          <a:xfrm>
            <a:off x="783879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38AE0C80-41B8-1AEC-81A1-50199E6CBB5F}"/>
              </a:ext>
            </a:extLst>
          </p:cNvPr>
          <p:cNvSpPr/>
          <p:nvPr/>
        </p:nvSpPr>
        <p:spPr>
          <a:xfrm>
            <a:off x="839290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9FB49C60-FA97-9FB7-10CD-448AB92C0118}"/>
              </a:ext>
            </a:extLst>
          </p:cNvPr>
          <p:cNvSpPr/>
          <p:nvPr/>
        </p:nvSpPr>
        <p:spPr>
          <a:xfrm>
            <a:off x="866995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66A3FE9E-4042-C79F-3DD3-3DFCEA3BA865}"/>
              </a:ext>
            </a:extLst>
          </p:cNvPr>
          <p:cNvSpPr/>
          <p:nvPr/>
        </p:nvSpPr>
        <p:spPr>
          <a:xfrm>
            <a:off x="922407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860696E3-9D2B-7247-5CB1-24AC1555D9A3}"/>
              </a:ext>
            </a:extLst>
          </p:cNvPr>
          <p:cNvSpPr/>
          <p:nvPr/>
        </p:nvSpPr>
        <p:spPr>
          <a:xfrm>
            <a:off x="894701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38E90D59-4AD1-5298-7C6C-33634C504860}"/>
              </a:ext>
            </a:extLst>
          </p:cNvPr>
          <p:cNvSpPr/>
          <p:nvPr/>
        </p:nvSpPr>
        <p:spPr>
          <a:xfrm>
            <a:off x="9553973"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7D8C1A95-35A4-6CA0-98A7-EF728E56471A}"/>
              </a:ext>
            </a:extLst>
          </p:cNvPr>
          <p:cNvSpPr/>
          <p:nvPr/>
        </p:nvSpPr>
        <p:spPr>
          <a:xfrm>
            <a:off x="9831032"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FD059FA6-87B1-EF04-27EF-B8E6C1F73BE6}"/>
              </a:ext>
            </a:extLst>
          </p:cNvPr>
          <p:cNvSpPr/>
          <p:nvPr/>
        </p:nvSpPr>
        <p:spPr>
          <a:xfrm>
            <a:off x="728468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9A5ED831-087B-84AD-02C1-A90D5AD10815}"/>
              </a:ext>
            </a:extLst>
          </p:cNvPr>
          <p:cNvSpPr/>
          <p:nvPr/>
        </p:nvSpPr>
        <p:spPr>
          <a:xfrm>
            <a:off x="756173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915B5AA5-2795-A160-4716-6AC3C963F335}"/>
              </a:ext>
            </a:extLst>
          </p:cNvPr>
          <p:cNvSpPr/>
          <p:nvPr/>
        </p:nvSpPr>
        <p:spPr>
          <a:xfrm>
            <a:off x="8115846"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0F50CDCA-C412-A558-D6A8-7FC2403104DC}"/>
              </a:ext>
            </a:extLst>
          </p:cNvPr>
          <p:cNvSpPr/>
          <p:nvPr/>
        </p:nvSpPr>
        <p:spPr>
          <a:xfrm>
            <a:off x="783879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F8477FFF-06BD-79F6-E1C3-47E7A552A12E}"/>
              </a:ext>
            </a:extLst>
          </p:cNvPr>
          <p:cNvSpPr/>
          <p:nvPr/>
        </p:nvSpPr>
        <p:spPr>
          <a:xfrm>
            <a:off x="839290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4A4998A4-2519-5059-2CE8-0AC0A36A6351}"/>
              </a:ext>
            </a:extLst>
          </p:cNvPr>
          <p:cNvSpPr/>
          <p:nvPr/>
        </p:nvSpPr>
        <p:spPr>
          <a:xfrm>
            <a:off x="866995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64D131EF-D4F6-2874-3590-7A0FEDCD3F89}"/>
              </a:ext>
            </a:extLst>
          </p:cNvPr>
          <p:cNvSpPr/>
          <p:nvPr/>
        </p:nvSpPr>
        <p:spPr>
          <a:xfrm>
            <a:off x="922407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A3F8C3DD-1F19-9E10-3FAC-D6F8DEA486A5}"/>
              </a:ext>
            </a:extLst>
          </p:cNvPr>
          <p:cNvSpPr/>
          <p:nvPr/>
        </p:nvSpPr>
        <p:spPr>
          <a:xfrm>
            <a:off x="894701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E9D7EDE5-68DD-D623-0A61-71BB753D832B}"/>
              </a:ext>
            </a:extLst>
          </p:cNvPr>
          <p:cNvSpPr/>
          <p:nvPr/>
        </p:nvSpPr>
        <p:spPr>
          <a:xfrm>
            <a:off x="955397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CEF5AA40-0C94-984F-2717-786075401143}"/>
              </a:ext>
            </a:extLst>
          </p:cNvPr>
          <p:cNvSpPr/>
          <p:nvPr/>
        </p:nvSpPr>
        <p:spPr>
          <a:xfrm>
            <a:off x="983103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2" name="Straight Connector 361">
            <a:extLst>
              <a:ext uri="{FF2B5EF4-FFF2-40B4-BE49-F238E27FC236}">
                <a16:creationId xmlns:a16="http://schemas.microsoft.com/office/drawing/2014/main" id="{C4B5F23F-5FA1-A3AB-CB1F-F9123B4FC657}"/>
              </a:ext>
            </a:extLst>
          </p:cNvPr>
          <p:cNvCxnSpPr>
            <a:cxnSpLocks/>
          </p:cNvCxnSpPr>
          <p:nvPr/>
        </p:nvCxnSpPr>
        <p:spPr>
          <a:xfrm>
            <a:off x="2596886" y="7353931"/>
            <a:ext cx="227497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A600BC9D-BEDD-E721-013D-2831FACF37DC}"/>
              </a:ext>
            </a:extLst>
          </p:cNvPr>
          <p:cNvCxnSpPr>
            <a:cxnSpLocks/>
          </p:cNvCxnSpPr>
          <p:nvPr/>
        </p:nvCxnSpPr>
        <p:spPr>
          <a:xfrm>
            <a:off x="4873804" y="7353931"/>
            <a:ext cx="634966"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4" name="TextBox 363">
            <a:extLst>
              <a:ext uri="{FF2B5EF4-FFF2-40B4-BE49-F238E27FC236}">
                <a16:creationId xmlns:a16="http://schemas.microsoft.com/office/drawing/2014/main" id="{4D0DDE62-71AB-4DEB-9620-A42B0D2D9362}"/>
              </a:ext>
            </a:extLst>
          </p:cNvPr>
          <p:cNvSpPr txBox="1"/>
          <p:nvPr/>
        </p:nvSpPr>
        <p:spPr>
          <a:xfrm flipH="1">
            <a:off x="7958010" y="6772971"/>
            <a:ext cx="1557276" cy="646331"/>
          </a:xfrm>
          <a:prstGeom prst="rect">
            <a:avLst/>
          </a:prstGeom>
          <a:noFill/>
        </p:spPr>
        <p:txBody>
          <a:bodyPr wrap="square">
            <a:spAutoFit/>
          </a:bodyPr>
          <a:lstStyle/>
          <a:p>
            <a:pPr algn="ctr"/>
            <a:r>
              <a:rPr lang="en-US" altLang="zh-CN" dirty="0"/>
              <a:t>Data  </a:t>
            </a:r>
          </a:p>
          <a:p>
            <a:pPr algn="ctr"/>
            <a:r>
              <a:rPr lang="en-US" altLang="zh-CN" dirty="0"/>
              <a:t>40-bit</a:t>
            </a:r>
            <a:endParaRPr lang="en-US" dirty="0"/>
          </a:p>
        </p:txBody>
      </p:sp>
      <p:cxnSp>
        <p:nvCxnSpPr>
          <p:cNvPr id="365" name="Straight Connector 364">
            <a:extLst>
              <a:ext uri="{FF2B5EF4-FFF2-40B4-BE49-F238E27FC236}">
                <a16:creationId xmlns:a16="http://schemas.microsoft.com/office/drawing/2014/main" id="{2415A94B-461C-CA23-31D0-F89AE5A3E78A}"/>
              </a:ext>
            </a:extLst>
          </p:cNvPr>
          <p:cNvCxnSpPr>
            <a:cxnSpLocks/>
          </p:cNvCxnSpPr>
          <p:nvPr/>
        </p:nvCxnSpPr>
        <p:spPr>
          <a:xfrm>
            <a:off x="7240315" y="7353932"/>
            <a:ext cx="289302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7" name="TextBox 366">
            <a:extLst>
              <a:ext uri="{FF2B5EF4-FFF2-40B4-BE49-F238E27FC236}">
                <a16:creationId xmlns:a16="http://schemas.microsoft.com/office/drawing/2014/main" id="{1B6D5D51-A5AE-8CF6-99F2-92FD727D6E16}"/>
              </a:ext>
            </a:extLst>
          </p:cNvPr>
          <p:cNvSpPr txBox="1"/>
          <p:nvPr/>
        </p:nvSpPr>
        <p:spPr>
          <a:xfrm>
            <a:off x="1664985" y="3305100"/>
            <a:ext cx="740783" cy="306444"/>
          </a:xfrm>
          <a:prstGeom prst="rect">
            <a:avLst/>
          </a:prstGeom>
          <a:noFill/>
        </p:spPr>
        <p:txBody>
          <a:bodyPr wrap="none">
            <a:noAutofit/>
          </a:bodyPr>
          <a:lstStyle/>
          <a:p>
            <a:r>
              <a:rPr lang="en-US" altLang="zh-CN" b="1" i="1" dirty="0">
                <a:latin typeface="+mj-lt"/>
              </a:rPr>
              <a:t>0x0000</a:t>
            </a:r>
            <a:endParaRPr lang="en-US" b="1" i="1" dirty="0">
              <a:latin typeface="+mj-lt"/>
            </a:endParaRPr>
          </a:p>
        </p:txBody>
      </p:sp>
      <p:sp>
        <p:nvSpPr>
          <p:cNvPr id="368" name="TextBox 367">
            <a:extLst>
              <a:ext uri="{FF2B5EF4-FFF2-40B4-BE49-F238E27FC236}">
                <a16:creationId xmlns:a16="http://schemas.microsoft.com/office/drawing/2014/main" id="{A581D674-7113-A614-8B2A-8EA23B6C6F1A}"/>
              </a:ext>
            </a:extLst>
          </p:cNvPr>
          <p:cNvSpPr txBox="1"/>
          <p:nvPr/>
        </p:nvSpPr>
        <p:spPr>
          <a:xfrm>
            <a:off x="1664985" y="3623332"/>
            <a:ext cx="740783" cy="306444"/>
          </a:xfrm>
          <a:prstGeom prst="rect">
            <a:avLst/>
          </a:prstGeom>
          <a:noFill/>
        </p:spPr>
        <p:txBody>
          <a:bodyPr wrap="none">
            <a:noAutofit/>
          </a:bodyPr>
          <a:lstStyle/>
          <a:p>
            <a:r>
              <a:rPr lang="en-US" altLang="zh-CN" b="1" i="1" dirty="0">
                <a:latin typeface="+mj-lt"/>
              </a:rPr>
              <a:t>0x0040</a:t>
            </a:r>
            <a:endParaRPr lang="en-US" b="1" i="1" dirty="0">
              <a:latin typeface="+mj-lt"/>
            </a:endParaRPr>
          </a:p>
        </p:txBody>
      </p:sp>
      <p:sp>
        <p:nvSpPr>
          <p:cNvPr id="369" name="TextBox 368">
            <a:extLst>
              <a:ext uri="{FF2B5EF4-FFF2-40B4-BE49-F238E27FC236}">
                <a16:creationId xmlns:a16="http://schemas.microsoft.com/office/drawing/2014/main" id="{7AAB4193-869D-AE16-A866-C58995E54C24}"/>
              </a:ext>
            </a:extLst>
          </p:cNvPr>
          <p:cNvSpPr txBox="1"/>
          <p:nvPr/>
        </p:nvSpPr>
        <p:spPr>
          <a:xfrm>
            <a:off x="1664985" y="3941564"/>
            <a:ext cx="740783" cy="306444"/>
          </a:xfrm>
          <a:prstGeom prst="rect">
            <a:avLst/>
          </a:prstGeom>
          <a:noFill/>
        </p:spPr>
        <p:txBody>
          <a:bodyPr wrap="none">
            <a:noAutofit/>
          </a:bodyPr>
          <a:lstStyle/>
          <a:p>
            <a:r>
              <a:rPr lang="en-US" altLang="zh-CN" b="1" i="1">
                <a:latin typeface="+mj-lt"/>
              </a:rPr>
              <a:t>0x0080</a:t>
            </a:r>
            <a:endParaRPr lang="en-US" b="1" i="1">
              <a:latin typeface="+mj-lt"/>
            </a:endParaRPr>
          </a:p>
        </p:txBody>
      </p:sp>
      <p:sp>
        <p:nvSpPr>
          <p:cNvPr id="370" name="TextBox 369">
            <a:extLst>
              <a:ext uri="{FF2B5EF4-FFF2-40B4-BE49-F238E27FC236}">
                <a16:creationId xmlns:a16="http://schemas.microsoft.com/office/drawing/2014/main" id="{2372AD4F-7E22-AC26-6E9C-40433ED6DEEF}"/>
              </a:ext>
            </a:extLst>
          </p:cNvPr>
          <p:cNvSpPr txBox="1"/>
          <p:nvPr/>
        </p:nvSpPr>
        <p:spPr>
          <a:xfrm>
            <a:off x="1664985" y="4259797"/>
            <a:ext cx="740783" cy="306444"/>
          </a:xfrm>
          <a:prstGeom prst="rect">
            <a:avLst/>
          </a:prstGeom>
          <a:noFill/>
        </p:spPr>
        <p:txBody>
          <a:bodyPr wrap="none">
            <a:noAutofit/>
          </a:bodyPr>
          <a:lstStyle/>
          <a:p>
            <a:r>
              <a:rPr lang="en-US" altLang="zh-CN" b="1" i="1">
                <a:latin typeface="+mj-lt"/>
              </a:rPr>
              <a:t>0x00C0</a:t>
            </a:r>
            <a:endParaRPr lang="en-US" b="1" i="1">
              <a:latin typeface="+mj-lt"/>
            </a:endParaRPr>
          </a:p>
        </p:txBody>
      </p:sp>
      <p:sp>
        <p:nvSpPr>
          <p:cNvPr id="371" name="TextBox 370">
            <a:extLst>
              <a:ext uri="{FF2B5EF4-FFF2-40B4-BE49-F238E27FC236}">
                <a16:creationId xmlns:a16="http://schemas.microsoft.com/office/drawing/2014/main" id="{BCA7980C-199B-8E9A-A6F6-BE1742D0DE67}"/>
              </a:ext>
            </a:extLst>
          </p:cNvPr>
          <p:cNvSpPr txBox="1"/>
          <p:nvPr/>
        </p:nvSpPr>
        <p:spPr>
          <a:xfrm>
            <a:off x="1664985" y="4578029"/>
            <a:ext cx="740783" cy="306444"/>
          </a:xfrm>
          <a:prstGeom prst="rect">
            <a:avLst/>
          </a:prstGeom>
          <a:noFill/>
        </p:spPr>
        <p:txBody>
          <a:bodyPr wrap="none">
            <a:noAutofit/>
          </a:bodyPr>
          <a:lstStyle/>
          <a:p>
            <a:r>
              <a:rPr lang="en-US" altLang="zh-CN" b="1" i="1" dirty="0">
                <a:latin typeface="+mj-lt"/>
              </a:rPr>
              <a:t>0x0100</a:t>
            </a:r>
            <a:endParaRPr lang="en-US" b="1" i="1" dirty="0">
              <a:latin typeface="+mj-lt"/>
            </a:endParaRPr>
          </a:p>
        </p:txBody>
      </p:sp>
      <p:sp>
        <p:nvSpPr>
          <p:cNvPr id="372" name="TextBox 371">
            <a:extLst>
              <a:ext uri="{FF2B5EF4-FFF2-40B4-BE49-F238E27FC236}">
                <a16:creationId xmlns:a16="http://schemas.microsoft.com/office/drawing/2014/main" id="{BD95865E-7B8B-4880-7E27-3885D42ED6F1}"/>
              </a:ext>
            </a:extLst>
          </p:cNvPr>
          <p:cNvSpPr txBox="1"/>
          <p:nvPr/>
        </p:nvSpPr>
        <p:spPr>
          <a:xfrm>
            <a:off x="1664985" y="4896261"/>
            <a:ext cx="740783" cy="306444"/>
          </a:xfrm>
          <a:prstGeom prst="rect">
            <a:avLst/>
          </a:prstGeom>
          <a:noFill/>
        </p:spPr>
        <p:txBody>
          <a:bodyPr wrap="none">
            <a:noAutofit/>
          </a:bodyPr>
          <a:lstStyle/>
          <a:p>
            <a:r>
              <a:rPr lang="en-US" altLang="zh-CN" b="1" i="1" dirty="0">
                <a:latin typeface="+mj-lt"/>
              </a:rPr>
              <a:t>0x0140</a:t>
            </a:r>
            <a:endParaRPr lang="en-US" b="1" i="1" dirty="0">
              <a:latin typeface="+mj-lt"/>
            </a:endParaRPr>
          </a:p>
        </p:txBody>
      </p:sp>
      <p:sp>
        <p:nvSpPr>
          <p:cNvPr id="373" name="TextBox 372">
            <a:extLst>
              <a:ext uri="{FF2B5EF4-FFF2-40B4-BE49-F238E27FC236}">
                <a16:creationId xmlns:a16="http://schemas.microsoft.com/office/drawing/2014/main" id="{C06104B4-639C-37C0-94E7-6936DED3B81B}"/>
              </a:ext>
            </a:extLst>
          </p:cNvPr>
          <p:cNvSpPr txBox="1"/>
          <p:nvPr/>
        </p:nvSpPr>
        <p:spPr>
          <a:xfrm rot="5400000">
            <a:off x="1950566" y="6022540"/>
            <a:ext cx="519504" cy="306444"/>
          </a:xfrm>
          <a:prstGeom prst="rect">
            <a:avLst/>
          </a:prstGeom>
          <a:noFill/>
        </p:spPr>
        <p:txBody>
          <a:bodyPr wrap="none">
            <a:noAutofit/>
          </a:bodyPr>
          <a:lstStyle/>
          <a:p>
            <a:pPr algn="ctr"/>
            <a:r>
              <a:rPr lang="en-US" altLang="zh-CN" b="1" dirty="0">
                <a:latin typeface="+mj-lt"/>
              </a:rPr>
              <a:t>… … </a:t>
            </a:r>
            <a:endParaRPr lang="en-US" b="1" dirty="0">
              <a:latin typeface="+mj-lt"/>
            </a:endParaRPr>
          </a:p>
        </p:txBody>
      </p:sp>
      <p:sp>
        <p:nvSpPr>
          <p:cNvPr id="374" name="TextBox 373">
            <a:extLst>
              <a:ext uri="{FF2B5EF4-FFF2-40B4-BE49-F238E27FC236}">
                <a16:creationId xmlns:a16="http://schemas.microsoft.com/office/drawing/2014/main" id="{D8EF2CF8-8FB0-53C3-5B34-41A9B8BE9F07}"/>
              </a:ext>
            </a:extLst>
          </p:cNvPr>
          <p:cNvSpPr txBox="1"/>
          <p:nvPr/>
        </p:nvSpPr>
        <p:spPr>
          <a:xfrm>
            <a:off x="1664985" y="5214493"/>
            <a:ext cx="740783" cy="306444"/>
          </a:xfrm>
          <a:prstGeom prst="rect">
            <a:avLst/>
          </a:prstGeom>
          <a:noFill/>
        </p:spPr>
        <p:txBody>
          <a:bodyPr wrap="none">
            <a:noAutofit/>
          </a:bodyPr>
          <a:lstStyle/>
          <a:p>
            <a:r>
              <a:rPr lang="en-US" altLang="zh-CN" b="1" i="1" dirty="0">
                <a:latin typeface="+mj-lt"/>
              </a:rPr>
              <a:t>0x0180</a:t>
            </a:r>
            <a:endParaRPr lang="en-US" b="1" i="1" dirty="0">
              <a:latin typeface="+mj-lt"/>
            </a:endParaRPr>
          </a:p>
        </p:txBody>
      </p:sp>
      <p:sp>
        <p:nvSpPr>
          <p:cNvPr id="375" name="TextBox 374">
            <a:extLst>
              <a:ext uri="{FF2B5EF4-FFF2-40B4-BE49-F238E27FC236}">
                <a16:creationId xmlns:a16="http://schemas.microsoft.com/office/drawing/2014/main" id="{E97FBB9E-4FAD-73B7-88DB-181E03ABA2E9}"/>
              </a:ext>
            </a:extLst>
          </p:cNvPr>
          <p:cNvSpPr txBox="1"/>
          <p:nvPr/>
        </p:nvSpPr>
        <p:spPr>
          <a:xfrm>
            <a:off x="1664985" y="5532725"/>
            <a:ext cx="740783" cy="306444"/>
          </a:xfrm>
          <a:prstGeom prst="rect">
            <a:avLst/>
          </a:prstGeom>
          <a:noFill/>
        </p:spPr>
        <p:txBody>
          <a:bodyPr wrap="none">
            <a:noAutofit/>
          </a:bodyPr>
          <a:lstStyle/>
          <a:p>
            <a:r>
              <a:rPr lang="en-US" altLang="zh-CN" b="1" i="1">
                <a:latin typeface="+mj-lt"/>
              </a:rPr>
              <a:t>0x01C0</a:t>
            </a:r>
            <a:endParaRPr lang="en-US" b="1" i="1">
              <a:latin typeface="+mj-lt"/>
            </a:endParaRPr>
          </a:p>
        </p:txBody>
      </p:sp>
      <p:sp>
        <p:nvSpPr>
          <p:cNvPr id="384" name="TextBox 383">
            <a:extLst>
              <a:ext uri="{FF2B5EF4-FFF2-40B4-BE49-F238E27FC236}">
                <a16:creationId xmlns:a16="http://schemas.microsoft.com/office/drawing/2014/main" id="{3ACCBBEA-8B80-FD70-9AF2-87B102CAFE14}"/>
              </a:ext>
            </a:extLst>
          </p:cNvPr>
          <p:cNvSpPr txBox="1"/>
          <p:nvPr/>
        </p:nvSpPr>
        <p:spPr>
          <a:xfrm>
            <a:off x="6308841" y="3300104"/>
            <a:ext cx="744039" cy="306444"/>
          </a:xfrm>
          <a:prstGeom prst="rect">
            <a:avLst/>
          </a:prstGeom>
          <a:noFill/>
        </p:spPr>
        <p:txBody>
          <a:bodyPr wrap="none">
            <a:noAutofit/>
          </a:bodyPr>
          <a:lstStyle/>
          <a:p>
            <a:r>
              <a:rPr lang="en-US" altLang="zh-CN" b="1" i="1">
                <a:latin typeface="+mj-lt"/>
              </a:rPr>
              <a:t>0x0000</a:t>
            </a:r>
            <a:endParaRPr lang="en-US" b="1" i="1">
              <a:latin typeface="+mj-lt"/>
            </a:endParaRPr>
          </a:p>
        </p:txBody>
      </p:sp>
      <p:sp>
        <p:nvSpPr>
          <p:cNvPr id="385" name="TextBox 384">
            <a:extLst>
              <a:ext uri="{FF2B5EF4-FFF2-40B4-BE49-F238E27FC236}">
                <a16:creationId xmlns:a16="http://schemas.microsoft.com/office/drawing/2014/main" id="{C471CD03-4A6F-9295-4CA1-98CC935724C5}"/>
              </a:ext>
            </a:extLst>
          </p:cNvPr>
          <p:cNvSpPr txBox="1"/>
          <p:nvPr/>
        </p:nvSpPr>
        <p:spPr>
          <a:xfrm>
            <a:off x="6308841" y="3618336"/>
            <a:ext cx="744039" cy="306444"/>
          </a:xfrm>
          <a:prstGeom prst="rect">
            <a:avLst/>
          </a:prstGeom>
          <a:noFill/>
        </p:spPr>
        <p:txBody>
          <a:bodyPr wrap="none">
            <a:noAutofit/>
          </a:bodyPr>
          <a:lstStyle/>
          <a:p>
            <a:r>
              <a:rPr lang="en-US" altLang="zh-CN" b="1" i="1">
                <a:latin typeface="+mj-lt"/>
              </a:rPr>
              <a:t>0x0050</a:t>
            </a:r>
            <a:endParaRPr lang="en-US" b="1" i="1">
              <a:latin typeface="+mj-lt"/>
            </a:endParaRPr>
          </a:p>
        </p:txBody>
      </p:sp>
      <p:sp>
        <p:nvSpPr>
          <p:cNvPr id="386" name="TextBox 385">
            <a:extLst>
              <a:ext uri="{FF2B5EF4-FFF2-40B4-BE49-F238E27FC236}">
                <a16:creationId xmlns:a16="http://schemas.microsoft.com/office/drawing/2014/main" id="{CFE1CEEF-C1E3-8609-F4CD-3491699551D3}"/>
              </a:ext>
            </a:extLst>
          </p:cNvPr>
          <p:cNvSpPr txBox="1"/>
          <p:nvPr/>
        </p:nvSpPr>
        <p:spPr>
          <a:xfrm>
            <a:off x="6308841" y="3936568"/>
            <a:ext cx="744039" cy="306444"/>
          </a:xfrm>
          <a:prstGeom prst="rect">
            <a:avLst/>
          </a:prstGeom>
          <a:noFill/>
        </p:spPr>
        <p:txBody>
          <a:bodyPr wrap="none">
            <a:noAutofit/>
          </a:bodyPr>
          <a:lstStyle/>
          <a:p>
            <a:r>
              <a:rPr lang="en-US" altLang="zh-CN" b="1" i="1">
                <a:latin typeface="+mj-lt"/>
              </a:rPr>
              <a:t>0x00a0</a:t>
            </a:r>
            <a:endParaRPr lang="en-US" b="1" i="1">
              <a:latin typeface="+mj-lt"/>
            </a:endParaRPr>
          </a:p>
        </p:txBody>
      </p:sp>
      <p:sp>
        <p:nvSpPr>
          <p:cNvPr id="392" name="TextBox 391">
            <a:extLst>
              <a:ext uri="{FF2B5EF4-FFF2-40B4-BE49-F238E27FC236}">
                <a16:creationId xmlns:a16="http://schemas.microsoft.com/office/drawing/2014/main" id="{99177E65-79CE-5723-E5C9-37D7278AF693}"/>
              </a:ext>
            </a:extLst>
          </p:cNvPr>
          <p:cNvSpPr txBox="1"/>
          <p:nvPr/>
        </p:nvSpPr>
        <p:spPr>
          <a:xfrm>
            <a:off x="1676998"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393" name="TextBox 392">
            <a:extLst>
              <a:ext uri="{FF2B5EF4-FFF2-40B4-BE49-F238E27FC236}">
                <a16:creationId xmlns:a16="http://schemas.microsoft.com/office/drawing/2014/main" id="{9552137C-1C55-E238-EE0B-7F110E6A00A8}"/>
              </a:ext>
            </a:extLst>
          </p:cNvPr>
          <p:cNvSpPr txBox="1"/>
          <p:nvPr/>
        </p:nvSpPr>
        <p:spPr>
          <a:xfrm flipH="1">
            <a:off x="3313114" y="2818212"/>
            <a:ext cx="1557276" cy="400110"/>
          </a:xfrm>
          <a:prstGeom prst="rect">
            <a:avLst/>
          </a:prstGeom>
          <a:noFill/>
        </p:spPr>
        <p:txBody>
          <a:bodyPr wrap="square">
            <a:spAutoFit/>
          </a:bodyPr>
          <a:lstStyle/>
          <a:p>
            <a:pPr algn="ctr"/>
            <a:r>
              <a:rPr lang="en-US" altLang="zh-CN" sz="2000" b="1" dirty="0"/>
              <a:t>Baseline</a:t>
            </a:r>
            <a:endParaRPr lang="en-US" sz="2000" b="1" dirty="0"/>
          </a:p>
        </p:txBody>
      </p:sp>
      <p:sp>
        <p:nvSpPr>
          <p:cNvPr id="394" name="TextBox 393">
            <a:extLst>
              <a:ext uri="{FF2B5EF4-FFF2-40B4-BE49-F238E27FC236}">
                <a16:creationId xmlns:a16="http://schemas.microsoft.com/office/drawing/2014/main" id="{EAAF5350-0A8B-14EF-9AE3-6BB7E4C9F9AF}"/>
              </a:ext>
            </a:extLst>
          </p:cNvPr>
          <p:cNvSpPr txBox="1"/>
          <p:nvPr/>
        </p:nvSpPr>
        <p:spPr>
          <a:xfrm flipH="1">
            <a:off x="7978258" y="2832416"/>
            <a:ext cx="1557276" cy="400110"/>
          </a:xfrm>
          <a:prstGeom prst="rect">
            <a:avLst/>
          </a:prstGeom>
          <a:noFill/>
        </p:spPr>
        <p:txBody>
          <a:bodyPr wrap="square">
            <a:spAutoFit/>
          </a:bodyPr>
          <a:lstStyle/>
          <a:p>
            <a:pPr algn="ctr"/>
            <a:r>
              <a:rPr lang="en-US" sz="2000" b="1" dirty="0"/>
              <a:t>ASPA</a:t>
            </a:r>
          </a:p>
        </p:txBody>
      </p:sp>
      <p:sp>
        <p:nvSpPr>
          <p:cNvPr id="395" name="TextBox 394">
            <a:extLst>
              <a:ext uri="{FF2B5EF4-FFF2-40B4-BE49-F238E27FC236}">
                <a16:creationId xmlns:a16="http://schemas.microsoft.com/office/drawing/2014/main" id="{29623301-BCEF-9028-5D6C-941A35544C40}"/>
              </a:ext>
            </a:extLst>
          </p:cNvPr>
          <p:cNvSpPr txBox="1"/>
          <p:nvPr/>
        </p:nvSpPr>
        <p:spPr>
          <a:xfrm>
            <a:off x="10643768" y="6606408"/>
            <a:ext cx="1122782" cy="398329"/>
          </a:xfrm>
          <a:prstGeom prst="rect">
            <a:avLst/>
          </a:prstGeom>
          <a:noFill/>
        </p:spPr>
        <p:txBody>
          <a:bodyPr wrap="none">
            <a:noAutofit/>
          </a:bodyPr>
          <a:lstStyle/>
          <a:p>
            <a:pPr algn="ctr"/>
            <a:r>
              <a:rPr lang="en-US" altLang="zh-CN" b="1" dirty="0">
                <a:solidFill>
                  <a:srgbClr val="3E4960"/>
                </a:solidFill>
              </a:rPr>
              <a:t>Tier-2 Parity</a:t>
            </a:r>
            <a:endParaRPr lang="en-US" b="1" dirty="0">
              <a:solidFill>
                <a:srgbClr val="3E4960"/>
              </a:solidFill>
            </a:endParaRPr>
          </a:p>
        </p:txBody>
      </p:sp>
      <p:cxnSp>
        <p:nvCxnSpPr>
          <p:cNvPr id="396" name="Straight Arrow Connector 395">
            <a:extLst>
              <a:ext uri="{FF2B5EF4-FFF2-40B4-BE49-F238E27FC236}">
                <a16:creationId xmlns:a16="http://schemas.microsoft.com/office/drawing/2014/main" id="{DA3F2E9E-4474-60FA-B456-85B8F5822B6F}"/>
              </a:ext>
            </a:extLst>
          </p:cNvPr>
          <p:cNvCxnSpPr>
            <a:cxnSpLocks/>
            <a:stCxn id="351" idx="3"/>
          </p:cNvCxnSpPr>
          <p:nvPr/>
        </p:nvCxnSpPr>
        <p:spPr>
          <a:xfrm>
            <a:off x="10084084" y="6342297"/>
            <a:ext cx="497165" cy="420627"/>
          </a:xfrm>
          <a:prstGeom prst="straightConnector1">
            <a:avLst/>
          </a:prstGeom>
          <a:ln w="28575">
            <a:solidFill>
              <a:srgbClr val="4A5772"/>
            </a:solidFill>
            <a:tailEnd type="triangle"/>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163322AE-2324-90BB-C095-37B3187AADC6}"/>
              </a:ext>
            </a:extLst>
          </p:cNvPr>
          <p:cNvSpPr txBox="1"/>
          <p:nvPr/>
        </p:nvSpPr>
        <p:spPr>
          <a:xfrm>
            <a:off x="6306518" y="2761962"/>
            <a:ext cx="1096775" cy="369332"/>
          </a:xfrm>
          <a:prstGeom prst="rect">
            <a:avLst/>
          </a:prstGeom>
          <a:noFill/>
        </p:spPr>
        <p:txBody>
          <a:bodyPr wrap="none" rtlCol="0">
            <a:spAutoFit/>
          </a:bodyPr>
          <a:lstStyle/>
          <a:p>
            <a:r>
              <a:rPr lang="en-US" dirty="0" err="1"/>
              <a:t>Cacheline</a:t>
            </a:r>
            <a:endParaRPr lang="en-US" dirty="0"/>
          </a:p>
        </p:txBody>
      </p:sp>
      <p:sp>
        <p:nvSpPr>
          <p:cNvPr id="398" name="TextBox 397">
            <a:extLst>
              <a:ext uri="{FF2B5EF4-FFF2-40B4-BE49-F238E27FC236}">
                <a16:creationId xmlns:a16="http://schemas.microsoft.com/office/drawing/2014/main" id="{4EBEDA03-AE26-556C-B8AA-DD00CE035902}"/>
              </a:ext>
            </a:extLst>
          </p:cNvPr>
          <p:cNvSpPr txBox="1"/>
          <p:nvPr/>
        </p:nvSpPr>
        <p:spPr>
          <a:xfrm>
            <a:off x="1686534" y="2760162"/>
            <a:ext cx="1096775" cy="369332"/>
          </a:xfrm>
          <a:prstGeom prst="rect">
            <a:avLst/>
          </a:prstGeom>
          <a:noFill/>
        </p:spPr>
        <p:txBody>
          <a:bodyPr wrap="none" rtlCol="0">
            <a:spAutoFit/>
          </a:bodyPr>
          <a:lstStyle/>
          <a:p>
            <a:r>
              <a:rPr lang="en-US" dirty="0" err="1"/>
              <a:t>Cacheline</a:t>
            </a:r>
            <a:endParaRPr lang="en-US" dirty="0"/>
          </a:p>
        </p:txBody>
      </p:sp>
      <p:sp>
        <p:nvSpPr>
          <p:cNvPr id="399" name="TextBox 398">
            <a:extLst>
              <a:ext uri="{FF2B5EF4-FFF2-40B4-BE49-F238E27FC236}">
                <a16:creationId xmlns:a16="http://schemas.microsoft.com/office/drawing/2014/main" id="{50B7DD4A-5CA9-C757-C232-CAD5B2317594}"/>
              </a:ext>
            </a:extLst>
          </p:cNvPr>
          <p:cNvSpPr txBox="1"/>
          <p:nvPr/>
        </p:nvSpPr>
        <p:spPr>
          <a:xfrm>
            <a:off x="6319634"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402" name="TextBox 401">
            <a:extLst>
              <a:ext uri="{FF2B5EF4-FFF2-40B4-BE49-F238E27FC236}">
                <a16:creationId xmlns:a16="http://schemas.microsoft.com/office/drawing/2014/main" id="{A1F5C2FF-6386-6C85-3DA8-00A9E89F2EBA}"/>
              </a:ext>
            </a:extLst>
          </p:cNvPr>
          <p:cNvSpPr txBox="1"/>
          <p:nvPr/>
        </p:nvSpPr>
        <p:spPr>
          <a:xfrm>
            <a:off x="3050063" y="9331492"/>
            <a:ext cx="1549591" cy="369332"/>
          </a:xfrm>
          <a:prstGeom prst="rect">
            <a:avLst/>
          </a:prstGeom>
          <a:noFill/>
        </p:spPr>
        <p:txBody>
          <a:bodyPr wrap="none" rtlCol="0">
            <a:spAutoFit/>
          </a:bodyPr>
          <a:lstStyle/>
          <a:p>
            <a:r>
              <a:rPr lang="en-US" dirty="0"/>
              <a:t>Regular access</a:t>
            </a:r>
          </a:p>
        </p:txBody>
      </p:sp>
      <p:sp>
        <p:nvSpPr>
          <p:cNvPr id="403" name="TextBox 402">
            <a:extLst>
              <a:ext uri="{FF2B5EF4-FFF2-40B4-BE49-F238E27FC236}">
                <a16:creationId xmlns:a16="http://schemas.microsoft.com/office/drawing/2014/main" id="{F34A1FBB-0335-A4C4-8940-4856B6CD4F4D}"/>
              </a:ext>
            </a:extLst>
          </p:cNvPr>
          <p:cNvSpPr txBox="1"/>
          <p:nvPr/>
        </p:nvSpPr>
        <p:spPr>
          <a:xfrm>
            <a:off x="6039607" y="9398515"/>
            <a:ext cx="2186432" cy="369332"/>
          </a:xfrm>
          <a:prstGeom prst="rect">
            <a:avLst/>
          </a:prstGeom>
          <a:noFill/>
        </p:spPr>
        <p:txBody>
          <a:bodyPr wrap="none" rtlCol="0">
            <a:spAutoFit/>
          </a:bodyPr>
          <a:lstStyle/>
          <a:p>
            <a:r>
              <a:rPr lang="en-US" dirty="0"/>
              <a:t>Non-trod granularity</a:t>
            </a:r>
          </a:p>
        </p:txBody>
      </p:sp>
      <p:sp>
        <p:nvSpPr>
          <p:cNvPr id="8" name="TextBox 7">
            <a:extLst>
              <a:ext uri="{FF2B5EF4-FFF2-40B4-BE49-F238E27FC236}">
                <a16:creationId xmlns:a16="http://schemas.microsoft.com/office/drawing/2014/main" id="{D99486E5-A56F-C96B-7AFB-1F51459A60FB}"/>
              </a:ext>
            </a:extLst>
          </p:cNvPr>
          <p:cNvSpPr txBox="1"/>
          <p:nvPr/>
        </p:nvSpPr>
        <p:spPr>
          <a:xfrm>
            <a:off x="6308841" y="4254800"/>
            <a:ext cx="744039" cy="306444"/>
          </a:xfrm>
          <a:prstGeom prst="rect">
            <a:avLst/>
          </a:prstGeom>
          <a:noFill/>
        </p:spPr>
        <p:txBody>
          <a:bodyPr wrap="none">
            <a:noAutofit/>
          </a:bodyPr>
          <a:lstStyle/>
          <a:p>
            <a:r>
              <a:rPr lang="en-US" altLang="zh-CN" b="1" i="1">
                <a:latin typeface="+mj-lt"/>
              </a:rPr>
              <a:t>0x00f0</a:t>
            </a:r>
            <a:endParaRPr lang="en-US" b="1" i="1">
              <a:latin typeface="+mj-lt"/>
            </a:endParaRPr>
          </a:p>
        </p:txBody>
      </p:sp>
      <p:sp>
        <p:nvSpPr>
          <p:cNvPr id="9" name="TextBox 8">
            <a:extLst>
              <a:ext uri="{FF2B5EF4-FFF2-40B4-BE49-F238E27FC236}">
                <a16:creationId xmlns:a16="http://schemas.microsoft.com/office/drawing/2014/main" id="{A379C8B8-EAC2-69A2-7E4B-6A0F4B03981D}"/>
              </a:ext>
            </a:extLst>
          </p:cNvPr>
          <p:cNvSpPr txBox="1"/>
          <p:nvPr/>
        </p:nvSpPr>
        <p:spPr>
          <a:xfrm>
            <a:off x="6308841" y="4573033"/>
            <a:ext cx="744039" cy="306444"/>
          </a:xfrm>
          <a:prstGeom prst="rect">
            <a:avLst/>
          </a:prstGeom>
          <a:noFill/>
        </p:spPr>
        <p:txBody>
          <a:bodyPr wrap="none">
            <a:noAutofit/>
          </a:bodyPr>
          <a:lstStyle/>
          <a:p>
            <a:r>
              <a:rPr lang="en-US" altLang="zh-CN" b="1" i="1">
                <a:latin typeface="+mj-lt"/>
              </a:rPr>
              <a:t>0x0140</a:t>
            </a:r>
            <a:endParaRPr lang="en-US" b="1" i="1">
              <a:latin typeface="+mj-lt"/>
            </a:endParaRPr>
          </a:p>
        </p:txBody>
      </p:sp>
      <p:sp>
        <p:nvSpPr>
          <p:cNvPr id="10" name="TextBox 9">
            <a:extLst>
              <a:ext uri="{FF2B5EF4-FFF2-40B4-BE49-F238E27FC236}">
                <a16:creationId xmlns:a16="http://schemas.microsoft.com/office/drawing/2014/main" id="{83D0CBAB-FBD5-A81D-493D-267958D1DB24}"/>
              </a:ext>
            </a:extLst>
          </p:cNvPr>
          <p:cNvSpPr txBox="1"/>
          <p:nvPr/>
        </p:nvSpPr>
        <p:spPr>
          <a:xfrm>
            <a:off x="6308841" y="4891265"/>
            <a:ext cx="744039" cy="306444"/>
          </a:xfrm>
          <a:prstGeom prst="rect">
            <a:avLst/>
          </a:prstGeom>
          <a:noFill/>
        </p:spPr>
        <p:txBody>
          <a:bodyPr wrap="none">
            <a:noAutofit/>
          </a:bodyPr>
          <a:lstStyle/>
          <a:p>
            <a:r>
              <a:rPr lang="en-US" altLang="zh-CN" b="1" i="1" dirty="0">
                <a:latin typeface="+mj-lt"/>
              </a:rPr>
              <a:t>0x0190</a:t>
            </a:r>
            <a:endParaRPr lang="en-US" b="1" i="1" dirty="0">
              <a:latin typeface="+mj-lt"/>
            </a:endParaRPr>
          </a:p>
        </p:txBody>
      </p:sp>
      <p:sp>
        <p:nvSpPr>
          <p:cNvPr id="11" name="TextBox 10">
            <a:extLst>
              <a:ext uri="{FF2B5EF4-FFF2-40B4-BE49-F238E27FC236}">
                <a16:creationId xmlns:a16="http://schemas.microsoft.com/office/drawing/2014/main" id="{C8EA1504-F837-756A-B7B7-3633941A2EED}"/>
              </a:ext>
            </a:extLst>
          </p:cNvPr>
          <p:cNvSpPr txBox="1"/>
          <p:nvPr/>
        </p:nvSpPr>
        <p:spPr>
          <a:xfrm>
            <a:off x="6308841" y="5209497"/>
            <a:ext cx="744039" cy="306444"/>
          </a:xfrm>
          <a:prstGeom prst="rect">
            <a:avLst/>
          </a:prstGeom>
          <a:noFill/>
        </p:spPr>
        <p:txBody>
          <a:bodyPr wrap="none">
            <a:noAutofit/>
          </a:bodyPr>
          <a:lstStyle/>
          <a:p>
            <a:r>
              <a:rPr lang="en-US" altLang="zh-CN" b="1" i="1" dirty="0">
                <a:latin typeface="+mj-lt"/>
              </a:rPr>
              <a:t>0x01E0</a:t>
            </a:r>
            <a:endParaRPr lang="en-US" b="1" i="1" dirty="0">
              <a:latin typeface="+mj-lt"/>
            </a:endParaRPr>
          </a:p>
        </p:txBody>
      </p:sp>
      <p:sp>
        <p:nvSpPr>
          <p:cNvPr id="12" name="TextBox 11">
            <a:extLst>
              <a:ext uri="{FF2B5EF4-FFF2-40B4-BE49-F238E27FC236}">
                <a16:creationId xmlns:a16="http://schemas.microsoft.com/office/drawing/2014/main" id="{980DDD46-2447-0B6F-B77A-0E2977070D40}"/>
              </a:ext>
            </a:extLst>
          </p:cNvPr>
          <p:cNvSpPr txBox="1"/>
          <p:nvPr/>
        </p:nvSpPr>
        <p:spPr>
          <a:xfrm>
            <a:off x="6308841" y="5527729"/>
            <a:ext cx="744039" cy="306444"/>
          </a:xfrm>
          <a:prstGeom prst="rect">
            <a:avLst/>
          </a:prstGeom>
          <a:noFill/>
        </p:spPr>
        <p:txBody>
          <a:bodyPr wrap="none">
            <a:noAutofit/>
          </a:bodyPr>
          <a:lstStyle/>
          <a:p>
            <a:r>
              <a:rPr lang="en-US" altLang="zh-CN" b="1" i="1" dirty="0">
                <a:latin typeface="+mj-lt"/>
              </a:rPr>
              <a:t>0x0230</a:t>
            </a:r>
            <a:endParaRPr lang="en-US" b="1" i="1" dirty="0">
              <a:latin typeface="+mj-lt"/>
            </a:endParaRPr>
          </a:p>
        </p:txBody>
      </p:sp>
    </p:spTree>
    <p:extLst>
      <p:ext uri="{BB962C8B-B14F-4D97-AF65-F5344CB8AC3E}">
        <p14:creationId xmlns:p14="http://schemas.microsoft.com/office/powerpoint/2010/main" val="2255616644"/>
      </p:ext>
    </p:extLst>
  </p:cSld>
  <p:clrMapOvr>
    <a:masterClrMapping/>
  </p:clrMapOvr>
  <mc:AlternateContent xmlns:mc="http://schemas.openxmlformats.org/markup-compatibility/2006" xmlns:p14="http://schemas.microsoft.com/office/powerpoint/2010/main">
    <mc:Choice Requires="p14">
      <p:transition spd="slow" p14:dur="2000" advTm="10774"/>
    </mc:Choice>
    <mc:Fallback xmlns="">
      <p:transition spd="slow" advTm="1077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CAE61-3940-7F2E-B936-84143A01C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4679B4-65DA-AE03-1C04-B2243DB3B507}"/>
              </a:ext>
            </a:extLst>
          </p:cNvPr>
          <p:cNvSpPr>
            <a:spLocks noGrp="1"/>
          </p:cNvSpPr>
          <p:nvPr>
            <p:ph type="title"/>
          </p:nvPr>
        </p:nvSpPr>
        <p:spPr/>
        <p:txBody>
          <a:bodyPr/>
          <a:lstStyle/>
          <a:p>
            <a:r>
              <a:rPr lang="en-US" dirty="0"/>
              <a:t>Design Overview</a:t>
            </a:r>
          </a:p>
        </p:txBody>
      </p:sp>
      <p:sp>
        <p:nvSpPr>
          <p:cNvPr id="136" name="Rectangle 135">
            <a:extLst>
              <a:ext uri="{FF2B5EF4-FFF2-40B4-BE49-F238E27FC236}">
                <a16:creationId xmlns:a16="http://schemas.microsoft.com/office/drawing/2014/main" id="{D3FE193C-86E2-C164-5464-3E277BA1B2F8}"/>
              </a:ext>
            </a:extLst>
          </p:cNvPr>
          <p:cNvSpPr/>
          <p:nvPr/>
        </p:nvSpPr>
        <p:spPr>
          <a:xfrm>
            <a:off x="7214561" y="3291205"/>
            <a:ext cx="2929415"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32E0D714-3511-9618-681F-F13A7EFADD38}"/>
              </a:ext>
            </a:extLst>
          </p:cNvPr>
          <p:cNvSpPr/>
          <p:nvPr/>
        </p:nvSpPr>
        <p:spPr>
          <a:xfrm>
            <a:off x="9515286" y="3291205"/>
            <a:ext cx="628689" cy="4147019"/>
          </a:xfrm>
          <a:prstGeom prst="rect">
            <a:avLst/>
          </a:prstGeom>
          <a:solidFill>
            <a:srgbClr val="415782">
              <a:alpha val="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7234DF1E-768A-06F0-F2CB-CC45ECB5F62C}"/>
              </a:ext>
            </a:extLst>
          </p:cNvPr>
          <p:cNvSpPr/>
          <p:nvPr/>
        </p:nvSpPr>
        <p:spPr>
          <a:xfrm>
            <a:off x="4880082" y="3291205"/>
            <a:ext cx="628689" cy="4147019"/>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597AACAF-8673-BBF4-7646-0874892D3BF3}"/>
              </a:ext>
            </a:extLst>
          </p:cNvPr>
          <p:cNvSpPr/>
          <p:nvPr/>
        </p:nvSpPr>
        <p:spPr>
          <a:xfrm>
            <a:off x="2579355" y="3291205"/>
            <a:ext cx="2300726"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a:extLst>
              <a:ext uri="{FF2B5EF4-FFF2-40B4-BE49-F238E27FC236}">
                <a16:creationId xmlns:a16="http://schemas.microsoft.com/office/drawing/2014/main" id="{48478AA2-D857-525C-E632-B22C0591F551}"/>
              </a:ext>
            </a:extLst>
          </p:cNvPr>
          <p:cNvSpPr txBox="1"/>
          <p:nvPr/>
        </p:nvSpPr>
        <p:spPr>
          <a:xfrm flipH="1">
            <a:off x="2911379" y="6772971"/>
            <a:ext cx="1557276" cy="646331"/>
          </a:xfrm>
          <a:prstGeom prst="rect">
            <a:avLst/>
          </a:prstGeom>
          <a:noFill/>
        </p:spPr>
        <p:txBody>
          <a:bodyPr wrap="square">
            <a:spAutoFit/>
          </a:bodyPr>
          <a:lstStyle/>
          <a:p>
            <a:pPr algn="ctr"/>
            <a:r>
              <a:rPr lang="en-US" altLang="zh-CN" dirty="0"/>
              <a:t>Data  </a:t>
            </a:r>
          </a:p>
          <a:p>
            <a:pPr algn="ctr"/>
            <a:r>
              <a:rPr lang="en-US" altLang="zh-CN" dirty="0"/>
              <a:t>32-bit</a:t>
            </a:r>
            <a:endParaRPr lang="en-US" dirty="0"/>
          </a:p>
        </p:txBody>
      </p:sp>
      <p:sp>
        <p:nvSpPr>
          <p:cNvPr id="141" name="TextBox 140">
            <a:extLst>
              <a:ext uri="{FF2B5EF4-FFF2-40B4-BE49-F238E27FC236}">
                <a16:creationId xmlns:a16="http://schemas.microsoft.com/office/drawing/2014/main" id="{E8D6C3C8-51A3-DE8B-D56C-1F086404C695}"/>
              </a:ext>
            </a:extLst>
          </p:cNvPr>
          <p:cNvSpPr txBox="1"/>
          <p:nvPr/>
        </p:nvSpPr>
        <p:spPr>
          <a:xfrm flipH="1">
            <a:off x="4769456" y="6772971"/>
            <a:ext cx="849941" cy="646331"/>
          </a:xfrm>
          <a:prstGeom prst="rect">
            <a:avLst/>
          </a:prstGeom>
          <a:noFill/>
        </p:spPr>
        <p:txBody>
          <a:bodyPr wrap="square">
            <a:spAutoFit/>
          </a:bodyPr>
          <a:lstStyle/>
          <a:p>
            <a:pPr algn="ctr"/>
            <a:r>
              <a:rPr lang="en-US" altLang="zh-CN" dirty="0"/>
              <a:t>Parity  </a:t>
            </a:r>
          </a:p>
          <a:p>
            <a:pPr algn="ctr"/>
            <a:r>
              <a:rPr lang="en-US" altLang="zh-CN" dirty="0"/>
              <a:t>8-bit</a:t>
            </a:r>
            <a:endParaRPr lang="en-US" dirty="0"/>
          </a:p>
        </p:txBody>
      </p:sp>
      <p:sp>
        <p:nvSpPr>
          <p:cNvPr id="142" name="Rectangle 141">
            <a:extLst>
              <a:ext uri="{FF2B5EF4-FFF2-40B4-BE49-F238E27FC236}">
                <a16:creationId xmlns:a16="http://schemas.microsoft.com/office/drawing/2014/main" id="{51B73836-AF4A-2ED6-B5CE-244C33A4A116}"/>
              </a:ext>
            </a:extLst>
          </p:cNvPr>
          <p:cNvSpPr/>
          <p:nvPr/>
        </p:nvSpPr>
        <p:spPr>
          <a:xfrm>
            <a:off x="264648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18EE079C-7979-6BE9-2590-E8C63BED96DF}"/>
              </a:ext>
            </a:extLst>
          </p:cNvPr>
          <p:cNvSpPr/>
          <p:nvPr/>
        </p:nvSpPr>
        <p:spPr>
          <a:xfrm>
            <a:off x="292353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0A8415EC-0768-E783-1B6A-AD342CF42156}"/>
              </a:ext>
            </a:extLst>
          </p:cNvPr>
          <p:cNvSpPr/>
          <p:nvPr/>
        </p:nvSpPr>
        <p:spPr>
          <a:xfrm>
            <a:off x="347764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645EF58D-1F67-D75D-C977-4181F75EEFFA}"/>
              </a:ext>
            </a:extLst>
          </p:cNvPr>
          <p:cNvSpPr/>
          <p:nvPr/>
        </p:nvSpPr>
        <p:spPr>
          <a:xfrm>
            <a:off x="320059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4425DB60-7280-6542-C3FB-6C8F3FA6F4D3}"/>
              </a:ext>
            </a:extLst>
          </p:cNvPr>
          <p:cNvSpPr/>
          <p:nvPr/>
        </p:nvSpPr>
        <p:spPr>
          <a:xfrm>
            <a:off x="375470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62C9DBAC-EDDC-13BE-2D4B-C1F6243BA23F}"/>
              </a:ext>
            </a:extLst>
          </p:cNvPr>
          <p:cNvSpPr/>
          <p:nvPr/>
        </p:nvSpPr>
        <p:spPr>
          <a:xfrm>
            <a:off x="403176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579E483A-3E23-0299-A2CF-DAE9FF91F0CA}"/>
              </a:ext>
            </a:extLst>
          </p:cNvPr>
          <p:cNvSpPr/>
          <p:nvPr/>
        </p:nvSpPr>
        <p:spPr>
          <a:xfrm>
            <a:off x="458587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66DA1684-BF20-1971-1387-A919858FE4DB}"/>
              </a:ext>
            </a:extLst>
          </p:cNvPr>
          <p:cNvSpPr/>
          <p:nvPr/>
        </p:nvSpPr>
        <p:spPr>
          <a:xfrm>
            <a:off x="430881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EE2688C8-E457-B99A-08A9-86B60CE90E03}"/>
              </a:ext>
            </a:extLst>
          </p:cNvPr>
          <p:cNvSpPr/>
          <p:nvPr/>
        </p:nvSpPr>
        <p:spPr>
          <a:xfrm>
            <a:off x="4915775"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4D6F44D9-4EFB-2B49-86D9-2AAE2A9180CF}"/>
              </a:ext>
            </a:extLst>
          </p:cNvPr>
          <p:cNvSpPr/>
          <p:nvPr/>
        </p:nvSpPr>
        <p:spPr>
          <a:xfrm>
            <a:off x="5192833"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C6C583B3-C303-89FD-8432-043D880EE65A}"/>
              </a:ext>
            </a:extLst>
          </p:cNvPr>
          <p:cNvSpPr/>
          <p:nvPr/>
        </p:nvSpPr>
        <p:spPr>
          <a:xfrm>
            <a:off x="264648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4F6D706E-68F6-63D2-80DD-25E7CB55B141}"/>
              </a:ext>
            </a:extLst>
          </p:cNvPr>
          <p:cNvSpPr/>
          <p:nvPr/>
        </p:nvSpPr>
        <p:spPr>
          <a:xfrm>
            <a:off x="292353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080DE9DB-F335-C644-DD3B-813BAB28F9E2}"/>
              </a:ext>
            </a:extLst>
          </p:cNvPr>
          <p:cNvSpPr/>
          <p:nvPr/>
        </p:nvSpPr>
        <p:spPr>
          <a:xfrm>
            <a:off x="347764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ACAA3274-5F7B-FA09-15DD-3AEBC2B95213}"/>
              </a:ext>
            </a:extLst>
          </p:cNvPr>
          <p:cNvSpPr/>
          <p:nvPr/>
        </p:nvSpPr>
        <p:spPr>
          <a:xfrm>
            <a:off x="320059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82C31C92-F959-5E38-B1EE-DF2F90597DC6}"/>
              </a:ext>
            </a:extLst>
          </p:cNvPr>
          <p:cNvSpPr/>
          <p:nvPr/>
        </p:nvSpPr>
        <p:spPr>
          <a:xfrm>
            <a:off x="375470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7686EB1E-064B-3DDB-61A5-2035AFA6F558}"/>
              </a:ext>
            </a:extLst>
          </p:cNvPr>
          <p:cNvSpPr/>
          <p:nvPr/>
        </p:nvSpPr>
        <p:spPr>
          <a:xfrm>
            <a:off x="403176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8757823A-6F15-D4E8-BCEC-41FDB0401C98}"/>
              </a:ext>
            </a:extLst>
          </p:cNvPr>
          <p:cNvSpPr/>
          <p:nvPr/>
        </p:nvSpPr>
        <p:spPr>
          <a:xfrm>
            <a:off x="458587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9676B64A-1B9C-4415-C11C-CC59A40BA70E}"/>
              </a:ext>
            </a:extLst>
          </p:cNvPr>
          <p:cNvSpPr/>
          <p:nvPr/>
        </p:nvSpPr>
        <p:spPr>
          <a:xfrm>
            <a:off x="430881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5CFA02CA-DE3D-EF40-6546-98A6DECC7277}"/>
              </a:ext>
            </a:extLst>
          </p:cNvPr>
          <p:cNvSpPr/>
          <p:nvPr/>
        </p:nvSpPr>
        <p:spPr>
          <a:xfrm>
            <a:off x="4915775"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976691AB-0114-6A5D-F9E0-1F2BD201A59E}"/>
              </a:ext>
            </a:extLst>
          </p:cNvPr>
          <p:cNvSpPr/>
          <p:nvPr/>
        </p:nvSpPr>
        <p:spPr>
          <a:xfrm>
            <a:off x="5192833"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941498F6-E633-7AC5-3A29-8871E97C273A}"/>
              </a:ext>
            </a:extLst>
          </p:cNvPr>
          <p:cNvSpPr/>
          <p:nvPr/>
        </p:nvSpPr>
        <p:spPr>
          <a:xfrm>
            <a:off x="264648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6AD6E7EB-6470-F65A-A76B-90BE024F1ADD}"/>
              </a:ext>
            </a:extLst>
          </p:cNvPr>
          <p:cNvSpPr/>
          <p:nvPr/>
        </p:nvSpPr>
        <p:spPr>
          <a:xfrm>
            <a:off x="292353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021DC0EC-8E0C-91BF-87A9-9F938C5B6D06}"/>
              </a:ext>
            </a:extLst>
          </p:cNvPr>
          <p:cNvSpPr/>
          <p:nvPr/>
        </p:nvSpPr>
        <p:spPr>
          <a:xfrm>
            <a:off x="347764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2C5CA750-741A-AE01-3D76-BCD625C130E5}"/>
              </a:ext>
            </a:extLst>
          </p:cNvPr>
          <p:cNvSpPr/>
          <p:nvPr/>
        </p:nvSpPr>
        <p:spPr>
          <a:xfrm>
            <a:off x="320059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396C1435-3850-1D6E-48D5-82FD73320EFC}"/>
              </a:ext>
            </a:extLst>
          </p:cNvPr>
          <p:cNvSpPr/>
          <p:nvPr/>
        </p:nvSpPr>
        <p:spPr>
          <a:xfrm>
            <a:off x="375470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9DFCB064-5EEF-CCAE-D82E-3A67A2884BB3}"/>
              </a:ext>
            </a:extLst>
          </p:cNvPr>
          <p:cNvSpPr/>
          <p:nvPr/>
        </p:nvSpPr>
        <p:spPr>
          <a:xfrm>
            <a:off x="403176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F97721D-DF3A-DC70-68A4-8E6554BD083F}"/>
              </a:ext>
            </a:extLst>
          </p:cNvPr>
          <p:cNvSpPr/>
          <p:nvPr/>
        </p:nvSpPr>
        <p:spPr>
          <a:xfrm>
            <a:off x="458587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BD91B4DA-653B-8150-CB43-EE56331BB574}"/>
              </a:ext>
            </a:extLst>
          </p:cNvPr>
          <p:cNvSpPr/>
          <p:nvPr/>
        </p:nvSpPr>
        <p:spPr>
          <a:xfrm>
            <a:off x="430881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AA460A2B-03F3-C8E1-AD37-A2107F2BEEEB}"/>
              </a:ext>
            </a:extLst>
          </p:cNvPr>
          <p:cNvSpPr/>
          <p:nvPr/>
        </p:nvSpPr>
        <p:spPr>
          <a:xfrm>
            <a:off x="4915775"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4351C4BE-AC02-6C03-1314-912251A81C9F}"/>
              </a:ext>
            </a:extLst>
          </p:cNvPr>
          <p:cNvSpPr/>
          <p:nvPr/>
        </p:nvSpPr>
        <p:spPr>
          <a:xfrm>
            <a:off x="5192833"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5B5D1BAE-6A3C-5B74-F6DF-A5095F53930B}"/>
              </a:ext>
            </a:extLst>
          </p:cNvPr>
          <p:cNvSpPr/>
          <p:nvPr/>
        </p:nvSpPr>
        <p:spPr>
          <a:xfrm>
            <a:off x="264648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B9389720-08E1-195A-54CA-C1A233F7BD6A}"/>
              </a:ext>
            </a:extLst>
          </p:cNvPr>
          <p:cNvSpPr/>
          <p:nvPr/>
        </p:nvSpPr>
        <p:spPr>
          <a:xfrm>
            <a:off x="292353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B1C06787-5403-F4A5-02A6-AFB0730AAE12}"/>
              </a:ext>
            </a:extLst>
          </p:cNvPr>
          <p:cNvSpPr/>
          <p:nvPr/>
        </p:nvSpPr>
        <p:spPr>
          <a:xfrm>
            <a:off x="347764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E13244D5-1024-63A8-1FC8-7E953144BE68}"/>
              </a:ext>
            </a:extLst>
          </p:cNvPr>
          <p:cNvSpPr/>
          <p:nvPr/>
        </p:nvSpPr>
        <p:spPr>
          <a:xfrm>
            <a:off x="320059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D726E782-7766-7A7D-0C5F-AB4C8F835D9C}"/>
              </a:ext>
            </a:extLst>
          </p:cNvPr>
          <p:cNvSpPr/>
          <p:nvPr/>
        </p:nvSpPr>
        <p:spPr>
          <a:xfrm>
            <a:off x="375470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7341628B-05A7-8DA1-FD0D-453EB86030C3}"/>
              </a:ext>
            </a:extLst>
          </p:cNvPr>
          <p:cNvSpPr/>
          <p:nvPr/>
        </p:nvSpPr>
        <p:spPr>
          <a:xfrm>
            <a:off x="403176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FFFEEA5-E79D-23BB-95CE-EDFED68B49C4}"/>
              </a:ext>
            </a:extLst>
          </p:cNvPr>
          <p:cNvSpPr/>
          <p:nvPr/>
        </p:nvSpPr>
        <p:spPr>
          <a:xfrm>
            <a:off x="458587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1136E3F3-696F-4B98-A142-F1E4627D92D3}"/>
              </a:ext>
            </a:extLst>
          </p:cNvPr>
          <p:cNvSpPr/>
          <p:nvPr/>
        </p:nvSpPr>
        <p:spPr>
          <a:xfrm>
            <a:off x="430881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CD3788F9-1938-C1D4-A1B8-C15D566E99ED}"/>
              </a:ext>
            </a:extLst>
          </p:cNvPr>
          <p:cNvSpPr/>
          <p:nvPr/>
        </p:nvSpPr>
        <p:spPr>
          <a:xfrm>
            <a:off x="4915775"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309E1108-E378-5F07-C4E1-40DA0BED501E}"/>
              </a:ext>
            </a:extLst>
          </p:cNvPr>
          <p:cNvSpPr/>
          <p:nvPr/>
        </p:nvSpPr>
        <p:spPr>
          <a:xfrm>
            <a:off x="5192833"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290ECD37-1601-1464-278C-8EBFC4FE8DBE}"/>
              </a:ext>
            </a:extLst>
          </p:cNvPr>
          <p:cNvSpPr/>
          <p:nvPr/>
        </p:nvSpPr>
        <p:spPr>
          <a:xfrm>
            <a:off x="264648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0FD35960-A89B-2081-A23E-B60F1C93D40B}"/>
              </a:ext>
            </a:extLst>
          </p:cNvPr>
          <p:cNvSpPr/>
          <p:nvPr/>
        </p:nvSpPr>
        <p:spPr>
          <a:xfrm>
            <a:off x="292353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F61A32B5-9EBC-9ED7-E908-E6F6DEBA1886}"/>
              </a:ext>
            </a:extLst>
          </p:cNvPr>
          <p:cNvSpPr/>
          <p:nvPr/>
        </p:nvSpPr>
        <p:spPr>
          <a:xfrm>
            <a:off x="347764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2769B91-B645-BA28-6358-641C8806C749}"/>
              </a:ext>
            </a:extLst>
          </p:cNvPr>
          <p:cNvSpPr/>
          <p:nvPr/>
        </p:nvSpPr>
        <p:spPr>
          <a:xfrm>
            <a:off x="320059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C56FBE81-ED2B-6C65-E48E-38216E3D2B21}"/>
              </a:ext>
            </a:extLst>
          </p:cNvPr>
          <p:cNvSpPr/>
          <p:nvPr/>
        </p:nvSpPr>
        <p:spPr>
          <a:xfrm>
            <a:off x="375470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8A2F0FB8-0DC0-E7C6-60F6-6785F8DE63CA}"/>
              </a:ext>
            </a:extLst>
          </p:cNvPr>
          <p:cNvSpPr/>
          <p:nvPr/>
        </p:nvSpPr>
        <p:spPr>
          <a:xfrm>
            <a:off x="403176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FEBC7EBE-F480-4420-63A3-38D358C298F1}"/>
              </a:ext>
            </a:extLst>
          </p:cNvPr>
          <p:cNvSpPr/>
          <p:nvPr/>
        </p:nvSpPr>
        <p:spPr>
          <a:xfrm>
            <a:off x="4585872"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2AE7C726-420E-A283-D063-4F91CFC098A7}"/>
              </a:ext>
            </a:extLst>
          </p:cNvPr>
          <p:cNvSpPr/>
          <p:nvPr/>
        </p:nvSpPr>
        <p:spPr>
          <a:xfrm>
            <a:off x="430881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4AB1E4D9-B6ED-CF4D-3CC9-CD42A996D661}"/>
              </a:ext>
            </a:extLst>
          </p:cNvPr>
          <p:cNvSpPr/>
          <p:nvPr/>
        </p:nvSpPr>
        <p:spPr>
          <a:xfrm>
            <a:off x="4915775"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415D9E0C-D76A-06CC-9C27-B581D5438978}"/>
              </a:ext>
            </a:extLst>
          </p:cNvPr>
          <p:cNvSpPr/>
          <p:nvPr/>
        </p:nvSpPr>
        <p:spPr>
          <a:xfrm>
            <a:off x="5192833"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530D9703-D2D1-11FE-05D6-814B6E92EEEA}"/>
              </a:ext>
            </a:extLst>
          </p:cNvPr>
          <p:cNvSpPr/>
          <p:nvPr/>
        </p:nvSpPr>
        <p:spPr>
          <a:xfrm>
            <a:off x="264648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BDD9C921-0E90-4207-3162-A56A0F56641A}"/>
              </a:ext>
            </a:extLst>
          </p:cNvPr>
          <p:cNvSpPr/>
          <p:nvPr/>
        </p:nvSpPr>
        <p:spPr>
          <a:xfrm>
            <a:off x="292353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658FFE7A-0F84-97AC-455A-D88223620C11}"/>
              </a:ext>
            </a:extLst>
          </p:cNvPr>
          <p:cNvSpPr/>
          <p:nvPr/>
        </p:nvSpPr>
        <p:spPr>
          <a:xfrm>
            <a:off x="347764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189D685-19F4-A566-3A5A-D639D25E08A9}"/>
              </a:ext>
            </a:extLst>
          </p:cNvPr>
          <p:cNvSpPr/>
          <p:nvPr/>
        </p:nvSpPr>
        <p:spPr>
          <a:xfrm>
            <a:off x="320059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6CF94C7B-5768-D17B-FC09-4D2F541FB45C}"/>
              </a:ext>
            </a:extLst>
          </p:cNvPr>
          <p:cNvSpPr/>
          <p:nvPr/>
        </p:nvSpPr>
        <p:spPr>
          <a:xfrm>
            <a:off x="375470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0F83F63B-F004-32B3-3B4C-C9A6CC262D1C}"/>
              </a:ext>
            </a:extLst>
          </p:cNvPr>
          <p:cNvSpPr/>
          <p:nvPr/>
        </p:nvSpPr>
        <p:spPr>
          <a:xfrm>
            <a:off x="403176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597305AB-626E-BC6B-CB35-EDD8911FB08F}"/>
              </a:ext>
            </a:extLst>
          </p:cNvPr>
          <p:cNvSpPr/>
          <p:nvPr/>
        </p:nvSpPr>
        <p:spPr>
          <a:xfrm>
            <a:off x="458587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F086BD2F-8CEA-9DE0-3EC0-647DEEE5F032}"/>
              </a:ext>
            </a:extLst>
          </p:cNvPr>
          <p:cNvSpPr/>
          <p:nvPr/>
        </p:nvSpPr>
        <p:spPr>
          <a:xfrm>
            <a:off x="430881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6D3EA9D1-CA20-6F8B-4A25-F871EEE754C5}"/>
              </a:ext>
            </a:extLst>
          </p:cNvPr>
          <p:cNvSpPr/>
          <p:nvPr/>
        </p:nvSpPr>
        <p:spPr>
          <a:xfrm>
            <a:off x="4915775"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D96538D-C8BD-45F0-CC04-F0688795EF2F}"/>
              </a:ext>
            </a:extLst>
          </p:cNvPr>
          <p:cNvSpPr/>
          <p:nvPr/>
        </p:nvSpPr>
        <p:spPr>
          <a:xfrm>
            <a:off x="5192833"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88B71FDD-0B79-CE29-D7E5-989926C95FA6}"/>
              </a:ext>
            </a:extLst>
          </p:cNvPr>
          <p:cNvSpPr/>
          <p:nvPr/>
        </p:nvSpPr>
        <p:spPr>
          <a:xfrm>
            <a:off x="264648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F8DBD79F-36F9-5418-BEAF-91B89A2E6BEE}"/>
              </a:ext>
            </a:extLst>
          </p:cNvPr>
          <p:cNvSpPr/>
          <p:nvPr/>
        </p:nvSpPr>
        <p:spPr>
          <a:xfrm>
            <a:off x="292353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FE08A582-98D5-7738-193D-43BE0313C342}"/>
              </a:ext>
            </a:extLst>
          </p:cNvPr>
          <p:cNvSpPr/>
          <p:nvPr/>
        </p:nvSpPr>
        <p:spPr>
          <a:xfrm>
            <a:off x="347764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39D693F0-7A55-F849-4F41-83FFB1560A00}"/>
              </a:ext>
            </a:extLst>
          </p:cNvPr>
          <p:cNvSpPr/>
          <p:nvPr/>
        </p:nvSpPr>
        <p:spPr>
          <a:xfrm>
            <a:off x="320059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BD9D9262-81AF-7506-433F-60A67C1B0AF2}"/>
              </a:ext>
            </a:extLst>
          </p:cNvPr>
          <p:cNvSpPr/>
          <p:nvPr/>
        </p:nvSpPr>
        <p:spPr>
          <a:xfrm>
            <a:off x="375470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880188CD-4066-EA0C-4462-878F3A6D3823}"/>
              </a:ext>
            </a:extLst>
          </p:cNvPr>
          <p:cNvSpPr/>
          <p:nvPr/>
        </p:nvSpPr>
        <p:spPr>
          <a:xfrm>
            <a:off x="403176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3768129C-4DED-0CFD-33A0-7003FFC260B2}"/>
              </a:ext>
            </a:extLst>
          </p:cNvPr>
          <p:cNvSpPr/>
          <p:nvPr/>
        </p:nvSpPr>
        <p:spPr>
          <a:xfrm>
            <a:off x="458587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0B7C1FD2-7738-00B4-A9E0-0A5309500506}"/>
              </a:ext>
            </a:extLst>
          </p:cNvPr>
          <p:cNvSpPr/>
          <p:nvPr/>
        </p:nvSpPr>
        <p:spPr>
          <a:xfrm>
            <a:off x="430881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2E8099BA-827D-233B-4BF5-A662CC3D8E00}"/>
              </a:ext>
            </a:extLst>
          </p:cNvPr>
          <p:cNvSpPr/>
          <p:nvPr/>
        </p:nvSpPr>
        <p:spPr>
          <a:xfrm>
            <a:off x="4915775"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A41A42FF-182E-430A-9746-915A7ECEC2C6}"/>
              </a:ext>
            </a:extLst>
          </p:cNvPr>
          <p:cNvSpPr/>
          <p:nvPr/>
        </p:nvSpPr>
        <p:spPr>
          <a:xfrm>
            <a:off x="5192833"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7BFCC4F4-065B-A385-26C3-ED86158D082C}"/>
              </a:ext>
            </a:extLst>
          </p:cNvPr>
          <p:cNvSpPr/>
          <p:nvPr/>
        </p:nvSpPr>
        <p:spPr>
          <a:xfrm>
            <a:off x="264648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6C4C047F-A965-4887-A0C2-2528A90D8479}"/>
              </a:ext>
            </a:extLst>
          </p:cNvPr>
          <p:cNvSpPr/>
          <p:nvPr/>
        </p:nvSpPr>
        <p:spPr>
          <a:xfrm>
            <a:off x="292353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85D75109-3F5F-8BD3-8165-6DE8C55FA9F3}"/>
              </a:ext>
            </a:extLst>
          </p:cNvPr>
          <p:cNvSpPr/>
          <p:nvPr/>
        </p:nvSpPr>
        <p:spPr>
          <a:xfrm>
            <a:off x="347764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96F04949-D1E3-E9C7-78AF-590E0C5373A1}"/>
              </a:ext>
            </a:extLst>
          </p:cNvPr>
          <p:cNvSpPr/>
          <p:nvPr/>
        </p:nvSpPr>
        <p:spPr>
          <a:xfrm>
            <a:off x="320059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96A4DDBA-2D45-49F2-3E29-6DD3BBE11C97}"/>
              </a:ext>
            </a:extLst>
          </p:cNvPr>
          <p:cNvSpPr/>
          <p:nvPr/>
        </p:nvSpPr>
        <p:spPr>
          <a:xfrm>
            <a:off x="375470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482D9EEA-6B49-D917-E590-F0AEA0CA1ED0}"/>
              </a:ext>
            </a:extLst>
          </p:cNvPr>
          <p:cNvSpPr/>
          <p:nvPr/>
        </p:nvSpPr>
        <p:spPr>
          <a:xfrm>
            <a:off x="403176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FF4346C4-B52A-CF27-8629-CA1CC556FCF2}"/>
              </a:ext>
            </a:extLst>
          </p:cNvPr>
          <p:cNvSpPr/>
          <p:nvPr/>
        </p:nvSpPr>
        <p:spPr>
          <a:xfrm>
            <a:off x="458587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8B849E28-F140-FC60-28BE-CCFE780ED8AF}"/>
              </a:ext>
            </a:extLst>
          </p:cNvPr>
          <p:cNvSpPr/>
          <p:nvPr/>
        </p:nvSpPr>
        <p:spPr>
          <a:xfrm>
            <a:off x="430881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F6CAFC29-0491-9A86-72BA-205EFB4C084E}"/>
              </a:ext>
            </a:extLst>
          </p:cNvPr>
          <p:cNvSpPr/>
          <p:nvPr/>
        </p:nvSpPr>
        <p:spPr>
          <a:xfrm>
            <a:off x="4915775"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A44AEF69-8E5A-D725-70E1-566647D53CCD}"/>
              </a:ext>
            </a:extLst>
          </p:cNvPr>
          <p:cNvSpPr/>
          <p:nvPr/>
        </p:nvSpPr>
        <p:spPr>
          <a:xfrm>
            <a:off x="5192833"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D956D075-01E0-7710-E2FE-D6FBA25EF7A3}"/>
              </a:ext>
            </a:extLst>
          </p:cNvPr>
          <p:cNvSpPr/>
          <p:nvPr/>
        </p:nvSpPr>
        <p:spPr>
          <a:xfrm>
            <a:off x="264648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5717A094-0086-676B-05D6-A7AD50E7439C}"/>
              </a:ext>
            </a:extLst>
          </p:cNvPr>
          <p:cNvSpPr/>
          <p:nvPr/>
        </p:nvSpPr>
        <p:spPr>
          <a:xfrm>
            <a:off x="292353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2CB3DF9D-0B71-8591-1931-17D64D6D7B68}"/>
              </a:ext>
            </a:extLst>
          </p:cNvPr>
          <p:cNvSpPr/>
          <p:nvPr/>
        </p:nvSpPr>
        <p:spPr>
          <a:xfrm>
            <a:off x="347764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A2C6065A-3C60-F8DD-ECA1-1AF6A199527A}"/>
              </a:ext>
            </a:extLst>
          </p:cNvPr>
          <p:cNvSpPr/>
          <p:nvPr/>
        </p:nvSpPr>
        <p:spPr>
          <a:xfrm>
            <a:off x="320059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A3C949C6-C95F-A338-4363-84EAEB66DFB6}"/>
              </a:ext>
            </a:extLst>
          </p:cNvPr>
          <p:cNvSpPr/>
          <p:nvPr/>
        </p:nvSpPr>
        <p:spPr>
          <a:xfrm>
            <a:off x="375470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A1DAC66E-9C71-FC55-E84E-2431D23B1C9B}"/>
              </a:ext>
            </a:extLst>
          </p:cNvPr>
          <p:cNvSpPr/>
          <p:nvPr/>
        </p:nvSpPr>
        <p:spPr>
          <a:xfrm>
            <a:off x="403176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70E96F77-32FF-9D39-9F51-B75AD53CB2C1}"/>
              </a:ext>
            </a:extLst>
          </p:cNvPr>
          <p:cNvSpPr/>
          <p:nvPr/>
        </p:nvSpPr>
        <p:spPr>
          <a:xfrm>
            <a:off x="458587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A8562523-B65E-9263-A1F0-C1202F3E7AEE}"/>
              </a:ext>
            </a:extLst>
          </p:cNvPr>
          <p:cNvSpPr/>
          <p:nvPr/>
        </p:nvSpPr>
        <p:spPr>
          <a:xfrm>
            <a:off x="430881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766DC301-1A78-A71F-FB01-9F73D92CFA45}"/>
              </a:ext>
            </a:extLst>
          </p:cNvPr>
          <p:cNvSpPr/>
          <p:nvPr/>
        </p:nvSpPr>
        <p:spPr>
          <a:xfrm>
            <a:off x="4915775"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C7157D1E-C2DE-93DC-76EA-EBE5BBEDAC19}"/>
              </a:ext>
            </a:extLst>
          </p:cNvPr>
          <p:cNvSpPr/>
          <p:nvPr/>
        </p:nvSpPr>
        <p:spPr>
          <a:xfrm>
            <a:off x="5192833"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91BD8D7C-5678-08CC-74BB-2F38268AC963}"/>
              </a:ext>
            </a:extLst>
          </p:cNvPr>
          <p:cNvSpPr/>
          <p:nvPr/>
        </p:nvSpPr>
        <p:spPr>
          <a:xfrm>
            <a:off x="264648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F2BE83E7-A684-CC46-9C78-CAB8AB6B2E84}"/>
              </a:ext>
            </a:extLst>
          </p:cNvPr>
          <p:cNvSpPr/>
          <p:nvPr/>
        </p:nvSpPr>
        <p:spPr>
          <a:xfrm>
            <a:off x="292353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38459FC8-40E8-CF32-80A8-CE035ED5A097}"/>
              </a:ext>
            </a:extLst>
          </p:cNvPr>
          <p:cNvSpPr/>
          <p:nvPr/>
        </p:nvSpPr>
        <p:spPr>
          <a:xfrm>
            <a:off x="347764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82B5D062-BA2E-CE4C-AC98-D4ECC59C2ACF}"/>
              </a:ext>
            </a:extLst>
          </p:cNvPr>
          <p:cNvSpPr/>
          <p:nvPr/>
        </p:nvSpPr>
        <p:spPr>
          <a:xfrm>
            <a:off x="320059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5C06D7F5-9967-54C3-04BC-6DCC008B88EF}"/>
              </a:ext>
            </a:extLst>
          </p:cNvPr>
          <p:cNvSpPr/>
          <p:nvPr/>
        </p:nvSpPr>
        <p:spPr>
          <a:xfrm>
            <a:off x="375470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CA30B439-1662-9517-B8D3-DF71B36181D7}"/>
              </a:ext>
            </a:extLst>
          </p:cNvPr>
          <p:cNvSpPr/>
          <p:nvPr/>
        </p:nvSpPr>
        <p:spPr>
          <a:xfrm>
            <a:off x="403176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0B6180F5-3D41-4ED4-61C2-D148E248293F}"/>
              </a:ext>
            </a:extLst>
          </p:cNvPr>
          <p:cNvSpPr/>
          <p:nvPr/>
        </p:nvSpPr>
        <p:spPr>
          <a:xfrm>
            <a:off x="4585872"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DF158590-45F4-8BEB-3049-0CE5D1CF62CF}"/>
              </a:ext>
            </a:extLst>
          </p:cNvPr>
          <p:cNvSpPr/>
          <p:nvPr/>
        </p:nvSpPr>
        <p:spPr>
          <a:xfrm>
            <a:off x="430881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7FA76E50-114F-53DA-7D30-714585D40EC6}"/>
              </a:ext>
            </a:extLst>
          </p:cNvPr>
          <p:cNvSpPr/>
          <p:nvPr/>
        </p:nvSpPr>
        <p:spPr>
          <a:xfrm>
            <a:off x="4915775"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6B55DCB1-524C-8823-DD91-9B2CEC907720}"/>
              </a:ext>
            </a:extLst>
          </p:cNvPr>
          <p:cNvSpPr/>
          <p:nvPr/>
        </p:nvSpPr>
        <p:spPr>
          <a:xfrm>
            <a:off x="5192833"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022FF0B4-8431-226E-ACE7-34E3F7CDD2E2}"/>
              </a:ext>
            </a:extLst>
          </p:cNvPr>
          <p:cNvSpPr/>
          <p:nvPr/>
        </p:nvSpPr>
        <p:spPr>
          <a:xfrm>
            <a:off x="264648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6DCD0E1E-7D35-C302-756C-DE54AC026B2E}"/>
              </a:ext>
            </a:extLst>
          </p:cNvPr>
          <p:cNvSpPr/>
          <p:nvPr/>
        </p:nvSpPr>
        <p:spPr>
          <a:xfrm>
            <a:off x="292353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5FD4D3C4-8A3A-FF3C-4B65-E73A79C97B37}"/>
              </a:ext>
            </a:extLst>
          </p:cNvPr>
          <p:cNvSpPr/>
          <p:nvPr/>
        </p:nvSpPr>
        <p:spPr>
          <a:xfrm>
            <a:off x="347764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B06A1641-4085-CAF4-F5A5-487441151D59}"/>
              </a:ext>
            </a:extLst>
          </p:cNvPr>
          <p:cNvSpPr/>
          <p:nvPr/>
        </p:nvSpPr>
        <p:spPr>
          <a:xfrm>
            <a:off x="320059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01596B68-9E48-D88E-7556-F85B91D74DFC}"/>
              </a:ext>
            </a:extLst>
          </p:cNvPr>
          <p:cNvSpPr/>
          <p:nvPr/>
        </p:nvSpPr>
        <p:spPr>
          <a:xfrm>
            <a:off x="375470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19331AEB-8ECA-C0FB-1D5E-C1029ABFDD6A}"/>
              </a:ext>
            </a:extLst>
          </p:cNvPr>
          <p:cNvSpPr/>
          <p:nvPr/>
        </p:nvSpPr>
        <p:spPr>
          <a:xfrm>
            <a:off x="403176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565683C6-D89E-DC2D-29A5-4276B6142AE7}"/>
              </a:ext>
            </a:extLst>
          </p:cNvPr>
          <p:cNvSpPr/>
          <p:nvPr/>
        </p:nvSpPr>
        <p:spPr>
          <a:xfrm>
            <a:off x="458587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FEE17480-7F33-E99C-22E8-AA60E8EE504E}"/>
              </a:ext>
            </a:extLst>
          </p:cNvPr>
          <p:cNvSpPr/>
          <p:nvPr/>
        </p:nvSpPr>
        <p:spPr>
          <a:xfrm>
            <a:off x="430881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A56E2388-EB77-CB4B-6EA9-331885625D05}"/>
              </a:ext>
            </a:extLst>
          </p:cNvPr>
          <p:cNvSpPr/>
          <p:nvPr/>
        </p:nvSpPr>
        <p:spPr>
          <a:xfrm>
            <a:off x="4915775"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B760BC0F-FA7B-DBD1-92FE-6BF53E1DA378}"/>
              </a:ext>
            </a:extLst>
          </p:cNvPr>
          <p:cNvSpPr/>
          <p:nvPr/>
        </p:nvSpPr>
        <p:spPr>
          <a:xfrm>
            <a:off x="5192833"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F4281949-7328-BDBE-C5A3-6B667B09FEA0}"/>
              </a:ext>
            </a:extLst>
          </p:cNvPr>
          <p:cNvSpPr/>
          <p:nvPr/>
        </p:nvSpPr>
        <p:spPr>
          <a:xfrm>
            <a:off x="728468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9E7BA24B-C37B-4DED-9BAD-16EE787E9FDD}"/>
              </a:ext>
            </a:extLst>
          </p:cNvPr>
          <p:cNvSpPr/>
          <p:nvPr/>
        </p:nvSpPr>
        <p:spPr>
          <a:xfrm>
            <a:off x="756173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4F5472B4-B59F-2467-CD9F-7B56BC270227}"/>
              </a:ext>
            </a:extLst>
          </p:cNvPr>
          <p:cNvSpPr/>
          <p:nvPr/>
        </p:nvSpPr>
        <p:spPr>
          <a:xfrm>
            <a:off x="8115846"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11135653-5839-8C9F-FD23-F005B4F48C84}"/>
              </a:ext>
            </a:extLst>
          </p:cNvPr>
          <p:cNvSpPr/>
          <p:nvPr/>
        </p:nvSpPr>
        <p:spPr>
          <a:xfrm>
            <a:off x="783879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8FB86EAC-9E5B-F7AC-3EE0-716D8CDD4296}"/>
              </a:ext>
            </a:extLst>
          </p:cNvPr>
          <p:cNvSpPr/>
          <p:nvPr/>
        </p:nvSpPr>
        <p:spPr>
          <a:xfrm>
            <a:off x="839290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2B4FCA44-7608-184E-C662-CBA6057E8375}"/>
              </a:ext>
            </a:extLst>
          </p:cNvPr>
          <p:cNvSpPr/>
          <p:nvPr/>
        </p:nvSpPr>
        <p:spPr>
          <a:xfrm>
            <a:off x="866995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065B5C3E-5A8B-8CE6-4827-6391E76E15D8}"/>
              </a:ext>
            </a:extLst>
          </p:cNvPr>
          <p:cNvSpPr/>
          <p:nvPr/>
        </p:nvSpPr>
        <p:spPr>
          <a:xfrm>
            <a:off x="922407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156800C5-F912-7500-C2D0-A4B392FE2855}"/>
              </a:ext>
            </a:extLst>
          </p:cNvPr>
          <p:cNvSpPr/>
          <p:nvPr/>
        </p:nvSpPr>
        <p:spPr>
          <a:xfrm>
            <a:off x="894701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89975C7D-7558-65D5-5C5D-86CE271B396C}"/>
              </a:ext>
            </a:extLst>
          </p:cNvPr>
          <p:cNvSpPr/>
          <p:nvPr/>
        </p:nvSpPr>
        <p:spPr>
          <a:xfrm>
            <a:off x="955397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14F1164A-588D-8E96-E224-5C44438A5661}"/>
              </a:ext>
            </a:extLst>
          </p:cNvPr>
          <p:cNvSpPr/>
          <p:nvPr/>
        </p:nvSpPr>
        <p:spPr>
          <a:xfrm>
            <a:off x="983103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FB8F0888-F4B9-CD40-08F8-758D186AC1E7}"/>
              </a:ext>
            </a:extLst>
          </p:cNvPr>
          <p:cNvSpPr/>
          <p:nvPr/>
        </p:nvSpPr>
        <p:spPr>
          <a:xfrm>
            <a:off x="728468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F7A879B8-0F2A-9A70-C90E-394F011DAC8B}"/>
              </a:ext>
            </a:extLst>
          </p:cNvPr>
          <p:cNvSpPr/>
          <p:nvPr/>
        </p:nvSpPr>
        <p:spPr>
          <a:xfrm>
            <a:off x="756173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73C59734-FD6E-A90C-F4E1-AAD9BDE58F80}"/>
              </a:ext>
            </a:extLst>
          </p:cNvPr>
          <p:cNvSpPr/>
          <p:nvPr/>
        </p:nvSpPr>
        <p:spPr>
          <a:xfrm>
            <a:off x="8115846"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9AB191DB-AEC9-E8FF-B708-F3C3A8F7D129}"/>
              </a:ext>
            </a:extLst>
          </p:cNvPr>
          <p:cNvSpPr/>
          <p:nvPr/>
        </p:nvSpPr>
        <p:spPr>
          <a:xfrm>
            <a:off x="783879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8F195086-D301-9068-347C-6069167E473B}"/>
              </a:ext>
            </a:extLst>
          </p:cNvPr>
          <p:cNvSpPr/>
          <p:nvPr/>
        </p:nvSpPr>
        <p:spPr>
          <a:xfrm>
            <a:off x="839290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3C5E8474-C636-0298-5534-6767CE471C73}"/>
              </a:ext>
            </a:extLst>
          </p:cNvPr>
          <p:cNvSpPr/>
          <p:nvPr/>
        </p:nvSpPr>
        <p:spPr>
          <a:xfrm>
            <a:off x="866995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F424A540-DBA4-120E-806D-C0637CE5EB05}"/>
              </a:ext>
            </a:extLst>
          </p:cNvPr>
          <p:cNvSpPr/>
          <p:nvPr/>
        </p:nvSpPr>
        <p:spPr>
          <a:xfrm>
            <a:off x="922407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E4214D50-E5FC-3C8B-ECA0-68370C1F323B}"/>
              </a:ext>
            </a:extLst>
          </p:cNvPr>
          <p:cNvSpPr/>
          <p:nvPr/>
        </p:nvSpPr>
        <p:spPr>
          <a:xfrm>
            <a:off x="894701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011E714F-0C0B-42A1-C49B-3EFFDCB805D0}"/>
              </a:ext>
            </a:extLst>
          </p:cNvPr>
          <p:cNvSpPr/>
          <p:nvPr/>
        </p:nvSpPr>
        <p:spPr>
          <a:xfrm>
            <a:off x="955397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BE5A868C-779B-A568-10EB-2C944DCB3D91}"/>
              </a:ext>
            </a:extLst>
          </p:cNvPr>
          <p:cNvSpPr/>
          <p:nvPr/>
        </p:nvSpPr>
        <p:spPr>
          <a:xfrm>
            <a:off x="983103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DDB178A7-C374-8A35-4B6A-6EE43896D167}"/>
              </a:ext>
            </a:extLst>
          </p:cNvPr>
          <p:cNvSpPr/>
          <p:nvPr/>
        </p:nvSpPr>
        <p:spPr>
          <a:xfrm>
            <a:off x="728468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FCBB74D5-B14C-B778-3696-394396D41ED2}"/>
              </a:ext>
            </a:extLst>
          </p:cNvPr>
          <p:cNvSpPr/>
          <p:nvPr/>
        </p:nvSpPr>
        <p:spPr>
          <a:xfrm>
            <a:off x="756173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4AA2B22E-5394-5F64-861E-0E3601F4D8D0}"/>
              </a:ext>
            </a:extLst>
          </p:cNvPr>
          <p:cNvSpPr/>
          <p:nvPr/>
        </p:nvSpPr>
        <p:spPr>
          <a:xfrm>
            <a:off x="8115846"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889A9074-360B-8A15-8A57-2FFD925863BE}"/>
              </a:ext>
            </a:extLst>
          </p:cNvPr>
          <p:cNvSpPr/>
          <p:nvPr/>
        </p:nvSpPr>
        <p:spPr>
          <a:xfrm>
            <a:off x="783879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97F4BD53-EA16-AE4B-60CE-927BB2B5DDDA}"/>
              </a:ext>
            </a:extLst>
          </p:cNvPr>
          <p:cNvSpPr/>
          <p:nvPr/>
        </p:nvSpPr>
        <p:spPr>
          <a:xfrm>
            <a:off x="839290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BC196B3D-653D-DEEC-01DD-185749993280}"/>
              </a:ext>
            </a:extLst>
          </p:cNvPr>
          <p:cNvSpPr/>
          <p:nvPr/>
        </p:nvSpPr>
        <p:spPr>
          <a:xfrm>
            <a:off x="866995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0722FD9B-300D-C7A9-1871-09640E57CAB0}"/>
              </a:ext>
            </a:extLst>
          </p:cNvPr>
          <p:cNvSpPr/>
          <p:nvPr/>
        </p:nvSpPr>
        <p:spPr>
          <a:xfrm>
            <a:off x="922407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C6DC8FE5-BCC5-EAC5-40C3-DD292FD7FBB6}"/>
              </a:ext>
            </a:extLst>
          </p:cNvPr>
          <p:cNvSpPr/>
          <p:nvPr/>
        </p:nvSpPr>
        <p:spPr>
          <a:xfrm>
            <a:off x="894701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BA916760-ECE8-EF60-6883-3FA20B101E0B}"/>
              </a:ext>
            </a:extLst>
          </p:cNvPr>
          <p:cNvSpPr/>
          <p:nvPr/>
        </p:nvSpPr>
        <p:spPr>
          <a:xfrm>
            <a:off x="955397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AFD6F69E-F3A0-DC4A-B116-24827B574D3C}"/>
              </a:ext>
            </a:extLst>
          </p:cNvPr>
          <p:cNvSpPr/>
          <p:nvPr/>
        </p:nvSpPr>
        <p:spPr>
          <a:xfrm>
            <a:off x="983103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C646FEEE-8422-D109-1298-2ACD9FCD9236}"/>
              </a:ext>
            </a:extLst>
          </p:cNvPr>
          <p:cNvSpPr/>
          <p:nvPr/>
        </p:nvSpPr>
        <p:spPr>
          <a:xfrm>
            <a:off x="728468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65204776-8A60-1CE4-FC5E-45BCA7251ACA}"/>
              </a:ext>
            </a:extLst>
          </p:cNvPr>
          <p:cNvSpPr/>
          <p:nvPr/>
        </p:nvSpPr>
        <p:spPr>
          <a:xfrm>
            <a:off x="756173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37F9BB58-3D4A-F107-F2FA-08DC648C39A9}"/>
              </a:ext>
            </a:extLst>
          </p:cNvPr>
          <p:cNvSpPr/>
          <p:nvPr/>
        </p:nvSpPr>
        <p:spPr>
          <a:xfrm>
            <a:off x="8115846"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0EB05DB9-58E7-4F96-4651-B3F5FA97E452}"/>
              </a:ext>
            </a:extLst>
          </p:cNvPr>
          <p:cNvSpPr/>
          <p:nvPr/>
        </p:nvSpPr>
        <p:spPr>
          <a:xfrm>
            <a:off x="783879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D8D49BC0-C455-15AE-BCF3-09BE5E072170}"/>
              </a:ext>
            </a:extLst>
          </p:cNvPr>
          <p:cNvSpPr/>
          <p:nvPr/>
        </p:nvSpPr>
        <p:spPr>
          <a:xfrm>
            <a:off x="839290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D3B3D967-229C-96BA-F012-77607B5CC9AC}"/>
              </a:ext>
            </a:extLst>
          </p:cNvPr>
          <p:cNvSpPr/>
          <p:nvPr/>
        </p:nvSpPr>
        <p:spPr>
          <a:xfrm>
            <a:off x="866995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C86C4F54-8982-6DFF-6020-989B9CB64D21}"/>
              </a:ext>
            </a:extLst>
          </p:cNvPr>
          <p:cNvSpPr/>
          <p:nvPr/>
        </p:nvSpPr>
        <p:spPr>
          <a:xfrm>
            <a:off x="922407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4BCF1DC1-E71B-C2EE-B812-F477B9C7F53E}"/>
              </a:ext>
            </a:extLst>
          </p:cNvPr>
          <p:cNvSpPr/>
          <p:nvPr/>
        </p:nvSpPr>
        <p:spPr>
          <a:xfrm>
            <a:off x="894701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007A0AA4-B431-3356-1008-6EE3BA30DBFA}"/>
              </a:ext>
            </a:extLst>
          </p:cNvPr>
          <p:cNvSpPr/>
          <p:nvPr/>
        </p:nvSpPr>
        <p:spPr>
          <a:xfrm>
            <a:off x="955397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F644179F-6BA8-8B43-3702-28369A652AD0}"/>
              </a:ext>
            </a:extLst>
          </p:cNvPr>
          <p:cNvSpPr/>
          <p:nvPr/>
        </p:nvSpPr>
        <p:spPr>
          <a:xfrm>
            <a:off x="983103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2F19A5A3-7DD3-4FD8-0267-56FC669E3AFE}"/>
              </a:ext>
            </a:extLst>
          </p:cNvPr>
          <p:cNvSpPr/>
          <p:nvPr/>
        </p:nvSpPr>
        <p:spPr>
          <a:xfrm>
            <a:off x="728468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D5696FDC-87C5-1B00-C2F9-2EED92B7897C}"/>
              </a:ext>
            </a:extLst>
          </p:cNvPr>
          <p:cNvSpPr/>
          <p:nvPr/>
        </p:nvSpPr>
        <p:spPr>
          <a:xfrm>
            <a:off x="756173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2898C240-2463-C093-0CFC-ECF1B7777150}"/>
              </a:ext>
            </a:extLst>
          </p:cNvPr>
          <p:cNvSpPr/>
          <p:nvPr/>
        </p:nvSpPr>
        <p:spPr>
          <a:xfrm>
            <a:off x="8115846"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D3A55197-CAA7-31F8-B74A-4D0A93F50F7B}"/>
              </a:ext>
            </a:extLst>
          </p:cNvPr>
          <p:cNvSpPr/>
          <p:nvPr/>
        </p:nvSpPr>
        <p:spPr>
          <a:xfrm>
            <a:off x="783879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567190EE-A6BF-B8E1-00B9-80ED080BDC35}"/>
              </a:ext>
            </a:extLst>
          </p:cNvPr>
          <p:cNvSpPr/>
          <p:nvPr/>
        </p:nvSpPr>
        <p:spPr>
          <a:xfrm>
            <a:off x="839290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8F893AFB-125F-58D5-20E9-F6D541563200}"/>
              </a:ext>
            </a:extLst>
          </p:cNvPr>
          <p:cNvSpPr/>
          <p:nvPr/>
        </p:nvSpPr>
        <p:spPr>
          <a:xfrm>
            <a:off x="866995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2245F17D-A7A1-0C68-24B8-51B56B897D7F}"/>
              </a:ext>
            </a:extLst>
          </p:cNvPr>
          <p:cNvSpPr/>
          <p:nvPr/>
        </p:nvSpPr>
        <p:spPr>
          <a:xfrm>
            <a:off x="922407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FB2C3E96-80FA-6F3F-1141-04CEE8572615}"/>
              </a:ext>
            </a:extLst>
          </p:cNvPr>
          <p:cNvSpPr/>
          <p:nvPr/>
        </p:nvSpPr>
        <p:spPr>
          <a:xfrm>
            <a:off x="894701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27B19E7F-7D1D-2B5A-390A-D96C9B1F79B9}"/>
              </a:ext>
            </a:extLst>
          </p:cNvPr>
          <p:cNvSpPr/>
          <p:nvPr/>
        </p:nvSpPr>
        <p:spPr>
          <a:xfrm>
            <a:off x="9553973"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1CE57D45-6CF3-2FEE-1089-88907B547573}"/>
              </a:ext>
            </a:extLst>
          </p:cNvPr>
          <p:cNvSpPr/>
          <p:nvPr/>
        </p:nvSpPr>
        <p:spPr>
          <a:xfrm>
            <a:off x="9831032"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7EE91AF4-14C9-AA8D-0A29-2DACAFFC193C}"/>
              </a:ext>
            </a:extLst>
          </p:cNvPr>
          <p:cNvSpPr/>
          <p:nvPr/>
        </p:nvSpPr>
        <p:spPr>
          <a:xfrm>
            <a:off x="728468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67C484FB-CAEC-FB56-14F3-3E4B8864719A}"/>
              </a:ext>
            </a:extLst>
          </p:cNvPr>
          <p:cNvSpPr/>
          <p:nvPr/>
        </p:nvSpPr>
        <p:spPr>
          <a:xfrm>
            <a:off x="756173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52DC6E04-6599-B824-0F8D-FC39661BD9B0}"/>
              </a:ext>
            </a:extLst>
          </p:cNvPr>
          <p:cNvSpPr/>
          <p:nvPr/>
        </p:nvSpPr>
        <p:spPr>
          <a:xfrm>
            <a:off x="8115846"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DA60D0AD-1E82-99D5-9991-A42B40EF04A8}"/>
              </a:ext>
            </a:extLst>
          </p:cNvPr>
          <p:cNvSpPr/>
          <p:nvPr/>
        </p:nvSpPr>
        <p:spPr>
          <a:xfrm>
            <a:off x="783879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70635E8C-D816-C357-D89E-79621E6AF553}"/>
              </a:ext>
            </a:extLst>
          </p:cNvPr>
          <p:cNvSpPr/>
          <p:nvPr/>
        </p:nvSpPr>
        <p:spPr>
          <a:xfrm>
            <a:off x="839290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07242F21-E917-A468-3888-3AE396DBD1C7}"/>
              </a:ext>
            </a:extLst>
          </p:cNvPr>
          <p:cNvSpPr/>
          <p:nvPr/>
        </p:nvSpPr>
        <p:spPr>
          <a:xfrm>
            <a:off x="866995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5EF944DC-A4AF-F315-2110-1D2AA7C60037}"/>
              </a:ext>
            </a:extLst>
          </p:cNvPr>
          <p:cNvSpPr/>
          <p:nvPr/>
        </p:nvSpPr>
        <p:spPr>
          <a:xfrm>
            <a:off x="922407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49DD07F3-3501-3E2C-E9FA-65762F4AD730}"/>
              </a:ext>
            </a:extLst>
          </p:cNvPr>
          <p:cNvSpPr/>
          <p:nvPr/>
        </p:nvSpPr>
        <p:spPr>
          <a:xfrm>
            <a:off x="894701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98328E33-98AE-90E5-42CA-7343ED0FDF06}"/>
              </a:ext>
            </a:extLst>
          </p:cNvPr>
          <p:cNvSpPr/>
          <p:nvPr/>
        </p:nvSpPr>
        <p:spPr>
          <a:xfrm>
            <a:off x="955397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2BDCAD14-B5B7-05C3-34C8-7BA153E99F1A}"/>
              </a:ext>
            </a:extLst>
          </p:cNvPr>
          <p:cNvSpPr/>
          <p:nvPr/>
        </p:nvSpPr>
        <p:spPr>
          <a:xfrm>
            <a:off x="983103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BA34104A-3BB6-620C-47E9-E84116ABF11F}"/>
              </a:ext>
            </a:extLst>
          </p:cNvPr>
          <p:cNvSpPr/>
          <p:nvPr/>
        </p:nvSpPr>
        <p:spPr>
          <a:xfrm>
            <a:off x="728468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D7A7F459-5B93-E32D-7B17-FADD9DC69890}"/>
              </a:ext>
            </a:extLst>
          </p:cNvPr>
          <p:cNvSpPr/>
          <p:nvPr/>
        </p:nvSpPr>
        <p:spPr>
          <a:xfrm>
            <a:off x="756173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80E8DEAA-3395-726E-76BF-2A4AC564CC1C}"/>
              </a:ext>
            </a:extLst>
          </p:cNvPr>
          <p:cNvSpPr/>
          <p:nvPr/>
        </p:nvSpPr>
        <p:spPr>
          <a:xfrm>
            <a:off x="8115846"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0B50DA3C-A752-CAC1-A979-AB7BBB3FA21D}"/>
              </a:ext>
            </a:extLst>
          </p:cNvPr>
          <p:cNvSpPr/>
          <p:nvPr/>
        </p:nvSpPr>
        <p:spPr>
          <a:xfrm>
            <a:off x="783879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ABA6778F-AF92-3E3A-48B4-67507C8BD03C}"/>
              </a:ext>
            </a:extLst>
          </p:cNvPr>
          <p:cNvSpPr/>
          <p:nvPr/>
        </p:nvSpPr>
        <p:spPr>
          <a:xfrm>
            <a:off x="839290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86196EEB-4938-169F-A18C-59A6349C0FC7}"/>
              </a:ext>
            </a:extLst>
          </p:cNvPr>
          <p:cNvSpPr/>
          <p:nvPr/>
        </p:nvSpPr>
        <p:spPr>
          <a:xfrm>
            <a:off x="866995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F649394D-99ED-D795-21DE-3A8F28DEEBE9}"/>
              </a:ext>
            </a:extLst>
          </p:cNvPr>
          <p:cNvSpPr/>
          <p:nvPr/>
        </p:nvSpPr>
        <p:spPr>
          <a:xfrm>
            <a:off x="922407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BA212EE8-A2B5-D34D-5EA4-1C6770A7FD15}"/>
              </a:ext>
            </a:extLst>
          </p:cNvPr>
          <p:cNvSpPr/>
          <p:nvPr/>
        </p:nvSpPr>
        <p:spPr>
          <a:xfrm>
            <a:off x="894701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96ECAAEB-D416-F8C9-3A28-9A6AAA9D6651}"/>
              </a:ext>
            </a:extLst>
          </p:cNvPr>
          <p:cNvSpPr/>
          <p:nvPr/>
        </p:nvSpPr>
        <p:spPr>
          <a:xfrm>
            <a:off x="955397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0DA88D6E-52EF-D514-062D-DD3DC9729480}"/>
              </a:ext>
            </a:extLst>
          </p:cNvPr>
          <p:cNvSpPr/>
          <p:nvPr/>
        </p:nvSpPr>
        <p:spPr>
          <a:xfrm>
            <a:off x="983103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85FABEF4-FE7D-48A2-0B32-987F578B95C0}"/>
              </a:ext>
            </a:extLst>
          </p:cNvPr>
          <p:cNvSpPr/>
          <p:nvPr/>
        </p:nvSpPr>
        <p:spPr>
          <a:xfrm>
            <a:off x="728468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CDF903C9-6D7F-0D94-581A-F1D89BB5CCBB}"/>
              </a:ext>
            </a:extLst>
          </p:cNvPr>
          <p:cNvSpPr/>
          <p:nvPr/>
        </p:nvSpPr>
        <p:spPr>
          <a:xfrm>
            <a:off x="756173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6B7A136E-5D9C-3FBC-0E73-EB5BD8988EF2}"/>
              </a:ext>
            </a:extLst>
          </p:cNvPr>
          <p:cNvSpPr/>
          <p:nvPr/>
        </p:nvSpPr>
        <p:spPr>
          <a:xfrm>
            <a:off x="8115846"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49A4940A-8628-0CDB-9598-F8207E877D5E}"/>
              </a:ext>
            </a:extLst>
          </p:cNvPr>
          <p:cNvSpPr/>
          <p:nvPr/>
        </p:nvSpPr>
        <p:spPr>
          <a:xfrm>
            <a:off x="783879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A14A1632-442E-85A3-386C-F4FF065D9298}"/>
              </a:ext>
            </a:extLst>
          </p:cNvPr>
          <p:cNvSpPr/>
          <p:nvPr/>
        </p:nvSpPr>
        <p:spPr>
          <a:xfrm>
            <a:off x="839290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C6CF6C5C-9DA0-7552-197B-5BEEB692C8F8}"/>
              </a:ext>
            </a:extLst>
          </p:cNvPr>
          <p:cNvSpPr/>
          <p:nvPr/>
        </p:nvSpPr>
        <p:spPr>
          <a:xfrm>
            <a:off x="866995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DFF14BD9-935D-AD03-B914-032EEF6C5BA4}"/>
              </a:ext>
            </a:extLst>
          </p:cNvPr>
          <p:cNvSpPr/>
          <p:nvPr/>
        </p:nvSpPr>
        <p:spPr>
          <a:xfrm>
            <a:off x="922407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C2406C92-6378-7134-9E7D-D420996096AA}"/>
              </a:ext>
            </a:extLst>
          </p:cNvPr>
          <p:cNvSpPr/>
          <p:nvPr/>
        </p:nvSpPr>
        <p:spPr>
          <a:xfrm>
            <a:off x="894701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8793A978-CB89-4B06-AE07-BA082EB73572}"/>
              </a:ext>
            </a:extLst>
          </p:cNvPr>
          <p:cNvSpPr/>
          <p:nvPr/>
        </p:nvSpPr>
        <p:spPr>
          <a:xfrm>
            <a:off x="955397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D173F2C0-1895-E004-A603-EF9B8BC558F0}"/>
              </a:ext>
            </a:extLst>
          </p:cNvPr>
          <p:cNvSpPr/>
          <p:nvPr/>
        </p:nvSpPr>
        <p:spPr>
          <a:xfrm>
            <a:off x="983103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D9D90505-940C-A76E-9337-261C3576A023}"/>
              </a:ext>
            </a:extLst>
          </p:cNvPr>
          <p:cNvSpPr/>
          <p:nvPr/>
        </p:nvSpPr>
        <p:spPr>
          <a:xfrm>
            <a:off x="728468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80364BF5-2F8B-DB09-97D3-B2D079BBFA83}"/>
              </a:ext>
            </a:extLst>
          </p:cNvPr>
          <p:cNvSpPr/>
          <p:nvPr/>
        </p:nvSpPr>
        <p:spPr>
          <a:xfrm>
            <a:off x="756173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64190F17-2E72-A223-1033-539D8EE3F626}"/>
              </a:ext>
            </a:extLst>
          </p:cNvPr>
          <p:cNvSpPr/>
          <p:nvPr/>
        </p:nvSpPr>
        <p:spPr>
          <a:xfrm>
            <a:off x="8115846"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B4B0261E-D34A-141B-18B7-5F2B9DE9EE91}"/>
              </a:ext>
            </a:extLst>
          </p:cNvPr>
          <p:cNvSpPr/>
          <p:nvPr/>
        </p:nvSpPr>
        <p:spPr>
          <a:xfrm>
            <a:off x="783879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D89CB99E-1532-870F-8E43-ED47137FB17F}"/>
              </a:ext>
            </a:extLst>
          </p:cNvPr>
          <p:cNvSpPr/>
          <p:nvPr/>
        </p:nvSpPr>
        <p:spPr>
          <a:xfrm>
            <a:off x="839290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C4E0A0EC-EB53-6EAD-8FCD-3CF9248DECD5}"/>
              </a:ext>
            </a:extLst>
          </p:cNvPr>
          <p:cNvSpPr/>
          <p:nvPr/>
        </p:nvSpPr>
        <p:spPr>
          <a:xfrm>
            <a:off x="866995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099B720A-9B79-098A-441C-B34AC7A8E49E}"/>
              </a:ext>
            </a:extLst>
          </p:cNvPr>
          <p:cNvSpPr/>
          <p:nvPr/>
        </p:nvSpPr>
        <p:spPr>
          <a:xfrm>
            <a:off x="922407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CC56812C-62DE-5C91-AB5B-7396CA939981}"/>
              </a:ext>
            </a:extLst>
          </p:cNvPr>
          <p:cNvSpPr/>
          <p:nvPr/>
        </p:nvSpPr>
        <p:spPr>
          <a:xfrm>
            <a:off x="894701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C0159246-B551-19AB-FE4E-77F0A89CEB1A}"/>
              </a:ext>
            </a:extLst>
          </p:cNvPr>
          <p:cNvSpPr/>
          <p:nvPr/>
        </p:nvSpPr>
        <p:spPr>
          <a:xfrm>
            <a:off x="955397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89E4B17E-2157-A259-A6B0-37F31450700B}"/>
              </a:ext>
            </a:extLst>
          </p:cNvPr>
          <p:cNvSpPr/>
          <p:nvPr/>
        </p:nvSpPr>
        <p:spPr>
          <a:xfrm>
            <a:off x="983103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B948A25B-5B73-6FC1-783A-00D29C235D43}"/>
              </a:ext>
            </a:extLst>
          </p:cNvPr>
          <p:cNvSpPr/>
          <p:nvPr/>
        </p:nvSpPr>
        <p:spPr>
          <a:xfrm>
            <a:off x="728468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37D7C097-DC18-16B8-0FCC-BA8231C45104}"/>
              </a:ext>
            </a:extLst>
          </p:cNvPr>
          <p:cNvSpPr/>
          <p:nvPr/>
        </p:nvSpPr>
        <p:spPr>
          <a:xfrm>
            <a:off x="756173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7281A672-F0D6-17C7-489F-A84B19200563}"/>
              </a:ext>
            </a:extLst>
          </p:cNvPr>
          <p:cNvSpPr/>
          <p:nvPr/>
        </p:nvSpPr>
        <p:spPr>
          <a:xfrm>
            <a:off x="8115846"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4706BC38-CF83-F5EA-A8C1-0898D1DC3F44}"/>
              </a:ext>
            </a:extLst>
          </p:cNvPr>
          <p:cNvSpPr/>
          <p:nvPr/>
        </p:nvSpPr>
        <p:spPr>
          <a:xfrm>
            <a:off x="783879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203AC0E8-9D44-CE84-EF85-505CB22E79B5}"/>
              </a:ext>
            </a:extLst>
          </p:cNvPr>
          <p:cNvSpPr/>
          <p:nvPr/>
        </p:nvSpPr>
        <p:spPr>
          <a:xfrm>
            <a:off x="839290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987E7150-A5B8-B85A-D56D-DD901F376C99}"/>
              </a:ext>
            </a:extLst>
          </p:cNvPr>
          <p:cNvSpPr/>
          <p:nvPr/>
        </p:nvSpPr>
        <p:spPr>
          <a:xfrm>
            <a:off x="866995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6121010C-8700-0E83-F602-AC4194B4CD66}"/>
              </a:ext>
            </a:extLst>
          </p:cNvPr>
          <p:cNvSpPr/>
          <p:nvPr/>
        </p:nvSpPr>
        <p:spPr>
          <a:xfrm>
            <a:off x="922407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F8C874DD-FE1E-F2C3-9A84-6CFFCA0AB470}"/>
              </a:ext>
            </a:extLst>
          </p:cNvPr>
          <p:cNvSpPr/>
          <p:nvPr/>
        </p:nvSpPr>
        <p:spPr>
          <a:xfrm>
            <a:off x="894701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C6261BA1-1428-A8A1-3854-41730E7EDC94}"/>
              </a:ext>
            </a:extLst>
          </p:cNvPr>
          <p:cNvSpPr/>
          <p:nvPr/>
        </p:nvSpPr>
        <p:spPr>
          <a:xfrm>
            <a:off x="9553973"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D7F9366D-A728-CFA7-D2BB-F58DACDD0AA3}"/>
              </a:ext>
            </a:extLst>
          </p:cNvPr>
          <p:cNvSpPr/>
          <p:nvPr/>
        </p:nvSpPr>
        <p:spPr>
          <a:xfrm>
            <a:off x="9831032"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0BEDECD2-E886-E78A-C838-7D33F56CE3A3}"/>
              </a:ext>
            </a:extLst>
          </p:cNvPr>
          <p:cNvSpPr/>
          <p:nvPr/>
        </p:nvSpPr>
        <p:spPr>
          <a:xfrm>
            <a:off x="728468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73192559-2D32-E5AD-A900-FFAF68511D8A}"/>
              </a:ext>
            </a:extLst>
          </p:cNvPr>
          <p:cNvSpPr/>
          <p:nvPr/>
        </p:nvSpPr>
        <p:spPr>
          <a:xfrm>
            <a:off x="756173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F2CC06BC-247D-3448-5EC4-59E14869ABFB}"/>
              </a:ext>
            </a:extLst>
          </p:cNvPr>
          <p:cNvSpPr/>
          <p:nvPr/>
        </p:nvSpPr>
        <p:spPr>
          <a:xfrm>
            <a:off x="8115846"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9A600F83-6D60-3D44-5DAA-F91E7E082CB9}"/>
              </a:ext>
            </a:extLst>
          </p:cNvPr>
          <p:cNvSpPr/>
          <p:nvPr/>
        </p:nvSpPr>
        <p:spPr>
          <a:xfrm>
            <a:off x="783879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4E70E021-84DF-7DF6-1C5F-07ACFCB5954B}"/>
              </a:ext>
            </a:extLst>
          </p:cNvPr>
          <p:cNvSpPr/>
          <p:nvPr/>
        </p:nvSpPr>
        <p:spPr>
          <a:xfrm>
            <a:off x="839290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D7CDC5A0-880B-242A-1F37-0B22C8129CD7}"/>
              </a:ext>
            </a:extLst>
          </p:cNvPr>
          <p:cNvSpPr/>
          <p:nvPr/>
        </p:nvSpPr>
        <p:spPr>
          <a:xfrm>
            <a:off x="866995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5F14F186-2853-928A-17F0-53B53B927E5A}"/>
              </a:ext>
            </a:extLst>
          </p:cNvPr>
          <p:cNvSpPr/>
          <p:nvPr/>
        </p:nvSpPr>
        <p:spPr>
          <a:xfrm>
            <a:off x="922407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956387ED-FBF5-A384-F4A0-0472D28BE10E}"/>
              </a:ext>
            </a:extLst>
          </p:cNvPr>
          <p:cNvSpPr/>
          <p:nvPr/>
        </p:nvSpPr>
        <p:spPr>
          <a:xfrm>
            <a:off x="894701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DE73158C-1E93-E677-A4A3-6F77D54D41B9}"/>
              </a:ext>
            </a:extLst>
          </p:cNvPr>
          <p:cNvSpPr/>
          <p:nvPr/>
        </p:nvSpPr>
        <p:spPr>
          <a:xfrm>
            <a:off x="955397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402D6186-12A8-CD2F-1F8D-19FF4E6D3F15}"/>
              </a:ext>
            </a:extLst>
          </p:cNvPr>
          <p:cNvSpPr/>
          <p:nvPr/>
        </p:nvSpPr>
        <p:spPr>
          <a:xfrm>
            <a:off x="983103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2" name="Straight Connector 361">
            <a:extLst>
              <a:ext uri="{FF2B5EF4-FFF2-40B4-BE49-F238E27FC236}">
                <a16:creationId xmlns:a16="http://schemas.microsoft.com/office/drawing/2014/main" id="{A217F7CF-2216-34B7-A968-234EFB693D86}"/>
              </a:ext>
            </a:extLst>
          </p:cNvPr>
          <p:cNvCxnSpPr>
            <a:cxnSpLocks/>
          </p:cNvCxnSpPr>
          <p:nvPr/>
        </p:nvCxnSpPr>
        <p:spPr>
          <a:xfrm>
            <a:off x="2596886" y="7353931"/>
            <a:ext cx="227497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1E63FF8-E190-94C5-2DF6-71ED2FB61C84}"/>
              </a:ext>
            </a:extLst>
          </p:cNvPr>
          <p:cNvCxnSpPr>
            <a:cxnSpLocks/>
          </p:cNvCxnSpPr>
          <p:nvPr/>
        </p:nvCxnSpPr>
        <p:spPr>
          <a:xfrm>
            <a:off x="4873804" y="7353931"/>
            <a:ext cx="634966"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4" name="TextBox 363">
            <a:extLst>
              <a:ext uri="{FF2B5EF4-FFF2-40B4-BE49-F238E27FC236}">
                <a16:creationId xmlns:a16="http://schemas.microsoft.com/office/drawing/2014/main" id="{70BFAF3B-BE34-02F2-D20F-4B8A24DE0AA7}"/>
              </a:ext>
            </a:extLst>
          </p:cNvPr>
          <p:cNvSpPr txBox="1"/>
          <p:nvPr/>
        </p:nvSpPr>
        <p:spPr>
          <a:xfrm flipH="1">
            <a:off x="7958010" y="6772971"/>
            <a:ext cx="1557276" cy="646331"/>
          </a:xfrm>
          <a:prstGeom prst="rect">
            <a:avLst/>
          </a:prstGeom>
          <a:noFill/>
        </p:spPr>
        <p:txBody>
          <a:bodyPr wrap="square">
            <a:spAutoFit/>
          </a:bodyPr>
          <a:lstStyle/>
          <a:p>
            <a:pPr algn="ctr"/>
            <a:r>
              <a:rPr lang="en-US" altLang="zh-CN" dirty="0"/>
              <a:t>Data  </a:t>
            </a:r>
          </a:p>
          <a:p>
            <a:pPr algn="ctr"/>
            <a:r>
              <a:rPr lang="en-US" altLang="zh-CN" dirty="0"/>
              <a:t>40-bit</a:t>
            </a:r>
            <a:endParaRPr lang="en-US" dirty="0"/>
          </a:p>
        </p:txBody>
      </p:sp>
      <p:cxnSp>
        <p:nvCxnSpPr>
          <p:cNvPr id="365" name="Straight Connector 364">
            <a:extLst>
              <a:ext uri="{FF2B5EF4-FFF2-40B4-BE49-F238E27FC236}">
                <a16:creationId xmlns:a16="http://schemas.microsoft.com/office/drawing/2014/main" id="{6BA8FAC0-A222-97D9-3422-D8D2B31BE009}"/>
              </a:ext>
            </a:extLst>
          </p:cNvPr>
          <p:cNvCxnSpPr>
            <a:cxnSpLocks/>
          </p:cNvCxnSpPr>
          <p:nvPr/>
        </p:nvCxnSpPr>
        <p:spPr>
          <a:xfrm>
            <a:off x="7240315" y="7353932"/>
            <a:ext cx="289302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7" name="TextBox 366">
            <a:extLst>
              <a:ext uri="{FF2B5EF4-FFF2-40B4-BE49-F238E27FC236}">
                <a16:creationId xmlns:a16="http://schemas.microsoft.com/office/drawing/2014/main" id="{530B9331-8333-9C01-782A-656F19B804A6}"/>
              </a:ext>
            </a:extLst>
          </p:cNvPr>
          <p:cNvSpPr txBox="1"/>
          <p:nvPr/>
        </p:nvSpPr>
        <p:spPr>
          <a:xfrm>
            <a:off x="1664985" y="3305100"/>
            <a:ext cx="740783" cy="306444"/>
          </a:xfrm>
          <a:prstGeom prst="rect">
            <a:avLst/>
          </a:prstGeom>
          <a:noFill/>
        </p:spPr>
        <p:txBody>
          <a:bodyPr wrap="none">
            <a:noAutofit/>
          </a:bodyPr>
          <a:lstStyle/>
          <a:p>
            <a:r>
              <a:rPr lang="en-US" altLang="zh-CN" b="1" i="1" dirty="0">
                <a:latin typeface="+mj-lt"/>
              </a:rPr>
              <a:t>0x0000</a:t>
            </a:r>
            <a:endParaRPr lang="en-US" b="1" i="1" dirty="0">
              <a:latin typeface="+mj-lt"/>
            </a:endParaRPr>
          </a:p>
        </p:txBody>
      </p:sp>
      <p:sp>
        <p:nvSpPr>
          <p:cNvPr id="368" name="TextBox 367">
            <a:extLst>
              <a:ext uri="{FF2B5EF4-FFF2-40B4-BE49-F238E27FC236}">
                <a16:creationId xmlns:a16="http://schemas.microsoft.com/office/drawing/2014/main" id="{6B81FE3D-6603-9D7A-327A-E73BF4231503}"/>
              </a:ext>
            </a:extLst>
          </p:cNvPr>
          <p:cNvSpPr txBox="1"/>
          <p:nvPr/>
        </p:nvSpPr>
        <p:spPr>
          <a:xfrm>
            <a:off x="1664985" y="3623332"/>
            <a:ext cx="740783" cy="306444"/>
          </a:xfrm>
          <a:prstGeom prst="rect">
            <a:avLst/>
          </a:prstGeom>
          <a:noFill/>
        </p:spPr>
        <p:txBody>
          <a:bodyPr wrap="none">
            <a:noAutofit/>
          </a:bodyPr>
          <a:lstStyle/>
          <a:p>
            <a:r>
              <a:rPr lang="en-US" altLang="zh-CN" b="1" i="1" dirty="0">
                <a:latin typeface="+mj-lt"/>
              </a:rPr>
              <a:t>0x0040</a:t>
            </a:r>
            <a:endParaRPr lang="en-US" b="1" i="1" dirty="0">
              <a:latin typeface="+mj-lt"/>
            </a:endParaRPr>
          </a:p>
        </p:txBody>
      </p:sp>
      <p:sp>
        <p:nvSpPr>
          <p:cNvPr id="369" name="TextBox 368">
            <a:extLst>
              <a:ext uri="{FF2B5EF4-FFF2-40B4-BE49-F238E27FC236}">
                <a16:creationId xmlns:a16="http://schemas.microsoft.com/office/drawing/2014/main" id="{BCDB5EC2-17EE-A56A-FA95-03383573C4C0}"/>
              </a:ext>
            </a:extLst>
          </p:cNvPr>
          <p:cNvSpPr txBox="1"/>
          <p:nvPr/>
        </p:nvSpPr>
        <p:spPr>
          <a:xfrm>
            <a:off x="1664985" y="3941564"/>
            <a:ext cx="740783" cy="306444"/>
          </a:xfrm>
          <a:prstGeom prst="rect">
            <a:avLst/>
          </a:prstGeom>
          <a:noFill/>
        </p:spPr>
        <p:txBody>
          <a:bodyPr wrap="none">
            <a:noAutofit/>
          </a:bodyPr>
          <a:lstStyle/>
          <a:p>
            <a:r>
              <a:rPr lang="en-US" altLang="zh-CN" b="1" i="1">
                <a:latin typeface="+mj-lt"/>
              </a:rPr>
              <a:t>0x0080</a:t>
            </a:r>
            <a:endParaRPr lang="en-US" b="1" i="1">
              <a:latin typeface="+mj-lt"/>
            </a:endParaRPr>
          </a:p>
        </p:txBody>
      </p:sp>
      <p:sp>
        <p:nvSpPr>
          <p:cNvPr id="370" name="TextBox 369">
            <a:extLst>
              <a:ext uri="{FF2B5EF4-FFF2-40B4-BE49-F238E27FC236}">
                <a16:creationId xmlns:a16="http://schemas.microsoft.com/office/drawing/2014/main" id="{85F70B66-883C-A939-D8F6-1F47362B087D}"/>
              </a:ext>
            </a:extLst>
          </p:cNvPr>
          <p:cNvSpPr txBox="1"/>
          <p:nvPr/>
        </p:nvSpPr>
        <p:spPr>
          <a:xfrm>
            <a:off x="1664985" y="4259797"/>
            <a:ext cx="740783" cy="306444"/>
          </a:xfrm>
          <a:prstGeom prst="rect">
            <a:avLst/>
          </a:prstGeom>
          <a:noFill/>
        </p:spPr>
        <p:txBody>
          <a:bodyPr wrap="none">
            <a:noAutofit/>
          </a:bodyPr>
          <a:lstStyle/>
          <a:p>
            <a:r>
              <a:rPr lang="en-US" altLang="zh-CN" b="1" i="1">
                <a:latin typeface="+mj-lt"/>
              </a:rPr>
              <a:t>0x00C0</a:t>
            </a:r>
            <a:endParaRPr lang="en-US" b="1" i="1">
              <a:latin typeface="+mj-lt"/>
            </a:endParaRPr>
          </a:p>
        </p:txBody>
      </p:sp>
      <p:sp>
        <p:nvSpPr>
          <p:cNvPr id="371" name="TextBox 370">
            <a:extLst>
              <a:ext uri="{FF2B5EF4-FFF2-40B4-BE49-F238E27FC236}">
                <a16:creationId xmlns:a16="http://schemas.microsoft.com/office/drawing/2014/main" id="{0E116CEA-05E6-9EBF-63F7-1681903FCD44}"/>
              </a:ext>
            </a:extLst>
          </p:cNvPr>
          <p:cNvSpPr txBox="1"/>
          <p:nvPr/>
        </p:nvSpPr>
        <p:spPr>
          <a:xfrm>
            <a:off x="1664985" y="4578029"/>
            <a:ext cx="740783" cy="306444"/>
          </a:xfrm>
          <a:prstGeom prst="rect">
            <a:avLst/>
          </a:prstGeom>
          <a:noFill/>
        </p:spPr>
        <p:txBody>
          <a:bodyPr wrap="none">
            <a:noAutofit/>
          </a:bodyPr>
          <a:lstStyle/>
          <a:p>
            <a:r>
              <a:rPr lang="en-US" altLang="zh-CN" b="1" i="1" dirty="0">
                <a:latin typeface="+mj-lt"/>
              </a:rPr>
              <a:t>0x0100</a:t>
            </a:r>
            <a:endParaRPr lang="en-US" b="1" i="1" dirty="0">
              <a:latin typeface="+mj-lt"/>
            </a:endParaRPr>
          </a:p>
        </p:txBody>
      </p:sp>
      <p:sp>
        <p:nvSpPr>
          <p:cNvPr id="372" name="TextBox 371">
            <a:extLst>
              <a:ext uri="{FF2B5EF4-FFF2-40B4-BE49-F238E27FC236}">
                <a16:creationId xmlns:a16="http://schemas.microsoft.com/office/drawing/2014/main" id="{2251F3EC-C045-29D0-9EBB-3EED02DF1EE4}"/>
              </a:ext>
            </a:extLst>
          </p:cNvPr>
          <p:cNvSpPr txBox="1"/>
          <p:nvPr/>
        </p:nvSpPr>
        <p:spPr>
          <a:xfrm>
            <a:off x="1664985" y="4896261"/>
            <a:ext cx="740783" cy="306444"/>
          </a:xfrm>
          <a:prstGeom prst="rect">
            <a:avLst/>
          </a:prstGeom>
          <a:noFill/>
        </p:spPr>
        <p:txBody>
          <a:bodyPr wrap="none">
            <a:noAutofit/>
          </a:bodyPr>
          <a:lstStyle/>
          <a:p>
            <a:r>
              <a:rPr lang="en-US" altLang="zh-CN" b="1" i="1" dirty="0">
                <a:latin typeface="+mj-lt"/>
              </a:rPr>
              <a:t>0x0140</a:t>
            </a:r>
            <a:endParaRPr lang="en-US" b="1" i="1" dirty="0">
              <a:latin typeface="+mj-lt"/>
            </a:endParaRPr>
          </a:p>
        </p:txBody>
      </p:sp>
      <p:sp>
        <p:nvSpPr>
          <p:cNvPr id="373" name="TextBox 372">
            <a:extLst>
              <a:ext uri="{FF2B5EF4-FFF2-40B4-BE49-F238E27FC236}">
                <a16:creationId xmlns:a16="http://schemas.microsoft.com/office/drawing/2014/main" id="{8B7252D2-6440-85A0-6FBD-52291B0143E1}"/>
              </a:ext>
            </a:extLst>
          </p:cNvPr>
          <p:cNvSpPr txBox="1"/>
          <p:nvPr/>
        </p:nvSpPr>
        <p:spPr>
          <a:xfrm rot="5400000">
            <a:off x="1950566" y="6022540"/>
            <a:ext cx="519504" cy="306444"/>
          </a:xfrm>
          <a:prstGeom prst="rect">
            <a:avLst/>
          </a:prstGeom>
          <a:noFill/>
        </p:spPr>
        <p:txBody>
          <a:bodyPr wrap="none">
            <a:noAutofit/>
          </a:bodyPr>
          <a:lstStyle/>
          <a:p>
            <a:pPr algn="ctr"/>
            <a:r>
              <a:rPr lang="en-US" altLang="zh-CN" b="1" dirty="0">
                <a:latin typeface="+mj-lt"/>
              </a:rPr>
              <a:t>… … </a:t>
            </a:r>
            <a:endParaRPr lang="en-US" b="1" dirty="0">
              <a:latin typeface="+mj-lt"/>
            </a:endParaRPr>
          </a:p>
        </p:txBody>
      </p:sp>
      <p:sp>
        <p:nvSpPr>
          <p:cNvPr id="374" name="TextBox 373">
            <a:extLst>
              <a:ext uri="{FF2B5EF4-FFF2-40B4-BE49-F238E27FC236}">
                <a16:creationId xmlns:a16="http://schemas.microsoft.com/office/drawing/2014/main" id="{D3801171-BACC-5D50-B040-F73B2BF2B027}"/>
              </a:ext>
            </a:extLst>
          </p:cNvPr>
          <p:cNvSpPr txBox="1"/>
          <p:nvPr/>
        </p:nvSpPr>
        <p:spPr>
          <a:xfrm>
            <a:off x="1664985" y="5214493"/>
            <a:ext cx="740783" cy="306444"/>
          </a:xfrm>
          <a:prstGeom prst="rect">
            <a:avLst/>
          </a:prstGeom>
          <a:noFill/>
        </p:spPr>
        <p:txBody>
          <a:bodyPr wrap="none">
            <a:noAutofit/>
          </a:bodyPr>
          <a:lstStyle/>
          <a:p>
            <a:r>
              <a:rPr lang="en-US" altLang="zh-CN" b="1" i="1" dirty="0">
                <a:latin typeface="+mj-lt"/>
              </a:rPr>
              <a:t>0x0180</a:t>
            </a:r>
            <a:endParaRPr lang="en-US" b="1" i="1" dirty="0">
              <a:latin typeface="+mj-lt"/>
            </a:endParaRPr>
          </a:p>
        </p:txBody>
      </p:sp>
      <p:sp>
        <p:nvSpPr>
          <p:cNvPr id="375" name="TextBox 374">
            <a:extLst>
              <a:ext uri="{FF2B5EF4-FFF2-40B4-BE49-F238E27FC236}">
                <a16:creationId xmlns:a16="http://schemas.microsoft.com/office/drawing/2014/main" id="{3BB59894-DB93-A145-C871-B8574A448703}"/>
              </a:ext>
            </a:extLst>
          </p:cNvPr>
          <p:cNvSpPr txBox="1"/>
          <p:nvPr/>
        </p:nvSpPr>
        <p:spPr>
          <a:xfrm>
            <a:off x="1664985" y="5532725"/>
            <a:ext cx="740783" cy="306444"/>
          </a:xfrm>
          <a:prstGeom prst="rect">
            <a:avLst/>
          </a:prstGeom>
          <a:noFill/>
        </p:spPr>
        <p:txBody>
          <a:bodyPr wrap="none">
            <a:noAutofit/>
          </a:bodyPr>
          <a:lstStyle/>
          <a:p>
            <a:r>
              <a:rPr lang="en-US" altLang="zh-CN" b="1" i="1">
                <a:latin typeface="+mj-lt"/>
              </a:rPr>
              <a:t>0x01C0</a:t>
            </a:r>
            <a:endParaRPr lang="en-US" b="1" i="1">
              <a:latin typeface="+mj-lt"/>
            </a:endParaRPr>
          </a:p>
        </p:txBody>
      </p:sp>
      <p:sp>
        <p:nvSpPr>
          <p:cNvPr id="384" name="TextBox 383">
            <a:extLst>
              <a:ext uri="{FF2B5EF4-FFF2-40B4-BE49-F238E27FC236}">
                <a16:creationId xmlns:a16="http://schemas.microsoft.com/office/drawing/2014/main" id="{086C1CEA-24ED-1B83-4A96-6C5C79F287AF}"/>
              </a:ext>
            </a:extLst>
          </p:cNvPr>
          <p:cNvSpPr txBox="1"/>
          <p:nvPr/>
        </p:nvSpPr>
        <p:spPr>
          <a:xfrm>
            <a:off x="6308841" y="3300104"/>
            <a:ext cx="744039" cy="306444"/>
          </a:xfrm>
          <a:prstGeom prst="rect">
            <a:avLst/>
          </a:prstGeom>
          <a:noFill/>
        </p:spPr>
        <p:txBody>
          <a:bodyPr wrap="none">
            <a:noAutofit/>
          </a:bodyPr>
          <a:lstStyle/>
          <a:p>
            <a:r>
              <a:rPr lang="en-US" altLang="zh-CN" b="1" i="1">
                <a:latin typeface="+mj-lt"/>
              </a:rPr>
              <a:t>0x0000</a:t>
            </a:r>
            <a:endParaRPr lang="en-US" b="1" i="1">
              <a:latin typeface="+mj-lt"/>
            </a:endParaRPr>
          </a:p>
        </p:txBody>
      </p:sp>
      <p:sp>
        <p:nvSpPr>
          <p:cNvPr id="385" name="TextBox 384">
            <a:extLst>
              <a:ext uri="{FF2B5EF4-FFF2-40B4-BE49-F238E27FC236}">
                <a16:creationId xmlns:a16="http://schemas.microsoft.com/office/drawing/2014/main" id="{BD1D868A-5BE3-1FF2-69DA-CCBE9C2B9A1F}"/>
              </a:ext>
            </a:extLst>
          </p:cNvPr>
          <p:cNvSpPr txBox="1"/>
          <p:nvPr/>
        </p:nvSpPr>
        <p:spPr>
          <a:xfrm>
            <a:off x="6308841" y="3618336"/>
            <a:ext cx="744039" cy="306444"/>
          </a:xfrm>
          <a:prstGeom prst="rect">
            <a:avLst/>
          </a:prstGeom>
          <a:noFill/>
        </p:spPr>
        <p:txBody>
          <a:bodyPr wrap="none">
            <a:noAutofit/>
          </a:bodyPr>
          <a:lstStyle/>
          <a:p>
            <a:r>
              <a:rPr lang="en-US" altLang="zh-CN" b="1" i="1">
                <a:latin typeface="+mj-lt"/>
              </a:rPr>
              <a:t>0x0050</a:t>
            </a:r>
            <a:endParaRPr lang="en-US" b="1" i="1">
              <a:latin typeface="+mj-lt"/>
            </a:endParaRPr>
          </a:p>
        </p:txBody>
      </p:sp>
      <p:sp>
        <p:nvSpPr>
          <p:cNvPr id="386" name="TextBox 385">
            <a:extLst>
              <a:ext uri="{FF2B5EF4-FFF2-40B4-BE49-F238E27FC236}">
                <a16:creationId xmlns:a16="http://schemas.microsoft.com/office/drawing/2014/main" id="{EEA95954-E25E-C0A4-8229-925F1C24B8BA}"/>
              </a:ext>
            </a:extLst>
          </p:cNvPr>
          <p:cNvSpPr txBox="1"/>
          <p:nvPr/>
        </p:nvSpPr>
        <p:spPr>
          <a:xfrm>
            <a:off x="6308841" y="3936568"/>
            <a:ext cx="744039" cy="306444"/>
          </a:xfrm>
          <a:prstGeom prst="rect">
            <a:avLst/>
          </a:prstGeom>
          <a:noFill/>
        </p:spPr>
        <p:txBody>
          <a:bodyPr wrap="none">
            <a:noAutofit/>
          </a:bodyPr>
          <a:lstStyle/>
          <a:p>
            <a:r>
              <a:rPr lang="en-US" altLang="zh-CN" b="1" i="1">
                <a:latin typeface="+mj-lt"/>
              </a:rPr>
              <a:t>0x00a0</a:t>
            </a:r>
            <a:endParaRPr lang="en-US" b="1" i="1">
              <a:latin typeface="+mj-lt"/>
            </a:endParaRPr>
          </a:p>
        </p:txBody>
      </p:sp>
      <p:sp>
        <p:nvSpPr>
          <p:cNvPr id="387" name="TextBox 386">
            <a:extLst>
              <a:ext uri="{FF2B5EF4-FFF2-40B4-BE49-F238E27FC236}">
                <a16:creationId xmlns:a16="http://schemas.microsoft.com/office/drawing/2014/main" id="{7009F71F-2884-D3FE-360D-5D897DEF251B}"/>
              </a:ext>
            </a:extLst>
          </p:cNvPr>
          <p:cNvSpPr txBox="1"/>
          <p:nvPr/>
        </p:nvSpPr>
        <p:spPr>
          <a:xfrm>
            <a:off x="6308841" y="4254800"/>
            <a:ext cx="744039" cy="306444"/>
          </a:xfrm>
          <a:prstGeom prst="rect">
            <a:avLst/>
          </a:prstGeom>
          <a:noFill/>
        </p:spPr>
        <p:txBody>
          <a:bodyPr wrap="none">
            <a:noAutofit/>
          </a:bodyPr>
          <a:lstStyle/>
          <a:p>
            <a:r>
              <a:rPr lang="en-US" altLang="zh-CN" b="1" i="1">
                <a:latin typeface="+mj-lt"/>
              </a:rPr>
              <a:t>0x00f0</a:t>
            </a:r>
            <a:endParaRPr lang="en-US" b="1" i="1">
              <a:latin typeface="+mj-lt"/>
            </a:endParaRPr>
          </a:p>
        </p:txBody>
      </p:sp>
      <p:sp>
        <p:nvSpPr>
          <p:cNvPr id="388" name="TextBox 387">
            <a:extLst>
              <a:ext uri="{FF2B5EF4-FFF2-40B4-BE49-F238E27FC236}">
                <a16:creationId xmlns:a16="http://schemas.microsoft.com/office/drawing/2014/main" id="{8E0BB6C7-132C-4EC2-4927-87CE2BAD1F9E}"/>
              </a:ext>
            </a:extLst>
          </p:cNvPr>
          <p:cNvSpPr txBox="1"/>
          <p:nvPr/>
        </p:nvSpPr>
        <p:spPr>
          <a:xfrm>
            <a:off x="6308841" y="4573033"/>
            <a:ext cx="744039" cy="306444"/>
          </a:xfrm>
          <a:prstGeom prst="rect">
            <a:avLst/>
          </a:prstGeom>
          <a:noFill/>
        </p:spPr>
        <p:txBody>
          <a:bodyPr wrap="none">
            <a:noAutofit/>
          </a:bodyPr>
          <a:lstStyle/>
          <a:p>
            <a:r>
              <a:rPr lang="en-US" altLang="zh-CN" b="1" i="1">
                <a:latin typeface="+mj-lt"/>
              </a:rPr>
              <a:t>0x0140</a:t>
            </a:r>
            <a:endParaRPr lang="en-US" b="1" i="1">
              <a:latin typeface="+mj-lt"/>
            </a:endParaRPr>
          </a:p>
        </p:txBody>
      </p:sp>
      <p:sp>
        <p:nvSpPr>
          <p:cNvPr id="389" name="TextBox 388">
            <a:extLst>
              <a:ext uri="{FF2B5EF4-FFF2-40B4-BE49-F238E27FC236}">
                <a16:creationId xmlns:a16="http://schemas.microsoft.com/office/drawing/2014/main" id="{13A411C1-E814-B822-B442-22D0B041253F}"/>
              </a:ext>
            </a:extLst>
          </p:cNvPr>
          <p:cNvSpPr txBox="1"/>
          <p:nvPr/>
        </p:nvSpPr>
        <p:spPr>
          <a:xfrm>
            <a:off x="6308841" y="4891265"/>
            <a:ext cx="744039" cy="306444"/>
          </a:xfrm>
          <a:prstGeom prst="rect">
            <a:avLst/>
          </a:prstGeom>
          <a:noFill/>
        </p:spPr>
        <p:txBody>
          <a:bodyPr wrap="none">
            <a:noAutofit/>
          </a:bodyPr>
          <a:lstStyle/>
          <a:p>
            <a:r>
              <a:rPr lang="en-US" altLang="zh-CN" b="1" i="1" dirty="0">
                <a:latin typeface="+mj-lt"/>
              </a:rPr>
              <a:t>0x0190</a:t>
            </a:r>
            <a:endParaRPr lang="en-US" b="1" i="1" dirty="0">
              <a:latin typeface="+mj-lt"/>
            </a:endParaRPr>
          </a:p>
        </p:txBody>
      </p:sp>
      <p:sp>
        <p:nvSpPr>
          <p:cNvPr id="390" name="TextBox 389">
            <a:extLst>
              <a:ext uri="{FF2B5EF4-FFF2-40B4-BE49-F238E27FC236}">
                <a16:creationId xmlns:a16="http://schemas.microsoft.com/office/drawing/2014/main" id="{7158CC27-DDB5-8AAB-7AD1-E2B15958A4D7}"/>
              </a:ext>
            </a:extLst>
          </p:cNvPr>
          <p:cNvSpPr txBox="1"/>
          <p:nvPr/>
        </p:nvSpPr>
        <p:spPr>
          <a:xfrm>
            <a:off x="6308841" y="5209497"/>
            <a:ext cx="744039" cy="306444"/>
          </a:xfrm>
          <a:prstGeom prst="rect">
            <a:avLst/>
          </a:prstGeom>
          <a:noFill/>
        </p:spPr>
        <p:txBody>
          <a:bodyPr wrap="none">
            <a:noAutofit/>
          </a:bodyPr>
          <a:lstStyle/>
          <a:p>
            <a:r>
              <a:rPr lang="en-US" altLang="zh-CN" b="1" i="1" dirty="0">
                <a:latin typeface="+mj-lt"/>
              </a:rPr>
              <a:t>0x01E0</a:t>
            </a:r>
            <a:endParaRPr lang="en-US" b="1" i="1" dirty="0">
              <a:latin typeface="+mj-lt"/>
            </a:endParaRPr>
          </a:p>
        </p:txBody>
      </p:sp>
      <p:sp>
        <p:nvSpPr>
          <p:cNvPr id="391" name="TextBox 390">
            <a:extLst>
              <a:ext uri="{FF2B5EF4-FFF2-40B4-BE49-F238E27FC236}">
                <a16:creationId xmlns:a16="http://schemas.microsoft.com/office/drawing/2014/main" id="{AA61FFFF-90B1-4676-6B0F-4DD9E5EF2B9B}"/>
              </a:ext>
            </a:extLst>
          </p:cNvPr>
          <p:cNvSpPr txBox="1"/>
          <p:nvPr/>
        </p:nvSpPr>
        <p:spPr>
          <a:xfrm>
            <a:off x="6308841" y="5527729"/>
            <a:ext cx="744039" cy="306444"/>
          </a:xfrm>
          <a:prstGeom prst="rect">
            <a:avLst/>
          </a:prstGeom>
          <a:noFill/>
        </p:spPr>
        <p:txBody>
          <a:bodyPr wrap="none">
            <a:noAutofit/>
          </a:bodyPr>
          <a:lstStyle/>
          <a:p>
            <a:r>
              <a:rPr lang="en-US" altLang="zh-CN" b="1" i="1" dirty="0">
                <a:latin typeface="+mj-lt"/>
              </a:rPr>
              <a:t>0x0230</a:t>
            </a:r>
            <a:endParaRPr lang="en-US" b="1" i="1" dirty="0">
              <a:latin typeface="+mj-lt"/>
            </a:endParaRPr>
          </a:p>
        </p:txBody>
      </p:sp>
      <p:sp>
        <p:nvSpPr>
          <p:cNvPr id="392" name="TextBox 391">
            <a:extLst>
              <a:ext uri="{FF2B5EF4-FFF2-40B4-BE49-F238E27FC236}">
                <a16:creationId xmlns:a16="http://schemas.microsoft.com/office/drawing/2014/main" id="{C3FB0376-FDEA-03D8-18D1-ACD1F596E9F8}"/>
              </a:ext>
            </a:extLst>
          </p:cNvPr>
          <p:cNvSpPr txBox="1"/>
          <p:nvPr/>
        </p:nvSpPr>
        <p:spPr>
          <a:xfrm>
            <a:off x="1676998"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393" name="TextBox 392">
            <a:extLst>
              <a:ext uri="{FF2B5EF4-FFF2-40B4-BE49-F238E27FC236}">
                <a16:creationId xmlns:a16="http://schemas.microsoft.com/office/drawing/2014/main" id="{BC3655D9-B0AC-F7F6-8FD4-B339900F6A9D}"/>
              </a:ext>
            </a:extLst>
          </p:cNvPr>
          <p:cNvSpPr txBox="1"/>
          <p:nvPr/>
        </p:nvSpPr>
        <p:spPr>
          <a:xfrm flipH="1">
            <a:off x="3313114" y="2818212"/>
            <a:ext cx="1557276" cy="400110"/>
          </a:xfrm>
          <a:prstGeom prst="rect">
            <a:avLst/>
          </a:prstGeom>
          <a:noFill/>
        </p:spPr>
        <p:txBody>
          <a:bodyPr wrap="square">
            <a:spAutoFit/>
          </a:bodyPr>
          <a:lstStyle/>
          <a:p>
            <a:pPr algn="ctr"/>
            <a:r>
              <a:rPr lang="en-US" altLang="zh-CN" sz="2000" b="1" dirty="0"/>
              <a:t>Baseline</a:t>
            </a:r>
            <a:endParaRPr lang="en-US" sz="2000" b="1" dirty="0"/>
          </a:p>
        </p:txBody>
      </p:sp>
      <p:sp>
        <p:nvSpPr>
          <p:cNvPr id="394" name="TextBox 393">
            <a:extLst>
              <a:ext uri="{FF2B5EF4-FFF2-40B4-BE49-F238E27FC236}">
                <a16:creationId xmlns:a16="http://schemas.microsoft.com/office/drawing/2014/main" id="{D4A6D6BA-607E-63C8-F9EB-4D425F136519}"/>
              </a:ext>
            </a:extLst>
          </p:cNvPr>
          <p:cNvSpPr txBox="1"/>
          <p:nvPr/>
        </p:nvSpPr>
        <p:spPr>
          <a:xfrm flipH="1">
            <a:off x="7978258" y="2832416"/>
            <a:ext cx="1557276" cy="400110"/>
          </a:xfrm>
          <a:prstGeom prst="rect">
            <a:avLst/>
          </a:prstGeom>
          <a:noFill/>
        </p:spPr>
        <p:txBody>
          <a:bodyPr wrap="square">
            <a:spAutoFit/>
          </a:bodyPr>
          <a:lstStyle/>
          <a:p>
            <a:pPr algn="ctr"/>
            <a:r>
              <a:rPr lang="en-US" sz="2000" b="1" dirty="0"/>
              <a:t>ASPA</a:t>
            </a:r>
          </a:p>
        </p:txBody>
      </p:sp>
      <p:sp>
        <p:nvSpPr>
          <p:cNvPr id="395" name="TextBox 394">
            <a:extLst>
              <a:ext uri="{FF2B5EF4-FFF2-40B4-BE49-F238E27FC236}">
                <a16:creationId xmlns:a16="http://schemas.microsoft.com/office/drawing/2014/main" id="{010613DE-748F-2F84-8757-FBAD2999D16F}"/>
              </a:ext>
            </a:extLst>
          </p:cNvPr>
          <p:cNvSpPr txBox="1"/>
          <p:nvPr/>
        </p:nvSpPr>
        <p:spPr>
          <a:xfrm>
            <a:off x="10643768" y="6606408"/>
            <a:ext cx="1122782" cy="398329"/>
          </a:xfrm>
          <a:prstGeom prst="rect">
            <a:avLst/>
          </a:prstGeom>
          <a:noFill/>
        </p:spPr>
        <p:txBody>
          <a:bodyPr wrap="none">
            <a:noAutofit/>
          </a:bodyPr>
          <a:lstStyle/>
          <a:p>
            <a:pPr algn="ctr"/>
            <a:r>
              <a:rPr lang="en-US" altLang="zh-CN" b="1" dirty="0">
                <a:solidFill>
                  <a:srgbClr val="3E4960"/>
                </a:solidFill>
              </a:rPr>
              <a:t>Tier-2 Parity</a:t>
            </a:r>
            <a:endParaRPr lang="en-US" b="1" dirty="0">
              <a:solidFill>
                <a:srgbClr val="3E4960"/>
              </a:solidFill>
            </a:endParaRPr>
          </a:p>
        </p:txBody>
      </p:sp>
      <p:cxnSp>
        <p:nvCxnSpPr>
          <p:cNvPr id="396" name="Straight Arrow Connector 395">
            <a:extLst>
              <a:ext uri="{FF2B5EF4-FFF2-40B4-BE49-F238E27FC236}">
                <a16:creationId xmlns:a16="http://schemas.microsoft.com/office/drawing/2014/main" id="{27A0E89A-E216-A011-13CC-BBC9473C3B44}"/>
              </a:ext>
            </a:extLst>
          </p:cNvPr>
          <p:cNvCxnSpPr>
            <a:cxnSpLocks/>
            <a:stCxn id="351" idx="3"/>
          </p:cNvCxnSpPr>
          <p:nvPr/>
        </p:nvCxnSpPr>
        <p:spPr>
          <a:xfrm>
            <a:off x="10084084" y="6342297"/>
            <a:ext cx="497165" cy="420627"/>
          </a:xfrm>
          <a:prstGeom prst="straightConnector1">
            <a:avLst/>
          </a:prstGeom>
          <a:ln w="28575">
            <a:solidFill>
              <a:srgbClr val="4A5772"/>
            </a:solidFill>
            <a:tailEnd type="triangle"/>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85ED1D76-9E03-FEEF-2BB4-A16EE2AE54D9}"/>
              </a:ext>
            </a:extLst>
          </p:cNvPr>
          <p:cNvSpPr txBox="1"/>
          <p:nvPr/>
        </p:nvSpPr>
        <p:spPr>
          <a:xfrm>
            <a:off x="6306519" y="2735714"/>
            <a:ext cx="1096775" cy="369332"/>
          </a:xfrm>
          <a:prstGeom prst="rect">
            <a:avLst/>
          </a:prstGeom>
          <a:noFill/>
        </p:spPr>
        <p:txBody>
          <a:bodyPr wrap="none" rtlCol="0">
            <a:spAutoFit/>
          </a:bodyPr>
          <a:lstStyle/>
          <a:p>
            <a:r>
              <a:rPr lang="en-US" dirty="0" err="1"/>
              <a:t>Cacheline</a:t>
            </a:r>
            <a:endParaRPr lang="en-US" dirty="0"/>
          </a:p>
        </p:txBody>
      </p:sp>
      <p:sp>
        <p:nvSpPr>
          <p:cNvPr id="398" name="TextBox 397">
            <a:extLst>
              <a:ext uri="{FF2B5EF4-FFF2-40B4-BE49-F238E27FC236}">
                <a16:creationId xmlns:a16="http://schemas.microsoft.com/office/drawing/2014/main" id="{725BBFDF-0C7A-5533-5727-5C4E49F622A4}"/>
              </a:ext>
            </a:extLst>
          </p:cNvPr>
          <p:cNvSpPr txBox="1"/>
          <p:nvPr/>
        </p:nvSpPr>
        <p:spPr>
          <a:xfrm>
            <a:off x="1686534" y="2760162"/>
            <a:ext cx="1096775" cy="369332"/>
          </a:xfrm>
          <a:prstGeom prst="rect">
            <a:avLst/>
          </a:prstGeom>
          <a:noFill/>
        </p:spPr>
        <p:txBody>
          <a:bodyPr wrap="none" rtlCol="0">
            <a:spAutoFit/>
          </a:bodyPr>
          <a:lstStyle/>
          <a:p>
            <a:r>
              <a:rPr lang="en-US" dirty="0" err="1"/>
              <a:t>Cacheline</a:t>
            </a:r>
            <a:endParaRPr lang="en-US" dirty="0"/>
          </a:p>
        </p:txBody>
      </p:sp>
      <p:sp>
        <p:nvSpPr>
          <p:cNvPr id="399" name="TextBox 398">
            <a:extLst>
              <a:ext uri="{FF2B5EF4-FFF2-40B4-BE49-F238E27FC236}">
                <a16:creationId xmlns:a16="http://schemas.microsoft.com/office/drawing/2014/main" id="{3153DFE6-8FF2-D5C9-992B-7FD6464F736B}"/>
              </a:ext>
            </a:extLst>
          </p:cNvPr>
          <p:cNvSpPr txBox="1"/>
          <p:nvPr/>
        </p:nvSpPr>
        <p:spPr>
          <a:xfrm>
            <a:off x="6319634"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402" name="TextBox 401">
            <a:extLst>
              <a:ext uri="{FF2B5EF4-FFF2-40B4-BE49-F238E27FC236}">
                <a16:creationId xmlns:a16="http://schemas.microsoft.com/office/drawing/2014/main" id="{BB8F91D4-9AC8-BB3A-A8BC-0B4088846451}"/>
              </a:ext>
            </a:extLst>
          </p:cNvPr>
          <p:cNvSpPr txBox="1"/>
          <p:nvPr/>
        </p:nvSpPr>
        <p:spPr>
          <a:xfrm>
            <a:off x="3050063" y="9331492"/>
            <a:ext cx="1549591" cy="369332"/>
          </a:xfrm>
          <a:prstGeom prst="rect">
            <a:avLst/>
          </a:prstGeom>
          <a:noFill/>
        </p:spPr>
        <p:txBody>
          <a:bodyPr wrap="none" rtlCol="0">
            <a:spAutoFit/>
          </a:bodyPr>
          <a:lstStyle/>
          <a:p>
            <a:r>
              <a:rPr lang="en-US" dirty="0"/>
              <a:t>Regular access</a:t>
            </a:r>
          </a:p>
        </p:txBody>
      </p:sp>
      <p:sp>
        <p:nvSpPr>
          <p:cNvPr id="403" name="TextBox 402">
            <a:extLst>
              <a:ext uri="{FF2B5EF4-FFF2-40B4-BE49-F238E27FC236}">
                <a16:creationId xmlns:a16="http://schemas.microsoft.com/office/drawing/2014/main" id="{1F2CA7A5-DBD6-630A-AABC-0506AB078E2D}"/>
              </a:ext>
            </a:extLst>
          </p:cNvPr>
          <p:cNvSpPr txBox="1"/>
          <p:nvPr/>
        </p:nvSpPr>
        <p:spPr>
          <a:xfrm>
            <a:off x="6039607" y="9398515"/>
            <a:ext cx="2186432" cy="369332"/>
          </a:xfrm>
          <a:prstGeom prst="rect">
            <a:avLst/>
          </a:prstGeom>
          <a:noFill/>
        </p:spPr>
        <p:txBody>
          <a:bodyPr wrap="none" rtlCol="0">
            <a:spAutoFit/>
          </a:bodyPr>
          <a:lstStyle/>
          <a:p>
            <a:r>
              <a:rPr lang="en-US" dirty="0"/>
              <a:t>Non-trod granularity</a:t>
            </a:r>
          </a:p>
        </p:txBody>
      </p:sp>
      <p:sp>
        <p:nvSpPr>
          <p:cNvPr id="5" name="Rectangle 4">
            <a:extLst>
              <a:ext uri="{FF2B5EF4-FFF2-40B4-BE49-F238E27FC236}">
                <a16:creationId xmlns:a16="http://schemas.microsoft.com/office/drawing/2014/main" id="{F356F63E-F531-64BC-5528-210DB6A9CDC4}"/>
              </a:ext>
            </a:extLst>
          </p:cNvPr>
          <p:cNvSpPr/>
          <p:nvPr/>
        </p:nvSpPr>
        <p:spPr>
          <a:xfrm>
            <a:off x="1631259" y="3263211"/>
            <a:ext cx="885212" cy="3677474"/>
          </a:xfrm>
          <a:prstGeom prst="rect">
            <a:avLst/>
          </a:prstGeom>
          <a:noFill/>
          <a:ln w="571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A321A96-0C21-EC3E-DCBC-2CE23E559F46}"/>
              </a:ext>
            </a:extLst>
          </p:cNvPr>
          <p:cNvSpPr txBox="1"/>
          <p:nvPr/>
        </p:nvSpPr>
        <p:spPr>
          <a:xfrm>
            <a:off x="436912" y="2842178"/>
            <a:ext cx="1198854" cy="646331"/>
          </a:xfrm>
          <a:prstGeom prst="rect">
            <a:avLst/>
          </a:prstGeom>
          <a:noFill/>
        </p:spPr>
        <p:txBody>
          <a:bodyPr wrap="none" rtlCol="0">
            <a:spAutoFit/>
          </a:bodyPr>
          <a:lstStyle/>
          <a:p>
            <a:r>
              <a:rPr lang="en-US" b="1" dirty="0">
                <a:solidFill>
                  <a:srgbClr val="FF0000"/>
                </a:solidFill>
              </a:rPr>
              <a:t>Sequential</a:t>
            </a:r>
          </a:p>
          <a:p>
            <a:r>
              <a:rPr lang="en-US" b="1" dirty="0">
                <a:solidFill>
                  <a:srgbClr val="FF0000"/>
                </a:solidFill>
              </a:rPr>
              <a:t>Access</a:t>
            </a:r>
          </a:p>
        </p:txBody>
      </p:sp>
    </p:spTree>
    <p:custDataLst>
      <p:tags r:id="rId1"/>
    </p:custDataLst>
    <p:extLst>
      <p:ext uri="{BB962C8B-B14F-4D97-AF65-F5344CB8AC3E}">
        <p14:creationId xmlns:p14="http://schemas.microsoft.com/office/powerpoint/2010/main" val="4026462845"/>
      </p:ext>
    </p:extLst>
  </p:cSld>
  <p:clrMapOvr>
    <a:masterClrMapping/>
  </p:clrMapOvr>
  <mc:AlternateContent xmlns:mc="http://schemas.openxmlformats.org/markup-compatibility/2006" xmlns:p14="http://schemas.microsoft.com/office/powerpoint/2010/main">
    <mc:Choice Requires="p14">
      <p:transition spd="slow" p14:dur="2000" advTm="23037"/>
    </mc:Choice>
    <mc:Fallback xmlns="">
      <p:transition spd="slow" advTm="23037"/>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874D5-0D55-EAA5-CE79-8465AFF10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F37F8-FBE1-4555-B34F-1F685074535D}"/>
              </a:ext>
            </a:extLst>
          </p:cNvPr>
          <p:cNvSpPr>
            <a:spLocks noGrp="1"/>
          </p:cNvSpPr>
          <p:nvPr>
            <p:ph type="title"/>
          </p:nvPr>
        </p:nvSpPr>
        <p:spPr/>
        <p:txBody>
          <a:bodyPr/>
          <a:lstStyle/>
          <a:p>
            <a:r>
              <a:rPr lang="en-US" dirty="0"/>
              <a:t>Design Overview</a:t>
            </a:r>
          </a:p>
        </p:txBody>
      </p:sp>
      <p:sp>
        <p:nvSpPr>
          <p:cNvPr id="136" name="Rectangle 135">
            <a:extLst>
              <a:ext uri="{FF2B5EF4-FFF2-40B4-BE49-F238E27FC236}">
                <a16:creationId xmlns:a16="http://schemas.microsoft.com/office/drawing/2014/main" id="{41C82C8F-BE94-2F9D-C0CB-FE3CA58AF31E}"/>
              </a:ext>
            </a:extLst>
          </p:cNvPr>
          <p:cNvSpPr/>
          <p:nvPr/>
        </p:nvSpPr>
        <p:spPr>
          <a:xfrm>
            <a:off x="7214561" y="3291205"/>
            <a:ext cx="2929415"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C5FDE95A-1545-EA94-641E-D435840FBA1B}"/>
              </a:ext>
            </a:extLst>
          </p:cNvPr>
          <p:cNvSpPr/>
          <p:nvPr/>
        </p:nvSpPr>
        <p:spPr>
          <a:xfrm>
            <a:off x="9515286" y="3291205"/>
            <a:ext cx="628689" cy="4147019"/>
          </a:xfrm>
          <a:prstGeom prst="rect">
            <a:avLst/>
          </a:prstGeom>
          <a:solidFill>
            <a:srgbClr val="415782">
              <a:alpha val="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D04F0B8-0625-5D64-7022-45781CCBBDFF}"/>
              </a:ext>
            </a:extLst>
          </p:cNvPr>
          <p:cNvSpPr/>
          <p:nvPr/>
        </p:nvSpPr>
        <p:spPr>
          <a:xfrm>
            <a:off x="4880082" y="3291205"/>
            <a:ext cx="628689" cy="4147019"/>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FBC882F3-4E52-0813-CC60-BF1B7A077F33}"/>
              </a:ext>
            </a:extLst>
          </p:cNvPr>
          <p:cNvSpPr/>
          <p:nvPr/>
        </p:nvSpPr>
        <p:spPr>
          <a:xfrm>
            <a:off x="2579355" y="3291205"/>
            <a:ext cx="2300726"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a:extLst>
              <a:ext uri="{FF2B5EF4-FFF2-40B4-BE49-F238E27FC236}">
                <a16:creationId xmlns:a16="http://schemas.microsoft.com/office/drawing/2014/main" id="{233A648D-F54E-6B73-161B-FE34B09F84AC}"/>
              </a:ext>
            </a:extLst>
          </p:cNvPr>
          <p:cNvSpPr txBox="1"/>
          <p:nvPr/>
        </p:nvSpPr>
        <p:spPr>
          <a:xfrm flipH="1">
            <a:off x="2911379" y="6772971"/>
            <a:ext cx="1557276" cy="646331"/>
          </a:xfrm>
          <a:prstGeom prst="rect">
            <a:avLst/>
          </a:prstGeom>
          <a:noFill/>
        </p:spPr>
        <p:txBody>
          <a:bodyPr wrap="square">
            <a:spAutoFit/>
          </a:bodyPr>
          <a:lstStyle/>
          <a:p>
            <a:pPr algn="ctr"/>
            <a:r>
              <a:rPr lang="en-US" altLang="zh-CN" dirty="0"/>
              <a:t>Data  </a:t>
            </a:r>
          </a:p>
          <a:p>
            <a:pPr algn="ctr"/>
            <a:r>
              <a:rPr lang="en-US" altLang="zh-CN" dirty="0"/>
              <a:t>32-bit</a:t>
            </a:r>
            <a:endParaRPr lang="en-US" dirty="0"/>
          </a:p>
        </p:txBody>
      </p:sp>
      <p:sp>
        <p:nvSpPr>
          <p:cNvPr id="141" name="TextBox 140">
            <a:extLst>
              <a:ext uri="{FF2B5EF4-FFF2-40B4-BE49-F238E27FC236}">
                <a16:creationId xmlns:a16="http://schemas.microsoft.com/office/drawing/2014/main" id="{829C6AF2-32AE-9361-14BE-DCA14EA4A95F}"/>
              </a:ext>
            </a:extLst>
          </p:cNvPr>
          <p:cNvSpPr txBox="1"/>
          <p:nvPr/>
        </p:nvSpPr>
        <p:spPr>
          <a:xfrm flipH="1">
            <a:off x="4769456" y="6772971"/>
            <a:ext cx="849941" cy="646331"/>
          </a:xfrm>
          <a:prstGeom prst="rect">
            <a:avLst/>
          </a:prstGeom>
          <a:noFill/>
        </p:spPr>
        <p:txBody>
          <a:bodyPr wrap="square">
            <a:spAutoFit/>
          </a:bodyPr>
          <a:lstStyle/>
          <a:p>
            <a:pPr algn="ctr"/>
            <a:r>
              <a:rPr lang="en-US" altLang="zh-CN" dirty="0"/>
              <a:t>Parity  </a:t>
            </a:r>
          </a:p>
          <a:p>
            <a:pPr algn="ctr"/>
            <a:r>
              <a:rPr lang="en-US" altLang="zh-CN" dirty="0"/>
              <a:t>8-bit</a:t>
            </a:r>
            <a:endParaRPr lang="en-US" dirty="0"/>
          </a:p>
        </p:txBody>
      </p:sp>
      <p:sp>
        <p:nvSpPr>
          <p:cNvPr id="142" name="Rectangle 141">
            <a:extLst>
              <a:ext uri="{FF2B5EF4-FFF2-40B4-BE49-F238E27FC236}">
                <a16:creationId xmlns:a16="http://schemas.microsoft.com/office/drawing/2014/main" id="{AA339357-EC62-AF79-7F01-E1B90FF8FACB}"/>
              </a:ext>
            </a:extLst>
          </p:cNvPr>
          <p:cNvSpPr/>
          <p:nvPr/>
        </p:nvSpPr>
        <p:spPr>
          <a:xfrm>
            <a:off x="264648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D5AFD015-7484-32BD-0854-314BC89A1752}"/>
              </a:ext>
            </a:extLst>
          </p:cNvPr>
          <p:cNvSpPr/>
          <p:nvPr/>
        </p:nvSpPr>
        <p:spPr>
          <a:xfrm>
            <a:off x="292353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0CE43BD7-A643-F441-545A-D2EABAC0EC3F}"/>
              </a:ext>
            </a:extLst>
          </p:cNvPr>
          <p:cNvSpPr/>
          <p:nvPr/>
        </p:nvSpPr>
        <p:spPr>
          <a:xfrm>
            <a:off x="347764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9A497C3B-AC2C-67DC-5692-48413464B789}"/>
              </a:ext>
            </a:extLst>
          </p:cNvPr>
          <p:cNvSpPr/>
          <p:nvPr/>
        </p:nvSpPr>
        <p:spPr>
          <a:xfrm>
            <a:off x="320059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FC86ECF8-2DA6-0E93-71B3-9857F9267AA0}"/>
              </a:ext>
            </a:extLst>
          </p:cNvPr>
          <p:cNvSpPr/>
          <p:nvPr/>
        </p:nvSpPr>
        <p:spPr>
          <a:xfrm>
            <a:off x="375470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27614E2E-B14B-9EB2-2FDF-78D7B034A171}"/>
              </a:ext>
            </a:extLst>
          </p:cNvPr>
          <p:cNvSpPr/>
          <p:nvPr/>
        </p:nvSpPr>
        <p:spPr>
          <a:xfrm>
            <a:off x="403176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BE9B9E3B-0E35-D014-A3CD-B4931B260BA6}"/>
              </a:ext>
            </a:extLst>
          </p:cNvPr>
          <p:cNvSpPr/>
          <p:nvPr/>
        </p:nvSpPr>
        <p:spPr>
          <a:xfrm>
            <a:off x="458587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9F863969-98A4-5F87-5C21-73F82BFCBA10}"/>
              </a:ext>
            </a:extLst>
          </p:cNvPr>
          <p:cNvSpPr/>
          <p:nvPr/>
        </p:nvSpPr>
        <p:spPr>
          <a:xfrm>
            <a:off x="430881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0A9921D0-13CB-D90C-675C-060C8C729011}"/>
              </a:ext>
            </a:extLst>
          </p:cNvPr>
          <p:cNvSpPr/>
          <p:nvPr/>
        </p:nvSpPr>
        <p:spPr>
          <a:xfrm>
            <a:off x="4915775"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8C56F209-CFDD-249E-B054-6983114972D3}"/>
              </a:ext>
            </a:extLst>
          </p:cNvPr>
          <p:cNvSpPr/>
          <p:nvPr/>
        </p:nvSpPr>
        <p:spPr>
          <a:xfrm>
            <a:off x="5192833"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DACBDA0A-196D-C4B8-F7E1-3DB46A032916}"/>
              </a:ext>
            </a:extLst>
          </p:cNvPr>
          <p:cNvSpPr/>
          <p:nvPr/>
        </p:nvSpPr>
        <p:spPr>
          <a:xfrm>
            <a:off x="264648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2A428742-6229-AB96-393F-D5FE196E5569}"/>
              </a:ext>
            </a:extLst>
          </p:cNvPr>
          <p:cNvSpPr/>
          <p:nvPr/>
        </p:nvSpPr>
        <p:spPr>
          <a:xfrm>
            <a:off x="292353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75DB2187-0885-97D3-AB15-E88C5F37B71E}"/>
              </a:ext>
            </a:extLst>
          </p:cNvPr>
          <p:cNvSpPr/>
          <p:nvPr/>
        </p:nvSpPr>
        <p:spPr>
          <a:xfrm>
            <a:off x="347764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08925F6A-B7F7-5FCC-563D-2B4E3508BD6F}"/>
              </a:ext>
            </a:extLst>
          </p:cNvPr>
          <p:cNvSpPr/>
          <p:nvPr/>
        </p:nvSpPr>
        <p:spPr>
          <a:xfrm>
            <a:off x="320059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35C99704-21AA-C959-AB7E-1C8D4800AB2C}"/>
              </a:ext>
            </a:extLst>
          </p:cNvPr>
          <p:cNvSpPr/>
          <p:nvPr/>
        </p:nvSpPr>
        <p:spPr>
          <a:xfrm>
            <a:off x="375470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B6AA330C-B71B-2068-1C98-56C33E8D54C9}"/>
              </a:ext>
            </a:extLst>
          </p:cNvPr>
          <p:cNvSpPr/>
          <p:nvPr/>
        </p:nvSpPr>
        <p:spPr>
          <a:xfrm>
            <a:off x="403176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19E8AB49-DC57-1B3A-2499-FF0057C29E6F}"/>
              </a:ext>
            </a:extLst>
          </p:cNvPr>
          <p:cNvSpPr/>
          <p:nvPr/>
        </p:nvSpPr>
        <p:spPr>
          <a:xfrm>
            <a:off x="458587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16FCB74D-2806-D8CF-F754-4BBD5D25CD40}"/>
              </a:ext>
            </a:extLst>
          </p:cNvPr>
          <p:cNvSpPr/>
          <p:nvPr/>
        </p:nvSpPr>
        <p:spPr>
          <a:xfrm>
            <a:off x="430881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CF159DDF-5B23-5D64-07BC-53AEFB63AFEE}"/>
              </a:ext>
            </a:extLst>
          </p:cNvPr>
          <p:cNvSpPr/>
          <p:nvPr/>
        </p:nvSpPr>
        <p:spPr>
          <a:xfrm>
            <a:off x="4915775"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F8CF1DC7-E5D7-6C44-24F5-2A2601763991}"/>
              </a:ext>
            </a:extLst>
          </p:cNvPr>
          <p:cNvSpPr/>
          <p:nvPr/>
        </p:nvSpPr>
        <p:spPr>
          <a:xfrm>
            <a:off x="5192833"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1FAD5239-3B0E-6B72-3EFE-EF1EA5DD4190}"/>
              </a:ext>
            </a:extLst>
          </p:cNvPr>
          <p:cNvSpPr/>
          <p:nvPr/>
        </p:nvSpPr>
        <p:spPr>
          <a:xfrm>
            <a:off x="264648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8E7D0049-1B1C-A876-9C43-6AA81C03D25E}"/>
              </a:ext>
            </a:extLst>
          </p:cNvPr>
          <p:cNvSpPr/>
          <p:nvPr/>
        </p:nvSpPr>
        <p:spPr>
          <a:xfrm>
            <a:off x="292353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694050A6-845B-5A9C-4E2F-2DE516C288D2}"/>
              </a:ext>
            </a:extLst>
          </p:cNvPr>
          <p:cNvSpPr/>
          <p:nvPr/>
        </p:nvSpPr>
        <p:spPr>
          <a:xfrm>
            <a:off x="347764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78C39563-0EA0-484C-60F0-DBF6CC00645F}"/>
              </a:ext>
            </a:extLst>
          </p:cNvPr>
          <p:cNvSpPr/>
          <p:nvPr/>
        </p:nvSpPr>
        <p:spPr>
          <a:xfrm>
            <a:off x="320059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FBCDECB9-FA92-F9A4-BF34-131B1E671484}"/>
              </a:ext>
            </a:extLst>
          </p:cNvPr>
          <p:cNvSpPr/>
          <p:nvPr/>
        </p:nvSpPr>
        <p:spPr>
          <a:xfrm>
            <a:off x="375470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48DC6479-8F52-B0F9-2299-9FB04138F3FC}"/>
              </a:ext>
            </a:extLst>
          </p:cNvPr>
          <p:cNvSpPr/>
          <p:nvPr/>
        </p:nvSpPr>
        <p:spPr>
          <a:xfrm>
            <a:off x="403176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5C59F3CE-934F-6265-12B0-03AF12B9658A}"/>
              </a:ext>
            </a:extLst>
          </p:cNvPr>
          <p:cNvSpPr/>
          <p:nvPr/>
        </p:nvSpPr>
        <p:spPr>
          <a:xfrm>
            <a:off x="458587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D28D3BF4-C816-5A8C-B90D-38B9EFE9C1DA}"/>
              </a:ext>
            </a:extLst>
          </p:cNvPr>
          <p:cNvSpPr/>
          <p:nvPr/>
        </p:nvSpPr>
        <p:spPr>
          <a:xfrm>
            <a:off x="430881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B4EFD534-BC5C-D819-EAA6-88E19EF435EC}"/>
              </a:ext>
            </a:extLst>
          </p:cNvPr>
          <p:cNvSpPr/>
          <p:nvPr/>
        </p:nvSpPr>
        <p:spPr>
          <a:xfrm>
            <a:off x="4915775"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EF7EB671-5326-968C-7CA6-82B7F18B2472}"/>
              </a:ext>
            </a:extLst>
          </p:cNvPr>
          <p:cNvSpPr/>
          <p:nvPr/>
        </p:nvSpPr>
        <p:spPr>
          <a:xfrm>
            <a:off x="5192833"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3CA13E28-C7F6-89AD-5018-DA26B2FFB731}"/>
              </a:ext>
            </a:extLst>
          </p:cNvPr>
          <p:cNvSpPr/>
          <p:nvPr/>
        </p:nvSpPr>
        <p:spPr>
          <a:xfrm>
            <a:off x="264648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26252DD1-635B-0C6B-BB28-CE524F8C33CE}"/>
              </a:ext>
            </a:extLst>
          </p:cNvPr>
          <p:cNvSpPr/>
          <p:nvPr/>
        </p:nvSpPr>
        <p:spPr>
          <a:xfrm>
            <a:off x="292353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CDF49E47-D8BC-3D47-C8FB-664B65211F8A}"/>
              </a:ext>
            </a:extLst>
          </p:cNvPr>
          <p:cNvSpPr/>
          <p:nvPr/>
        </p:nvSpPr>
        <p:spPr>
          <a:xfrm>
            <a:off x="347764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4A2EC685-1A09-59BB-0859-ABB9C6D9B7A1}"/>
              </a:ext>
            </a:extLst>
          </p:cNvPr>
          <p:cNvSpPr/>
          <p:nvPr/>
        </p:nvSpPr>
        <p:spPr>
          <a:xfrm>
            <a:off x="320059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9932A597-7139-887F-6BB6-95600762659B}"/>
              </a:ext>
            </a:extLst>
          </p:cNvPr>
          <p:cNvSpPr/>
          <p:nvPr/>
        </p:nvSpPr>
        <p:spPr>
          <a:xfrm>
            <a:off x="375470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AD2DA869-090D-798C-D9D3-FE6FD5FFBABE}"/>
              </a:ext>
            </a:extLst>
          </p:cNvPr>
          <p:cNvSpPr/>
          <p:nvPr/>
        </p:nvSpPr>
        <p:spPr>
          <a:xfrm>
            <a:off x="403176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6F82A461-3A7B-ED11-439C-95A4230B7DC7}"/>
              </a:ext>
            </a:extLst>
          </p:cNvPr>
          <p:cNvSpPr/>
          <p:nvPr/>
        </p:nvSpPr>
        <p:spPr>
          <a:xfrm>
            <a:off x="458587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5E5F98BC-955C-9A54-CB4D-B92B68B8B995}"/>
              </a:ext>
            </a:extLst>
          </p:cNvPr>
          <p:cNvSpPr/>
          <p:nvPr/>
        </p:nvSpPr>
        <p:spPr>
          <a:xfrm>
            <a:off x="430881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8AC323DB-3E54-F204-F1AC-97562B82A677}"/>
              </a:ext>
            </a:extLst>
          </p:cNvPr>
          <p:cNvSpPr/>
          <p:nvPr/>
        </p:nvSpPr>
        <p:spPr>
          <a:xfrm>
            <a:off x="4915775"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0A597E86-4EE9-D925-3AFC-D0E51EED4335}"/>
              </a:ext>
            </a:extLst>
          </p:cNvPr>
          <p:cNvSpPr/>
          <p:nvPr/>
        </p:nvSpPr>
        <p:spPr>
          <a:xfrm>
            <a:off x="5192833"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E89F6B95-537C-BC75-7DB7-FD9409889DCB}"/>
              </a:ext>
            </a:extLst>
          </p:cNvPr>
          <p:cNvSpPr/>
          <p:nvPr/>
        </p:nvSpPr>
        <p:spPr>
          <a:xfrm>
            <a:off x="264648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FF10CA8E-46E2-C6A8-1511-BC5811A98F4B}"/>
              </a:ext>
            </a:extLst>
          </p:cNvPr>
          <p:cNvSpPr/>
          <p:nvPr/>
        </p:nvSpPr>
        <p:spPr>
          <a:xfrm>
            <a:off x="292353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2AE238A6-47B9-3B81-CEA4-DEC3A4F305D5}"/>
              </a:ext>
            </a:extLst>
          </p:cNvPr>
          <p:cNvSpPr/>
          <p:nvPr/>
        </p:nvSpPr>
        <p:spPr>
          <a:xfrm>
            <a:off x="347764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B0B6913B-01B2-3CD4-6C2F-792B89A32974}"/>
              </a:ext>
            </a:extLst>
          </p:cNvPr>
          <p:cNvSpPr/>
          <p:nvPr/>
        </p:nvSpPr>
        <p:spPr>
          <a:xfrm>
            <a:off x="320059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E5BD02F3-DEB6-7F9A-7223-F5F624515B43}"/>
              </a:ext>
            </a:extLst>
          </p:cNvPr>
          <p:cNvSpPr/>
          <p:nvPr/>
        </p:nvSpPr>
        <p:spPr>
          <a:xfrm>
            <a:off x="375470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C8A5394-7ED7-1BEF-E64F-4D807E93FA05}"/>
              </a:ext>
            </a:extLst>
          </p:cNvPr>
          <p:cNvSpPr/>
          <p:nvPr/>
        </p:nvSpPr>
        <p:spPr>
          <a:xfrm>
            <a:off x="403176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EF93FF55-E502-6E70-BD3F-4DE1C3BB335B}"/>
              </a:ext>
            </a:extLst>
          </p:cNvPr>
          <p:cNvSpPr/>
          <p:nvPr/>
        </p:nvSpPr>
        <p:spPr>
          <a:xfrm>
            <a:off x="4585872"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06B67793-BC28-7A44-C56A-C19A93465E8A}"/>
              </a:ext>
            </a:extLst>
          </p:cNvPr>
          <p:cNvSpPr/>
          <p:nvPr/>
        </p:nvSpPr>
        <p:spPr>
          <a:xfrm>
            <a:off x="430881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4409ECFC-8BE5-F980-A434-48D768BAAF14}"/>
              </a:ext>
            </a:extLst>
          </p:cNvPr>
          <p:cNvSpPr/>
          <p:nvPr/>
        </p:nvSpPr>
        <p:spPr>
          <a:xfrm>
            <a:off x="4915775"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591B5F39-C39F-4378-BC29-2592973F1F94}"/>
              </a:ext>
            </a:extLst>
          </p:cNvPr>
          <p:cNvSpPr/>
          <p:nvPr/>
        </p:nvSpPr>
        <p:spPr>
          <a:xfrm>
            <a:off x="5192833"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27458A6F-850C-C95F-C808-1EB487547071}"/>
              </a:ext>
            </a:extLst>
          </p:cNvPr>
          <p:cNvSpPr/>
          <p:nvPr/>
        </p:nvSpPr>
        <p:spPr>
          <a:xfrm>
            <a:off x="264648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C2DCC903-6C5E-3BD0-2CE8-880DE502E53E}"/>
              </a:ext>
            </a:extLst>
          </p:cNvPr>
          <p:cNvSpPr/>
          <p:nvPr/>
        </p:nvSpPr>
        <p:spPr>
          <a:xfrm>
            <a:off x="292353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4BD4B63B-CD6E-3F05-56E6-FBD5C5E5DD85}"/>
              </a:ext>
            </a:extLst>
          </p:cNvPr>
          <p:cNvSpPr/>
          <p:nvPr/>
        </p:nvSpPr>
        <p:spPr>
          <a:xfrm>
            <a:off x="347764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5C56A47-5B89-ECA0-617C-726E6FE92E64}"/>
              </a:ext>
            </a:extLst>
          </p:cNvPr>
          <p:cNvSpPr/>
          <p:nvPr/>
        </p:nvSpPr>
        <p:spPr>
          <a:xfrm>
            <a:off x="320059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70623704-ED18-69AB-EA64-DA9B3702C948}"/>
              </a:ext>
            </a:extLst>
          </p:cNvPr>
          <p:cNvSpPr/>
          <p:nvPr/>
        </p:nvSpPr>
        <p:spPr>
          <a:xfrm>
            <a:off x="375470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EEAB46A0-7176-9B7C-8183-F41CA2AB87E1}"/>
              </a:ext>
            </a:extLst>
          </p:cNvPr>
          <p:cNvSpPr/>
          <p:nvPr/>
        </p:nvSpPr>
        <p:spPr>
          <a:xfrm>
            <a:off x="403176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C9D977C-25C1-3031-2E76-11B054A007D9}"/>
              </a:ext>
            </a:extLst>
          </p:cNvPr>
          <p:cNvSpPr/>
          <p:nvPr/>
        </p:nvSpPr>
        <p:spPr>
          <a:xfrm>
            <a:off x="458587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F5B38832-1D64-5245-F1D3-97FA08F512D6}"/>
              </a:ext>
            </a:extLst>
          </p:cNvPr>
          <p:cNvSpPr/>
          <p:nvPr/>
        </p:nvSpPr>
        <p:spPr>
          <a:xfrm>
            <a:off x="430881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41D747BD-29A2-8CC2-0CBA-861CB3C5A788}"/>
              </a:ext>
            </a:extLst>
          </p:cNvPr>
          <p:cNvSpPr/>
          <p:nvPr/>
        </p:nvSpPr>
        <p:spPr>
          <a:xfrm>
            <a:off x="4915775"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6B35EDC1-C960-EF2E-0BF7-B65A063E190A}"/>
              </a:ext>
            </a:extLst>
          </p:cNvPr>
          <p:cNvSpPr/>
          <p:nvPr/>
        </p:nvSpPr>
        <p:spPr>
          <a:xfrm>
            <a:off x="5192833"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2F117D3C-4115-4015-8C31-F19ABE5DC195}"/>
              </a:ext>
            </a:extLst>
          </p:cNvPr>
          <p:cNvSpPr/>
          <p:nvPr/>
        </p:nvSpPr>
        <p:spPr>
          <a:xfrm>
            <a:off x="264648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FA2EF517-4517-8290-D4C8-19FE1CCE24F6}"/>
              </a:ext>
            </a:extLst>
          </p:cNvPr>
          <p:cNvSpPr/>
          <p:nvPr/>
        </p:nvSpPr>
        <p:spPr>
          <a:xfrm>
            <a:off x="292353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7AC58C5D-E0F7-AE02-6CF1-15679CF04D20}"/>
              </a:ext>
            </a:extLst>
          </p:cNvPr>
          <p:cNvSpPr/>
          <p:nvPr/>
        </p:nvSpPr>
        <p:spPr>
          <a:xfrm>
            <a:off x="347764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70B396DC-1083-E578-2685-3B69D33BFCCB}"/>
              </a:ext>
            </a:extLst>
          </p:cNvPr>
          <p:cNvSpPr/>
          <p:nvPr/>
        </p:nvSpPr>
        <p:spPr>
          <a:xfrm>
            <a:off x="320059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4C1B7CAC-B3C7-85D4-8034-369866C09686}"/>
              </a:ext>
            </a:extLst>
          </p:cNvPr>
          <p:cNvSpPr/>
          <p:nvPr/>
        </p:nvSpPr>
        <p:spPr>
          <a:xfrm>
            <a:off x="375470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F9DA5413-D63C-A9A7-D3DA-6C82C2D515EB}"/>
              </a:ext>
            </a:extLst>
          </p:cNvPr>
          <p:cNvSpPr/>
          <p:nvPr/>
        </p:nvSpPr>
        <p:spPr>
          <a:xfrm>
            <a:off x="403176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9FCA687C-9DA6-755B-C013-06CBCE7C6636}"/>
              </a:ext>
            </a:extLst>
          </p:cNvPr>
          <p:cNvSpPr/>
          <p:nvPr/>
        </p:nvSpPr>
        <p:spPr>
          <a:xfrm>
            <a:off x="458587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CBFC83B0-38CE-B705-B2E8-8FD5DB6BC7ED}"/>
              </a:ext>
            </a:extLst>
          </p:cNvPr>
          <p:cNvSpPr/>
          <p:nvPr/>
        </p:nvSpPr>
        <p:spPr>
          <a:xfrm>
            <a:off x="430881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696A3178-A6A9-A6F4-3F16-292083FDAE67}"/>
              </a:ext>
            </a:extLst>
          </p:cNvPr>
          <p:cNvSpPr/>
          <p:nvPr/>
        </p:nvSpPr>
        <p:spPr>
          <a:xfrm>
            <a:off x="4915775"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C48E1F2F-AD1E-36BF-B1F9-E5B0FD8E4DAF}"/>
              </a:ext>
            </a:extLst>
          </p:cNvPr>
          <p:cNvSpPr/>
          <p:nvPr/>
        </p:nvSpPr>
        <p:spPr>
          <a:xfrm>
            <a:off x="5192833"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F535C970-3930-15A6-1D12-3A7FDCB51F62}"/>
              </a:ext>
            </a:extLst>
          </p:cNvPr>
          <p:cNvSpPr/>
          <p:nvPr/>
        </p:nvSpPr>
        <p:spPr>
          <a:xfrm>
            <a:off x="264648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DDA84415-8011-8D02-4E6B-21358F2E4CDE}"/>
              </a:ext>
            </a:extLst>
          </p:cNvPr>
          <p:cNvSpPr/>
          <p:nvPr/>
        </p:nvSpPr>
        <p:spPr>
          <a:xfrm>
            <a:off x="292353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BC2765F3-B6B6-8E4D-4050-DED002E2010F}"/>
              </a:ext>
            </a:extLst>
          </p:cNvPr>
          <p:cNvSpPr/>
          <p:nvPr/>
        </p:nvSpPr>
        <p:spPr>
          <a:xfrm>
            <a:off x="347764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7BA36569-B748-8627-FAF1-6CDB94C9AF23}"/>
              </a:ext>
            </a:extLst>
          </p:cNvPr>
          <p:cNvSpPr/>
          <p:nvPr/>
        </p:nvSpPr>
        <p:spPr>
          <a:xfrm>
            <a:off x="320059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4BB0FBA8-4640-C2AF-5D85-E8311E8A9FBD}"/>
              </a:ext>
            </a:extLst>
          </p:cNvPr>
          <p:cNvSpPr/>
          <p:nvPr/>
        </p:nvSpPr>
        <p:spPr>
          <a:xfrm>
            <a:off x="375470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8BB3A9CB-8C14-D587-B35D-D39317018C2B}"/>
              </a:ext>
            </a:extLst>
          </p:cNvPr>
          <p:cNvSpPr/>
          <p:nvPr/>
        </p:nvSpPr>
        <p:spPr>
          <a:xfrm>
            <a:off x="403176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DAB24C92-2580-A9D6-F801-03BC15794C07}"/>
              </a:ext>
            </a:extLst>
          </p:cNvPr>
          <p:cNvSpPr/>
          <p:nvPr/>
        </p:nvSpPr>
        <p:spPr>
          <a:xfrm>
            <a:off x="458587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63705F32-C23B-84FA-FE71-CD4D90CAD75F}"/>
              </a:ext>
            </a:extLst>
          </p:cNvPr>
          <p:cNvSpPr/>
          <p:nvPr/>
        </p:nvSpPr>
        <p:spPr>
          <a:xfrm>
            <a:off x="430881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9263CD53-5F90-509D-0108-BB248FE55756}"/>
              </a:ext>
            </a:extLst>
          </p:cNvPr>
          <p:cNvSpPr/>
          <p:nvPr/>
        </p:nvSpPr>
        <p:spPr>
          <a:xfrm>
            <a:off x="4915775"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A6E4BB60-3D1B-1149-1801-E96AF5428613}"/>
              </a:ext>
            </a:extLst>
          </p:cNvPr>
          <p:cNvSpPr/>
          <p:nvPr/>
        </p:nvSpPr>
        <p:spPr>
          <a:xfrm>
            <a:off x="5192833"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8237DDBC-CEF2-7F4C-6B61-491F8A983171}"/>
              </a:ext>
            </a:extLst>
          </p:cNvPr>
          <p:cNvSpPr/>
          <p:nvPr/>
        </p:nvSpPr>
        <p:spPr>
          <a:xfrm>
            <a:off x="264648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0D356CF1-5745-2051-05D6-4FAC2B0F835A}"/>
              </a:ext>
            </a:extLst>
          </p:cNvPr>
          <p:cNvSpPr/>
          <p:nvPr/>
        </p:nvSpPr>
        <p:spPr>
          <a:xfrm>
            <a:off x="292353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E682B5A8-7852-FA6F-B5AA-E337CE852BB7}"/>
              </a:ext>
            </a:extLst>
          </p:cNvPr>
          <p:cNvSpPr/>
          <p:nvPr/>
        </p:nvSpPr>
        <p:spPr>
          <a:xfrm>
            <a:off x="347764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A9FC543E-8A06-77C5-B55F-7DDB55F24C29}"/>
              </a:ext>
            </a:extLst>
          </p:cNvPr>
          <p:cNvSpPr/>
          <p:nvPr/>
        </p:nvSpPr>
        <p:spPr>
          <a:xfrm>
            <a:off x="320059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DE29E1AD-4AC2-2C73-C37D-DC6294CA3EA4}"/>
              </a:ext>
            </a:extLst>
          </p:cNvPr>
          <p:cNvSpPr/>
          <p:nvPr/>
        </p:nvSpPr>
        <p:spPr>
          <a:xfrm>
            <a:off x="375470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60360463-6A6A-BD70-0537-2CE25A1B4FA1}"/>
              </a:ext>
            </a:extLst>
          </p:cNvPr>
          <p:cNvSpPr/>
          <p:nvPr/>
        </p:nvSpPr>
        <p:spPr>
          <a:xfrm>
            <a:off x="403176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B49E5B0D-6822-A4E4-55D7-32329E44AA16}"/>
              </a:ext>
            </a:extLst>
          </p:cNvPr>
          <p:cNvSpPr/>
          <p:nvPr/>
        </p:nvSpPr>
        <p:spPr>
          <a:xfrm>
            <a:off x="458587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53475D68-BF6D-0B06-707F-405EB4A33319}"/>
              </a:ext>
            </a:extLst>
          </p:cNvPr>
          <p:cNvSpPr/>
          <p:nvPr/>
        </p:nvSpPr>
        <p:spPr>
          <a:xfrm>
            <a:off x="430881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DA88CD6A-49E0-5DE9-902D-409C9F8587E6}"/>
              </a:ext>
            </a:extLst>
          </p:cNvPr>
          <p:cNvSpPr/>
          <p:nvPr/>
        </p:nvSpPr>
        <p:spPr>
          <a:xfrm>
            <a:off x="4915775"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3825BA73-37C2-BCA1-98B5-6721C1BC7A4D}"/>
              </a:ext>
            </a:extLst>
          </p:cNvPr>
          <p:cNvSpPr/>
          <p:nvPr/>
        </p:nvSpPr>
        <p:spPr>
          <a:xfrm>
            <a:off x="5192833"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56049915-35B0-DA96-E9AF-2C5A286F7231}"/>
              </a:ext>
            </a:extLst>
          </p:cNvPr>
          <p:cNvSpPr/>
          <p:nvPr/>
        </p:nvSpPr>
        <p:spPr>
          <a:xfrm>
            <a:off x="264648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9DA13EC2-6565-E168-4074-2EAEAEFFDE30}"/>
              </a:ext>
            </a:extLst>
          </p:cNvPr>
          <p:cNvSpPr/>
          <p:nvPr/>
        </p:nvSpPr>
        <p:spPr>
          <a:xfrm>
            <a:off x="292353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E506281A-681B-BEDC-001F-5DAF569657A9}"/>
              </a:ext>
            </a:extLst>
          </p:cNvPr>
          <p:cNvSpPr/>
          <p:nvPr/>
        </p:nvSpPr>
        <p:spPr>
          <a:xfrm>
            <a:off x="347764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9BD7B40B-4914-483E-DBDD-7CB3F154B961}"/>
              </a:ext>
            </a:extLst>
          </p:cNvPr>
          <p:cNvSpPr/>
          <p:nvPr/>
        </p:nvSpPr>
        <p:spPr>
          <a:xfrm>
            <a:off x="320059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EA571BEB-EC4E-1953-F30D-3AE4A65042DD}"/>
              </a:ext>
            </a:extLst>
          </p:cNvPr>
          <p:cNvSpPr/>
          <p:nvPr/>
        </p:nvSpPr>
        <p:spPr>
          <a:xfrm>
            <a:off x="375470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0D15120D-9FC5-73BA-7116-91F7B9E5FA6C}"/>
              </a:ext>
            </a:extLst>
          </p:cNvPr>
          <p:cNvSpPr/>
          <p:nvPr/>
        </p:nvSpPr>
        <p:spPr>
          <a:xfrm>
            <a:off x="403176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14E3296D-2129-BE17-8766-2867BF8B14B5}"/>
              </a:ext>
            </a:extLst>
          </p:cNvPr>
          <p:cNvSpPr/>
          <p:nvPr/>
        </p:nvSpPr>
        <p:spPr>
          <a:xfrm>
            <a:off x="4585872"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A7BB9818-33D7-0D17-5007-7AE66B85F210}"/>
              </a:ext>
            </a:extLst>
          </p:cNvPr>
          <p:cNvSpPr/>
          <p:nvPr/>
        </p:nvSpPr>
        <p:spPr>
          <a:xfrm>
            <a:off x="430881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530AC852-BBFC-5062-426E-633EC1AFC2C0}"/>
              </a:ext>
            </a:extLst>
          </p:cNvPr>
          <p:cNvSpPr/>
          <p:nvPr/>
        </p:nvSpPr>
        <p:spPr>
          <a:xfrm>
            <a:off x="4915775"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3AE800F9-2758-708F-97AA-2D55E5A7DC02}"/>
              </a:ext>
            </a:extLst>
          </p:cNvPr>
          <p:cNvSpPr/>
          <p:nvPr/>
        </p:nvSpPr>
        <p:spPr>
          <a:xfrm>
            <a:off x="5192833"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B7DD72C1-9644-E413-1024-B836EDFA6E16}"/>
              </a:ext>
            </a:extLst>
          </p:cNvPr>
          <p:cNvSpPr/>
          <p:nvPr/>
        </p:nvSpPr>
        <p:spPr>
          <a:xfrm>
            <a:off x="264648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8241896C-4A69-2C7F-14D3-5C0A2EC0FD91}"/>
              </a:ext>
            </a:extLst>
          </p:cNvPr>
          <p:cNvSpPr/>
          <p:nvPr/>
        </p:nvSpPr>
        <p:spPr>
          <a:xfrm>
            <a:off x="292353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FC8A6D6C-651F-2654-A326-88937F04FA9E}"/>
              </a:ext>
            </a:extLst>
          </p:cNvPr>
          <p:cNvSpPr/>
          <p:nvPr/>
        </p:nvSpPr>
        <p:spPr>
          <a:xfrm>
            <a:off x="347764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B7B2ABEE-0B7A-58A2-E2B3-C7B6A92BF9C2}"/>
              </a:ext>
            </a:extLst>
          </p:cNvPr>
          <p:cNvSpPr/>
          <p:nvPr/>
        </p:nvSpPr>
        <p:spPr>
          <a:xfrm>
            <a:off x="320059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8F57EF45-AFE8-5D6F-A039-5EBDF7E3F9DD}"/>
              </a:ext>
            </a:extLst>
          </p:cNvPr>
          <p:cNvSpPr/>
          <p:nvPr/>
        </p:nvSpPr>
        <p:spPr>
          <a:xfrm>
            <a:off x="375470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15520D8E-F879-11DB-7731-DF69242CF566}"/>
              </a:ext>
            </a:extLst>
          </p:cNvPr>
          <p:cNvSpPr/>
          <p:nvPr/>
        </p:nvSpPr>
        <p:spPr>
          <a:xfrm>
            <a:off x="403176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63217149-20DC-3A84-D79D-5D29D9F622CD}"/>
              </a:ext>
            </a:extLst>
          </p:cNvPr>
          <p:cNvSpPr/>
          <p:nvPr/>
        </p:nvSpPr>
        <p:spPr>
          <a:xfrm>
            <a:off x="458587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470C01D5-7B34-9F56-463A-B456903601B5}"/>
              </a:ext>
            </a:extLst>
          </p:cNvPr>
          <p:cNvSpPr/>
          <p:nvPr/>
        </p:nvSpPr>
        <p:spPr>
          <a:xfrm>
            <a:off x="430881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10EFBDB7-14A5-DFB1-7C5B-9443C6BB5F25}"/>
              </a:ext>
            </a:extLst>
          </p:cNvPr>
          <p:cNvSpPr/>
          <p:nvPr/>
        </p:nvSpPr>
        <p:spPr>
          <a:xfrm>
            <a:off x="4915775"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DC72EF52-5F5C-B1A0-3853-6659A0CB4C7C}"/>
              </a:ext>
            </a:extLst>
          </p:cNvPr>
          <p:cNvSpPr/>
          <p:nvPr/>
        </p:nvSpPr>
        <p:spPr>
          <a:xfrm>
            <a:off x="5192833"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698D94A5-21A9-C481-0E1F-809F21FCEFAD}"/>
              </a:ext>
            </a:extLst>
          </p:cNvPr>
          <p:cNvSpPr/>
          <p:nvPr/>
        </p:nvSpPr>
        <p:spPr>
          <a:xfrm>
            <a:off x="728468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0C7F6B33-6E1E-12A1-0477-61D178B27660}"/>
              </a:ext>
            </a:extLst>
          </p:cNvPr>
          <p:cNvSpPr/>
          <p:nvPr/>
        </p:nvSpPr>
        <p:spPr>
          <a:xfrm>
            <a:off x="756173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795A72C1-D94D-1A8F-DC12-24762D1A838F}"/>
              </a:ext>
            </a:extLst>
          </p:cNvPr>
          <p:cNvSpPr/>
          <p:nvPr/>
        </p:nvSpPr>
        <p:spPr>
          <a:xfrm>
            <a:off x="8115846"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B8F6A206-B230-0637-94A0-8CCFF1071178}"/>
              </a:ext>
            </a:extLst>
          </p:cNvPr>
          <p:cNvSpPr/>
          <p:nvPr/>
        </p:nvSpPr>
        <p:spPr>
          <a:xfrm>
            <a:off x="783879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C171539D-F21D-4E4F-D305-A36CF5FED439}"/>
              </a:ext>
            </a:extLst>
          </p:cNvPr>
          <p:cNvSpPr/>
          <p:nvPr/>
        </p:nvSpPr>
        <p:spPr>
          <a:xfrm>
            <a:off x="839290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4587F1EE-3D7C-7EDA-954D-2473A112264D}"/>
              </a:ext>
            </a:extLst>
          </p:cNvPr>
          <p:cNvSpPr/>
          <p:nvPr/>
        </p:nvSpPr>
        <p:spPr>
          <a:xfrm>
            <a:off x="866995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FDDCFB61-0A9C-28B6-F780-72E60132E066}"/>
              </a:ext>
            </a:extLst>
          </p:cNvPr>
          <p:cNvSpPr/>
          <p:nvPr/>
        </p:nvSpPr>
        <p:spPr>
          <a:xfrm>
            <a:off x="922407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DBB1BB17-E3E3-3B96-8E6D-54E7BA8F2CAC}"/>
              </a:ext>
            </a:extLst>
          </p:cNvPr>
          <p:cNvSpPr/>
          <p:nvPr/>
        </p:nvSpPr>
        <p:spPr>
          <a:xfrm>
            <a:off x="894701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2A8E188A-E338-FAA1-D6C0-07438739640B}"/>
              </a:ext>
            </a:extLst>
          </p:cNvPr>
          <p:cNvSpPr/>
          <p:nvPr/>
        </p:nvSpPr>
        <p:spPr>
          <a:xfrm>
            <a:off x="955397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5E91D3C5-95BB-C0A6-A72A-19678BFDEE10}"/>
              </a:ext>
            </a:extLst>
          </p:cNvPr>
          <p:cNvSpPr/>
          <p:nvPr/>
        </p:nvSpPr>
        <p:spPr>
          <a:xfrm>
            <a:off x="983103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EBBA1B98-1BF1-5CFD-E8D5-8C9B3872BC27}"/>
              </a:ext>
            </a:extLst>
          </p:cNvPr>
          <p:cNvSpPr/>
          <p:nvPr/>
        </p:nvSpPr>
        <p:spPr>
          <a:xfrm>
            <a:off x="728468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6D51F921-3500-E2EB-551F-3269D9176B57}"/>
              </a:ext>
            </a:extLst>
          </p:cNvPr>
          <p:cNvSpPr/>
          <p:nvPr/>
        </p:nvSpPr>
        <p:spPr>
          <a:xfrm>
            <a:off x="756173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EFF0D7AC-3066-76FB-AFA9-CC958AF2E970}"/>
              </a:ext>
            </a:extLst>
          </p:cNvPr>
          <p:cNvSpPr/>
          <p:nvPr/>
        </p:nvSpPr>
        <p:spPr>
          <a:xfrm>
            <a:off x="8115846"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EA7C2E28-B3E3-7B48-2FE6-1E56B407984C}"/>
              </a:ext>
            </a:extLst>
          </p:cNvPr>
          <p:cNvSpPr/>
          <p:nvPr/>
        </p:nvSpPr>
        <p:spPr>
          <a:xfrm>
            <a:off x="783879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420AF0AA-9EB8-0F36-535E-1C92487EC996}"/>
              </a:ext>
            </a:extLst>
          </p:cNvPr>
          <p:cNvSpPr/>
          <p:nvPr/>
        </p:nvSpPr>
        <p:spPr>
          <a:xfrm>
            <a:off x="839290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4E732DAF-CC57-BC01-9AD4-913699B37FBE}"/>
              </a:ext>
            </a:extLst>
          </p:cNvPr>
          <p:cNvSpPr/>
          <p:nvPr/>
        </p:nvSpPr>
        <p:spPr>
          <a:xfrm>
            <a:off x="866995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5D49920F-85DD-C7FB-06DD-F774FC71E315}"/>
              </a:ext>
            </a:extLst>
          </p:cNvPr>
          <p:cNvSpPr/>
          <p:nvPr/>
        </p:nvSpPr>
        <p:spPr>
          <a:xfrm>
            <a:off x="922407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EBAB2C02-5DB4-D1A4-07E4-FAAEF1B76C45}"/>
              </a:ext>
            </a:extLst>
          </p:cNvPr>
          <p:cNvSpPr/>
          <p:nvPr/>
        </p:nvSpPr>
        <p:spPr>
          <a:xfrm>
            <a:off x="894701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59B70C35-B11E-1948-3A23-EC7DE60EEF90}"/>
              </a:ext>
            </a:extLst>
          </p:cNvPr>
          <p:cNvSpPr/>
          <p:nvPr/>
        </p:nvSpPr>
        <p:spPr>
          <a:xfrm>
            <a:off x="955397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32EA3603-D4A7-977E-0D0D-6FEB78790989}"/>
              </a:ext>
            </a:extLst>
          </p:cNvPr>
          <p:cNvSpPr/>
          <p:nvPr/>
        </p:nvSpPr>
        <p:spPr>
          <a:xfrm>
            <a:off x="983103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65AD0DEA-3B6B-6113-DB20-3F39D213B34C}"/>
              </a:ext>
            </a:extLst>
          </p:cNvPr>
          <p:cNvSpPr/>
          <p:nvPr/>
        </p:nvSpPr>
        <p:spPr>
          <a:xfrm>
            <a:off x="728468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50D1FDBC-B41A-2F89-4B25-C145ABFC541B}"/>
              </a:ext>
            </a:extLst>
          </p:cNvPr>
          <p:cNvSpPr/>
          <p:nvPr/>
        </p:nvSpPr>
        <p:spPr>
          <a:xfrm>
            <a:off x="756173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6B9D3041-82E6-6012-6728-AC4271F5A179}"/>
              </a:ext>
            </a:extLst>
          </p:cNvPr>
          <p:cNvSpPr/>
          <p:nvPr/>
        </p:nvSpPr>
        <p:spPr>
          <a:xfrm>
            <a:off x="8115846"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EE5873EA-86E7-A40C-A209-17EEFB27A02C}"/>
              </a:ext>
            </a:extLst>
          </p:cNvPr>
          <p:cNvSpPr/>
          <p:nvPr/>
        </p:nvSpPr>
        <p:spPr>
          <a:xfrm>
            <a:off x="783879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1078096C-D09B-3787-B363-75FB7745E662}"/>
              </a:ext>
            </a:extLst>
          </p:cNvPr>
          <p:cNvSpPr/>
          <p:nvPr/>
        </p:nvSpPr>
        <p:spPr>
          <a:xfrm>
            <a:off x="839290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CEEDB1A6-39A1-12D7-11BC-FB606ACFB30C}"/>
              </a:ext>
            </a:extLst>
          </p:cNvPr>
          <p:cNvSpPr/>
          <p:nvPr/>
        </p:nvSpPr>
        <p:spPr>
          <a:xfrm>
            <a:off x="866995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00FE4A9E-35F8-EAF1-6D87-171F8DA96BDC}"/>
              </a:ext>
            </a:extLst>
          </p:cNvPr>
          <p:cNvSpPr/>
          <p:nvPr/>
        </p:nvSpPr>
        <p:spPr>
          <a:xfrm>
            <a:off x="922407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1AA61302-5E5E-D299-B8F5-1AD93A791B19}"/>
              </a:ext>
            </a:extLst>
          </p:cNvPr>
          <p:cNvSpPr/>
          <p:nvPr/>
        </p:nvSpPr>
        <p:spPr>
          <a:xfrm>
            <a:off x="894701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C436A9A4-17A0-E6B0-D149-32EB5000EA23}"/>
              </a:ext>
            </a:extLst>
          </p:cNvPr>
          <p:cNvSpPr/>
          <p:nvPr/>
        </p:nvSpPr>
        <p:spPr>
          <a:xfrm>
            <a:off x="955397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1F7351A7-9302-6934-F1C2-1190AC76E3C8}"/>
              </a:ext>
            </a:extLst>
          </p:cNvPr>
          <p:cNvSpPr/>
          <p:nvPr/>
        </p:nvSpPr>
        <p:spPr>
          <a:xfrm>
            <a:off x="983103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A8EE10F3-B3BB-6D8D-A345-D68B11A18C4B}"/>
              </a:ext>
            </a:extLst>
          </p:cNvPr>
          <p:cNvSpPr/>
          <p:nvPr/>
        </p:nvSpPr>
        <p:spPr>
          <a:xfrm>
            <a:off x="728468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D1B905D7-0303-063D-2AB7-6A91B631BDBF}"/>
              </a:ext>
            </a:extLst>
          </p:cNvPr>
          <p:cNvSpPr/>
          <p:nvPr/>
        </p:nvSpPr>
        <p:spPr>
          <a:xfrm>
            <a:off x="756173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57C6542D-1D80-522E-E8C8-FA767FBC54EB}"/>
              </a:ext>
            </a:extLst>
          </p:cNvPr>
          <p:cNvSpPr/>
          <p:nvPr/>
        </p:nvSpPr>
        <p:spPr>
          <a:xfrm>
            <a:off x="8115846"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0219CE11-6825-22BC-FE29-9499E1341388}"/>
              </a:ext>
            </a:extLst>
          </p:cNvPr>
          <p:cNvSpPr/>
          <p:nvPr/>
        </p:nvSpPr>
        <p:spPr>
          <a:xfrm>
            <a:off x="783879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F29C95CE-0613-0BEA-8837-57C3869F27D7}"/>
              </a:ext>
            </a:extLst>
          </p:cNvPr>
          <p:cNvSpPr/>
          <p:nvPr/>
        </p:nvSpPr>
        <p:spPr>
          <a:xfrm>
            <a:off x="839290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9A9577AC-430A-CDAA-5866-FFA7D2C5DE9F}"/>
              </a:ext>
            </a:extLst>
          </p:cNvPr>
          <p:cNvSpPr/>
          <p:nvPr/>
        </p:nvSpPr>
        <p:spPr>
          <a:xfrm>
            <a:off x="866995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53C3C0D7-1464-48DF-8EA3-293B914E199D}"/>
              </a:ext>
            </a:extLst>
          </p:cNvPr>
          <p:cNvSpPr/>
          <p:nvPr/>
        </p:nvSpPr>
        <p:spPr>
          <a:xfrm>
            <a:off x="922407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A8B126EF-2B5B-D39F-3007-9CB1C0590672}"/>
              </a:ext>
            </a:extLst>
          </p:cNvPr>
          <p:cNvSpPr/>
          <p:nvPr/>
        </p:nvSpPr>
        <p:spPr>
          <a:xfrm>
            <a:off x="894701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D2B79E2A-CF2E-F88B-4DDE-0AEC1C354AC3}"/>
              </a:ext>
            </a:extLst>
          </p:cNvPr>
          <p:cNvSpPr/>
          <p:nvPr/>
        </p:nvSpPr>
        <p:spPr>
          <a:xfrm>
            <a:off x="955397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9DB6E37D-0141-D113-7E88-4CA0718E7C8F}"/>
              </a:ext>
            </a:extLst>
          </p:cNvPr>
          <p:cNvSpPr/>
          <p:nvPr/>
        </p:nvSpPr>
        <p:spPr>
          <a:xfrm>
            <a:off x="983103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553AA72A-04F2-D268-A750-3CB04DD5AA10}"/>
              </a:ext>
            </a:extLst>
          </p:cNvPr>
          <p:cNvSpPr/>
          <p:nvPr/>
        </p:nvSpPr>
        <p:spPr>
          <a:xfrm>
            <a:off x="728468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208070B9-4ACC-5966-EAB4-392E9265C9EC}"/>
              </a:ext>
            </a:extLst>
          </p:cNvPr>
          <p:cNvSpPr/>
          <p:nvPr/>
        </p:nvSpPr>
        <p:spPr>
          <a:xfrm>
            <a:off x="756173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3F43C5ED-228F-8508-B973-932872491A18}"/>
              </a:ext>
            </a:extLst>
          </p:cNvPr>
          <p:cNvSpPr/>
          <p:nvPr/>
        </p:nvSpPr>
        <p:spPr>
          <a:xfrm>
            <a:off x="8115846"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A898F155-2DB9-2803-8DDF-939790DC671A}"/>
              </a:ext>
            </a:extLst>
          </p:cNvPr>
          <p:cNvSpPr/>
          <p:nvPr/>
        </p:nvSpPr>
        <p:spPr>
          <a:xfrm>
            <a:off x="783879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09427131-AED5-C273-540B-5498877D0881}"/>
              </a:ext>
            </a:extLst>
          </p:cNvPr>
          <p:cNvSpPr/>
          <p:nvPr/>
        </p:nvSpPr>
        <p:spPr>
          <a:xfrm>
            <a:off x="839290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0F05495B-6839-9C05-8071-0701CBFDAD7E}"/>
              </a:ext>
            </a:extLst>
          </p:cNvPr>
          <p:cNvSpPr/>
          <p:nvPr/>
        </p:nvSpPr>
        <p:spPr>
          <a:xfrm>
            <a:off x="866995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184458C1-0A24-9C59-BC21-EF020F77ECCD}"/>
              </a:ext>
            </a:extLst>
          </p:cNvPr>
          <p:cNvSpPr/>
          <p:nvPr/>
        </p:nvSpPr>
        <p:spPr>
          <a:xfrm>
            <a:off x="922407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466686AC-21DC-3350-D822-37AEF5420315}"/>
              </a:ext>
            </a:extLst>
          </p:cNvPr>
          <p:cNvSpPr/>
          <p:nvPr/>
        </p:nvSpPr>
        <p:spPr>
          <a:xfrm>
            <a:off x="894701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8F107601-B307-1F23-9FD8-567142D5BC9B}"/>
              </a:ext>
            </a:extLst>
          </p:cNvPr>
          <p:cNvSpPr/>
          <p:nvPr/>
        </p:nvSpPr>
        <p:spPr>
          <a:xfrm>
            <a:off x="9553973"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9559B6A6-676B-67FA-61AD-B83B25D38610}"/>
              </a:ext>
            </a:extLst>
          </p:cNvPr>
          <p:cNvSpPr/>
          <p:nvPr/>
        </p:nvSpPr>
        <p:spPr>
          <a:xfrm>
            <a:off x="9831032"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985F3675-8E9B-04A3-285E-6D9F2ECA4F45}"/>
              </a:ext>
            </a:extLst>
          </p:cNvPr>
          <p:cNvSpPr/>
          <p:nvPr/>
        </p:nvSpPr>
        <p:spPr>
          <a:xfrm>
            <a:off x="728468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C6887D70-F3A0-FE80-13C0-11460F8FA7EC}"/>
              </a:ext>
            </a:extLst>
          </p:cNvPr>
          <p:cNvSpPr/>
          <p:nvPr/>
        </p:nvSpPr>
        <p:spPr>
          <a:xfrm>
            <a:off x="756173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A5194831-8EE0-FB68-6BCC-312CDE055B66}"/>
              </a:ext>
            </a:extLst>
          </p:cNvPr>
          <p:cNvSpPr/>
          <p:nvPr/>
        </p:nvSpPr>
        <p:spPr>
          <a:xfrm>
            <a:off x="8115846"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D63865E4-6479-6F69-2CAB-B3319C387BA7}"/>
              </a:ext>
            </a:extLst>
          </p:cNvPr>
          <p:cNvSpPr/>
          <p:nvPr/>
        </p:nvSpPr>
        <p:spPr>
          <a:xfrm>
            <a:off x="783879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70F5F39C-D849-BDA3-3923-41A5C35B18CD}"/>
              </a:ext>
            </a:extLst>
          </p:cNvPr>
          <p:cNvSpPr/>
          <p:nvPr/>
        </p:nvSpPr>
        <p:spPr>
          <a:xfrm>
            <a:off x="839290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DC238D55-7417-FB90-BD26-7615C407709A}"/>
              </a:ext>
            </a:extLst>
          </p:cNvPr>
          <p:cNvSpPr/>
          <p:nvPr/>
        </p:nvSpPr>
        <p:spPr>
          <a:xfrm>
            <a:off x="866995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44F5D3E8-65B7-7E41-0BA1-80718CFF854C}"/>
              </a:ext>
            </a:extLst>
          </p:cNvPr>
          <p:cNvSpPr/>
          <p:nvPr/>
        </p:nvSpPr>
        <p:spPr>
          <a:xfrm>
            <a:off x="922407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F1C320DC-3913-E6E7-0159-EDDCC04099CD}"/>
              </a:ext>
            </a:extLst>
          </p:cNvPr>
          <p:cNvSpPr/>
          <p:nvPr/>
        </p:nvSpPr>
        <p:spPr>
          <a:xfrm>
            <a:off x="894701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224D977C-BC61-EBD4-CBF4-4D6361F861DD}"/>
              </a:ext>
            </a:extLst>
          </p:cNvPr>
          <p:cNvSpPr/>
          <p:nvPr/>
        </p:nvSpPr>
        <p:spPr>
          <a:xfrm>
            <a:off x="955397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F751A644-5C61-F329-E5D1-29FE6182CC9D}"/>
              </a:ext>
            </a:extLst>
          </p:cNvPr>
          <p:cNvSpPr/>
          <p:nvPr/>
        </p:nvSpPr>
        <p:spPr>
          <a:xfrm>
            <a:off x="983103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1992E5B9-E400-6FEE-D6C9-6B78971B86E5}"/>
              </a:ext>
            </a:extLst>
          </p:cNvPr>
          <p:cNvSpPr/>
          <p:nvPr/>
        </p:nvSpPr>
        <p:spPr>
          <a:xfrm>
            <a:off x="728468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E090DD4B-7A4B-7E2D-BDA2-713C335F651A}"/>
              </a:ext>
            </a:extLst>
          </p:cNvPr>
          <p:cNvSpPr/>
          <p:nvPr/>
        </p:nvSpPr>
        <p:spPr>
          <a:xfrm>
            <a:off x="756173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D810E0EF-629B-FF98-402E-59BB8B0C65D2}"/>
              </a:ext>
            </a:extLst>
          </p:cNvPr>
          <p:cNvSpPr/>
          <p:nvPr/>
        </p:nvSpPr>
        <p:spPr>
          <a:xfrm>
            <a:off x="8115846"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01429D10-0AC6-4240-C47C-6B9A4442D558}"/>
              </a:ext>
            </a:extLst>
          </p:cNvPr>
          <p:cNvSpPr/>
          <p:nvPr/>
        </p:nvSpPr>
        <p:spPr>
          <a:xfrm>
            <a:off x="783879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ADCEDB52-4AB5-876B-EF40-2197AA5118C2}"/>
              </a:ext>
            </a:extLst>
          </p:cNvPr>
          <p:cNvSpPr/>
          <p:nvPr/>
        </p:nvSpPr>
        <p:spPr>
          <a:xfrm>
            <a:off x="839290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A715E16D-F309-09A7-8B67-03054A0D1AB2}"/>
              </a:ext>
            </a:extLst>
          </p:cNvPr>
          <p:cNvSpPr/>
          <p:nvPr/>
        </p:nvSpPr>
        <p:spPr>
          <a:xfrm>
            <a:off x="866995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1DC081F2-5D20-7BD8-B7F2-B2D571DE907F}"/>
              </a:ext>
            </a:extLst>
          </p:cNvPr>
          <p:cNvSpPr/>
          <p:nvPr/>
        </p:nvSpPr>
        <p:spPr>
          <a:xfrm>
            <a:off x="922407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7B6D9765-B65D-51F0-469F-B7DFFEFEBE88}"/>
              </a:ext>
            </a:extLst>
          </p:cNvPr>
          <p:cNvSpPr/>
          <p:nvPr/>
        </p:nvSpPr>
        <p:spPr>
          <a:xfrm>
            <a:off x="894701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A195502E-97FC-5438-0EE1-C9BD7999B49F}"/>
              </a:ext>
            </a:extLst>
          </p:cNvPr>
          <p:cNvSpPr/>
          <p:nvPr/>
        </p:nvSpPr>
        <p:spPr>
          <a:xfrm>
            <a:off x="955397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655FECA7-FC96-95AE-4316-99A3E59C243A}"/>
              </a:ext>
            </a:extLst>
          </p:cNvPr>
          <p:cNvSpPr/>
          <p:nvPr/>
        </p:nvSpPr>
        <p:spPr>
          <a:xfrm>
            <a:off x="983103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61E3A8CA-0B78-7F79-8DAF-D4A6C4477F67}"/>
              </a:ext>
            </a:extLst>
          </p:cNvPr>
          <p:cNvSpPr/>
          <p:nvPr/>
        </p:nvSpPr>
        <p:spPr>
          <a:xfrm>
            <a:off x="728468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61C278DA-0CE0-B88D-55CC-2FAB4AC224D5}"/>
              </a:ext>
            </a:extLst>
          </p:cNvPr>
          <p:cNvSpPr/>
          <p:nvPr/>
        </p:nvSpPr>
        <p:spPr>
          <a:xfrm>
            <a:off x="756173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53F9562E-495C-9735-0E66-CA55911A9146}"/>
              </a:ext>
            </a:extLst>
          </p:cNvPr>
          <p:cNvSpPr/>
          <p:nvPr/>
        </p:nvSpPr>
        <p:spPr>
          <a:xfrm>
            <a:off x="8115846"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5196C3D3-940B-9823-CD70-2D48F4DD024F}"/>
              </a:ext>
            </a:extLst>
          </p:cNvPr>
          <p:cNvSpPr/>
          <p:nvPr/>
        </p:nvSpPr>
        <p:spPr>
          <a:xfrm>
            <a:off x="783879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792CA189-927B-1304-C563-57D89C44012A}"/>
              </a:ext>
            </a:extLst>
          </p:cNvPr>
          <p:cNvSpPr/>
          <p:nvPr/>
        </p:nvSpPr>
        <p:spPr>
          <a:xfrm>
            <a:off x="839290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C8BA2C57-793A-87FD-A76F-7219A35E8471}"/>
              </a:ext>
            </a:extLst>
          </p:cNvPr>
          <p:cNvSpPr/>
          <p:nvPr/>
        </p:nvSpPr>
        <p:spPr>
          <a:xfrm>
            <a:off x="866995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DF126639-F7EB-6912-7E8D-D0F9232573F5}"/>
              </a:ext>
            </a:extLst>
          </p:cNvPr>
          <p:cNvSpPr/>
          <p:nvPr/>
        </p:nvSpPr>
        <p:spPr>
          <a:xfrm>
            <a:off x="922407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38AC0997-597B-483C-3668-2CDE06F72908}"/>
              </a:ext>
            </a:extLst>
          </p:cNvPr>
          <p:cNvSpPr/>
          <p:nvPr/>
        </p:nvSpPr>
        <p:spPr>
          <a:xfrm>
            <a:off x="894701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04E62DAE-9100-9CB7-1CA4-A497B06AF92E}"/>
              </a:ext>
            </a:extLst>
          </p:cNvPr>
          <p:cNvSpPr/>
          <p:nvPr/>
        </p:nvSpPr>
        <p:spPr>
          <a:xfrm>
            <a:off x="955397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91AA60FD-C220-9AB0-1B66-951704852308}"/>
              </a:ext>
            </a:extLst>
          </p:cNvPr>
          <p:cNvSpPr/>
          <p:nvPr/>
        </p:nvSpPr>
        <p:spPr>
          <a:xfrm>
            <a:off x="983103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44C9EE92-4B22-2451-3F2F-771217C71DC0}"/>
              </a:ext>
            </a:extLst>
          </p:cNvPr>
          <p:cNvSpPr/>
          <p:nvPr/>
        </p:nvSpPr>
        <p:spPr>
          <a:xfrm>
            <a:off x="728468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18546A22-1095-5FE6-776C-D1A454341E79}"/>
              </a:ext>
            </a:extLst>
          </p:cNvPr>
          <p:cNvSpPr/>
          <p:nvPr/>
        </p:nvSpPr>
        <p:spPr>
          <a:xfrm>
            <a:off x="756173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6306E2BB-84FD-5A9B-CA7F-7551919AC934}"/>
              </a:ext>
            </a:extLst>
          </p:cNvPr>
          <p:cNvSpPr/>
          <p:nvPr/>
        </p:nvSpPr>
        <p:spPr>
          <a:xfrm>
            <a:off x="8115846"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F10A8A47-5BFC-200A-B8CC-39A3999C4AE5}"/>
              </a:ext>
            </a:extLst>
          </p:cNvPr>
          <p:cNvSpPr/>
          <p:nvPr/>
        </p:nvSpPr>
        <p:spPr>
          <a:xfrm>
            <a:off x="783879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D9595427-3C8D-A4E3-AD94-F206F9495011}"/>
              </a:ext>
            </a:extLst>
          </p:cNvPr>
          <p:cNvSpPr/>
          <p:nvPr/>
        </p:nvSpPr>
        <p:spPr>
          <a:xfrm>
            <a:off x="839290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4B95F917-4420-CA0D-86D0-DE3E4C40B349}"/>
              </a:ext>
            </a:extLst>
          </p:cNvPr>
          <p:cNvSpPr/>
          <p:nvPr/>
        </p:nvSpPr>
        <p:spPr>
          <a:xfrm>
            <a:off x="866995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75677285-FF5B-1329-F95D-54C327E05B2F}"/>
              </a:ext>
            </a:extLst>
          </p:cNvPr>
          <p:cNvSpPr/>
          <p:nvPr/>
        </p:nvSpPr>
        <p:spPr>
          <a:xfrm>
            <a:off x="922407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DF3071BD-A7CE-90EB-187D-A7C633D73F94}"/>
              </a:ext>
            </a:extLst>
          </p:cNvPr>
          <p:cNvSpPr/>
          <p:nvPr/>
        </p:nvSpPr>
        <p:spPr>
          <a:xfrm>
            <a:off x="894701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23F59A24-7ADE-4CDD-EB37-D886B6157FCB}"/>
              </a:ext>
            </a:extLst>
          </p:cNvPr>
          <p:cNvSpPr/>
          <p:nvPr/>
        </p:nvSpPr>
        <p:spPr>
          <a:xfrm>
            <a:off x="955397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0ED23DCA-1C18-B8FB-C749-2F1218DDB5D2}"/>
              </a:ext>
            </a:extLst>
          </p:cNvPr>
          <p:cNvSpPr/>
          <p:nvPr/>
        </p:nvSpPr>
        <p:spPr>
          <a:xfrm>
            <a:off x="983103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E28E8CCF-8C33-6C2E-D8A8-07356D16D2CF}"/>
              </a:ext>
            </a:extLst>
          </p:cNvPr>
          <p:cNvSpPr/>
          <p:nvPr/>
        </p:nvSpPr>
        <p:spPr>
          <a:xfrm>
            <a:off x="728468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93FF5351-9762-74F3-2A8D-C58F3CB15A54}"/>
              </a:ext>
            </a:extLst>
          </p:cNvPr>
          <p:cNvSpPr/>
          <p:nvPr/>
        </p:nvSpPr>
        <p:spPr>
          <a:xfrm>
            <a:off x="756173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B9A5677E-7717-69BB-7F8C-D1CE56DB6906}"/>
              </a:ext>
            </a:extLst>
          </p:cNvPr>
          <p:cNvSpPr/>
          <p:nvPr/>
        </p:nvSpPr>
        <p:spPr>
          <a:xfrm>
            <a:off x="8115846"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D6C3F6B9-77C9-9E14-399D-8BD991572AAD}"/>
              </a:ext>
            </a:extLst>
          </p:cNvPr>
          <p:cNvSpPr/>
          <p:nvPr/>
        </p:nvSpPr>
        <p:spPr>
          <a:xfrm>
            <a:off x="783879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6D3C367D-48B8-0F3A-28D5-0B32AB24D9B5}"/>
              </a:ext>
            </a:extLst>
          </p:cNvPr>
          <p:cNvSpPr/>
          <p:nvPr/>
        </p:nvSpPr>
        <p:spPr>
          <a:xfrm>
            <a:off x="839290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E73EDC3E-C8C5-1CB4-EA75-6130AE8E8BE3}"/>
              </a:ext>
            </a:extLst>
          </p:cNvPr>
          <p:cNvSpPr/>
          <p:nvPr/>
        </p:nvSpPr>
        <p:spPr>
          <a:xfrm>
            <a:off x="866995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8100B8B4-2830-9486-2586-32D06D4B91B2}"/>
              </a:ext>
            </a:extLst>
          </p:cNvPr>
          <p:cNvSpPr/>
          <p:nvPr/>
        </p:nvSpPr>
        <p:spPr>
          <a:xfrm>
            <a:off x="922407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82F33596-F92C-D320-5C39-51AA76BA13D6}"/>
              </a:ext>
            </a:extLst>
          </p:cNvPr>
          <p:cNvSpPr/>
          <p:nvPr/>
        </p:nvSpPr>
        <p:spPr>
          <a:xfrm>
            <a:off x="894701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783F7C9-AC2D-AD84-EF2F-2E05A6AB4846}"/>
              </a:ext>
            </a:extLst>
          </p:cNvPr>
          <p:cNvSpPr/>
          <p:nvPr/>
        </p:nvSpPr>
        <p:spPr>
          <a:xfrm>
            <a:off x="9553973"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E76567C6-6112-E47A-4AD7-7DB115BE1316}"/>
              </a:ext>
            </a:extLst>
          </p:cNvPr>
          <p:cNvSpPr/>
          <p:nvPr/>
        </p:nvSpPr>
        <p:spPr>
          <a:xfrm>
            <a:off x="9831032"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FDCCD2C2-CF07-9B84-5C99-09CA7E6710B6}"/>
              </a:ext>
            </a:extLst>
          </p:cNvPr>
          <p:cNvSpPr/>
          <p:nvPr/>
        </p:nvSpPr>
        <p:spPr>
          <a:xfrm>
            <a:off x="728468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835A192D-A890-F15A-2911-7FA15865546D}"/>
              </a:ext>
            </a:extLst>
          </p:cNvPr>
          <p:cNvSpPr/>
          <p:nvPr/>
        </p:nvSpPr>
        <p:spPr>
          <a:xfrm>
            <a:off x="756173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85BE8077-EEB2-24E7-7B0C-2E0A5BA4F596}"/>
              </a:ext>
            </a:extLst>
          </p:cNvPr>
          <p:cNvSpPr/>
          <p:nvPr/>
        </p:nvSpPr>
        <p:spPr>
          <a:xfrm>
            <a:off x="8115846"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2B15572D-3F30-CA20-D2E8-1BDE79473DD9}"/>
              </a:ext>
            </a:extLst>
          </p:cNvPr>
          <p:cNvSpPr/>
          <p:nvPr/>
        </p:nvSpPr>
        <p:spPr>
          <a:xfrm>
            <a:off x="783879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82C11668-7A95-8536-83E7-770D6DC0B068}"/>
              </a:ext>
            </a:extLst>
          </p:cNvPr>
          <p:cNvSpPr/>
          <p:nvPr/>
        </p:nvSpPr>
        <p:spPr>
          <a:xfrm>
            <a:off x="839290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B0C728F4-B4F8-87E9-F6C6-A34D95951158}"/>
              </a:ext>
            </a:extLst>
          </p:cNvPr>
          <p:cNvSpPr/>
          <p:nvPr/>
        </p:nvSpPr>
        <p:spPr>
          <a:xfrm>
            <a:off x="866995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5A67BAD1-9C59-6A34-1E2F-82E5C1DD248B}"/>
              </a:ext>
            </a:extLst>
          </p:cNvPr>
          <p:cNvSpPr/>
          <p:nvPr/>
        </p:nvSpPr>
        <p:spPr>
          <a:xfrm>
            <a:off x="922407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8EA5453B-D5E5-549D-7F30-4F7D62752D66}"/>
              </a:ext>
            </a:extLst>
          </p:cNvPr>
          <p:cNvSpPr/>
          <p:nvPr/>
        </p:nvSpPr>
        <p:spPr>
          <a:xfrm>
            <a:off x="894701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EF46E54E-1F48-A027-FDD2-B8028409D6B5}"/>
              </a:ext>
            </a:extLst>
          </p:cNvPr>
          <p:cNvSpPr/>
          <p:nvPr/>
        </p:nvSpPr>
        <p:spPr>
          <a:xfrm>
            <a:off x="955397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55AE7998-29F5-C852-4794-70655FCA1799}"/>
              </a:ext>
            </a:extLst>
          </p:cNvPr>
          <p:cNvSpPr/>
          <p:nvPr/>
        </p:nvSpPr>
        <p:spPr>
          <a:xfrm>
            <a:off x="983103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2" name="Straight Connector 361">
            <a:extLst>
              <a:ext uri="{FF2B5EF4-FFF2-40B4-BE49-F238E27FC236}">
                <a16:creationId xmlns:a16="http://schemas.microsoft.com/office/drawing/2014/main" id="{24BD897C-027E-3876-B315-4C069A3F4473}"/>
              </a:ext>
            </a:extLst>
          </p:cNvPr>
          <p:cNvCxnSpPr>
            <a:cxnSpLocks/>
          </p:cNvCxnSpPr>
          <p:nvPr/>
        </p:nvCxnSpPr>
        <p:spPr>
          <a:xfrm>
            <a:off x="2596886" y="7353931"/>
            <a:ext cx="227497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C58416A3-82C5-AEA6-E9AF-6A1FF87C4F1B}"/>
              </a:ext>
            </a:extLst>
          </p:cNvPr>
          <p:cNvCxnSpPr>
            <a:cxnSpLocks/>
          </p:cNvCxnSpPr>
          <p:nvPr/>
        </p:nvCxnSpPr>
        <p:spPr>
          <a:xfrm>
            <a:off x="4873804" y="7353931"/>
            <a:ext cx="634966"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4" name="TextBox 363">
            <a:extLst>
              <a:ext uri="{FF2B5EF4-FFF2-40B4-BE49-F238E27FC236}">
                <a16:creationId xmlns:a16="http://schemas.microsoft.com/office/drawing/2014/main" id="{1C5EA6AE-4B07-741C-3517-E7D792AD0142}"/>
              </a:ext>
            </a:extLst>
          </p:cNvPr>
          <p:cNvSpPr txBox="1"/>
          <p:nvPr/>
        </p:nvSpPr>
        <p:spPr>
          <a:xfrm flipH="1">
            <a:off x="7958010" y="6772971"/>
            <a:ext cx="1557276" cy="646331"/>
          </a:xfrm>
          <a:prstGeom prst="rect">
            <a:avLst/>
          </a:prstGeom>
          <a:noFill/>
        </p:spPr>
        <p:txBody>
          <a:bodyPr wrap="square">
            <a:spAutoFit/>
          </a:bodyPr>
          <a:lstStyle/>
          <a:p>
            <a:pPr algn="ctr"/>
            <a:r>
              <a:rPr lang="en-US" altLang="zh-CN" dirty="0"/>
              <a:t>Data  </a:t>
            </a:r>
          </a:p>
          <a:p>
            <a:pPr algn="ctr"/>
            <a:r>
              <a:rPr lang="en-US" altLang="zh-CN" dirty="0"/>
              <a:t>40-bit</a:t>
            </a:r>
            <a:endParaRPr lang="en-US" dirty="0"/>
          </a:p>
        </p:txBody>
      </p:sp>
      <p:cxnSp>
        <p:nvCxnSpPr>
          <p:cNvPr id="365" name="Straight Connector 364">
            <a:extLst>
              <a:ext uri="{FF2B5EF4-FFF2-40B4-BE49-F238E27FC236}">
                <a16:creationId xmlns:a16="http://schemas.microsoft.com/office/drawing/2014/main" id="{F3E1AD1F-349F-576C-5057-3A1292B69FCB}"/>
              </a:ext>
            </a:extLst>
          </p:cNvPr>
          <p:cNvCxnSpPr>
            <a:cxnSpLocks/>
          </p:cNvCxnSpPr>
          <p:nvPr/>
        </p:nvCxnSpPr>
        <p:spPr>
          <a:xfrm>
            <a:off x="7240315" y="7353932"/>
            <a:ext cx="289302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7" name="TextBox 366">
            <a:extLst>
              <a:ext uri="{FF2B5EF4-FFF2-40B4-BE49-F238E27FC236}">
                <a16:creationId xmlns:a16="http://schemas.microsoft.com/office/drawing/2014/main" id="{C02E7698-1A16-8B1E-3789-92154BB1EC69}"/>
              </a:ext>
            </a:extLst>
          </p:cNvPr>
          <p:cNvSpPr txBox="1"/>
          <p:nvPr/>
        </p:nvSpPr>
        <p:spPr>
          <a:xfrm>
            <a:off x="1664985" y="3305100"/>
            <a:ext cx="740783" cy="306444"/>
          </a:xfrm>
          <a:prstGeom prst="rect">
            <a:avLst/>
          </a:prstGeom>
          <a:noFill/>
        </p:spPr>
        <p:txBody>
          <a:bodyPr wrap="none">
            <a:noAutofit/>
          </a:bodyPr>
          <a:lstStyle/>
          <a:p>
            <a:r>
              <a:rPr lang="en-US" altLang="zh-CN" b="1" i="1" dirty="0">
                <a:latin typeface="+mj-lt"/>
              </a:rPr>
              <a:t>0x0000</a:t>
            </a:r>
            <a:endParaRPr lang="en-US" b="1" i="1" dirty="0">
              <a:latin typeface="+mj-lt"/>
            </a:endParaRPr>
          </a:p>
        </p:txBody>
      </p:sp>
      <p:sp>
        <p:nvSpPr>
          <p:cNvPr id="368" name="TextBox 367">
            <a:extLst>
              <a:ext uri="{FF2B5EF4-FFF2-40B4-BE49-F238E27FC236}">
                <a16:creationId xmlns:a16="http://schemas.microsoft.com/office/drawing/2014/main" id="{33482964-7EDF-D4E1-93CC-A280877C2BB9}"/>
              </a:ext>
            </a:extLst>
          </p:cNvPr>
          <p:cNvSpPr txBox="1"/>
          <p:nvPr/>
        </p:nvSpPr>
        <p:spPr>
          <a:xfrm>
            <a:off x="1664985" y="3623332"/>
            <a:ext cx="740783" cy="306444"/>
          </a:xfrm>
          <a:prstGeom prst="rect">
            <a:avLst/>
          </a:prstGeom>
          <a:noFill/>
        </p:spPr>
        <p:txBody>
          <a:bodyPr wrap="none">
            <a:noAutofit/>
          </a:bodyPr>
          <a:lstStyle/>
          <a:p>
            <a:r>
              <a:rPr lang="en-US" altLang="zh-CN" b="1" i="1" dirty="0">
                <a:latin typeface="+mj-lt"/>
              </a:rPr>
              <a:t>0x0040</a:t>
            </a:r>
            <a:endParaRPr lang="en-US" b="1" i="1" dirty="0">
              <a:latin typeface="+mj-lt"/>
            </a:endParaRPr>
          </a:p>
        </p:txBody>
      </p:sp>
      <p:sp>
        <p:nvSpPr>
          <p:cNvPr id="369" name="TextBox 368">
            <a:extLst>
              <a:ext uri="{FF2B5EF4-FFF2-40B4-BE49-F238E27FC236}">
                <a16:creationId xmlns:a16="http://schemas.microsoft.com/office/drawing/2014/main" id="{B0EF8130-283C-1F95-32EC-676DAB405A43}"/>
              </a:ext>
            </a:extLst>
          </p:cNvPr>
          <p:cNvSpPr txBox="1"/>
          <p:nvPr/>
        </p:nvSpPr>
        <p:spPr>
          <a:xfrm>
            <a:off x="1664985" y="3941564"/>
            <a:ext cx="740783" cy="306444"/>
          </a:xfrm>
          <a:prstGeom prst="rect">
            <a:avLst/>
          </a:prstGeom>
          <a:noFill/>
        </p:spPr>
        <p:txBody>
          <a:bodyPr wrap="none">
            <a:noAutofit/>
          </a:bodyPr>
          <a:lstStyle/>
          <a:p>
            <a:r>
              <a:rPr lang="en-US" altLang="zh-CN" b="1" i="1">
                <a:latin typeface="+mj-lt"/>
              </a:rPr>
              <a:t>0x0080</a:t>
            </a:r>
            <a:endParaRPr lang="en-US" b="1" i="1">
              <a:latin typeface="+mj-lt"/>
            </a:endParaRPr>
          </a:p>
        </p:txBody>
      </p:sp>
      <p:sp>
        <p:nvSpPr>
          <p:cNvPr id="370" name="TextBox 369">
            <a:extLst>
              <a:ext uri="{FF2B5EF4-FFF2-40B4-BE49-F238E27FC236}">
                <a16:creationId xmlns:a16="http://schemas.microsoft.com/office/drawing/2014/main" id="{32F7E120-2BA2-16D6-3A4D-AA2648534B73}"/>
              </a:ext>
            </a:extLst>
          </p:cNvPr>
          <p:cNvSpPr txBox="1"/>
          <p:nvPr/>
        </p:nvSpPr>
        <p:spPr>
          <a:xfrm>
            <a:off x="1664985" y="4259797"/>
            <a:ext cx="740783" cy="306444"/>
          </a:xfrm>
          <a:prstGeom prst="rect">
            <a:avLst/>
          </a:prstGeom>
          <a:noFill/>
        </p:spPr>
        <p:txBody>
          <a:bodyPr wrap="none">
            <a:noAutofit/>
          </a:bodyPr>
          <a:lstStyle/>
          <a:p>
            <a:r>
              <a:rPr lang="en-US" altLang="zh-CN" b="1" i="1">
                <a:latin typeface="+mj-lt"/>
              </a:rPr>
              <a:t>0x00C0</a:t>
            </a:r>
            <a:endParaRPr lang="en-US" b="1" i="1">
              <a:latin typeface="+mj-lt"/>
            </a:endParaRPr>
          </a:p>
        </p:txBody>
      </p:sp>
      <p:sp>
        <p:nvSpPr>
          <p:cNvPr id="371" name="TextBox 370">
            <a:extLst>
              <a:ext uri="{FF2B5EF4-FFF2-40B4-BE49-F238E27FC236}">
                <a16:creationId xmlns:a16="http://schemas.microsoft.com/office/drawing/2014/main" id="{4EF7CDD2-BACD-4E54-0265-3DA5B30B07F7}"/>
              </a:ext>
            </a:extLst>
          </p:cNvPr>
          <p:cNvSpPr txBox="1"/>
          <p:nvPr/>
        </p:nvSpPr>
        <p:spPr>
          <a:xfrm>
            <a:off x="1664985" y="4578029"/>
            <a:ext cx="740783" cy="306444"/>
          </a:xfrm>
          <a:prstGeom prst="rect">
            <a:avLst/>
          </a:prstGeom>
          <a:noFill/>
        </p:spPr>
        <p:txBody>
          <a:bodyPr wrap="none">
            <a:noAutofit/>
          </a:bodyPr>
          <a:lstStyle/>
          <a:p>
            <a:r>
              <a:rPr lang="en-US" altLang="zh-CN" b="1" i="1" dirty="0">
                <a:latin typeface="+mj-lt"/>
              </a:rPr>
              <a:t>0x0100</a:t>
            </a:r>
            <a:endParaRPr lang="en-US" b="1" i="1" dirty="0">
              <a:latin typeface="+mj-lt"/>
            </a:endParaRPr>
          </a:p>
        </p:txBody>
      </p:sp>
      <p:sp>
        <p:nvSpPr>
          <p:cNvPr id="372" name="TextBox 371">
            <a:extLst>
              <a:ext uri="{FF2B5EF4-FFF2-40B4-BE49-F238E27FC236}">
                <a16:creationId xmlns:a16="http://schemas.microsoft.com/office/drawing/2014/main" id="{A817F6C5-F8C1-045E-5580-CC65967581CF}"/>
              </a:ext>
            </a:extLst>
          </p:cNvPr>
          <p:cNvSpPr txBox="1"/>
          <p:nvPr/>
        </p:nvSpPr>
        <p:spPr>
          <a:xfrm>
            <a:off x="1664985" y="4896261"/>
            <a:ext cx="740783" cy="306444"/>
          </a:xfrm>
          <a:prstGeom prst="rect">
            <a:avLst/>
          </a:prstGeom>
          <a:noFill/>
        </p:spPr>
        <p:txBody>
          <a:bodyPr wrap="none">
            <a:noAutofit/>
          </a:bodyPr>
          <a:lstStyle/>
          <a:p>
            <a:r>
              <a:rPr lang="en-US" altLang="zh-CN" b="1" i="1" dirty="0">
                <a:latin typeface="+mj-lt"/>
              </a:rPr>
              <a:t>0x0140</a:t>
            </a:r>
            <a:endParaRPr lang="en-US" b="1" i="1" dirty="0">
              <a:latin typeface="+mj-lt"/>
            </a:endParaRPr>
          </a:p>
        </p:txBody>
      </p:sp>
      <p:sp>
        <p:nvSpPr>
          <p:cNvPr id="373" name="TextBox 372">
            <a:extLst>
              <a:ext uri="{FF2B5EF4-FFF2-40B4-BE49-F238E27FC236}">
                <a16:creationId xmlns:a16="http://schemas.microsoft.com/office/drawing/2014/main" id="{4EEDAD41-89BA-B1C9-562A-D3C77904A253}"/>
              </a:ext>
            </a:extLst>
          </p:cNvPr>
          <p:cNvSpPr txBox="1"/>
          <p:nvPr/>
        </p:nvSpPr>
        <p:spPr>
          <a:xfrm rot="5400000">
            <a:off x="1950566" y="6022540"/>
            <a:ext cx="519504" cy="306444"/>
          </a:xfrm>
          <a:prstGeom prst="rect">
            <a:avLst/>
          </a:prstGeom>
          <a:noFill/>
        </p:spPr>
        <p:txBody>
          <a:bodyPr wrap="none">
            <a:noAutofit/>
          </a:bodyPr>
          <a:lstStyle/>
          <a:p>
            <a:pPr algn="ctr"/>
            <a:r>
              <a:rPr lang="en-US" altLang="zh-CN" b="1" dirty="0">
                <a:latin typeface="+mj-lt"/>
              </a:rPr>
              <a:t>… … </a:t>
            </a:r>
            <a:endParaRPr lang="en-US" b="1" dirty="0">
              <a:latin typeface="+mj-lt"/>
            </a:endParaRPr>
          </a:p>
        </p:txBody>
      </p:sp>
      <p:sp>
        <p:nvSpPr>
          <p:cNvPr id="374" name="TextBox 373">
            <a:extLst>
              <a:ext uri="{FF2B5EF4-FFF2-40B4-BE49-F238E27FC236}">
                <a16:creationId xmlns:a16="http://schemas.microsoft.com/office/drawing/2014/main" id="{4109D698-7D26-D108-3C61-51B1CF5D820F}"/>
              </a:ext>
            </a:extLst>
          </p:cNvPr>
          <p:cNvSpPr txBox="1"/>
          <p:nvPr/>
        </p:nvSpPr>
        <p:spPr>
          <a:xfrm>
            <a:off x="1664985" y="5214493"/>
            <a:ext cx="740783" cy="306444"/>
          </a:xfrm>
          <a:prstGeom prst="rect">
            <a:avLst/>
          </a:prstGeom>
          <a:noFill/>
        </p:spPr>
        <p:txBody>
          <a:bodyPr wrap="none">
            <a:noAutofit/>
          </a:bodyPr>
          <a:lstStyle/>
          <a:p>
            <a:r>
              <a:rPr lang="en-US" altLang="zh-CN" b="1" i="1" dirty="0">
                <a:latin typeface="+mj-lt"/>
              </a:rPr>
              <a:t>0x0180</a:t>
            </a:r>
            <a:endParaRPr lang="en-US" b="1" i="1" dirty="0">
              <a:latin typeface="+mj-lt"/>
            </a:endParaRPr>
          </a:p>
        </p:txBody>
      </p:sp>
      <p:sp>
        <p:nvSpPr>
          <p:cNvPr id="375" name="TextBox 374">
            <a:extLst>
              <a:ext uri="{FF2B5EF4-FFF2-40B4-BE49-F238E27FC236}">
                <a16:creationId xmlns:a16="http://schemas.microsoft.com/office/drawing/2014/main" id="{2A86B3F1-340C-02AF-E0AF-FB99D5A7520F}"/>
              </a:ext>
            </a:extLst>
          </p:cNvPr>
          <p:cNvSpPr txBox="1"/>
          <p:nvPr/>
        </p:nvSpPr>
        <p:spPr>
          <a:xfrm>
            <a:off x="1664985" y="5532725"/>
            <a:ext cx="740783" cy="306444"/>
          </a:xfrm>
          <a:prstGeom prst="rect">
            <a:avLst/>
          </a:prstGeom>
          <a:noFill/>
        </p:spPr>
        <p:txBody>
          <a:bodyPr wrap="none">
            <a:noAutofit/>
          </a:bodyPr>
          <a:lstStyle/>
          <a:p>
            <a:r>
              <a:rPr lang="en-US" altLang="zh-CN" b="1" i="1">
                <a:latin typeface="+mj-lt"/>
              </a:rPr>
              <a:t>0x01C0</a:t>
            </a:r>
            <a:endParaRPr lang="en-US" b="1" i="1">
              <a:latin typeface="+mj-lt"/>
            </a:endParaRPr>
          </a:p>
        </p:txBody>
      </p:sp>
      <p:sp>
        <p:nvSpPr>
          <p:cNvPr id="384" name="TextBox 383">
            <a:extLst>
              <a:ext uri="{FF2B5EF4-FFF2-40B4-BE49-F238E27FC236}">
                <a16:creationId xmlns:a16="http://schemas.microsoft.com/office/drawing/2014/main" id="{DEFF814C-2779-FF17-ED90-2CFF4D1793F7}"/>
              </a:ext>
            </a:extLst>
          </p:cNvPr>
          <p:cNvSpPr txBox="1"/>
          <p:nvPr/>
        </p:nvSpPr>
        <p:spPr>
          <a:xfrm>
            <a:off x="6308841" y="3300104"/>
            <a:ext cx="744039" cy="306444"/>
          </a:xfrm>
          <a:prstGeom prst="rect">
            <a:avLst/>
          </a:prstGeom>
          <a:noFill/>
        </p:spPr>
        <p:txBody>
          <a:bodyPr wrap="none">
            <a:noAutofit/>
          </a:bodyPr>
          <a:lstStyle/>
          <a:p>
            <a:r>
              <a:rPr lang="en-US" altLang="zh-CN" b="1" i="1">
                <a:latin typeface="+mj-lt"/>
              </a:rPr>
              <a:t>0x0000</a:t>
            </a:r>
            <a:endParaRPr lang="en-US" b="1" i="1">
              <a:latin typeface="+mj-lt"/>
            </a:endParaRPr>
          </a:p>
        </p:txBody>
      </p:sp>
      <p:sp>
        <p:nvSpPr>
          <p:cNvPr id="385" name="TextBox 384">
            <a:extLst>
              <a:ext uri="{FF2B5EF4-FFF2-40B4-BE49-F238E27FC236}">
                <a16:creationId xmlns:a16="http://schemas.microsoft.com/office/drawing/2014/main" id="{87D77B7D-4B42-2E47-7C31-DBBD4147EEEB}"/>
              </a:ext>
            </a:extLst>
          </p:cNvPr>
          <p:cNvSpPr txBox="1"/>
          <p:nvPr/>
        </p:nvSpPr>
        <p:spPr>
          <a:xfrm>
            <a:off x="6308841" y="3618336"/>
            <a:ext cx="744039" cy="306444"/>
          </a:xfrm>
          <a:prstGeom prst="rect">
            <a:avLst/>
          </a:prstGeom>
          <a:noFill/>
        </p:spPr>
        <p:txBody>
          <a:bodyPr wrap="none">
            <a:noAutofit/>
          </a:bodyPr>
          <a:lstStyle/>
          <a:p>
            <a:r>
              <a:rPr lang="en-US" altLang="zh-CN" b="1" i="1">
                <a:latin typeface="+mj-lt"/>
              </a:rPr>
              <a:t>0x0050</a:t>
            </a:r>
            <a:endParaRPr lang="en-US" b="1" i="1">
              <a:latin typeface="+mj-lt"/>
            </a:endParaRPr>
          </a:p>
        </p:txBody>
      </p:sp>
      <p:sp>
        <p:nvSpPr>
          <p:cNvPr id="386" name="TextBox 385">
            <a:extLst>
              <a:ext uri="{FF2B5EF4-FFF2-40B4-BE49-F238E27FC236}">
                <a16:creationId xmlns:a16="http://schemas.microsoft.com/office/drawing/2014/main" id="{51584E89-7675-48A8-30DE-CB00BB85E8BB}"/>
              </a:ext>
            </a:extLst>
          </p:cNvPr>
          <p:cNvSpPr txBox="1"/>
          <p:nvPr/>
        </p:nvSpPr>
        <p:spPr>
          <a:xfrm>
            <a:off x="6308841" y="3936568"/>
            <a:ext cx="744039" cy="306444"/>
          </a:xfrm>
          <a:prstGeom prst="rect">
            <a:avLst/>
          </a:prstGeom>
          <a:noFill/>
        </p:spPr>
        <p:txBody>
          <a:bodyPr wrap="none">
            <a:noAutofit/>
          </a:bodyPr>
          <a:lstStyle/>
          <a:p>
            <a:r>
              <a:rPr lang="en-US" altLang="zh-CN" b="1" i="1">
                <a:latin typeface="+mj-lt"/>
              </a:rPr>
              <a:t>0x00a0</a:t>
            </a:r>
            <a:endParaRPr lang="en-US" b="1" i="1">
              <a:latin typeface="+mj-lt"/>
            </a:endParaRPr>
          </a:p>
        </p:txBody>
      </p:sp>
      <p:sp>
        <p:nvSpPr>
          <p:cNvPr id="387" name="TextBox 386">
            <a:extLst>
              <a:ext uri="{FF2B5EF4-FFF2-40B4-BE49-F238E27FC236}">
                <a16:creationId xmlns:a16="http://schemas.microsoft.com/office/drawing/2014/main" id="{46B90EEA-B08D-8961-6722-5AA08D29868D}"/>
              </a:ext>
            </a:extLst>
          </p:cNvPr>
          <p:cNvSpPr txBox="1"/>
          <p:nvPr/>
        </p:nvSpPr>
        <p:spPr>
          <a:xfrm>
            <a:off x="6308841" y="4254800"/>
            <a:ext cx="744039" cy="306444"/>
          </a:xfrm>
          <a:prstGeom prst="rect">
            <a:avLst/>
          </a:prstGeom>
          <a:noFill/>
        </p:spPr>
        <p:txBody>
          <a:bodyPr wrap="none">
            <a:noAutofit/>
          </a:bodyPr>
          <a:lstStyle/>
          <a:p>
            <a:r>
              <a:rPr lang="en-US" altLang="zh-CN" b="1" i="1">
                <a:latin typeface="+mj-lt"/>
              </a:rPr>
              <a:t>0x00f0</a:t>
            </a:r>
            <a:endParaRPr lang="en-US" b="1" i="1">
              <a:latin typeface="+mj-lt"/>
            </a:endParaRPr>
          </a:p>
        </p:txBody>
      </p:sp>
      <p:sp>
        <p:nvSpPr>
          <p:cNvPr id="388" name="TextBox 387">
            <a:extLst>
              <a:ext uri="{FF2B5EF4-FFF2-40B4-BE49-F238E27FC236}">
                <a16:creationId xmlns:a16="http://schemas.microsoft.com/office/drawing/2014/main" id="{FD66DBE7-0818-0249-57E7-E71348A3DD01}"/>
              </a:ext>
            </a:extLst>
          </p:cNvPr>
          <p:cNvSpPr txBox="1"/>
          <p:nvPr/>
        </p:nvSpPr>
        <p:spPr>
          <a:xfrm>
            <a:off x="6308841" y="4573033"/>
            <a:ext cx="744039" cy="306444"/>
          </a:xfrm>
          <a:prstGeom prst="rect">
            <a:avLst/>
          </a:prstGeom>
          <a:noFill/>
        </p:spPr>
        <p:txBody>
          <a:bodyPr wrap="none">
            <a:noAutofit/>
          </a:bodyPr>
          <a:lstStyle/>
          <a:p>
            <a:r>
              <a:rPr lang="en-US" altLang="zh-CN" b="1" i="1">
                <a:latin typeface="+mj-lt"/>
              </a:rPr>
              <a:t>0x0140</a:t>
            </a:r>
            <a:endParaRPr lang="en-US" b="1" i="1">
              <a:latin typeface="+mj-lt"/>
            </a:endParaRPr>
          </a:p>
        </p:txBody>
      </p:sp>
      <p:sp>
        <p:nvSpPr>
          <p:cNvPr id="389" name="TextBox 388">
            <a:extLst>
              <a:ext uri="{FF2B5EF4-FFF2-40B4-BE49-F238E27FC236}">
                <a16:creationId xmlns:a16="http://schemas.microsoft.com/office/drawing/2014/main" id="{C2417050-1972-07F0-2B9F-A90B1D6C31B1}"/>
              </a:ext>
            </a:extLst>
          </p:cNvPr>
          <p:cNvSpPr txBox="1"/>
          <p:nvPr/>
        </p:nvSpPr>
        <p:spPr>
          <a:xfrm>
            <a:off x="6308841" y="4891265"/>
            <a:ext cx="744039" cy="306444"/>
          </a:xfrm>
          <a:prstGeom prst="rect">
            <a:avLst/>
          </a:prstGeom>
          <a:noFill/>
        </p:spPr>
        <p:txBody>
          <a:bodyPr wrap="none">
            <a:noAutofit/>
          </a:bodyPr>
          <a:lstStyle/>
          <a:p>
            <a:r>
              <a:rPr lang="en-US" altLang="zh-CN" b="1" i="1" dirty="0">
                <a:latin typeface="+mj-lt"/>
              </a:rPr>
              <a:t>0x0190</a:t>
            </a:r>
            <a:endParaRPr lang="en-US" b="1" i="1" dirty="0">
              <a:latin typeface="+mj-lt"/>
            </a:endParaRPr>
          </a:p>
        </p:txBody>
      </p:sp>
      <p:sp>
        <p:nvSpPr>
          <p:cNvPr id="390" name="TextBox 389">
            <a:extLst>
              <a:ext uri="{FF2B5EF4-FFF2-40B4-BE49-F238E27FC236}">
                <a16:creationId xmlns:a16="http://schemas.microsoft.com/office/drawing/2014/main" id="{58483BDC-A319-5EB5-4C3B-D932DE856711}"/>
              </a:ext>
            </a:extLst>
          </p:cNvPr>
          <p:cNvSpPr txBox="1"/>
          <p:nvPr/>
        </p:nvSpPr>
        <p:spPr>
          <a:xfrm>
            <a:off x="6308841" y="5209497"/>
            <a:ext cx="744039" cy="306444"/>
          </a:xfrm>
          <a:prstGeom prst="rect">
            <a:avLst/>
          </a:prstGeom>
          <a:noFill/>
        </p:spPr>
        <p:txBody>
          <a:bodyPr wrap="none">
            <a:noAutofit/>
          </a:bodyPr>
          <a:lstStyle/>
          <a:p>
            <a:r>
              <a:rPr lang="en-US" altLang="zh-CN" b="1" i="1" dirty="0">
                <a:latin typeface="+mj-lt"/>
              </a:rPr>
              <a:t>0x01E0</a:t>
            </a:r>
            <a:endParaRPr lang="en-US" b="1" i="1" dirty="0">
              <a:latin typeface="+mj-lt"/>
            </a:endParaRPr>
          </a:p>
        </p:txBody>
      </p:sp>
      <p:sp>
        <p:nvSpPr>
          <p:cNvPr id="391" name="TextBox 390">
            <a:extLst>
              <a:ext uri="{FF2B5EF4-FFF2-40B4-BE49-F238E27FC236}">
                <a16:creationId xmlns:a16="http://schemas.microsoft.com/office/drawing/2014/main" id="{346702DD-5A57-DE49-7003-4BFE627D38A3}"/>
              </a:ext>
            </a:extLst>
          </p:cNvPr>
          <p:cNvSpPr txBox="1"/>
          <p:nvPr/>
        </p:nvSpPr>
        <p:spPr>
          <a:xfrm>
            <a:off x="6308841" y="5527729"/>
            <a:ext cx="744039" cy="306444"/>
          </a:xfrm>
          <a:prstGeom prst="rect">
            <a:avLst/>
          </a:prstGeom>
          <a:noFill/>
        </p:spPr>
        <p:txBody>
          <a:bodyPr wrap="none">
            <a:noAutofit/>
          </a:bodyPr>
          <a:lstStyle/>
          <a:p>
            <a:r>
              <a:rPr lang="en-US" altLang="zh-CN" b="1" i="1" dirty="0">
                <a:latin typeface="+mj-lt"/>
              </a:rPr>
              <a:t>0x0230</a:t>
            </a:r>
            <a:endParaRPr lang="en-US" b="1" i="1" dirty="0">
              <a:latin typeface="+mj-lt"/>
            </a:endParaRPr>
          </a:p>
        </p:txBody>
      </p:sp>
      <p:sp>
        <p:nvSpPr>
          <p:cNvPr id="392" name="TextBox 391">
            <a:extLst>
              <a:ext uri="{FF2B5EF4-FFF2-40B4-BE49-F238E27FC236}">
                <a16:creationId xmlns:a16="http://schemas.microsoft.com/office/drawing/2014/main" id="{B8BBF940-D1CE-D49F-A0C0-95A490A749E6}"/>
              </a:ext>
            </a:extLst>
          </p:cNvPr>
          <p:cNvSpPr txBox="1"/>
          <p:nvPr/>
        </p:nvSpPr>
        <p:spPr>
          <a:xfrm>
            <a:off x="1676998"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393" name="TextBox 392">
            <a:extLst>
              <a:ext uri="{FF2B5EF4-FFF2-40B4-BE49-F238E27FC236}">
                <a16:creationId xmlns:a16="http://schemas.microsoft.com/office/drawing/2014/main" id="{8749E3BF-4F9B-93CA-A743-95ECDCFD9549}"/>
              </a:ext>
            </a:extLst>
          </p:cNvPr>
          <p:cNvSpPr txBox="1"/>
          <p:nvPr/>
        </p:nvSpPr>
        <p:spPr>
          <a:xfrm flipH="1">
            <a:off x="3313114" y="2818212"/>
            <a:ext cx="1557276" cy="400110"/>
          </a:xfrm>
          <a:prstGeom prst="rect">
            <a:avLst/>
          </a:prstGeom>
          <a:noFill/>
        </p:spPr>
        <p:txBody>
          <a:bodyPr wrap="square">
            <a:spAutoFit/>
          </a:bodyPr>
          <a:lstStyle/>
          <a:p>
            <a:pPr algn="ctr"/>
            <a:r>
              <a:rPr lang="en-US" altLang="zh-CN" sz="2000" b="1" dirty="0"/>
              <a:t>Baseline</a:t>
            </a:r>
            <a:endParaRPr lang="en-US" sz="2000" b="1" dirty="0"/>
          </a:p>
        </p:txBody>
      </p:sp>
      <p:sp>
        <p:nvSpPr>
          <p:cNvPr id="394" name="TextBox 393">
            <a:extLst>
              <a:ext uri="{FF2B5EF4-FFF2-40B4-BE49-F238E27FC236}">
                <a16:creationId xmlns:a16="http://schemas.microsoft.com/office/drawing/2014/main" id="{C6CDB9EF-A0A1-3ED8-574B-9C7762972F1E}"/>
              </a:ext>
            </a:extLst>
          </p:cNvPr>
          <p:cNvSpPr txBox="1"/>
          <p:nvPr/>
        </p:nvSpPr>
        <p:spPr>
          <a:xfrm flipH="1">
            <a:off x="7978258" y="2832416"/>
            <a:ext cx="1557276" cy="400110"/>
          </a:xfrm>
          <a:prstGeom prst="rect">
            <a:avLst/>
          </a:prstGeom>
          <a:noFill/>
        </p:spPr>
        <p:txBody>
          <a:bodyPr wrap="square">
            <a:spAutoFit/>
          </a:bodyPr>
          <a:lstStyle/>
          <a:p>
            <a:pPr algn="ctr"/>
            <a:r>
              <a:rPr lang="en-US" sz="2000" b="1" dirty="0"/>
              <a:t>ASPA</a:t>
            </a:r>
          </a:p>
        </p:txBody>
      </p:sp>
      <p:sp>
        <p:nvSpPr>
          <p:cNvPr id="395" name="TextBox 394">
            <a:extLst>
              <a:ext uri="{FF2B5EF4-FFF2-40B4-BE49-F238E27FC236}">
                <a16:creationId xmlns:a16="http://schemas.microsoft.com/office/drawing/2014/main" id="{F9AC3DF3-453A-5119-FC09-FD469A43AB0C}"/>
              </a:ext>
            </a:extLst>
          </p:cNvPr>
          <p:cNvSpPr txBox="1"/>
          <p:nvPr/>
        </p:nvSpPr>
        <p:spPr>
          <a:xfrm>
            <a:off x="10643768" y="6606408"/>
            <a:ext cx="1122782" cy="398329"/>
          </a:xfrm>
          <a:prstGeom prst="rect">
            <a:avLst/>
          </a:prstGeom>
          <a:noFill/>
        </p:spPr>
        <p:txBody>
          <a:bodyPr wrap="none">
            <a:noAutofit/>
          </a:bodyPr>
          <a:lstStyle/>
          <a:p>
            <a:pPr algn="ctr"/>
            <a:r>
              <a:rPr lang="en-US" altLang="zh-CN" b="1" dirty="0">
                <a:solidFill>
                  <a:srgbClr val="3E4960"/>
                </a:solidFill>
              </a:rPr>
              <a:t>Tier-2 Parity</a:t>
            </a:r>
            <a:endParaRPr lang="en-US" b="1" dirty="0">
              <a:solidFill>
                <a:srgbClr val="3E4960"/>
              </a:solidFill>
            </a:endParaRPr>
          </a:p>
        </p:txBody>
      </p:sp>
      <p:cxnSp>
        <p:nvCxnSpPr>
          <p:cNvPr id="396" name="Straight Arrow Connector 395">
            <a:extLst>
              <a:ext uri="{FF2B5EF4-FFF2-40B4-BE49-F238E27FC236}">
                <a16:creationId xmlns:a16="http://schemas.microsoft.com/office/drawing/2014/main" id="{F95D7109-E4BF-3280-8D98-FB18A21B012C}"/>
              </a:ext>
            </a:extLst>
          </p:cNvPr>
          <p:cNvCxnSpPr>
            <a:cxnSpLocks/>
            <a:stCxn id="351" idx="3"/>
          </p:cNvCxnSpPr>
          <p:nvPr/>
        </p:nvCxnSpPr>
        <p:spPr>
          <a:xfrm>
            <a:off x="10084084" y="6342297"/>
            <a:ext cx="497165" cy="420627"/>
          </a:xfrm>
          <a:prstGeom prst="straightConnector1">
            <a:avLst/>
          </a:prstGeom>
          <a:ln w="28575">
            <a:solidFill>
              <a:srgbClr val="4A5772"/>
            </a:solidFill>
            <a:tailEnd type="triangle"/>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8A739FCC-C3ED-0829-A055-788526E8E444}"/>
              </a:ext>
            </a:extLst>
          </p:cNvPr>
          <p:cNvSpPr txBox="1"/>
          <p:nvPr/>
        </p:nvSpPr>
        <p:spPr>
          <a:xfrm>
            <a:off x="6306519" y="2735714"/>
            <a:ext cx="1096775" cy="369332"/>
          </a:xfrm>
          <a:prstGeom prst="rect">
            <a:avLst/>
          </a:prstGeom>
          <a:noFill/>
        </p:spPr>
        <p:txBody>
          <a:bodyPr wrap="none" rtlCol="0">
            <a:spAutoFit/>
          </a:bodyPr>
          <a:lstStyle/>
          <a:p>
            <a:r>
              <a:rPr lang="en-US" dirty="0" err="1"/>
              <a:t>Cacheline</a:t>
            </a:r>
            <a:endParaRPr lang="en-US" dirty="0"/>
          </a:p>
        </p:txBody>
      </p:sp>
      <p:sp>
        <p:nvSpPr>
          <p:cNvPr id="398" name="TextBox 397">
            <a:extLst>
              <a:ext uri="{FF2B5EF4-FFF2-40B4-BE49-F238E27FC236}">
                <a16:creationId xmlns:a16="http://schemas.microsoft.com/office/drawing/2014/main" id="{15B29116-DE7F-6AD2-AACC-92D9862629D5}"/>
              </a:ext>
            </a:extLst>
          </p:cNvPr>
          <p:cNvSpPr txBox="1"/>
          <p:nvPr/>
        </p:nvSpPr>
        <p:spPr>
          <a:xfrm>
            <a:off x="1686534" y="2760162"/>
            <a:ext cx="1096775" cy="369332"/>
          </a:xfrm>
          <a:prstGeom prst="rect">
            <a:avLst/>
          </a:prstGeom>
          <a:noFill/>
        </p:spPr>
        <p:txBody>
          <a:bodyPr wrap="none" rtlCol="0">
            <a:spAutoFit/>
          </a:bodyPr>
          <a:lstStyle/>
          <a:p>
            <a:r>
              <a:rPr lang="en-US" dirty="0" err="1"/>
              <a:t>Cacheline</a:t>
            </a:r>
            <a:endParaRPr lang="en-US" dirty="0"/>
          </a:p>
        </p:txBody>
      </p:sp>
      <p:sp>
        <p:nvSpPr>
          <p:cNvPr id="399" name="TextBox 398">
            <a:extLst>
              <a:ext uri="{FF2B5EF4-FFF2-40B4-BE49-F238E27FC236}">
                <a16:creationId xmlns:a16="http://schemas.microsoft.com/office/drawing/2014/main" id="{ABBF596A-F0C6-E9EF-FA87-65048BEBB930}"/>
              </a:ext>
            </a:extLst>
          </p:cNvPr>
          <p:cNvSpPr txBox="1"/>
          <p:nvPr/>
        </p:nvSpPr>
        <p:spPr>
          <a:xfrm>
            <a:off x="6319634"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402" name="TextBox 401">
            <a:extLst>
              <a:ext uri="{FF2B5EF4-FFF2-40B4-BE49-F238E27FC236}">
                <a16:creationId xmlns:a16="http://schemas.microsoft.com/office/drawing/2014/main" id="{861CA560-2D7E-A03E-3242-9F3624486BBF}"/>
              </a:ext>
            </a:extLst>
          </p:cNvPr>
          <p:cNvSpPr txBox="1"/>
          <p:nvPr/>
        </p:nvSpPr>
        <p:spPr>
          <a:xfrm>
            <a:off x="3050063" y="9331492"/>
            <a:ext cx="1549591" cy="369332"/>
          </a:xfrm>
          <a:prstGeom prst="rect">
            <a:avLst/>
          </a:prstGeom>
          <a:noFill/>
        </p:spPr>
        <p:txBody>
          <a:bodyPr wrap="none" rtlCol="0">
            <a:spAutoFit/>
          </a:bodyPr>
          <a:lstStyle/>
          <a:p>
            <a:r>
              <a:rPr lang="en-US" dirty="0"/>
              <a:t>Regular access</a:t>
            </a:r>
          </a:p>
        </p:txBody>
      </p:sp>
      <p:sp>
        <p:nvSpPr>
          <p:cNvPr id="403" name="TextBox 402">
            <a:extLst>
              <a:ext uri="{FF2B5EF4-FFF2-40B4-BE49-F238E27FC236}">
                <a16:creationId xmlns:a16="http://schemas.microsoft.com/office/drawing/2014/main" id="{D8215566-190A-C56E-ECB2-F73C65001B06}"/>
              </a:ext>
            </a:extLst>
          </p:cNvPr>
          <p:cNvSpPr txBox="1"/>
          <p:nvPr/>
        </p:nvSpPr>
        <p:spPr>
          <a:xfrm>
            <a:off x="6039607" y="9398515"/>
            <a:ext cx="2186432" cy="369332"/>
          </a:xfrm>
          <a:prstGeom prst="rect">
            <a:avLst/>
          </a:prstGeom>
          <a:noFill/>
        </p:spPr>
        <p:txBody>
          <a:bodyPr wrap="none" rtlCol="0">
            <a:spAutoFit/>
          </a:bodyPr>
          <a:lstStyle/>
          <a:p>
            <a:r>
              <a:rPr lang="en-US" dirty="0"/>
              <a:t>Non-trod granularity</a:t>
            </a:r>
          </a:p>
        </p:txBody>
      </p:sp>
      <p:sp>
        <p:nvSpPr>
          <p:cNvPr id="5" name="Rectangle 4">
            <a:extLst>
              <a:ext uri="{FF2B5EF4-FFF2-40B4-BE49-F238E27FC236}">
                <a16:creationId xmlns:a16="http://schemas.microsoft.com/office/drawing/2014/main" id="{B9B07877-145E-76AC-86FA-896250AF3E05}"/>
              </a:ext>
            </a:extLst>
          </p:cNvPr>
          <p:cNvSpPr/>
          <p:nvPr/>
        </p:nvSpPr>
        <p:spPr>
          <a:xfrm>
            <a:off x="1631259" y="3263211"/>
            <a:ext cx="885212" cy="3677474"/>
          </a:xfrm>
          <a:prstGeom prst="rect">
            <a:avLst/>
          </a:prstGeom>
          <a:noFill/>
          <a:ln w="571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64F8C6-2DBD-8245-7FBA-4D1A739BD216}"/>
              </a:ext>
            </a:extLst>
          </p:cNvPr>
          <p:cNvSpPr txBox="1"/>
          <p:nvPr/>
        </p:nvSpPr>
        <p:spPr>
          <a:xfrm>
            <a:off x="436912" y="2842178"/>
            <a:ext cx="1198854" cy="646331"/>
          </a:xfrm>
          <a:prstGeom prst="rect">
            <a:avLst/>
          </a:prstGeom>
          <a:noFill/>
        </p:spPr>
        <p:txBody>
          <a:bodyPr wrap="none" rtlCol="0">
            <a:spAutoFit/>
          </a:bodyPr>
          <a:lstStyle/>
          <a:p>
            <a:r>
              <a:rPr lang="en-US" b="1" dirty="0">
                <a:solidFill>
                  <a:srgbClr val="FF0000"/>
                </a:solidFill>
              </a:rPr>
              <a:t>Sequential</a:t>
            </a:r>
          </a:p>
          <a:p>
            <a:r>
              <a:rPr lang="en-US" b="1" dirty="0">
                <a:solidFill>
                  <a:srgbClr val="FF0000"/>
                </a:solidFill>
              </a:rPr>
              <a:t>Access</a:t>
            </a:r>
          </a:p>
        </p:txBody>
      </p:sp>
    </p:spTree>
    <p:custDataLst>
      <p:tags r:id="rId1"/>
    </p:custDataLst>
    <p:extLst>
      <p:ext uri="{BB962C8B-B14F-4D97-AF65-F5344CB8AC3E}">
        <p14:creationId xmlns:p14="http://schemas.microsoft.com/office/powerpoint/2010/main" val="245716007"/>
      </p:ext>
    </p:extLst>
  </p:cSld>
  <p:clrMapOvr>
    <a:masterClrMapping/>
  </p:clrMapOvr>
  <mc:AlternateContent xmlns:mc="http://schemas.openxmlformats.org/markup-compatibility/2006" xmlns:p14="http://schemas.microsoft.com/office/powerpoint/2010/main">
    <mc:Choice Requires="p14">
      <p:transition spd="slow" p14:dur="2000" advTm="14431"/>
    </mc:Choice>
    <mc:Fallback xmlns="">
      <p:transition spd="slow" advTm="1443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05E64-7C42-94BC-44B8-371BB39FF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F1A2D-1F1C-3A2D-D737-9BC061A786C5}"/>
              </a:ext>
            </a:extLst>
          </p:cNvPr>
          <p:cNvSpPr>
            <a:spLocks noGrp="1"/>
          </p:cNvSpPr>
          <p:nvPr>
            <p:ph type="title"/>
          </p:nvPr>
        </p:nvSpPr>
        <p:spPr/>
        <p:txBody>
          <a:bodyPr/>
          <a:lstStyle/>
          <a:p>
            <a:r>
              <a:rPr lang="en-US" dirty="0"/>
              <a:t>Design Overview</a:t>
            </a:r>
          </a:p>
        </p:txBody>
      </p:sp>
      <p:sp>
        <p:nvSpPr>
          <p:cNvPr id="136" name="Rectangle 135">
            <a:extLst>
              <a:ext uri="{FF2B5EF4-FFF2-40B4-BE49-F238E27FC236}">
                <a16:creationId xmlns:a16="http://schemas.microsoft.com/office/drawing/2014/main" id="{D0AEBB72-C80E-6F14-D001-E18E2507F7F7}"/>
              </a:ext>
            </a:extLst>
          </p:cNvPr>
          <p:cNvSpPr/>
          <p:nvPr/>
        </p:nvSpPr>
        <p:spPr>
          <a:xfrm>
            <a:off x="7214561" y="3291205"/>
            <a:ext cx="2929415"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F51DB4A0-381B-2F5E-FE1B-C7C8B68BC66E}"/>
              </a:ext>
            </a:extLst>
          </p:cNvPr>
          <p:cNvSpPr/>
          <p:nvPr/>
        </p:nvSpPr>
        <p:spPr>
          <a:xfrm>
            <a:off x="9515286" y="3291205"/>
            <a:ext cx="628689" cy="4147019"/>
          </a:xfrm>
          <a:prstGeom prst="rect">
            <a:avLst/>
          </a:prstGeom>
          <a:solidFill>
            <a:srgbClr val="415782">
              <a:alpha val="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8D3F2A2E-0D43-140B-5A1E-002989ECEB8C}"/>
              </a:ext>
            </a:extLst>
          </p:cNvPr>
          <p:cNvSpPr/>
          <p:nvPr/>
        </p:nvSpPr>
        <p:spPr>
          <a:xfrm>
            <a:off x="4880082" y="3291205"/>
            <a:ext cx="628689" cy="4147019"/>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2AF80EB5-038E-79DE-1229-72F841E2BE1C}"/>
              </a:ext>
            </a:extLst>
          </p:cNvPr>
          <p:cNvSpPr/>
          <p:nvPr/>
        </p:nvSpPr>
        <p:spPr>
          <a:xfrm>
            <a:off x="2579355" y="3291205"/>
            <a:ext cx="2300726"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a:extLst>
              <a:ext uri="{FF2B5EF4-FFF2-40B4-BE49-F238E27FC236}">
                <a16:creationId xmlns:a16="http://schemas.microsoft.com/office/drawing/2014/main" id="{172AC834-6AED-098E-3723-0724545EA4CB}"/>
              </a:ext>
            </a:extLst>
          </p:cNvPr>
          <p:cNvSpPr txBox="1"/>
          <p:nvPr/>
        </p:nvSpPr>
        <p:spPr>
          <a:xfrm flipH="1">
            <a:off x="2911379" y="6772971"/>
            <a:ext cx="1557276" cy="646331"/>
          </a:xfrm>
          <a:prstGeom prst="rect">
            <a:avLst/>
          </a:prstGeom>
          <a:noFill/>
        </p:spPr>
        <p:txBody>
          <a:bodyPr wrap="square">
            <a:spAutoFit/>
          </a:bodyPr>
          <a:lstStyle/>
          <a:p>
            <a:pPr algn="ctr"/>
            <a:r>
              <a:rPr lang="en-US" altLang="zh-CN" dirty="0"/>
              <a:t>Data  </a:t>
            </a:r>
          </a:p>
          <a:p>
            <a:pPr algn="ctr"/>
            <a:r>
              <a:rPr lang="en-US" altLang="zh-CN" dirty="0"/>
              <a:t>32-bit</a:t>
            </a:r>
            <a:endParaRPr lang="en-US" dirty="0"/>
          </a:p>
        </p:txBody>
      </p:sp>
      <p:sp>
        <p:nvSpPr>
          <p:cNvPr id="141" name="TextBox 140">
            <a:extLst>
              <a:ext uri="{FF2B5EF4-FFF2-40B4-BE49-F238E27FC236}">
                <a16:creationId xmlns:a16="http://schemas.microsoft.com/office/drawing/2014/main" id="{4860DF25-587C-2C8B-6B16-073CB2C76D27}"/>
              </a:ext>
            </a:extLst>
          </p:cNvPr>
          <p:cNvSpPr txBox="1"/>
          <p:nvPr/>
        </p:nvSpPr>
        <p:spPr>
          <a:xfrm flipH="1">
            <a:off x="4769456" y="6772971"/>
            <a:ext cx="849941" cy="646331"/>
          </a:xfrm>
          <a:prstGeom prst="rect">
            <a:avLst/>
          </a:prstGeom>
          <a:noFill/>
        </p:spPr>
        <p:txBody>
          <a:bodyPr wrap="square">
            <a:spAutoFit/>
          </a:bodyPr>
          <a:lstStyle/>
          <a:p>
            <a:pPr algn="ctr"/>
            <a:r>
              <a:rPr lang="en-US" altLang="zh-CN" dirty="0"/>
              <a:t>Parity  </a:t>
            </a:r>
          </a:p>
          <a:p>
            <a:pPr algn="ctr"/>
            <a:r>
              <a:rPr lang="en-US" altLang="zh-CN" dirty="0"/>
              <a:t>8-bit</a:t>
            </a:r>
            <a:endParaRPr lang="en-US" dirty="0"/>
          </a:p>
        </p:txBody>
      </p:sp>
      <p:sp>
        <p:nvSpPr>
          <p:cNvPr id="142" name="Rectangle 141">
            <a:extLst>
              <a:ext uri="{FF2B5EF4-FFF2-40B4-BE49-F238E27FC236}">
                <a16:creationId xmlns:a16="http://schemas.microsoft.com/office/drawing/2014/main" id="{C6A0D930-EA86-CF13-C11B-B235E2148B03}"/>
              </a:ext>
            </a:extLst>
          </p:cNvPr>
          <p:cNvSpPr/>
          <p:nvPr/>
        </p:nvSpPr>
        <p:spPr>
          <a:xfrm>
            <a:off x="264648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68E88F42-3D50-DF7B-7123-454C67EBAEB8}"/>
              </a:ext>
            </a:extLst>
          </p:cNvPr>
          <p:cNvSpPr/>
          <p:nvPr/>
        </p:nvSpPr>
        <p:spPr>
          <a:xfrm>
            <a:off x="292353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5DE6B158-25E0-3E70-E281-F294AD54EF69}"/>
              </a:ext>
            </a:extLst>
          </p:cNvPr>
          <p:cNvSpPr/>
          <p:nvPr/>
        </p:nvSpPr>
        <p:spPr>
          <a:xfrm>
            <a:off x="347764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F4E7C0B8-1A08-7AE3-08C1-7505CB1C7B87}"/>
              </a:ext>
            </a:extLst>
          </p:cNvPr>
          <p:cNvSpPr/>
          <p:nvPr/>
        </p:nvSpPr>
        <p:spPr>
          <a:xfrm>
            <a:off x="320059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DCB05B0C-8437-6C47-D896-9F9CB2900179}"/>
              </a:ext>
            </a:extLst>
          </p:cNvPr>
          <p:cNvSpPr/>
          <p:nvPr/>
        </p:nvSpPr>
        <p:spPr>
          <a:xfrm>
            <a:off x="375470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C44FD1F0-BAFC-D23E-4D30-E9CAE69AE2FB}"/>
              </a:ext>
            </a:extLst>
          </p:cNvPr>
          <p:cNvSpPr/>
          <p:nvPr/>
        </p:nvSpPr>
        <p:spPr>
          <a:xfrm>
            <a:off x="403176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4B141B1-BD78-45BF-0ED2-003D27DEC50D}"/>
              </a:ext>
            </a:extLst>
          </p:cNvPr>
          <p:cNvSpPr/>
          <p:nvPr/>
        </p:nvSpPr>
        <p:spPr>
          <a:xfrm>
            <a:off x="458587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0D703504-D51F-07CE-D5EC-576F693FD1FB}"/>
              </a:ext>
            </a:extLst>
          </p:cNvPr>
          <p:cNvSpPr/>
          <p:nvPr/>
        </p:nvSpPr>
        <p:spPr>
          <a:xfrm>
            <a:off x="430881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782C6676-8F73-CEA3-96B9-2B3D7382EA1B}"/>
              </a:ext>
            </a:extLst>
          </p:cNvPr>
          <p:cNvSpPr/>
          <p:nvPr/>
        </p:nvSpPr>
        <p:spPr>
          <a:xfrm>
            <a:off x="4915775"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39777230-3265-8EC9-3F4D-1E0541F9066C}"/>
              </a:ext>
            </a:extLst>
          </p:cNvPr>
          <p:cNvSpPr/>
          <p:nvPr/>
        </p:nvSpPr>
        <p:spPr>
          <a:xfrm>
            <a:off x="5192833"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C34B7F94-46A4-1DF8-4D71-776AE0B042D7}"/>
              </a:ext>
            </a:extLst>
          </p:cNvPr>
          <p:cNvSpPr/>
          <p:nvPr/>
        </p:nvSpPr>
        <p:spPr>
          <a:xfrm>
            <a:off x="264648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89025BA1-8BE6-22C1-3848-CB385A038610}"/>
              </a:ext>
            </a:extLst>
          </p:cNvPr>
          <p:cNvSpPr/>
          <p:nvPr/>
        </p:nvSpPr>
        <p:spPr>
          <a:xfrm>
            <a:off x="292353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22140004-1342-E2AA-DC53-39D9B24F65E3}"/>
              </a:ext>
            </a:extLst>
          </p:cNvPr>
          <p:cNvSpPr/>
          <p:nvPr/>
        </p:nvSpPr>
        <p:spPr>
          <a:xfrm>
            <a:off x="347764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1325BC05-7F49-CC6D-D79E-9CB533A4061A}"/>
              </a:ext>
            </a:extLst>
          </p:cNvPr>
          <p:cNvSpPr/>
          <p:nvPr/>
        </p:nvSpPr>
        <p:spPr>
          <a:xfrm>
            <a:off x="320059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A5419953-3D8C-87DE-5263-E5382AA25538}"/>
              </a:ext>
            </a:extLst>
          </p:cNvPr>
          <p:cNvSpPr/>
          <p:nvPr/>
        </p:nvSpPr>
        <p:spPr>
          <a:xfrm>
            <a:off x="375470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24791B5A-23ED-C6CE-6745-77CC54ED5972}"/>
              </a:ext>
            </a:extLst>
          </p:cNvPr>
          <p:cNvSpPr/>
          <p:nvPr/>
        </p:nvSpPr>
        <p:spPr>
          <a:xfrm>
            <a:off x="403176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DA2C3DD5-789C-C20A-27FE-35F2E9854B08}"/>
              </a:ext>
            </a:extLst>
          </p:cNvPr>
          <p:cNvSpPr/>
          <p:nvPr/>
        </p:nvSpPr>
        <p:spPr>
          <a:xfrm>
            <a:off x="458587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F8EEBEB-72E7-E4BA-C1A2-E9DA4DC11A04}"/>
              </a:ext>
            </a:extLst>
          </p:cNvPr>
          <p:cNvSpPr/>
          <p:nvPr/>
        </p:nvSpPr>
        <p:spPr>
          <a:xfrm>
            <a:off x="430881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7BD75806-4759-8D2E-2F0F-73EF12B58554}"/>
              </a:ext>
            </a:extLst>
          </p:cNvPr>
          <p:cNvSpPr/>
          <p:nvPr/>
        </p:nvSpPr>
        <p:spPr>
          <a:xfrm>
            <a:off x="4915775"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C10B0C1E-4108-B252-CD7C-D5AA44904A6E}"/>
              </a:ext>
            </a:extLst>
          </p:cNvPr>
          <p:cNvSpPr/>
          <p:nvPr/>
        </p:nvSpPr>
        <p:spPr>
          <a:xfrm>
            <a:off x="5192833"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24BC7514-9EFA-CBC3-5BC4-E010709D979A}"/>
              </a:ext>
            </a:extLst>
          </p:cNvPr>
          <p:cNvSpPr/>
          <p:nvPr/>
        </p:nvSpPr>
        <p:spPr>
          <a:xfrm>
            <a:off x="264648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BF3FD4EB-BF90-9C39-4C05-01594A6C823A}"/>
              </a:ext>
            </a:extLst>
          </p:cNvPr>
          <p:cNvSpPr/>
          <p:nvPr/>
        </p:nvSpPr>
        <p:spPr>
          <a:xfrm>
            <a:off x="292353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81FDF8E5-EB69-D233-771F-81AE6272B274}"/>
              </a:ext>
            </a:extLst>
          </p:cNvPr>
          <p:cNvSpPr/>
          <p:nvPr/>
        </p:nvSpPr>
        <p:spPr>
          <a:xfrm>
            <a:off x="347764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9F8B72AA-4301-4234-BD1A-3E1D5D324359}"/>
              </a:ext>
            </a:extLst>
          </p:cNvPr>
          <p:cNvSpPr/>
          <p:nvPr/>
        </p:nvSpPr>
        <p:spPr>
          <a:xfrm>
            <a:off x="320059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6FEE538C-7627-F5AC-4B76-B42D4ECC10A2}"/>
              </a:ext>
            </a:extLst>
          </p:cNvPr>
          <p:cNvSpPr/>
          <p:nvPr/>
        </p:nvSpPr>
        <p:spPr>
          <a:xfrm>
            <a:off x="375470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3C853DD3-D0CD-0312-42FD-AD033ADD846A}"/>
              </a:ext>
            </a:extLst>
          </p:cNvPr>
          <p:cNvSpPr/>
          <p:nvPr/>
        </p:nvSpPr>
        <p:spPr>
          <a:xfrm>
            <a:off x="403176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9D914059-6449-E2F5-C740-1C042FDD7FA4}"/>
              </a:ext>
            </a:extLst>
          </p:cNvPr>
          <p:cNvSpPr/>
          <p:nvPr/>
        </p:nvSpPr>
        <p:spPr>
          <a:xfrm>
            <a:off x="458587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D1279A6B-2D2F-1327-E499-D9FF3FB659D2}"/>
              </a:ext>
            </a:extLst>
          </p:cNvPr>
          <p:cNvSpPr/>
          <p:nvPr/>
        </p:nvSpPr>
        <p:spPr>
          <a:xfrm>
            <a:off x="430881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0505EF18-64BD-6473-1043-AB2BC72E15AA}"/>
              </a:ext>
            </a:extLst>
          </p:cNvPr>
          <p:cNvSpPr/>
          <p:nvPr/>
        </p:nvSpPr>
        <p:spPr>
          <a:xfrm>
            <a:off x="4915775"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5CFF22E9-A61B-0C08-D0F9-729B61EFEDAE}"/>
              </a:ext>
            </a:extLst>
          </p:cNvPr>
          <p:cNvSpPr/>
          <p:nvPr/>
        </p:nvSpPr>
        <p:spPr>
          <a:xfrm>
            <a:off x="5192833"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2220270B-517C-D433-281C-0447194F6824}"/>
              </a:ext>
            </a:extLst>
          </p:cNvPr>
          <p:cNvSpPr/>
          <p:nvPr/>
        </p:nvSpPr>
        <p:spPr>
          <a:xfrm>
            <a:off x="264648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A60A2C2A-3E78-9761-2707-4E8168834290}"/>
              </a:ext>
            </a:extLst>
          </p:cNvPr>
          <p:cNvSpPr/>
          <p:nvPr/>
        </p:nvSpPr>
        <p:spPr>
          <a:xfrm>
            <a:off x="292353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234078B3-73AE-0C87-634A-9F400E6F6927}"/>
              </a:ext>
            </a:extLst>
          </p:cNvPr>
          <p:cNvSpPr/>
          <p:nvPr/>
        </p:nvSpPr>
        <p:spPr>
          <a:xfrm>
            <a:off x="347764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01F45A1F-658E-9ED3-54A7-BC9FB0A7E95F}"/>
              </a:ext>
            </a:extLst>
          </p:cNvPr>
          <p:cNvSpPr/>
          <p:nvPr/>
        </p:nvSpPr>
        <p:spPr>
          <a:xfrm>
            <a:off x="320059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01F8A9FE-3FC4-F7F9-D2D5-77E4255371ED}"/>
              </a:ext>
            </a:extLst>
          </p:cNvPr>
          <p:cNvSpPr/>
          <p:nvPr/>
        </p:nvSpPr>
        <p:spPr>
          <a:xfrm>
            <a:off x="375470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04792C2E-6257-FC94-11CF-035094875E71}"/>
              </a:ext>
            </a:extLst>
          </p:cNvPr>
          <p:cNvSpPr/>
          <p:nvPr/>
        </p:nvSpPr>
        <p:spPr>
          <a:xfrm>
            <a:off x="403176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BEA38921-A85F-0AB7-8956-8408E088B58A}"/>
              </a:ext>
            </a:extLst>
          </p:cNvPr>
          <p:cNvSpPr/>
          <p:nvPr/>
        </p:nvSpPr>
        <p:spPr>
          <a:xfrm>
            <a:off x="458587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0A173520-B195-7D32-C559-E92E2684B9E6}"/>
              </a:ext>
            </a:extLst>
          </p:cNvPr>
          <p:cNvSpPr/>
          <p:nvPr/>
        </p:nvSpPr>
        <p:spPr>
          <a:xfrm>
            <a:off x="430881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62EB08A9-36D4-5FA3-DE1E-CEF5704F65B7}"/>
              </a:ext>
            </a:extLst>
          </p:cNvPr>
          <p:cNvSpPr/>
          <p:nvPr/>
        </p:nvSpPr>
        <p:spPr>
          <a:xfrm>
            <a:off x="4915775"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A66B6030-2B12-AFC5-31F5-29FAB1DFE972}"/>
              </a:ext>
            </a:extLst>
          </p:cNvPr>
          <p:cNvSpPr/>
          <p:nvPr/>
        </p:nvSpPr>
        <p:spPr>
          <a:xfrm>
            <a:off x="5192833"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973A732D-B8C7-5886-4268-A24EE2F5C2D3}"/>
              </a:ext>
            </a:extLst>
          </p:cNvPr>
          <p:cNvSpPr/>
          <p:nvPr/>
        </p:nvSpPr>
        <p:spPr>
          <a:xfrm>
            <a:off x="264648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E3BD88B-6597-9067-43E5-EE40EF4FD9B6}"/>
              </a:ext>
            </a:extLst>
          </p:cNvPr>
          <p:cNvSpPr/>
          <p:nvPr/>
        </p:nvSpPr>
        <p:spPr>
          <a:xfrm>
            <a:off x="292353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6425100E-12AA-38F3-4704-EC4A4B4926CC}"/>
              </a:ext>
            </a:extLst>
          </p:cNvPr>
          <p:cNvSpPr/>
          <p:nvPr/>
        </p:nvSpPr>
        <p:spPr>
          <a:xfrm>
            <a:off x="347764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6FC8A22C-6002-B627-21BE-9333874BE0E2}"/>
              </a:ext>
            </a:extLst>
          </p:cNvPr>
          <p:cNvSpPr/>
          <p:nvPr/>
        </p:nvSpPr>
        <p:spPr>
          <a:xfrm>
            <a:off x="320059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2048D7D5-2717-2425-31D4-0D2FE9762837}"/>
              </a:ext>
            </a:extLst>
          </p:cNvPr>
          <p:cNvSpPr/>
          <p:nvPr/>
        </p:nvSpPr>
        <p:spPr>
          <a:xfrm>
            <a:off x="375470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39A4F6E7-16DF-4CCD-9471-BD9EC4D3BF2A}"/>
              </a:ext>
            </a:extLst>
          </p:cNvPr>
          <p:cNvSpPr/>
          <p:nvPr/>
        </p:nvSpPr>
        <p:spPr>
          <a:xfrm>
            <a:off x="403176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FFCFCEF5-D732-7569-524A-55D8E4A5A7B0}"/>
              </a:ext>
            </a:extLst>
          </p:cNvPr>
          <p:cNvSpPr/>
          <p:nvPr/>
        </p:nvSpPr>
        <p:spPr>
          <a:xfrm>
            <a:off x="4585872"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BF61F6A1-BD6F-D3F6-11B3-621603320257}"/>
              </a:ext>
            </a:extLst>
          </p:cNvPr>
          <p:cNvSpPr/>
          <p:nvPr/>
        </p:nvSpPr>
        <p:spPr>
          <a:xfrm>
            <a:off x="430881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FFB05819-35D4-605D-B332-F153C486C78B}"/>
              </a:ext>
            </a:extLst>
          </p:cNvPr>
          <p:cNvSpPr/>
          <p:nvPr/>
        </p:nvSpPr>
        <p:spPr>
          <a:xfrm>
            <a:off x="4915775"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43032E35-7953-9FC6-48AE-B0DE353CDB3B}"/>
              </a:ext>
            </a:extLst>
          </p:cNvPr>
          <p:cNvSpPr/>
          <p:nvPr/>
        </p:nvSpPr>
        <p:spPr>
          <a:xfrm>
            <a:off x="5192833"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DE291D9-8B65-DC34-EE18-42351F65EB4E}"/>
              </a:ext>
            </a:extLst>
          </p:cNvPr>
          <p:cNvSpPr/>
          <p:nvPr/>
        </p:nvSpPr>
        <p:spPr>
          <a:xfrm>
            <a:off x="264648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37A07161-7785-9F8C-BF95-9047383F2E75}"/>
              </a:ext>
            </a:extLst>
          </p:cNvPr>
          <p:cNvSpPr/>
          <p:nvPr/>
        </p:nvSpPr>
        <p:spPr>
          <a:xfrm>
            <a:off x="292353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F66CF270-2737-007F-6673-E3A51B69DDC0}"/>
              </a:ext>
            </a:extLst>
          </p:cNvPr>
          <p:cNvSpPr/>
          <p:nvPr/>
        </p:nvSpPr>
        <p:spPr>
          <a:xfrm>
            <a:off x="347764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B6BC8D66-C8E4-BA6B-0E72-CC51934FF671}"/>
              </a:ext>
            </a:extLst>
          </p:cNvPr>
          <p:cNvSpPr/>
          <p:nvPr/>
        </p:nvSpPr>
        <p:spPr>
          <a:xfrm>
            <a:off x="320059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1D0FE095-4F7D-C3B2-AA06-7A1BCD00D71C}"/>
              </a:ext>
            </a:extLst>
          </p:cNvPr>
          <p:cNvSpPr/>
          <p:nvPr/>
        </p:nvSpPr>
        <p:spPr>
          <a:xfrm>
            <a:off x="375470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5EDE121B-C2A0-EBD5-BA74-D224D5F6E2E7}"/>
              </a:ext>
            </a:extLst>
          </p:cNvPr>
          <p:cNvSpPr/>
          <p:nvPr/>
        </p:nvSpPr>
        <p:spPr>
          <a:xfrm>
            <a:off x="403176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ACBF2FAD-BB1D-18B2-E20B-51DB732EE3E8}"/>
              </a:ext>
            </a:extLst>
          </p:cNvPr>
          <p:cNvSpPr/>
          <p:nvPr/>
        </p:nvSpPr>
        <p:spPr>
          <a:xfrm>
            <a:off x="458587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833CD50C-AD0B-D598-890E-E33AAE15ADAF}"/>
              </a:ext>
            </a:extLst>
          </p:cNvPr>
          <p:cNvSpPr/>
          <p:nvPr/>
        </p:nvSpPr>
        <p:spPr>
          <a:xfrm>
            <a:off x="430881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1FD87472-0CBB-D27B-5865-6C34A52C7CAE}"/>
              </a:ext>
            </a:extLst>
          </p:cNvPr>
          <p:cNvSpPr/>
          <p:nvPr/>
        </p:nvSpPr>
        <p:spPr>
          <a:xfrm>
            <a:off x="4915775"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5C7B314F-BFC7-2FA1-E668-D07F9F7F2021}"/>
              </a:ext>
            </a:extLst>
          </p:cNvPr>
          <p:cNvSpPr/>
          <p:nvPr/>
        </p:nvSpPr>
        <p:spPr>
          <a:xfrm>
            <a:off x="5192833"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944F4B15-421D-591D-359C-8B186A52109F}"/>
              </a:ext>
            </a:extLst>
          </p:cNvPr>
          <p:cNvSpPr/>
          <p:nvPr/>
        </p:nvSpPr>
        <p:spPr>
          <a:xfrm>
            <a:off x="264648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47E2D501-E615-ACB0-5AAA-6950BC6F24C7}"/>
              </a:ext>
            </a:extLst>
          </p:cNvPr>
          <p:cNvSpPr/>
          <p:nvPr/>
        </p:nvSpPr>
        <p:spPr>
          <a:xfrm>
            <a:off x="292353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10F8E861-2FBC-B208-4028-E727D3AD4E8A}"/>
              </a:ext>
            </a:extLst>
          </p:cNvPr>
          <p:cNvSpPr/>
          <p:nvPr/>
        </p:nvSpPr>
        <p:spPr>
          <a:xfrm>
            <a:off x="347764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5BE92E3A-2C99-F548-4557-C89557D1EECC}"/>
              </a:ext>
            </a:extLst>
          </p:cNvPr>
          <p:cNvSpPr/>
          <p:nvPr/>
        </p:nvSpPr>
        <p:spPr>
          <a:xfrm>
            <a:off x="320059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83D430C7-C78F-1046-C901-58544F3F0412}"/>
              </a:ext>
            </a:extLst>
          </p:cNvPr>
          <p:cNvSpPr/>
          <p:nvPr/>
        </p:nvSpPr>
        <p:spPr>
          <a:xfrm>
            <a:off x="375470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6EEE288E-5AE3-C09A-C7B0-3A1F6A04E416}"/>
              </a:ext>
            </a:extLst>
          </p:cNvPr>
          <p:cNvSpPr/>
          <p:nvPr/>
        </p:nvSpPr>
        <p:spPr>
          <a:xfrm>
            <a:off x="403176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513CD037-DEF6-D868-B727-B09F14BFAD89}"/>
              </a:ext>
            </a:extLst>
          </p:cNvPr>
          <p:cNvSpPr/>
          <p:nvPr/>
        </p:nvSpPr>
        <p:spPr>
          <a:xfrm>
            <a:off x="458587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60AA76D4-EABC-2793-C0A0-026475E5A08B}"/>
              </a:ext>
            </a:extLst>
          </p:cNvPr>
          <p:cNvSpPr/>
          <p:nvPr/>
        </p:nvSpPr>
        <p:spPr>
          <a:xfrm>
            <a:off x="430881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5ACA0A78-D6DA-3333-117E-901A6A168962}"/>
              </a:ext>
            </a:extLst>
          </p:cNvPr>
          <p:cNvSpPr/>
          <p:nvPr/>
        </p:nvSpPr>
        <p:spPr>
          <a:xfrm>
            <a:off x="4915775"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2F1B6ED0-458C-312E-1056-DCA7DE67F9CE}"/>
              </a:ext>
            </a:extLst>
          </p:cNvPr>
          <p:cNvSpPr/>
          <p:nvPr/>
        </p:nvSpPr>
        <p:spPr>
          <a:xfrm>
            <a:off x="5192833"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59B682AE-0396-0EED-1F81-C5A0CC71D704}"/>
              </a:ext>
            </a:extLst>
          </p:cNvPr>
          <p:cNvSpPr/>
          <p:nvPr/>
        </p:nvSpPr>
        <p:spPr>
          <a:xfrm>
            <a:off x="264648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3F8A739A-1928-E096-883D-6E0C964C5398}"/>
              </a:ext>
            </a:extLst>
          </p:cNvPr>
          <p:cNvSpPr/>
          <p:nvPr/>
        </p:nvSpPr>
        <p:spPr>
          <a:xfrm>
            <a:off x="292353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6C0C32CD-58BE-0A00-C205-75B558D4C630}"/>
              </a:ext>
            </a:extLst>
          </p:cNvPr>
          <p:cNvSpPr/>
          <p:nvPr/>
        </p:nvSpPr>
        <p:spPr>
          <a:xfrm>
            <a:off x="347764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A682ECA6-4BE0-D613-CDD8-3776F25533D8}"/>
              </a:ext>
            </a:extLst>
          </p:cNvPr>
          <p:cNvSpPr/>
          <p:nvPr/>
        </p:nvSpPr>
        <p:spPr>
          <a:xfrm>
            <a:off x="320059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1B06F893-A7E9-252E-08C4-54FF7F274313}"/>
              </a:ext>
            </a:extLst>
          </p:cNvPr>
          <p:cNvSpPr/>
          <p:nvPr/>
        </p:nvSpPr>
        <p:spPr>
          <a:xfrm>
            <a:off x="375470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6FD180B5-3A65-6B03-23C7-3D15B7CCF141}"/>
              </a:ext>
            </a:extLst>
          </p:cNvPr>
          <p:cNvSpPr/>
          <p:nvPr/>
        </p:nvSpPr>
        <p:spPr>
          <a:xfrm>
            <a:off x="403176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5D477C1A-00B7-A1FD-5955-D545473BE88E}"/>
              </a:ext>
            </a:extLst>
          </p:cNvPr>
          <p:cNvSpPr/>
          <p:nvPr/>
        </p:nvSpPr>
        <p:spPr>
          <a:xfrm>
            <a:off x="458587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BD482E0-44DE-8CFB-23EE-1A71B0AA264A}"/>
              </a:ext>
            </a:extLst>
          </p:cNvPr>
          <p:cNvSpPr/>
          <p:nvPr/>
        </p:nvSpPr>
        <p:spPr>
          <a:xfrm>
            <a:off x="430881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51FDA9C1-8985-A137-7C7B-9F4DCCB38EDB}"/>
              </a:ext>
            </a:extLst>
          </p:cNvPr>
          <p:cNvSpPr/>
          <p:nvPr/>
        </p:nvSpPr>
        <p:spPr>
          <a:xfrm>
            <a:off x="4915775"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C5B65402-E179-0294-2FE2-41C70C45172E}"/>
              </a:ext>
            </a:extLst>
          </p:cNvPr>
          <p:cNvSpPr/>
          <p:nvPr/>
        </p:nvSpPr>
        <p:spPr>
          <a:xfrm>
            <a:off x="5192833"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53CB20E0-C27E-7D4D-B63A-23182A7DA8D5}"/>
              </a:ext>
            </a:extLst>
          </p:cNvPr>
          <p:cNvSpPr/>
          <p:nvPr/>
        </p:nvSpPr>
        <p:spPr>
          <a:xfrm>
            <a:off x="264648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9C024C05-413C-588E-1103-E811F2A163ED}"/>
              </a:ext>
            </a:extLst>
          </p:cNvPr>
          <p:cNvSpPr/>
          <p:nvPr/>
        </p:nvSpPr>
        <p:spPr>
          <a:xfrm>
            <a:off x="292353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CD1C2CC0-B04A-D0AE-BDC1-FA9855C492AB}"/>
              </a:ext>
            </a:extLst>
          </p:cNvPr>
          <p:cNvSpPr/>
          <p:nvPr/>
        </p:nvSpPr>
        <p:spPr>
          <a:xfrm>
            <a:off x="347764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4A888317-9580-43EC-5671-899B9418BA06}"/>
              </a:ext>
            </a:extLst>
          </p:cNvPr>
          <p:cNvSpPr/>
          <p:nvPr/>
        </p:nvSpPr>
        <p:spPr>
          <a:xfrm>
            <a:off x="320059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63FF1780-FA47-B732-261A-C12AC29D118F}"/>
              </a:ext>
            </a:extLst>
          </p:cNvPr>
          <p:cNvSpPr/>
          <p:nvPr/>
        </p:nvSpPr>
        <p:spPr>
          <a:xfrm>
            <a:off x="375470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DA755BDE-8EA5-7944-94A7-19FFF0252FD7}"/>
              </a:ext>
            </a:extLst>
          </p:cNvPr>
          <p:cNvSpPr/>
          <p:nvPr/>
        </p:nvSpPr>
        <p:spPr>
          <a:xfrm>
            <a:off x="403176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A3A590B7-E85C-4A67-EF5A-819860A81AC8}"/>
              </a:ext>
            </a:extLst>
          </p:cNvPr>
          <p:cNvSpPr/>
          <p:nvPr/>
        </p:nvSpPr>
        <p:spPr>
          <a:xfrm>
            <a:off x="458587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C18AB493-2C6B-94BC-F8A4-0E4BC53EA195}"/>
              </a:ext>
            </a:extLst>
          </p:cNvPr>
          <p:cNvSpPr/>
          <p:nvPr/>
        </p:nvSpPr>
        <p:spPr>
          <a:xfrm>
            <a:off x="430881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46D916B1-6F6D-2C7D-9CA4-A65422780159}"/>
              </a:ext>
            </a:extLst>
          </p:cNvPr>
          <p:cNvSpPr/>
          <p:nvPr/>
        </p:nvSpPr>
        <p:spPr>
          <a:xfrm>
            <a:off x="4915775"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8C241248-3A1C-FA14-5320-EA0F95AB8508}"/>
              </a:ext>
            </a:extLst>
          </p:cNvPr>
          <p:cNvSpPr/>
          <p:nvPr/>
        </p:nvSpPr>
        <p:spPr>
          <a:xfrm>
            <a:off x="5192833"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D55932B7-2FBD-A202-DB71-0F1F1F23EBFE}"/>
              </a:ext>
            </a:extLst>
          </p:cNvPr>
          <p:cNvSpPr/>
          <p:nvPr/>
        </p:nvSpPr>
        <p:spPr>
          <a:xfrm>
            <a:off x="264648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7D8A23C4-70E8-66E7-AB79-5E3EA52E69BE}"/>
              </a:ext>
            </a:extLst>
          </p:cNvPr>
          <p:cNvSpPr/>
          <p:nvPr/>
        </p:nvSpPr>
        <p:spPr>
          <a:xfrm>
            <a:off x="292353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E5BD9943-2A88-5A36-E619-87C5A6566786}"/>
              </a:ext>
            </a:extLst>
          </p:cNvPr>
          <p:cNvSpPr/>
          <p:nvPr/>
        </p:nvSpPr>
        <p:spPr>
          <a:xfrm>
            <a:off x="347764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3CCD62EF-24E6-C391-61C9-68BDAD43D05E}"/>
              </a:ext>
            </a:extLst>
          </p:cNvPr>
          <p:cNvSpPr/>
          <p:nvPr/>
        </p:nvSpPr>
        <p:spPr>
          <a:xfrm>
            <a:off x="320059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80EACBAD-CC6C-7306-01C2-78E070789BE3}"/>
              </a:ext>
            </a:extLst>
          </p:cNvPr>
          <p:cNvSpPr/>
          <p:nvPr/>
        </p:nvSpPr>
        <p:spPr>
          <a:xfrm>
            <a:off x="375470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354F9E4B-74C3-424B-FF21-CE923C9C10B1}"/>
              </a:ext>
            </a:extLst>
          </p:cNvPr>
          <p:cNvSpPr/>
          <p:nvPr/>
        </p:nvSpPr>
        <p:spPr>
          <a:xfrm>
            <a:off x="403176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A5578525-3AAE-6F54-3A65-8A114BFD334F}"/>
              </a:ext>
            </a:extLst>
          </p:cNvPr>
          <p:cNvSpPr/>
          <p:nvPr/>
        </p:nvSpPr>
        <p:spPr>
          <a:xfrm>
            <a:off x="4585872"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AF429B37-3AC4-7BD0-E40A-D3F6A079D22A}"/>
              </a:ext>
            </a:extLst>
          </p:cNvPr>
          <p:cNvSpPr/>
          <p:nvPr/>
        </p:nvSpPr>
        <p:spPr>
          <a:xfrm>
            <a:off x="430881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DF3B8913-6456-9438-7F3B-A668166A89D2}"/>
              </a:ext>
            </a:extLst>
          </p:cNvPr>
          <p:cNvSpPr/>
          <p:nvPr/>
        </p:nvSpPr>
        <p:spPr>
          <a:xfrm>
            <a:off x="4915775"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0F6AAB4E-679E-7640-A479-30A62A75E8B6}"/>
              </a:ext>
            </a:extLst>
          </p:cNvPr>
          <p:cNvSpPr/>
          <p:nvPr/>
        </p:nvSpPr>
        <p:spPr>
          <a:xfrm>
            <a:off x="5192833"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DB5DD9F9-2630-11A8-4D70-88ECC4951A3A}"/>
              </a:ext>
            </a:extLst>
          </p:cNvPr>
          <p:cNvSpPr/>
          <p:nvPr/>
        </p:nvSpPr>
        <p:spPr>
          <a:xfrm>
            <a:off x="264648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60A02558-779B-2DBD-8AB0-4D0D8AB72549}"/>
              </a:ext>
            </a:extLst>
          </p:cNvPr>
          <p:cNvSpPr/>
          <p:nvPr/>
        </p:nvSpPr>
        <p:spPr>
          <a:xfrm>
            <a:off x="292353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F686834F-E26A-FCBB-A184-31EE2538B59D}"/>
              </a:ext>
            </a:extLst>
          </p:cNvPr>
          <p:cNvSpPr/>
          <p:nvPr/>
        </p:nvSpPr>
        <p:spPr>
          <a:xfrm>
            <a:off x="347764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FAC12BD3-3DAF-9414-E805-F6F0A0E86440}"/>
              </a:ext>
            </a:extLst>
          </p:cNvPr>
          <p:cNvSpPr/>
          <p:nvPr/>
        </p:nvSpPr>
        <p:spPr>
          <a:xfrm>
            <a:off x="320059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6641BB99-40FE-1C13-E53C-D785E354E233}"/>
              </a:ext>
            </a:extLst>
          </p:cNvPr>
          <p:cNvSpPr/>
          <p:nvPr/>
        </p:nvSpPr>
        <p:spPr>
          <a:xfrm>
            <a:off x="375470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9F23ACF8-4907-2E49-58D2-FACA9ADE1F6F}"/>
              </a:ext>
            </a:extLst>
          </p:cNvPr>
          <p:cNvSpPr/>
          <p:nvPr/>
        </p:nvSpPr>
        <p:spPr>
          <a:xfrm>
            <a:off x="403176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DFA681BB-EEA5-EFE3-6B5F-83F4AA14881F}"/>
              </a:ext>
            </a:extLst>
          </p:cNvPr>
          <p:cNvSpPr/>
          <p:nvPr/>
        </p:nvSpPr>
        <p:spPr>
          <a:xfrm>
            <a:off x="458587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9CBF3843-68FD-0C24-ED42-8B8D593B2F64}"/>
              </a:ext>
            </a:extLst>
          </p:cNvPr>
          <p:cNvSpPr/>
          <p:nvPr/>
        </p:nvSpPr>
        <p:spPr>
          <a:xfrm>
            <a:off x="430881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75936660-B3BB-F674-734C-2632959DA2A6}"/>
              </a:ext>
            </a:extLst>
          </p:cNvPr>
          <p:cNvSpPr/>
          <p:nvPr/>
        </p:nvSpPr>
        <p:spPr>
          <a:xfrm>
            <a:off x="4915775"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B802C0AD-FB2F-D888-0126-146D7078EA88}"/>
              </a:ext>
            </a:extLst>
          </p:cNvPr>
          <p:cNvSpPr/>
          <p:nvPr/>
        </p:nvSpPr>
        <p:spPr>
          <a:xfrm>
            <a:off x="5192833"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8024207F-E9F2-8769-E4C3-55D358854744}"/>
              </a:ext>
            </a:extLst>
          </p:cNvPr>
          <p:cNvSpPr/>
          <p:nvPr/>
        </p:nvSpPr>
        <p:spPr>
          <a:xfrm>
            <a:off x="728468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3C01D7C6-F5F6-009B-3DAB-360721AD6B26}"/>
              </a:ext>
            </a:extLst>
          </p:cNvPr>
          <p:cNvSpPr/>
          <p:nvPr/>
        </p:nvSpPr>
        <p:spPr>
          <a:xfrm>
            <a:off x="756173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C505DC53-97C3-AB0E-232F-9331145E9602}"/>
              </a:ext>
            </a:extLst>
          </p:cNvPr>
          <p:cNvSpPr/>
          <p:nvPr/>
        </p:nvSpPr>
        <p:spPr>
          <a:xfrm>
            <a:off x="8115846"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6AF1B9C2-F56E-636E-F9DE-2D457EC9C1C7}"/>
              </a:ext>
            </a:extLst>
          </p:cNvPr>
          <p:cNvSpPr/>
          <p:nvPr/>
        </p:nvSpPr>
        <p:spPr>
          <a:xfrm>
            <a:off x="783879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36758565-5756-A685-F1E2-F87ED237483F}"/>
              </a:ext>
            </a:extLst>
          </p:cNvPr>
          <p:cNvSpPr/>
          <p:nvPr/>
        </p:nvSpPr>
        <p:spPr>
          <a:xfrm>
            <a:off x="839290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C08AF6C4-38F7-49EC-A9F7-0D477F843AE5}"/>
              </a:ext>
            </a:extLst>
          </p:cNvPr>
          <p:cNvSpPr/>
          <p:nvPr/>
        </p:nvSpPr>
        <p:spPr>
          <a:xfrm>
            <a:off x="866995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99A90007-5C5D-78D1-DFE3-264FA244D83F}"/>
              </a:ext>
            </a:extLst>
          </p:cNvPr>
          <p:cNvSpPr/>
          <p:nvPr/>
        </p:nvSpPr>
        <p:spPr>
          <a:xfrm>
            <a:off x="922407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F215E4D4-C1BE-C205-9710-547B75B691C0}"/>
              </a:ext>
            </a:extLst>
          </p:cNvPr>
          <p:cNvSpPr/>
          <p:nvPr/>
        </p:nvSpPr>
        <p:spPr>
          <a:xfrm>
            <a:off x="894701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174B59FE-683D-700A-B643-369E04A82C1D}"/>
              </a:ext>
            </a:extLst>
          </p:cNvPr>
          <p:cNvSpPr/>
          <p:nvPr/>
        </p:nvSpPr>
        <p:spPr>
          <a:xfrm>
            <a:off x="955397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862A0B84-B100-E55F-1726-A08BD34AD2A3}"/>
              </a:ext>
            </a:extLst>
          </p:cNvPr>
          <p:cNvSpPr/>
          <p:nvPr/>
        </p:nvSpPr>
        <p:spPr>
          <a:xfrm>
            <a:off x="983103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B72EBEEE-C079-B751-B700-27BF0904C312}"/>
              </a:ext>
            </a:extLst>
          </p:cNvPr>
          <p:cNvSpPr/>
          <p:nvPr/>
        </p:nvSpPr>
        <p:spPr>
          <a:xfrm>
            <a:off x="728468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48DD4E4E-5C14-2705-D0B4-4FA090C2597B}"/>
              </a:ext>
            </a:extLst>
          </p:cNvPr>
          <p:cNvSpPr/>
          <p:nvPr/>
        </p:nvSpPr>
        <p:spPr>
          <a:xfrm>
            <a:off x="756173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C5E16C66-88AA-4682-9BAB-9526C99A3527}"/>
              </a:ext>
            </a:extLst>
          </p:cNvPr>
          <p:cNvSpPr/>
          <p:nvPr/>
        </p:nvSpPr>
        <p:spPr>
          <a:xfrm>
            <a:off x="8115846"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0772C363-02E5-123D-4119-360B7B6A7E07}"/>
              </a:ext>
            </a:extLst>
          </p:cNvPr>
          <p:cNvSpPr/>
          <p:nvPr/>
        </p:nvSpPr>
        <p:spPr>
          <a:xfrm>
            <a:off x="783879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B1242876-5812-0895-1B13-C9D36BAC023A}"/>
              </a:ext>
            </a:extLst>
          </p:cNvPr>
          <p:cNvSpPr/>
          <p:nvPr/>
        </p:nvSpPr>
        <p:spPr>
          <a:xfrm>
            <a:off x="839290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739CA49C-2B6D-B92D-8CD6-3892E607CB7E}"/>
              </a:ext>
            </a:extLst>
          </p:cNvPr>
          <p:cNvSpPr/>
          <p:nvPr/>
        </p:nvSpPr>
        <p:spPr>
          <a:xfrm>
            <a:off x="866995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43EF841F-D736-8D80-4B3F-E222B9024140}"/>
              </a:ext>
            </a:extLst>
          </p:cNvPr>
          <p:cNvSpPr/>
          <p:nvPr/>
        </p:nvSpPr>
        <p:spPr>
          <a:xfrm>
            <a:off x="922407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17F53CD7-524E-152E-693C-FCD2A93AB8C5}"/>
              </a:ext>
            </a:extLst>
          </p:cNvPr>
          <p:cNvSpPr/>
          <p:nvPr/>
        </p:nvSpPr>
        <p:spPr>
          <a:xfrm>
            <a:off x="894701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26C1B9F0-CCD9-2328-4FC3-314A8B6BB741}"/>
              </a:ext>
            </a:extLst>
          </p:cNvPr>
          <p:cNvSpPr/>
          <p:nvPr/>
        </p:nvSpPr>
        <p:spPr>
          <a:xfrm>
            <a:off x="955397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8168C3F-3A6F-BF46-F05D-86398D80A005}"/>
              </a:ext>
            </a:extLst>
          </p:cNvPr>
          <p:cNvSpPr/>
          <p:nvPr/>
        </p:nvSpPr>
        <p:spPr>
          <a:xfrm>
            <a:off x="983103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3E9BFE2E-0907-2A24-0981-56FF5C0C8A3B}"/>
              </a:ext>
            </a:extLst>
          </p:cNvPr>
          <p:cNvSpPr/>
          <p:nvPr/>
        </p:nvSpPr>
        <p:spPr>
          <a:xfrm>
            <a:off x="728468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B67CF79A-6259-F851-1B25-CCA5AFC1A4F8}"/>
              </a:ext>
            </a:extLst>
          </p:cNvPr>
          <p:cNvSpPr/>
          <p:nvPr/>
        </p:nvSpPr>
        <p:spPr>
          <a:xfrm>
            <a:off x="756173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2DC7F8C6-48D2-9A91-B208-D3B347D470D9}"/>
              </a:ext>
            </a:extLst>
          </p:cNvPr>
          <p:cNvSpPr/>
          <p:nvPr/>
        </p:nvSpPr>
        <p:spPr>
          <a:xfrm>
            <a:off x="8115846"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0B502960-A4FE-4756-36A8-E35A6CF40584}"/>
              </a:ext>
            </a:extLst>
          </p:cNvPr>
          <p:cNvSpPr/>
          <p:nvPr/>
        </p:nvSpPr>
        <p:spPr>
          <a:xfrm>
            <a:off x="783879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7D2706B6-0F00-2158-60E8-0537E6833FA1}"/>
              </a:ext>
            </a:extLst>
          </p:cNvPr>
          <p:cNvSpPr/>
          <p:nvPr/>
        </p:nvSpPr>
        <p:spPr>
          <a:xfrm>
            <a:off x="839290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9F538841-C65B-D462-8BAD-4D482FFA80E7}"/>
              </a:ext>
            </a:extLst>
          </p:cNvPr>
          <p:cNvSpPr/>
          <p:nvPr/>
        </p:nvSpPr>
        <p:spPr>
          <a:xfrm>
            <a:off x="866995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C95E6785-5873-196F-294F-4DEAA67300E5}"/>
              </a:ext>
            </a:extLst>
          </p:cNvPr>
          <p:cNvSpPr/>
          <p:nvPr/>
        </p:nvSpPr>
        <p:spPr>
          <a:xfrm>
            <a:off x="922407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8BD5C78D-2A3A-B607-E7BE-9CE4B3117C68}"/>
              </a:ext>
            </a:extLst>
          </p:cNvPr>
          <p:cNvSpPr/>
          <p:nvPr/>
        </p:nvSpPr>
        <p:spPr>
          <a:xfrm>
            <a:off x="894701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E35B0853-45C3-8B03-C48C-48194D0A739F}"/>
              </a:ext>
            </a:extLst>
          </p:cNvPr>
          <p:cNvSpPr/>
          <p:nvPr/>
        </p:nvSpPr>
        <p:spPr>
          <a:xfrm>
            <a:off x="955397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3D2D1788-D8AB-50E4-D6E9-2BC05182F9DD}"/>
              </a:ext>
            </a:extLst>
          </p:cNvPr>
          <p:cNvSpPr/>
          <p:nvPr/>
        </p:nvSpPr>
        <p:spPr>
          <a:xfrm>
            <a:off x="983103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2FCB10F7-9777-EA56-27DA-A2E8253BAE82}"/>
              </a:ext>
            </a:extLst>
          </p:cNvPr>
          <p:cNvSpPr/>
          <p:nvPr/>
        </p:nvSpPr>
        <p:spPr>
          <a:xfrm>
            <a:off x="728468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540762AC-39F2-66F5-01E4-E3A64D1FCE81}"/>
              </a:ext>
            </a:extLst>
          </p:cNvPr>
          <p:cNvSpPr/>
          <p:nvPr/>
        </p:nvSpPr>
        <p:spPr>
          <a:xfrm>
            <a:off x="756173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69E9EF47-953D-C255-3FD2-504AEB99A2FC}"/>
              </a:ext>
            </a:extLst>
          </p:cNvPr>
          <p:cNvSpPr/>
          <p:nvPr/>
        </p:nvSpPr>
        <p:spPr>
          <a:xfrm>
            <a:off x="8115846"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E3EFCA23-D43B-4103-4753-92A452C59FA4}"/>
              </a:ext>
            </a:extLst>
          </p:cNvPr>
          <p:cNvSpPr/>
          <p:nvPr/>
        </p:nvSpPr>
        <p:spPr>
          <a:xfrm>
            <a:off x="783879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684DD189-F61D-7358-DC15-7144B37352DC}"/>
              </a:ext>
            </a:extLst>
          </p:cNvPr>
          <p:cNvSpPr/>
          <p:nvPr/>
        </p:nvSpPr>
        <p:spPr>
          <a:xfrm>
            <a:off x="839290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9A2370AF-A3CB-3B9D-C997-E4401EF9DB44}"/>
              </a:ext>
            </a:extLst>
          </p:cNvPr>
          <p:cNvSpPr/>
          <p:nvPr/>
        </p:nvSpPr>
        <p:spPr>
          <a:xfrm>
            <a:off x="866995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EF5F2585-8A0A-4116-1E07-8E17CC120BE8}"/>
              </a:ext>
            </a:extLst>
          </p:cNvPr>
          <p:cNvSpPr/>
          <p:nvPr/>
        </p:nvSpPr>
        <p:spPr>
          <a:xfrm>
            <a:off x="922407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EF7B15FE-9D2B-A4A6-4E3A-23C25D8A7431}"/>
              </a:ext>
            </a:extLst>
          </p:cNvPr>
          <p:cNvSpPr/>
          <p:nvPr/>
        </p:nvSpPr>
        <p:spPr>
          <a:xfrm>
            <a:off x="894701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4BB8C815-A788-0E63-4397-BED3E93811E0}"/>
              </a:ext>
            </a:extLst>
          </p:cNvPr>
          <p:cNvSpPr/>
          <p:nvPr/>
        </p:nvSpPr>
        <p:spPr>
          <a:xfrm>
            <a:off x="955397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F8FB3288-762A-01B6-BF37-3B901BC32A70}"/>
              </a:ext>
            </a:extLst>
          </p:cNvPr>
          <p:cNvSpPr/>
          <p:nvPr/>
        </p:nvSpPr>
        <p:spPr>
          <a:xfrm>
            <a:off x="983103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1A4F8A5B-1B78-92CC-45D5-AD8802098081}"/>
              </a:ext>
            </a:extLst>
          </p:cNvPr>
          <p:cNvSpPr/>
          <p:nvPr/>
        </p:nvSpPr>
        <p:spPr>
          <a:xfrm>
            <a:off x="728468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444E350C-DFEE-C7FD-3747-FFD5FBA7B34C}"/>
              </a:ext>
            </a:extLst>
          </p:cNvPr>
          <p:cNvSpPr/>
          <p:nvPr/>
        </p:nvSpPr>
        <p:spPr>
          <a:xfrm>
            <a:off x="756173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3C64B874-8CDC-9D68-EE41-2311CE3B9E60}"/>
              </a:ext>
            </a:extLst>
          </p:cNvPr>
          <p:cNvSpPr/>
          <p:nvPr/>
        </p:nvSpPr>
        <p:spPr>
          <a:xfrm>
            <a:off x="8115846"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2B8581AE-9814-D726-9E2C-802B83BCD4D3}"/>
              </a:ext>
            </a:extLst>
          </p:cNvPr>
          <p:cNvSpPr/>
          <p:nvPr/>
        </p:nvSpPr>
        <p:spPr>
          <a:xfrm>
            <a:off x="783879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A8C93CBA-9074-F54C-56A9-339EBAF50C20}"/>
              </a:ext>
            </a:extLst>
          </p:cNvPr>
          <p:cNvSpPr/>
          <p:nvPr/>
        </p:nvSpPr>
        <p:spPr>
          <a:xfrm>
            <a:off x="839290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58CC575C-3FF7-9A58-F340-672307650C95}"/>
              </a:ext>
            </a:extLst>
          </p:cNvPr>
          <p:cNvSpPr/>
          <p:nvPr/>
        </p:nvSpPr>
        <p:spPr>
          <a:xfrm>
            <a:off x="866995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EEE5F686-2BF7-D6FA-D2D6-BB5C3E4048E1}"/>
              </a:ext>
            </a:extLst>
          </p:cNvPr>
          <p:cNvSpPr/>
          <p:nvPr/>
        </p:nvSpPr>
        <p:spPr>
          <a:xfrm>
            <a:off x="922407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330BC4DF-CB4D-5F33-EDF8-A4EEABA0D168}"/>
              </a:ext>
            </a:extLst>
          </p:cNvPr>
          <p:cNvSpPr/>
          <p:nvPr/>
        </p:nvSpPr>
        <p:spPr>
          <a:xfrm>
            <a:off x="894701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C7401C13-185E-3DFD-D0ED-2871701D82C0}"/>
              </a:ext>
            </a:extLst>
          </p:cNvPr>
          <p:cNvSpPr/>
          <p:nvPr/>
        </p:nvSpPr>
        <p:spPr>
          <a:xfrm>
            <a:off x="9553973"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CF15254A-EDE7-A9F4-C435-20FF783D2A4D}"/>
              </a:ext>
            </a:extLst>
          </p:cNvPr>
          <p:cNvSpPr/>
          <p:nvPr/>
        </p:nvSpPr>
        <p:spPr>
          <a:xfrm>
            <a:off x="9831032"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E91DFD01-DBCF-9FD0-10AA-DEE97C017928}"/>
              </a:ext>
            </a:extLst>
          </p:cNvPr>
          <p:cNvSpPr/>
          <p:nvPr/>
        </p:nvSpPr>
        <p:spPr>
          <a:xfrm>
            <a:off x="728468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2382A724-B2CE-4A5F-79E6-F0B67E669174}"/>
              </a:ext>
            </a:extLst>
          </p:cNvPr>
          <p:cNvSpPr/>
          <p:nvPr/>
        </p:nvSpPr>
        <p:spPr>
          <a:xfrm>
            <a:off x="756173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5F558BA8-1FD8-D497-8D61-0505466532F7}"/>
              </a:ext>
            </a:extLst>
          </p:cNvPr>
          <p:cNvSpPr/>
          <p:nvPr/>
        </p:nvSpPr>
        <p:spPr>
          <a:xfrm>
            <a:off x="8115846"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C774501C-0504-3C02-3BC4-298740CB15A8}"/>
              </a:ext>
            </a:extLst>
          </p:cNvPr>
          <p:cNvSpPr/>
          <p:nvPr/>
        </p:nvSpPr>
        <p:spPr>
          <a:xfrm>
            <a:off x="783879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BC2FA7E1-198F-9206-A3D9-14DA99C939AB}"/>
              </a:ext>
            </a:extLst>
          </p:cNvPr>
          <p:cNvSpPr/>
          <p:nvPr/>
        </p:nvSpPr>
        <p:spPr>
          <a:xfrm>
            <a:off x="839290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CF8A2FC3-861A-430E-B660-435220D89F92}"/>
              </a:ext>
            </a:extLst>
          </p:cNvPr>
          <p:cNvSpPr/>
          <p:nvPr/>
        </p:nvSpPr>
        <p:spPr>
          <a:xfrm>
            <a:off x="866995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83F73B06-CDF4-B874-73BE-3AE8C59D0225}"/>
              </a:ext>
            </a:extLst>
          </p:cNvPr>
          <p:cNvSpPr/>
          <p:nvPr/>
        </p:nvSpPr>
        <p:spPr>
          <a:xfrm>
            <a:off x="922407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5DD3C2FB-3326-7FD3-458C-16AC2190C70B}"/>
              </a:ext>
            </a:extLst>
          </p:cNvPr>
          <p:cNvSpPr/>
          <p:nvPr/>
        </p:nvSpPr>
        <p:spPr>
          <a:xfrm>
            <a:off x="894701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4A7061BD-BADC-F50A-994C-C403EE9D0AA5}"/>
              </a:ext>
            </a:extLst>
          </p:cNvPr>
          <p:cNvSpPr/>
          <p:nvPr/>
        </p:nvSpPr>
        <p:spPr>
          <a:xfrm>
            <a:off x="955397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1F0024B1-3FA8-1B26-4F5A-CC0BAFFC2976}"/>
              </a:ext>
            </a:extLst>
          </p:cNvPr>
          <p:cNvSpPr/>
          <p:nvPr/>
        </p:nvSpPr>
        <p:spPr>
          <a:xfrm>
            <a:off x="983103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A4B4EC10-9A5E-E4FC-261F-4AB7983C63F5}"/>
              </a:ext>
            </a:extLst>
          </p:cNvPr>
          <p:cNvSpPr/>
          <p:nvPr/>
        </p:nvSpPr>
        <p:spPr>
          <a:xfrm>
            <a:off x="728468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6CE32D66-4290-A838-F698-2C269A00ED73}"/>
              </a:ext>
            </a:extLst>
          </p:cNvPr>
          <p:cNvSpPr/>
          <p:nvPr/>
        </p:nvSpPr>
        <p:spPr>
          <a:xfrm>
            <a:off x="756173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CDBF2BB6-B90A-E5AF-E868-5C6A57BD9A2E}"/>
              </a:ext>
            </a:extLst>
          </p:cNvPr>
          <p:cNvSpPr/>
          <p:nvPr/>
        </p:nvSpPr>
        <p:spPr>
          <a:xfrm>
            <a:off x="8115846"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7FF31828-D4F9-2D89-E953-394F3DF7BDC6}"/>
              </a:ext>
            </a:extLst>
          </p:cNvPr>
          <p:cNvSpPr/>
          <p:nvPr/>
        </p:nvSpPr>
        <p:spPr>
          <a:xfrm>
            <a:off x="783879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9678473B-4BA6-EC84-0029-2A384ECA93D5}"/>
              </a:ext>
            </a:extLst>
          </p:cNvPr>
          <p:cNvSpPr/>
          <p:nvPr/>
        </p:nvSpPr>
        <p:spPr>
          <a:xfrm>
            <a:off x="839290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FF9ACEE6-ED41-5C2E-ECD5-4F2FBD492030}"/>
              </a:ext>
            </a:extLst>
          </p:cNvPr>
          <p:cNvSpPr/>
          <p:nvPr/>
        </p:nvSpPr>
        <p:spPr>
          <a:xfrm>
            <a:off x="866995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E45DBD00-5315-FDB7-1A54-F7CF48D720E4}"/>
              </a:ext>
            </a:extLst>
          </p:cNvPr>
          <p:cNvSpPr/>
          <p:nvPr/>
        </p:nvSpPr>
        <p:spPr>
          <a:xfrm>
            <a:off x="922407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CE5B5338-D4E9-E841-9BDC-F03E46199E49}"/>
              </a:ext>
            </a:extLst>
          </p:cNvPr>
          <p:cNvSpPr/>
          <p:nvPr/>
        </p:nvSpPr>
        <p:spPr>
          <a:xfrm>
            <a:off x="894701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1BDE5FC1-BDB1-9499-9584-14B0E6E7A994}"/>
              </a:ext>
            </a:extLst>
          </p:cNvPr>
          <p:cNvSpPr/>
          <p:nvPr/>
        </p:nvSpPr>
        <p:spPr>
          <a:xfrm>
            <a:off x="955397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5AF78B84-50B8-2AFF-2BED-48498DA0FE84}"/>
              </a:ext>
            </a:extLst>
          </p:cNvPr>
          <p:cNvSpPr/>
          <p:nvPr/>
        </p:nvSpPr>
        <p:spPr>
          <a:xfrm>
            <a:off x="983103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744B3B16-10C5-3771-3535-BDB33FE63864}"/>
              </a:ext>
            </a:extLst>
          </p:cNvPr>
          <p:cNvSpPr/>
          <p:nvPr/>
        </p:nvSpPr>
        <p:spPr>
          <a:xfrm>
            <a:off x="728468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E1D6D37B-FBD3-2D22-35C9-C87C7025A6F2}"/>
              </a:ext>
            </a:extLst>
          </p:cNvPr>
          <p:cNvSpPr/>
          <p:nvPr/>
        </p:nvSpPr>
        <p:spPr>
          <a:xfrm>
            <a:off x="756173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8A1104A0-9227-6564-F32C-B495E76B8B48}"/>
              </a:ext>
            </a:extLst>
          </p:cNvPr>
          <p:cNvSpPr/>
          <p:nvPr/>
        </p:nvSpPr>
        <p:spPr>
          <a:xfrm>
            <a:off x="8115846"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6D1D310E-6AF2-C1B1-8C6A-F2DBBDEE6A22}"/>
              </a:ext>
            </a:extLst>
          </p:cNvPr>
          <p:cNvSpPr/>
          <p:nvPr/>
        </p:nvSpPr>
        <p:spPr>
          <a:xfrm>
            <a:off x="783879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21BC5EB6-A333-B3BF-D04A-F93C864D8C76}"/>
              </a:ext>
            </a:extLst>
          </p:cNvPr>
          <p:cNvSpPr/>
          <p:nvPr/>
        </p:nvSpPr>
        <p:spPr>
          <a:xfrm>
            <a:off x="839290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CB4F04CF-E713-F1B1-04ED-4FC7972B1157}"/>
              </a:ext>
            </a:extLst>
          </p:cNvPr>
          <p:cNvSpPr/>
          <p:nvPr/>
        </p:nvSpPr>
        <p:spPr>
          <a:xfrm>
            <a:off x="866995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487F24EC-2DE1-44B9-F480-439ABE2E1AA2}"/>
              </a:ext>
            </a:extLst>
          </p:cNvPr>
          <p:cNvSpPr/>
          <p:nvPr/>
        </p:nvSpPr>
        <p:spPr>
          <a:xfrm>
            <a:off x="922407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12858E37-F326-0209-7DA6-6E7F1EE7CCD7}"/>
              </a:ext>
            </a:extLst>
          </p:cNvPr>
          <p:cNvSpPr/>
          <p:nvPr/>
        </p:nvSpPr>
        <p:spPr>
          <a:xfrm>
            <a:off x="894701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D82986A3-2BB6-5C3D-9142-57A28E72F620}"/>
              </a:ext>
            </a:extLst>
          </p:cNvPr>
          <p:cNvSpPr/>
          <p:nvPr/>
        </p:nvSpPr>
        <p:spPr>
          <a:xfrm>
            <a:off x="955397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10C9FE33-B5EB-BE55-7434-5705CB2F2FE9}"/>
              </a:ext>
            </a:extLst>
          </p:cNvPr>
          <p:cNvSpPr/>
          <p:nvPr/>
        </p:nvSpPr>
        <p:spPr>
          <a:xfrm>
            <a:off x="983103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62A42F1F-35C9-2A6D-F136-C43A5DB9C7FA}"/>
              </a:ext>
            </a:extLst>
          </p:cNvPr>
          <p:cNvSpPr/>
          <p:nvPr/>
        </p:nvSpPr>
        <p:spPr>
          <a:xfrm>
            <a:off x="728468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4B87D8C8-7729-C745-D93D-640A48FCEAEB}"/>
              </a:ext>
            </a:extLst>
          </p:cNvPr>
          <p:cNvSpPr/>
          <p:nvPr/>
        </p:nvSpPr>
        <p:spPr>
          <a:xfrm>
            <a:off x="756173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B7BDF290-3ECC-3BD1-4C5C-E87B8034CE1F}"/>
              </a:ext>
            </a:extLst>
          </p:cNvPr>
          <p:cNvSpPr/>
          <p:nvPr/>
        </p:nvSpPr>
        <p:spPr>
          <a:xfrm>
            <a:off x="8115846"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14EDE57F-63E4-E400-698D-7A3330BBB599}"/>
              </a:ext>
            </a:extLst>
          </p:cNvPr>
          <p:cNvSpPr/>
          <p:nvPr/>
        </p:nvSpPr>
        <p:spPr>
          <a:xfrm>
            <a:off x="783879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C61261D7-59DA-8A20-32B9-48D946F8C1D6}"/>
              </a:ext>
            </a:extLst>
          </p:cNvPr>
          <p:cNvSpPr/>
          <p:nvPr/>
        </p:nvSpPr>
        <p:spPr>
          <a:xfrm>
            <a:off x="839290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7D87274B-A5CB-6567-66B0-056DDBAD1E5A}"/>
              </a:ext>
            </a:extLst>
          </p:cNvPr>
          <p:cNvSpPr/>
          <p:nvPr/>
        </p:nvSpPr>
        <p:spPr>
          <a:xfrm>
            <a:off x="866995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3C521C34-37B3-4185-CBF2-C1FA6A649A2B}"/>
              </a:ext>
            </a:extLst>
          </p:cNvPr>
          <p:cNvSpPr/>
          <p:nvPr/>
        </p:nvSpPr>
        <p:spPr>
          <a:xfrm>
            <a:off x="922407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04D00D1E-9A69-D777-6703-43D3C9B3ED1D}"/>
              </a:ext>
            </a:extLst>
          </p:cNvPr>
          <p:cNvSpPr/>
          <p:nvPr/>
        </p:nvSpPr>
        <p:spPr>
          <a:xfrm>
            <a:off x="894701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C2D8B1C5-20AF-89D5-E37F-02C4C426B82C}"/>
              </a:ext>
            </a:extLst>
          </p:cNvPr>
          <p:cNvSpPr/>
          <p:nvPr/>
        </p:nvSpPr>
        <p:spPr>
          <a:xfrm>
            <a:off x="955397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38BE1911-6695-DDF5-EA34-671CFF288B24}"/>
              </a:ext>
            </a:extLst>
          </p:cNvPr>
          <p:cNvSpPr/>
          <p:nvPr/>
        </p:nvSpPr>
        <p:spPr>
          <a:xfrm>
            <a:off x="983103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0016B6E8-8E30-F1EF-4D57-9BE6C9CDAC12}"/>
              </a:ext>
            </a:extLst>
          </p:cNvPr>
          <p:cNvSpPr/>
          <p:nvPr/>
        </p:nvSpPr>
        <p:spPr>
          <a:xfrm>
            <a:off x="728468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30763F66-52D2-2E38-FE2C-018307C3D941}"/>
              </a:ext>
            </a:extLst>
          </p:cNvPr>
          <p:cNvSpPr/>
          <p:nvPr/>
        </p:nvSpPr>
        <p:spPr>
          <a:xfrm>
            <a:off x="756173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E51E7898-4D93-B444-959B-1C9F20A1236D}"/>
              </a:ext>
            </a:extLst>
          </p:cNvPr>
          <p:cNvSpPr/>
          <p:nvPr/>
        </p:nvSpPr>
        <p:spPr>
          <a:xfrm>
            <a:off x="8115846"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E63F44FE-27C5-4C5C-4B62-E1F4A3CCBD65}"/>
              </a:ext>
            </a:extLst>
          </p:cNvPr>
          <p:cNvSpPr/>
          <p:nvPr/>
        </p:nvSpPr>
        <p:spPr>
          <a:xfrm>
            <a:off x="783879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4C857801-52CD-29C0-7DC7-D5B7949B3445}"/>
              </a:ext>
            </a:extLst>
          </p:cNvPr>
          <p:cNvSpPr/>
          <p:nvPr/>
        </p:nvSpPr>
        <p:spPr>
          <a:xfrm>
            <a:off x="839290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B6F9A413-EEE2-E950-89D2-8771D3EDA1FB}"/>
              </a:ext>
            </a:extLst>
          </p:cNvPr>
          <p:cNvSpPr/>
          <p:nvPr/>
        </p:nvSpPr>
        <p:spPr>
          <a:xfrm>
            <a:off x="866995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4148ADCA-0CD7-B99C-85F5-8A530EBCC60B}"/>
              </a:ext>
            </a:extLst>
          </p:cNvPr>
          <p:cNvSpPr/>
          <p:nvPr/>
        </p:nvSpPr>
        <p:spPr>
          <a:xfrm>
            <a:off x="922407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6604BBA8-8FD0-0B60-2D04-016A50AD2A00}"/>
              </a:ext>
            </a:extLst>
          </p:cNvPr>
          <p:cNvSpPr/>
          <p:nvPr/>
        </p:nvSpPr>
        <p:spPr>
          <a:xfrm>
            <a:off x="894701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C68DA772-D54E-3EFE-132E-E191F7608345}"/>
              </a:ext>
            </a:extLst>
          </p:cNvPr>
          <p:cNvSpPr/>
          <p:nvPr/>
        </p:nvSpPr>
        <p:spPr>
          <a:xfrm>
            <a:off x="9553973"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B3E4102F-C36A-7F68-925D-B10553484E4D}"/>
              </a:ext>
            </a:extLst>
          </p:cNvPr>
          <p:cNvSpPr/>
          <p:nvPr/>
        </p:nvSpPr>
        <p:spPr>
          <a:xfrm>
            <a:off x="9831032"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968CB555-D3FB-6652-A6B0-6EA1B84B3382}"/>
              </a:ext>
            </a:extLst>
          </p:cNvPr>
          <p:cNvSpPr/>
          <p:nvPr/>
        </p:nvSpPr>
        <p:spPr>
          <a:xfrm>
            <a:off x="728468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8C70C668-2683-34EE-7B15-81C73552AD28}"/>
              </a:ext>
            </a:extLst>
          </p:cNvPr>
          <p:cNvSpPr/>
          <p:nvPr/>
        </p:nvSpPr>
        <p:spPr>
          <a:xfrm>
            <a:off x="756173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F9D99DDD-BAB9-0D66-C91B-D48BC4065065}"/>
              </a:ext>
            </a:extLst>
          </p:cNvPr>
          <p:cNvSpPr/>
          <p:nvPr/>
        </p:nvSpPr>
        <p:spPr>
          <a:xfrm>
            <a:off x="8115846"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D17D5013-CA6E-71DE-BF25-706621CDC305}"/>
              </a:ext>
            </a:extLst>
          </p:cNvPr>
          <p:cNvSpPr/>
          <p:nvPr/>
        </p:nvSpPr>
        <p:spPr>
          <a:xfrm>
            <a:off x="783879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FD16716E-4C70-B53E-9D17-070E83F89CC8}"/>
              </a:ext>
            </a:extLst>
          </p:cNvPr>
          <p:cNvSpPr/>
          <p:nvPr/>
        </p:nvSpPr>
        <p:spPr>
          <a:xfrm>
            <a:off x="839290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708E6D20-25C6-FE8D-4606-FC1340244BE0}"/>
              </a:ext>
            </a:extLst>
          </p:cNvPr>
          <p:cNvSpPr/>
          <p:nvPr/>
        </p:nvSpPr>
        <p:spPr>
          <a:xfrm>
            <a:off x="866995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09932C0B-80F4-F524-8379-B63E7D142222}"/>
              </a:ext>
            </a:extLst>
          </p:cNvPr>
          <p:cNvSpPr/>
          <p:nvPr/>
        </p:nvSpPr>
        <p:spPr>
          <a:xfrm>
            <a:off x="922407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301E36B9-866D-796A-BF64-A652B4E0EFB4}"/>
              </a:ext>
            </a:extLst>
          </p:cNvPr>
          <p:cNvSpPr/>
          <p:nvPr/>
        </p:nvSpPr>
        <p:spPr>
          <a:xfrm>
            <a:off x="894701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A5243C84-922D-796B-0322-97870120D802}"/>
              </a:ext>
            </a:extLst>
          </p:cNvPr>
          <p:cNvSpPr/>
          <p:nvPr/>
        </p:nvSpPr>
        <p:spPr>
          <a:xfrm>
            <a:off x="955397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1CBBA50E-0767-6FD6-AB1E-058B9C02DA41}"/>
              </a:ext>
            </a:extLst>
          </p:cNvPr>
          <p:cNvSpPr/>
          <p:nvPr/>
        </p:nvSpPr>
        <p:spPr>
          <a:xfrm>
            <a:off x="983103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2" name="Straight Connector 361">
            <a:extLst>
              <a:ext uri="{FF2B5EF4-FFF2-40B4-BE49-F238E27FC236}">
                <a16:creationId xmlns:a16="http://schemas.microsoft.com/office/drawing/2014/main" id="{F4C46582-1BEF-30AC-00E2-564D01D84117}"/>
              </a:ext>
            </a:extLst>
          </p:cNvPr>
          <p:cNvCxnSpPr>
            <a:cxnSpLocks/>
          </p:cNvCxnSpPr>
          <p:nvPr/>
        </p:nvCxnSpPr>
        <p:spPr>
          <a:xfrm>
            <a:off x="2596886" y="7353931"/>
            <a:ext cx="227497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078F988B-AC7A-2C82-E2B1-648C6BDA887F}"/>
              </a:ext>
            </a:extLst>
          </p:cNvPr>
          <p:cNvCxnSpPr>
            <a:cxnSpLocks/>
          </p:cNvCxnSpPr>
          <p:nvPr/>
        </p:nvCxnSpPr>
        <p:spPr>
          <a:xfrm>
            <a:off x="4873804" y="7353931"/>
            <a:ext cx="634966"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4" name="TextBox 363">
            <a:extLst>
              <a:ext uri="{FF2B5EF4-FFF2-40B4-BE49-F238E27FC236}">
                <a16:creationId xmlns:a16="http://schemas.microsoft.com/office/drawing/2014/main" id="{8A2F3694-047A-5343-077B-233C4EFC227D}"/>
              </a:ext>
            </a:extLst>
          </p:cNvPr>
          <p:cNvSpPr txBox="1"/>
          <p:nvPr/>
        </p:nvSpPr>
        <p:spPr>
          <a:xfrm flipH="1">
            <a:off x="7958010" y="6772971"/>
            <a:ext cx="1557276" cy="646331"/>
          </a:xfrm>
          <a:prstGeom prst="rect">
            <a:avLst/>
          </a:prstGeom>
          <a:noFill/>
        </p:spPr>
        <p:txBody>
          <a:bodyPr wrap="square">
            <a:spAutoFit/>
          </a:bodyPr>
          <a:lstStyle/>
          <a:p>
            <a:pPr algn="ctr"/>
            <a:r>
              <a:rPr lang="en-US" altLang="zh-CN" dirty="0"/>
              <a:t>Data  </a:t>
            </a:r>
          </a:p>
          <a:p>
            <a:pPr algn="ctr"/>
            <a:r>
              <a:rPr lang="en-US" altLang="zh-CN" dirty="0"/>
              <a:t>40-bit</a:t>
            </a:r>
            <a:endParaRPr lang="en-US" dirty="0"/>
          </a:p>
        </p:txBody>
      </p:sp>
      <p:cxnSp>
        <p:nvCxnSpPr>
          <p:cNvPr id="365" name="Straight Connector 364">
            <a:extLst>
              <a:ext uri="{FF2B5EF4-FFF2-40B4-BE49-F238E27FC236}">
                <a16:creationId xmlns:a16="http://schemas.microsoft.com/office/drawing/2014/main" id="{36175E41-FE9B-3279-60D0-D51E3BF99910}"/>
              </a:ext>
            </a:extLst>
          </p:cNvPr>
          <p:cNvCxnSpPr>
            <a:cxnSpLocks/>
          </p:cNvCxnSpPr>
          <p:nvPr/>
        </p:nvCxnSpPr>
        <p:spPr>
          <a:xfrm>
            <a:off x="7240315" y="7353932"/>
            <a:ext cx="289302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7" name="TextBox 366">
            <a:extLst>
              <a:ext uri="{FF2B5EF4-FFF2-40B4-BE49-F238E27FC236}">
                <a16:creationId xmlns:a16="http://schemas.microsoft.com/office/drawing/2014/main" id="{918C3103-6EA2-39BE-5AE3-179CE2359E83}"/>
              </a:ext>
            </a:extLst>
          </p:cNvPr>
          <p:cNvSpPr txBox="1"/>
          <p:nvPr/>
        </p:nvSpPr>
        <p:spPr>
          <a:xfrm>
            <a:off x="1664985" y="3305100"/>
            <a:ext cx="740783" cy="306444"/>
          </a:xfrm>
          <a:prstGeom prst="rect">
            <a:avLst/>
          </a:prstGeom>
          <a:noFill/>
        </p:spPr>
        <p:txBody>
          <a:bodyPr wrap="none">
            <a:noAutofit/>
          </a:bodyPr>
          <a:lstStyle/>
          <a:p>
            <a:r>
              <a:rPr lang="en-US" altLang="zh-CN" b="1" i="1" dirty="0">
                <a:latin typeface="+mj-lt"/>
              </a:rPr>
              <a:t>0x0000</a:t>
            </a:r>
            <a:endParaRPr lang="en-US" b="1" i="1" dirty="0">
              <a:latin typeface="+mj-lt"/>
            </a:endParaRPr>
          </a:p>
        </p:txBody>
      </p:sp>
      <p:sp>
        <p:nvSpPr>
          <p:cNvPr id="368" name="TextBox 367">
            <a:extLst>
              <a:ext uri="{FF2B5EF4-FFF2-40B4-BE49-F238E27FC236}">
                <a16:creationId xmlns:a16="http://schemas.microsoft.com/office/drawing/2014/main" id="{48CD94CA-027F-0495-8468-D4E79497463B}"/>
              </a:ext>
            </a:extLst>
          </p:cNvPr>
          <p:cNvSpPr txBox="1"/>
          <p:nvPr/>
        </p:nvSpPr>
        <p:spPr>
          <a:xfrm>
            <a:off x="1664985" y="3623332"/>
            <a:ext cx="740783" cy="306444"/>
          </a:xfrm>
          <a:prstGeom prst="rect">
            <a:avLst/>
          </a:prstGeom>
          <a:noFill/>
        </p:spPr>
        <p:txBody>
          <a:bodyPr wrap="none">
            <a:noAutofit/>
          </a:bodyPr>
          <a:lstStyle/>
          <a:p>
            <a:r>
              <a:rPr lang="en-US" altLang="zh-CN" b="1" i="1" dirty="0">
                <a:latin typeface="+mj-lt"/>
              </a:rPr>
              <a:t>0x0040</a:t>
            </a:r>
            <a:endParaRPr lang="en-US" b="1" i="1" dirty="0">
              <a:latin typeface="+mj-lt"/>
            </a:endParaRPr>
          </a:p>
        </p:txBody>
      </p:sp>
      <p:sp>
        <p:nvSpPr>
          <p:cNvPr id="369" name="TextBox 368">
            <a:extLst>
              <a:ext uri="{FF2B5EF4-FFF2-40B4-BE49-F238E27FC236}">
                <a16:creationId xmlns:a16="http://schemas.microsoft.com/office/drawing/2014/main" id="{69C3DFB0-86DA-9876-228E-97CA0F8E31EC}"/>
              </a:ext>
            </a:extLst>
          </p:cNvPr>
          <p:cNvSpPr txBox="1"/>
          <p:nvPr/>
        </p:nvSpPr>
        <p:spPr>
          <a:xfrm>
            <a:off x="1664985" y="3941564"/>
            <a:ext cx="740783" cy="306444"/>
          </a:xfrm>
          <a:prstGeom prst="rect">
            <a:avLst/>
          </a:prstGeom>
          <a:noFill/>
        </p:spPr>
        <p:txBody>
          <a:bodyPr wrap="none">
            <a:noAutofit/>
          </a:bodyPr>
          <a:lstStyle/>
          <a:p>
            <a:r>
              <a:rPr lang="en-US" altLang="zh-CN" b="1" i="1">
                <a:latin typeface="+mj-lt"/>
              </a:rPr>
              <a:t>0x0080</a:t>
            </a:r>
            <a:endParaRPr lang="en-US" b="1" i="1">
              <a:latin typeface="+mj-lt"/>
            </a:endParaRPr>
          </a:p>
        </p:txBody>
      </p:sp>
      <p:sp>
        <p:nvSpPr>
          <p:cNvPr id="370" name="TextBox 369">
            <a:extLst>
              <a:ext uri="{FF2B5EF4-FFF2-40B4-BE49-F238E27FC236}">
                <a16:creationId xmlns:a16="http://schemas.microsoft.com/office/drawing/2014/main" id="{CCD6ECC8-2145-4568-E57E-FD57A2170AE7}"/>
              </a:ext>
            </a:extLst>
          </p:cNvPr>
          <p:cNvSpPr txBox="1"/>
          <p:nvPr/>
        </p:nvSpPr>
        <p:spPr>
          <a:xfrm>
            <a:off x="1664985" y="4259797"/>
            <a:ext cx="740783" cy="306444"/>
          </a:xfrm>
          <a:prstGeom prst="rect">
            <a:avLst/>
          </a:prstGeom>
          <a:noFill/>
        </p:spPr>
        <p:txBody>
          <a:bodyPr wrap="none">
            <a:noAutofit/>
          </a:bodyPr>
          <a:lstStyle/>
          <a:p>
            <a:r>
              <a:rPr lang="en-US" altLang="zh-CN" b="1" i="1">
                <a:latin typeface="+mj-lt"/>
              </a:rPr>
              <a:t>0x00C0</a:t>
            </a:r>
            <a:endParaRPr lang="en-US" b="1" i="1">
              <a:latin typeface="+mj-lt"/>
            </a:endParaRPr>
          </a:p>
        </p:txBody>
      </p:sp>
      <p:sp>
        <p:nvSpPr>
          <p:cNvPr id="371" name="TextBox 370">
            <a:extLst>
              <a:ext uri="{FF2B5EF4-FFF2-40B4-BE49-F238E27FC236}">
                <a16:creationId xmlns:a16="http://schemas.microsoft.com/office/drawing/2014/main" id="{2289B071-04C2-78FB-8862-C72A15CB55DE}"/>
              </a:ext>
            </a:extLst>
          </p:cNvPr>
          <p:cNvSpPr txBox="1"/>
          <p:nvPr/>
        </p:nvSpPr>
        <p:spPr>
          <a:xfrm>
            <a:off x="1664985" y="4578029"/>
            <a:ext cx="740783" cy="306444"/>
          </a:xfrm>
          <a:prstGeom prst="rect">
            <a:avLst/>
          </a:prstGeom>
          <a:noFill/>
        </p:spPr>
        <p:txBody>
          <a:bodyPr wrap="none">
            <a:noAutofit/>
          </a:bodyPr>
          <a:lstStyle/>
          <a:p>
            <a:r>
              <a:rPr lang="en-US" altLang="zh-CN" b="1" i="1" dirty="0">
                <a:latin typeface="+mj-lt"/>
              </a:rPr>
              <a:t>0x0100</a:t>
            </a:r>
            <a:endParaRPr lang="en-US" b="1" i="1" dirty="0">
              <a:latin typeface="+mj-lt"/>
            </a:endParaRPr>
          </a:p>
        </p:txBody>
      </p:sp>
      <p:sp>
        <p:nvSpPr>
          <p:cNvPr id="372" name="TextBox 371">
            <a:extLst>
              <a:ext uri="{FF2B5EF4-FFF2-40B4-BE49-F238E27FC236}">
                <a16:creationId xmlns:a16="http://schemas.microsoft.com/office/drawing/2014/main" id="{32D1D84F-D048-1FB1-47DB-FCE0CAC7225C}"/>
              </a:ext>
            </a:extLst>
          </p:cNvPr>
          <p:cNvSpPr txBox="1"/>
          <p:nvPr/>
        </p:nvSpPr>
        <p:spPr>
          <a:xfrm>
            <a:off x="1664985" y="4896261"/>
            <a:ext cx="740783" cy="306444"/>
          </a:xfrm>
          <a:prstGeom prst="rect">
            <a:avLst/>
          </a:prstGeom>
          <a:noFill/>
        </p:spPr>
        <p:txBody>
          <a:bodyPr wrap="none">
            <a:noAutofit/>
          </a:bodyPr>
          <a:lstStyle/>
          <a:p>
            <a:r>
              <a:rPr lang="en-US" altLang="zh-CN" b="1" i="1" dirty="0">
                <a:latin typeface="+mj-lt"/>
              </a:rPr>
              <a:t>0x0140</a:t>
            </a:r>
            <a:endParaRPr lang="en-US" b="1" i="1" dirty="0">
              <a:latin typeface="+mj-lt"/>
            </a:endParaRPr>
          </a:p>
        </p:txBody>
      </p:sp>
      <p:sp>
        <p:nvSpPr>
          <p:cNvPr id="373" name="TextBox 372">
            <a:extLst>
              <a:ext uri="{FF2B5EF4-FFF2-40B4-BE49-F238E27FC236}">
                <a16:creationId xmlns:a16="http://schemas.microsoft.com/office/drawing/2014/main" id="{AF3040CA-F4B7-703C-761B-AB6676AECE1C}"/>
              </a:ext>
            </a:extLst>
          </p:cNvPr>
          <p:cNvSpPr txBox="1"/>
          <p:nvPr/>
        </p:nvSpPr>
        <p:spPr>
          <a:xfrm rot="5400000">
            <a:off x="1950566" y="6022540"/>
            <a:ext cx="519504" cy="306444"/>
          </a:xfrm>
          <a:prstGeom prst="rect">
            <a:avLst/>
          </a:prstGeom>
          <a:noFill/>
        </p:spPr>
        <p:txBody>
          <a:bodyPr wrap="none">
            <a:noAutofit/>
          </a:bodyPr>
          <a:lstStyle/>
          <a:p>
            <a:pPr algn="ctr"/>
            <a:r>
              <a:rPr lang="en-US" altLang="zh-CN" b="1" dirty="0">
                <a:latin typeface="+mj-lt"/>
              </a:rPr>
              <a:t>… … </a:t>
            </a:r>
            <a:endParaRPr lang="en-US" b="1" dirty="0">
              <a:latin typeface="+mj-lt"/>
            </a:endParaRPr>
          </a:p>
        </p:txBody>
      </p:sp>
      <p:sp>
        <p:nvSpPr>
          <p:cNvPr id="374" name="TextBox 373">
            <a:extLst>
              <a:ext uri="{FF2B5EF4-FFF2-40B4-BE49-F238E27FC236}">
                <a16:creationId xmlns:a16="http://schemas.microsoft.com/office/drawing/2014/main" id="{35EF12DB-055C-EFC2-FD21-26CE4F813013}"/>
              </a:ext>
            </a:extLst>
          </p:cNvPr>
          <p:cNvSpPr txBox="1"/>
          <p:nvPr/>
        </p:nvSpPr>
        <p:spPr>
          <a:xfrm>
            <a:off x="1664985" y="5214493"/>
            <a:ext cx="740783" cy="306444"/>
          </a:xfrm>
          <a:prstGeom prst="rect">
            <a:avLst/>
          </a:prstGeom>
          <a:noFill/>
        </p:spPr>
        <p:txBody>
          <a:bodyPr wrap="none">
            <a:noAutofit/>
          </a:bodyPr>
          <a:lstStyle/>
          <a:p>
            <a:r>
              <a:rPr lang="en-US" altLang="zh-CN" b="1" i="1" dirty="0">
                <a:latin typeface="+mj-lt"/>
              </a:rPr>
              <a:t>0x0180</a:t>
            </a:r>
            <a:endParaRPr lang="en-US" b="1" i="1" dirty="0">
              <a:latin typeface="+mj-lt"/>
            </a:endParaRPr>
          </a:p>
        </p:txBody>
      </p:sp>
      <p:sp>
        <p:nvSpPr>
          <p:cNvPr id="375" name="TextBox 374">
            <a:extLst>
              <a:ext uri="{FF2B5EF4-FFF2-40B4-BE49-F238E27FC236}">
                <a16:creationId xmlns:a16="http://schemas.microsoft.com/office/drawing/2014/main" id="{519D7FE8-9A44-0985-8B6E-202344F1F5F6}"/>
              </a:ext>
            </a:extLst>
          </p:cNvPr>
          <p:cNvSpPr txBox="1"/>
          <p:nvPr/>
        </p:nvSpPr>
        <p:spPr>
          <a:xfrm>
            <a:off x="1664985" y="5532725"/>
            <a:ext cx="740783" cy="306444"/>
          </a:xfrm>
          <a:prstGeom prst="rect">
            <a:avLst/>
          </a:prstGeom>
          <a:noFill/>
        </p:spPr>
        <p:txBody>
          <a:bodyPr wrap="none">
            <a:noAutofit/>
          </a:bodyPr>
          <a:lstStyle/>
          <a:p>
            <a:r>
              <a:rPr lang="en-US" altLang="zh-CN" b="1" i="1">
                <a:latin typeface="+mj-lt"/>
              </a:rPr>
              <a:t>0x01C0</a:t>
            </a:r>
            <a:endParaRPr lang="en-US" b="1" i="1">
              <a:latin typeface="+mj-lt"/>
            </a:endParaRPr>
          </a:p>
        </p:txBody>
      </p:sp>
      <p:sp>
        <p:nvSpPr>
          <p:cNvPr id="384" name="TextBox 383">
            <a:extLst>
              <a:ext uri="{FF2B5EF4-FFF2-40B4-BE49-F238E27FC236}">
                <a16:creationId xmlns:a16="http://schemas.microsoft.com/office/drawing/2014/main" id="{8C2E7438-9EE0-50CF-F751-0771718BFAF4}"/>
              </a:ext>
            </a:extLst>
          </p:cNvPr>
          <p:cNvSpPr txBox="1"/>
          <p:nvPr/>
        </p:nvSpPr>
        <p:spPr>
          <a:xfrm>
            <a:off x="6308841" y="3300104"/>
            <a:ext cx="744039" cy="306444"/>
          </a:xfrm>
          <a:prstGeom prst="rect">
            <a:avLst/>
          </a:prstGeom>
          <a:noFill/>
        </p:spPr>
        <p:txBody>
          <a:bodyPr wrap="none">
            <a:noAutofit/>
          </a:bodyPr>
          <a:lstStyle/>
          <a:p>
            <a:r>
              <a:rPr lang="en-US" altLang="zh-CN" b="1" i="1">
                <a:latin typeface="+mj-lt"/>
              </a:rPr>
              <a:t>0x0000</a:t>
            </a:r>
            <a:endParaRPr lang="en-US" b="1" i="1">
              <a:latin typeface="+mj-lt"/>
            </a:endParaRPr>
          </a:p>
        </p:txBody>
      </p:sp>
      <p:sp>
        <p:nvSpPr>
          <p:cNvPr id="385" name="TextBox 384">
            <a:extLst>
              <a:ext uri="{FF2B5EF4-FFF2-40B4-BE49-F238E27FC236}">
                <a16:creationId xmlns:a16="http://schemas.microsoft.com/office/drawing/2014/main" id="{48844A5B-58FB-65CB-9E35-7843542179DC}"/>
              </a:ext>
            </a:extLst>
          </p:cNvPr>
          <p:cNvSpPr txBox="1"/>
          <p:nvPr/>
        </p:nvSpPr>
        <p:spPr>
          <a:xfrm>
            <a:off x="6308841" y="3618336"/>
            <a:ext cx="744039" cy="306444"/>
          </a:xfrm>
          <a:prstGeom prst="rect">
            <a:avLst/>
          </a:prstGeom>
          <a:noFill/>
        </p:spPr>
        <p:txBody>
          <a:bodyPr wrap="none">
            <a:noAutofit/>
          </a:bodyPr>
          <a:lstStyle/>
          <a:p>
            <a:r>
              <a:rPr lang="en-US" altLang="zh-CN" b="1" i="1">
                <a:latin typeface="+mj-lt"/>
              </a:rPr>
              <a:t>0x0050</a:t>
            </a:r>
            <a:endParaRPr lang="en-US" b="1" i="1">
              <a:latin typeface="+mj-lt"/>
            </a:endParaRPr>
          </a:p>
        </p:txBody>
      </p:sp>
      <p:sp>
        <p:nvSpPr>
          <p:cNvPr id="386" name="TextBox 385">
            <a:extLst>
              <a:ext uri="{FF2B5EF4-FFF2-40B4-BE49-F238E27FC236}">
                <a16:creationId xmlns:a16="http://schemas.microsoft.com/office/drawing/2014/main" id="{BDA49FFE-84DD-FEDA-F3A8-691F2EA8B1CB}"/>
              </a:ext>
            </a:extLst>
          </p:cNvPr>
          <p:cNvSpPr txBox="1"/>
          <p:nvPr/>
        </p:nvSpPr>
        <p:spPr>
          <a:xfrm>
            <a:off x="6308841" y="3936568"/>
            <a:ext cx="744039" cy="306444"/>
          </a:xfrm>
          <a:prstGeom prst="rect">
            <a:avLst/>
          </a:prstGeom>
          <a:noFill/>
        </p:spPr>
        <p:txBody>
          <a:bodyPr wrap="none">
            <a:noAutofit/>
          </a:bodyPr>
          <a:lstStyle/>
          <a:p>
            <a:r>
              <a:rPr lang="en-US" altLang="zh-CN" b="1" i="1">
                <a:latin typeface="+mj-lt"/>
              </a:rPr>
              <a:t>0x00a0</a:t>
            </a:r>
            <a:endParaRPr lang="en-US" b="1" i="1">
              <a:latin typeface="+mj-lt"/>
            </a:endParaRPr>
          </a:p>
        </p:txBody>
      </p:sp>
      <p:sp>
        <p:nvSpPr>
          <p:cNvPr id="387" name="TextBox 386">
            <a:extLst>
              <a:ext uri="{FF2B5EF4-FFF2-40B4-BE49-F238E27FC236}">
                <a16:creationId xmlns:a16="http://schemas.microsoft.com/office/drawing/2014/main" id="{355C363B-157D-0EC9-C380-255344A2D891}"/>
              </a:ext>
            </a:extLst>
          </p:cNvPr>
          <p:cNvSpPr txBox="1"/>
          <p:nvPr/>
        </p:nvSpPr>
        <p:spPr>
          <a:xfrm>
            <a:off x="6308841" y="4254800"/>
            <a:ext cx="744039" cy="306444"/>
          </a:xfrm>
          <a:prstGeom prst="rect">
            <a:avLst/>
          </a:prstGeom>
          <a:noFill/>
        </p:spPr>
        <p:txBody>
          <a:bodyPr wrap="none">
            <a:noAutofit/>
          </a:bodyPr>
          <a:lstStyle/>
          <a:p>
            <a:r>
              <a:rPr lang="en-US" altLang="zh-CN" b="1" i="1">
                <a:latin typeface="+mj-lt"/>
              </a:rPr>
              <a:t>0x00f0</a:t>
            </a:r>
            <a:endParaRPr lang="en-US" b="1" i="1">
              <a:latin typeface="+mj-lt"/>
            </a:endParaRPr>
          </a:p>
        </p:txBody>
      </p:sp>
      <p:sp>
        <p:nvSpPr>
          <p:cNvPr id="388" name="TextBox 387">
            <a:extLst>
              <a:ext uri="{FF2B5EF4-FFF2-40B4-BE49-F238E27FC236}">
                <a16:creationId xmlns:a16="http://schemas.microsoft.com/office/drawing/2014/main" id="{792A230F-5678-F722-4057-94F43947BD31}"/>
              </a:ext>
            </a:extLst>
          </p:cNvPr>
          <p:cNvSpPr txBox="1"/>
          <p:nvPr/>
        </p:nvSpPr>
        <p:spPr>
          <a:xfrm>
            <a:off x="6308841" y="4573033"/>
            <a:ext cx="744039" cy="306444"/>
          </a:xfrm>
          <a:prstGeom prst="rect">
            <a:avLst/>
          </a:prstGeom>
          <a:noFill/>
        </p:spPr>
        <p:txBody>
          <a:bodyPr wrap="none">
            <a:noAutofit/>
          </a:bodyPr>
          <a:lstStyle/>
          <a:p>
            <a:r>
              <a:rPr lang="en-US" altLang="zh-CN" b="1" i="1">
                <a:latin typeface="+mj-lt"/>
              </a:rPr>
              <a:t>0x0140</a:t>
            </a:r>
            <a:endParaRPr lang="en-US" b="1" i="1">
              <a:latin typeface="+mj-lt"/>
            </a:endParaRPr>
          </a:p>
        </p:txBody>
      </p:sp>
      <p:sp>
        <p:nvSpPr>
          <p:cNvPr id="389" name="TextBox 388">
            <a:extLst>
              <a:ext uri="{FF2B5EF4-FFF2-40B4-BE49-F238E27FC236}">
                <a16:creationId xmlns:a16="http://schemas.microsoft.com/office/drawing/2014/main" id="{AE775E02-A5C3-6EC3-B608-7C52039180E4}"/>
              </a:ext>
            </a:extLst>
          </p:cNvPr>
          <p:cNvSpPr txBox="1"/>
          <p:nvPr/>
        </p:nvSpPr>
        <p:spPr>
          <a:xfrm>
            <a:off x="6308841" y="4891265"/>
            <a:ext cx="744039" cy="306444"/>
          </a:xfrm>
          <a:prstGeom prst="rect">
            <a:avLst/>
          </a:prstGeom>
          <a:noFill/>
        </p:spPr>
        <p:txBody>
          <a:bodyPr wrap="none">
            <a:noAutofit/>
          </a:bodyPr>
          <a:lstStyle/>
          <a:p>
            <a:r>
              <a:rPr lang="en-US" altLang="zh-CN" b="1" i="1" dirty="0">
                <a:latin typeface="+mj-lt"/>
              </a:rPr>
              <a:t>0x0190</a:t>
            </a:r>
            <a:endParaRPr lang="en-US" b="1" i="1" dirty="0">
              <a:latin typeface="+mj-lt"/>
            </a:endParaRPr>
          </a:p>
        </p:txBody>
      </p:sp>
      <p:sp>
        <p:nvSpPr>
          <p:cNvPr id="390" name="TextBox 389">
            <a:extLst>
              <a:ext uri="{FF2B5EF4-FFF2-40B4-BE49-F238E27FC236}">
                <a16:creationId xmlns:a16="http://schemas.microsoft.com/office/drawing/2014/main" id="{ACE74C50-C991-734F-0A1C-02B62C1B3BF3}"/>
              </a:ext>
            </a:extLst>
          </p:cNvPr>
          <p:cNvSpPr txBox="1"/>
          <p:nvPr/>
        </p:nvSpPr>
        <p:spPr>
          <a:xfrm>
            <a:off x="6308841" y="5209497"/>
            <a:ext cx="744039" cy="306444"/>
          </a:xfrm>
          <a:prstGeom prst="rect">
            <a:avLst/>
          </a:prstGeom>
          <a:noFill/>
        </p:spPr>
        <p:txBody>
          <a:bodyPr wrap="none">
            <a:noAutofit/>
          </a:bodyPr>
          <a:lstStyle/>
          <a:p>
            <a:r>
              <a:rPr lang="en-US" altLang="zh-CN" b="1" i="1" dirty="0">
                <a:latin typeface="+mj-lt"/>
              </a:rPr>
              <a:t>0x01E0</a:t>
            </a:r>
            <a:endParaRPr lang="en-US" b="1" i="1" dirty="0">
              <a:latin typeface="+mj-lt"/>
            </a:endParaRPr>
          </a:p>
        </p:txBody>
      </p:sp>
      <p:sp>
        <p:nvSpPr>
          <p:cNvPr id="391" name="TextBox 390">
            <a:extLst>
              <a:ext uri="{FF2B5EF4-FFF2-40B4-BE49-F238E27FC236}">
                <a16:creationId xmlns:a16="http://schemas.microsoft.com/office/drawing/2014/main" id="{35506B20-943D-0780-1F54-2CF65E97749D}"/>
              </a:ext>
            </a:extLst>
          </p:cNvPr>
          <p:cNvSpPr txBox="1"/>
          <p:nvPr/>
        </p:nvSpPr>
        <p:spPr>
          <a:xfrm>
            <a:off x="6308841" y="5527729"/>
            <a:ext cx="744039" cy="306444"/>
          </a:xfrm>
          <a:prstGeom prst="rect">
            <a:avLst/>
          </a:prstGeom>
          <a:noFill/>
        </p:spPr>
        <p:txBody>
          <a:bodyPr wrap="none">
            <a:noAutofit/>
          </a:bodyPr>
          <a:lstStyle/>
          <a:p>
            <a:r>
              <a:rPr lang="en-US" altLang="zh-CN" b="1" i="1" dirty="0">
                <a:latin typeface="+mj-lt"/>
              </a:rPr>
              <a:t>0x0230</a:t>
            </a:r>
            <a:endParaRPr lang="en-US" b="1" i="1" dirty="0">
              <a:latin typeface="+mj-lt"/>
            </a:endParaRPr>
          </a:p>
        </p:txBody>
      </p:sp>
      <p:sp>
        <p:nvSpPr>
          <p:cNvPr id="392" name="TextBox 391">
            <a:extLst>
              <a:ext uri="{FF2B5EF4-FFF2-40B4-BE49-F238E27FC236}">
                <a16:creationId xmlns:a16="http://schemas.microsoft.com/office/drawing/2014/main" id="{AD65C538-04DF-0D77-1064-9A683359E2D9}"/>
              </a:ext>
            </a:extLst>
          </p:cNvPr>
          <p:cNvSpPr txBox="1"/>
          <p:nvPr/>
        </p:nvSpPr>
        <p:spPr>
          <a:xfrm>
            <a:off x="1676998"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393" name="TextBox 392">
            <a:extLst>
              <a:ext uri="{FF2B5EF4-FFF2-40B4-BE49-F238E27FC236}">
                <a16:creationId xmlns:a16="http://schemas.microsoft.com/office/drawing/2014/main" id="{814B17AD-B18D-9540-CEF7-0B39B5E52650}"/>
              </a:ext>
            </a:extLst>
          </p:cNvPr>
          <p:cNvSpPr txBox="1"/>
          <p:nvPr/>
        </p:nvSpPr>
        <p:spPr>
          <a:xfrm flipH="1">
            <a:off x="3313114" y="2818212"/>
            <a:ext cx="1557276" cy="400110"/>
          </a:xfrm>
          <a:prstGeom prst="rect">
            <a:avLst/>
          </a:prstGeom>
          <a:noFill/>
        </p:spPr>
        <p:txBody>
          <a:bodyPr wrap="square">
            <a:spAutoFit/>
          </a:bodyPr>
          <a:lstStyle/>
          <a:p>
            <a:pPr algn="ctr"/>
            <a:r>
              <a:rPr lang="en-US" altLang="zh-CN" sz="2000" b="1" dirty="0"/>
              <a:t>Baseline</a:t>
            </a:r>
            <a:endParaRPr lang="en-US" sz="2000" b="1" dirty="0"/>
          </a:p>
        </p:txBody>
      </p:sp>
      <p:sp>
        <p:nvSpPr>
          <p:cNvPr id="394" name="TextBox 393">
            <a:extLst>
              <a:ext uri="{FF2B5EF4-FFF2-40B4-BE49-F238E27FC236}">
                <a16:creationId xmlns:a16="http://schemas.microsoft.com/office/drawing/2014/main" id="{CE52763D-06E5-1711-7E90-BA9D56132EA5}"/>
              </a:ext>
            </a:extLst>
          </p:cNvPr>
          <p:cNvSpPr txBox="1"/>
          <p:nvPr/>
        </p:nvSpPr>
        <p:spPr>
          <a:xfrm flipH="1">
            <a:off x="7978258" y="2832416"/>
            <a:ext cx="1557276" cy="400110"/>
          </a:xfrm>
          <a:prstGeom prst="rect">
            <a:avLst/>
          </a:prstGeom>
          <a:noFill/>
        </p:spPr>
        <p:txBody>
          <a:bodyPr wrap="square">
            <a:spAutoFit/>
          </a:bodyPr>
          <a:lstStyle/>
          <a:p>
            <a:pPr algn="ctr"/>
            <a:r>
              <a:rPr lang="en-US" sz="2000" b="1" dirty="0"/>
              <a:t>ASPA</a:t>
            </a:r>
          </a:p>
        </p:txBody>
      </p:sp>
      <p:sp>
        <p:nvSpPr>
          <p:cNvPr id="395" name="TextBox 394">
            <a:extLst>
              <a:ext uri="{FF2B5EF4-FFF2-40B4-BE49-F238E27FC236}">
                <a16:creationId xmlns:a16="http://schemas.microsoft.com/office/drawing/2014/main" id="{68179F77-306E-2814-38EF-F03A22A41501}"/>
              </a:ext>
            </a:extLst>
          </p:cNvPr>
          <p:cNvSpPr txBox="1"/>
          <p:nvPr/>
        </p:nvSpPr>
        <p:spPr>
          <a:xfrm>
            <a:off x="10643768" y="6606408"/>
            <a:ext cx="1122782" cy="398329"/>
          </a:xfrm>
          <a:prstGeom prst="rect">
            <a:avLst/>
          </a:prstGeom>
          <a:noFill/>
        </p:spPr>
        <p:txBody>
          <a:bodyPr wrap="none">
            <a:noAutofit/>
          </a:bodyPr>
          <a:lstStyle/>
          <a:p>
            <a:pPr algn="ctr"/>
            <a:r>
              <a:rPr lang="en-US" altLang="zh-CN" b="1" dirty="0">
                <a:solidFill>
                  <a:srgbClr val="3E4960"/>
                </a:solidFill>
              </a:rPr>
              <a:t>Tier-2 Parity</a:t>
            </a:r>
            <a:endParaRPr lang="en-US" b="1" dirty="0">
              <a:solidFill>
                <a:srgbClr val="3E4960"/>
              </a:solidFill>
            </a:endParaRPr>
          </a:p>
        </p:txBody>
      </p:sp>
      <p:cxnSp>
        <p:nvCxnSpPr>
          <p:cNvPr id="396" name="Straight Arrow Connector 395">
            <a:extLst>
              <a:ext uri="{FF2B5EF4-FFF2-40B4-BE49-F238E27FC236}">
                <a16:creationId xmlns:a16="http://schemas.microsoft.com/office/drawing/2014/main" id="{487C39F6-488F-91C2-8F1F-03058EF604DA}"/>
              </a:ext>
            </a:extLst>
          </p:cNvPr>
          <p:cNvCxnSpPr>
            <a:cxnSpLocks/>
            <a:stCxn id="351" idx="3"/>
          </p:cNvCxnSpPr>
          <p:nvPr/>
        </p:nvCxnSpPr>
        <p:spPr>
          <a:xfrm>
            <a:off x="10084084" y="6342297"/>
            <a:ext cx="497165" cy="420627"/>
          </a:xfrm>
          <a:prstGeom prst="straightConnector1">
            <a:avLst/>
          </a:prstGeom>
          <a:ln w="28575">
            <a:solidFill>
              <a:srgbClr val="4A5772"/>
            </a:solidFill>
            <a:tailEnd type="triangle"/>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6022FE5E-3BFA-4D95-16C4-9415983F8079}"/>
              </a:ext>
            </a:extLst>
          </p:cNvPr>
          <p:cNvSpPr txBox="1"/>
          <p:nvPr/>
        </p:nvSpPr>
        <p:spPr>
          <a:xfrm>
            <a:off x="6306518" y="2755114"/>
            <a:ext cx="1096775" cy="369332"/>
          </a:xfrm>
          <a:prstGeom prst="rect">
            <a:avLst/>
          </a:prstGeom>
          <a:noFill/>
        </p:spPr>
        <p:txBody>
          <a:bodyPr wrap="none" rtlCol="0">
            <a:spAutoFit/>
          </a:bodyPr>
          <a:lstStyle/>
          <a:p>
            <a:r>
              <a:rPr lang="en-US" dirty="0" err="1"/>
              <a:t>Cacheline</a:t>
            </a:r>
            <a:endParaRPr lang="en-US" dirty="0"/>
          </a:p>
        </p:txBody>
      </p:sp>
      <p:sp>
        <p:nvSpPr>
          <p:cNvPr id="398" name="TextBox 397">
            <a:extLst>
              <a:ext uri="{FF2B5EF4-FFF2-40B4-BE49-F238E27FC236}">
                <a16:creationId xmlns:a16="http://schemas.microsoft.com/office/drawing/2014/main" id="{240036D4-14B5-EC47-B81A-3D1A9FD02EFE}"/>
              </a:ext>
            </a:extLst>
          </p:cNvPr>
          <p:cNvSpPr txBox="1"/>
          <p:nvPr/>
        </p:nvSpPr>
        <p:spPr>
          <a:xfrm>
            <a:off x="1686534" y="2760162"/>
            <a:ext cx="1096775" cy="369332"/>
          </a:xfrm>
          <a:prstGeom prst="rect">
            <a:avLst/>
          </a:prstGeom>
          <a:noFill/>
        </p:spPr>
        <p:txBody>
          <a:bodyPr wrap="none" rtlCol="0">
            <a:spAutoFit/>
          </a:bodyPr>
          <a:lstStyle/>
          <a:p>
            <a:r>
              <a:rPr lang="en-US" dirty="0" err="1"/>
              <a:t>Cacheline</a:t>
            </a:r>
            <a:endParaRPr lang="en-US" dirty="0"/>
          </a:p>
        </p:txBody>
      </p:sp>
      <p:sp>
        <p:nvSpPr>
          <p:cNvPr id="399" name="TextBox 398">
            <a:extLst>
              <a:ext uri="{FF2B5EF4-FFF2-40B4-BE49-F238E27FC236}">
                <a16:creationId xmlns:a16="http://schemas.microsoft.com/office/drawing/2014/main" id="{49C56AA1-5060-EBF2-2562-16C5E63E03D6}"/>
              </a:ext>
            </a:extLst>
          </p:cNvPr>
          <p:cNvSpPr txBox="1"/>
          <p:nvPr/>
        </p:nvSpPr>
        <p:spPr>
          <a:xfrm>
            <a:off x="6319634"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402" name="TextBox 401">
            <a:extLst>
              <a:ext uri="{FF2B5EF4-FFF2-40B4-BE49-F238E27FC236}">
                <a16:creationId xmlns:a16="http://schemas.microsoft.com/office/drawing/2014/main" id="{30633B15-B4F6-5DFA-14E9-47093FDE285A}"/>
              </a:ext>
            </a:extLst>
          </p:cNvPr>
          <p:cNvSpPr txBox="1"/>
          <p:nvPr/>
        </p:nvSpPr>
        <p:spPr>
          <a:xfrm>
            <a:off x="3050063" y="9331492"/>
            <a:ext cx="1549591" cy="369332"/>
          </a:xfrm>
          <a:prstGeom prst="rect">
            <a:avLst/>
          </a:prstGeom>
          <a:noFill/>
        </p:spPr>
        <p:txBody>
          <a:bodyPr wrap="none" rtlCol="0">
            <a:spAutoFit/>
          </a:bodyPr>
          <a:lstStyle/>
          <a:p>
            <a:r>
              <a:rPr lang="en-US" dirty="0"/>
              <a:t>Regular access</a:t>
            </a:r>
          </a:p>
        </p:txBody>
      </p:sp>
      <p:sp>
        <p:nvSpPr>
          <p:cNvPr id="403" name="TextBox 402">
            <a:extLst>
              <a:ext uri="{FF2B5EF4-FFF2-40B4-BE49-F238E27FC236}">
                <a16:creationId xmlns:a16="http://schemas.microsoft.com/office/drawing/2014/main" id="{55D2DADC-D49C-0226-F0D6-DEBCAE64E944}"/>
              </a:ext>
            </a:extLst>
          </p:cNvPr>
          <p:cNvSpPr txBox="1"/>
          <p:nvPr/>
        </p:nvSpPr>
        <p:spPr>
          <a:xfrm>
            <a:off x="6039607" y="9398515"/>
            <a:ext cx="2186432" cy="369332"/>
          </a:xfrm>
          <a:prstGeom prst="rect">
            <a:avLst/>
          </a:prstGeom>
          <a:noFill/>
        </p:spPr>
        <p:txBody>
          <a:bodyPr wrap="none" rtlCol="0">
            <a:spAutoFit/>
          </a:bodyPr>
          <a:lstStyle/>
          <a:p>
            <a:r>
              <a:rPr lang="en-US" dirty="0"/>
              <a:t>Non-trod granularity</a:t>
            </a:r>
          </a:p>
        </p:txBody>
      </p:sp>
      <p:sp>
        <p:nvSpPr>
          <p:cNvPr id="7" name="TextBox 6">
            <a:extLst>
              <a:ext uri="{FF2B5EF4-FFF2-40B4-BE49-F238E27FC236}">
                <a16:creationId xmlns:a16="http://schemas.microsoft.com/office/drawing/2014/main" id="{0835EE94-98F3-7B68-342F-035788F2A193}"/>
              </a:ext>
            </a:extLst>
          </p:cNvPr>
          <p:cNvSpPr txBox="1"/>
          <p:nvPr/>
        </p:nvSpPr>
        <p:spPr>
          <a:xfrm>
            <a:off x="838200" y="3731314"/>
            <a:ext cx="10945204" cy="1200329"/>
          </a:xfrm>
          <a:prstGeom prst="rect">
            <a:avLst/>
          </a:prstGeom>
          <a:solidFill>
            <a:srgbClr val="F2F2F2"/>
          </a:solidFill>
          <a:ln w="38100">
            <a:solidFill>
              <a:schemeClr val="tx1"/>
            </a:solidFill>
          </a:ln>
        </p:spPr>
        <p:txBody>
          <a:bodyPr wrap="square" rtlCol="0">
            <a:spAutoFit/>
          </a:bodyPr>
          <a:lstStyle/>
          <a:p>
            <a:pPr lvl="0">
              <a:defRPr/>
            </a:pPr>
            <a:r>
              <a:rPr lang="en-US" sz="3600" b="1" dirty="0">
                <a:solidFill>
                  <a:srgbClr val="FF0000"/>
                </a:solidFill>
              </a:rPr>
              <a:t>Challenge I: </a:t>
            </a:r>
            <a:r>
              <a:rPr lang="en-US" sz="3600" dirty="0"/>
              <a:t>designing a new logic to effectively </a:t>
            </a:r>
            <a:r>
              <a:rPr lang="en-US" sz="3600" b="1" dirty="0"/>
              <a:t>reassign the available bandwidth</a:t>
            </a:r>
            <a:endParaRPr lang="en-US" sz="3600" dirty="0"/>
          </a:p>
        </p:txBody>
      </p:sp>
    </p:spTree>
    <p:custDataLst>
      <p:tags r:id="rId1"/>
    </p:custDataLst>
    <p:extLst>
      <p:ext uri="{BB962C8B-B14F-4D97-AF65-F5344CB8AC3E}">
        <p14:creationId xmlns:p14="http://schemas.microsoft.com/office/powerpoint/2010/main" val="2540299871"/>
      </p:ext>
    </p:extLst>
  </p:cSld>
  <p:clrMapOvr>
    <a:masterClrMapping/>
  </p:clrMapOvr>
  <mc:AlternateContent xmlns:mc="http://schemas.openxmlformats.org/markup-compatibility/2006" xmlns:p14="http://schemas.microsoft.com/office/powerpoint/2010/main">
    <mc:Choice Requires="p14">
      <p:transition spd="slow" p14:dur="2000" advTm="13841"/>
    </mc:Choice>
    <mc:Fallback xmlns="">
      <p:transition spd="slow" advTm="1384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8C883-E95F-60F3-C5C1-5E7E565E0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1B01A-F26C-B778-37B1-6DDAD23CCCA2}"/>
              </a:ext>
            </a:extLst>
          </p:cNvPr>
          <p:cNvSpPr>
            <a:spLocks noGrp="1"/>
          </p:cNvSpPr>
          <p:nvPr>
            <p:ph type="title"/>
          </p:nvPr>
        </p:nvSpPr>
        <p:spPr/>
        <p:txBody>
          <a:bodyPr/>
          <a:lstStyle/>
          <a:p>
            <a:r>
              <a:rPr lang="en-US" dirty="0"/>
              <a:t>Design Overview</a:t>
            </a:r>
          </a:p>
        </p:txBody>
      </p:sp>
      <p:sp>
        <p:nvSpPr>
          <p:cNvPr id="136" name="Rectangle 135">
            <a:extLst>
              <a:ext uri="{FF2B5EF4-FFF2-40B4-BE49-F238E27FC236}">
                <a16:creationId xmlns:a16="http://schemas.microsoft.com/office/drawing/2014/main" id="{A2F9F117-FD58-E652-EA07-0FEF9B72B5C7}"/>
              </a:ext>
            </a:extLst>
          </p:cNvPr>
          <p:cNvSpPr/>
          <p:nvPr/>
        </p:nvSpPr>
        <p:spPr>
          <a:xfrm>
            <a:off x="7214561" y="3291205"/>
            <a:ext cx="2929415"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7959E0A5-65EF-5477-DAE0-7A159E712D67}"/>
              </a:ext>
            </a:extLst>
          </p:cNvPr>
          <p:cNvSpPr/>
          <p:nvPr/>
        </p:nvSpPr>
        <p:spPr>
          <a:xfrm>
            <a:off x="9515286" y="3291205"/>
            <a:ext cx="628689" cy="4147019"/>
          </a:xfrm>
          <a:prstGeom prst="rect">
            <a:avLst/>
          </a:prstGeom>
          <a:solidFill>
            <a:srgbClr val="415782">
              <a:alpha val="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60E0A027-2292-B2E1-AC2D-1967E269C3B6}"/>
              </a:ext>
            </a:extLst>
          </p:cNvPr>
          <p:cNvSpPr/>
          <p:nvPr/>
        </p:nvSpPr>
        <p:spPr>
          <a:xfrm>
            <a:off x="4880082" y="3291205"/>
            <a:ext cx="628689" cy="4147019"/>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589065C8-02B4-995C-80E7-B48A9C7EBA54}"/>
              </a:ext>
            </a:extLst>
          </p:cNvPr>
          <p:cNvSpPr/>
          <p:nvPr/>
        </p:nvSpPr>
        <p:spPr>
          <a:xfrm>
            <a:off x="2579355" y="3291205"/>
            <a:ext cx="2300726" cy="4147019"/>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a:extLst>
              <a:ext uri="{FF2B5EF4-FFF2-40B4-BE49-F238E27FC236}">
                <a16:creationId xmlns:a16="http://schemas.microsoft.com/office/drawing/2014/main" id="{95CB3A16-2599-DB61-8B74-F56894A4D453}"/>
              </a:ext>
            </a:extLst>
          </p:cNvPr>
          <p:cNvSpPr txBox="1"/>
          <p:nvPr/>
        </p:nvSpPr>
        <p:spPr>
          <a:xfrm flipH="1">
            <a:off x="2911379" y="6772971"/>
            <a:ext cx="1557276" cy="646331"/>
          </a:xfrm>
          <a:prstGeom prst="rect">
            <a:avLst/>
          </a:prstGeom>
          <a:noFill/>
        </p:spPr>
        <p:txBody>
          <a:bodyPr wrap="square">
            <a:spAutoFit/>
          </a:bodyPr>
          <a:lstStyle/>
          <a:p>
            <a:pPr algn="ctr"/>
            <a:r>
              <a:rPr lang="en-US" altLang="zh-CN" dirty="0"/>
              <a:t>Data  </a:t>
            </a:r>
          </a:p>
          <a:p>
            <a:pPr algn="ctr"/>
            <a:r>
              <a:rPr lang="en-US" altLang="zh-CN" dirty="0"/>
              <a:t>32-bit</a:t>
            </a:r>
            <a:endParaRPr lang="en-US" dirty="0"/>
          </a:p>
        </p:txBody>
      </p:sp>
      <p:sp>
        <p:nvSpPr>
          <p:cNvPr id="141" name="TextBox 140">
            <a:extLst>
              <a:ext uri="{FF2B5EF4-FFF2-40B4-BE49-F238E27FC236}">
                <a16:creationId xmlns:a16="http://schemas.microsoft.com/office/drawing/2014/main" id="{0DFFFF07-CE90-FF1E-7C80-6832F5BF26C3}"/>
              </a:ext>
            </a:extLst>
          </p:cNvPr>
          <p:cNvSpPr txBox="1"/>
          <p:nvPr/>
        </p:nvSpPr>
        <p:spPr>
          <a:xfrm flipH="1">
            <a:off x="4769456" y="6772971"/>
            <a:ext cx="849941" cy="646331"/>
          </a:xfrm>
          <a:prstGeom prst="rect">
            <a:avLst/>
          </a:prstGeom>
          <a:noFill/>
        </p:spPr>
        <p:txBody>
          <a:bodyPr wrap="square">
            <a:spAutoFit/>
          </a:bodyPr>
          <a:lstStyle/>
          <a:p>
            <a:pPr algn="ctr"/>
            <a:r>
              <a:rPr lang="en-US" altLang="zh-CN" dirty="0"/>
              <a:t>Parity  </a:t>
            </a:r>
          </a:p>
          <a:p>
            <a:pPr algn="ctr"/>
            <a:r>
              <a:rPr lang="en-US" altLang="zh-CN" dirty="0"/>
              <a:t>8-bit</a:t>
            </a:r>
            <a:endParaRPr lang="en-US" dirty="0"/>
          </a:p>
        </p:txBody>
      </p:sp>
      <p:sp>
        <p:nvSpPr>
          <p:cNvPr id="142" name="Rectangle 141">
            <a:extLst>
              <a:ext uri="{FF2B5EF4-FFF2-40B4-BE49-F238E27FC236}">
                <a16:creationId xmlns:a16="http://schemas.microsoft.com/office/drawing/2014/main" id="{67169777-3E18-BC39-4825-4C7A24F4617F}"/>
              </a:ext>
            </a:extLst>
          </p:cNvPr>
          <p:cNvSpPr/>
          <p:nvPr/>
        </p:nvSpPr>
        <p:spPr>
          <a:xfrm>
            <a:off x="264648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B7D69BB3-AF1F-C543-4F35-599861283365}"/>
              </a:ext>
            </a:extLst>
          </p:cNvPr>
          <p:cNvSpPr/>
          <p:nvPr/>
        </p:nvSpPr>
        <p:spPr>
          <a:xfrm>
            <a:off x="292353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77BAD48F-24C1-ECDF-7BE0-D90A3912AA49}"/>
              </a:ext>
            </a:extLst>
          </p:cNvPr>
          <p:cNvSpPr/>
          <p:nvPr/>
        </p:nvSpPr>
        <p:spPr>
          <a:xfrm>
            <a:off x="347764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0B3EAD4C-8F6B-422E-2862-5654F5E0A13C}"/>
              </a:ext>
            </a:extLst>
          </p:cNvPr>
          <p:cNvSpPr/>
          <p:nvPr/>
        </p:nvSpPr>
        <p:spPr>
          <a:xfrm>
            <a:off x="320059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7E77EAA6-B4E5-BD86-9AEB-1F78A2DFC4DD}"/>
              </a:ext>
            </a:extLst>
          </p:cNvPr>
          <p:cNvSpPr/>
          <p:nvPr/>
        </p:nvSpPr>
        <p:spPr>
          <a:xfrm>
            <a:off x="375470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4FFA99A-32FE-3E10-6FEE-23606B9E463D}"/>
              </a:ext>
            </a:extLst>
          </p:cNvPr>
          <p:cNvSpPr/>
          <p:nvPr/>
        </p:nvSpPr>
        <p:spPr>
          <a:xfrm>
            <a:off x="403176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F6C7D21C-D8C7-99C7-ED17-F28B6670855A}"/>
              </a:ext>
            </a:extLst>
          </p:cNvPr>
          <p:cNvSpPr/>
          <p:nvPr/>
        </p:nvSpPr>
        <p:spPr>
          <a:xfrm>
            <a:off x="458587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5616D11D-BC85-2669-234D-418D83305C39}"/>
              </a:ext>
            </a:extLst>
          </p:cNvPr>
          <p:cNvSpPr/>
          <p:nvPr/>
        </p:nvSpPr>
        <p:spPr>
          <a:xfrm>
            <a:off x="4308817"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3F866B5F-C902-AF4A-7E40-429506B2E5F6}"/>
              </a:ext>
            </a:extLst>
          </p:cNvPr>
          <p:cNvSpPr/>
          <p:nvPr/>
        </p:nvSpPr>
        <p:spPr>
          <a:xfrm>
            <a:off x="4915775"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8C0CBC30-08CB-DC76-BAB5-114770E4D202}"/>
              </a:ext>
            </a:extLst>
          </p:cNvPr>
          <p:cNvSpPr/>
          <p:nvPr/>
        </p:nvSpPr>
        <p:spPr>
          <a:xfrm>
            <a:off x="5192833" y="3361983"/>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9E92AF71-C38F-93FC-AD13-FC9D0DF756B2}"/>
              </a:ext>
            </a:extLst>
          </p:cNvPr>
          <p:cNvSpPr/>
          <p:nvPr/>
        </p:nvSpPr>
        <p:spPr>
          <a:xfrm>
            <a:off x="264648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F7BC508-7F02-1237-D216-C44E61BAFA4A}"/>
              </a:ext>
            </a:extLst>
          </p:cNvPr>
          <p:cNvSpPr/>
          <p:nvPr/>
        </p:nvSpPr>
        <p:spPr>
          <a:xfrm>
            <a:off x="292353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EB63C3C2-7FA6-95ED-1E0A-9940CC4CB534}"/>
              </a:ext>
            </a:extLst>
          </p:cNvPr>
          <p:cNvSpPr/>
          <p:nvPr/>
        </p:nvSpPr>
        <p:spPr>
          <a:xfrm>
            <a:off x="347764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3D13B793-D118-0912-EA83-5962D9C2698F}"/>
              </a:ext>
            </a:extLst>
          </p:cNvPr>
          <p:cNvSpPr/>
          <p:nvPr/>
        </p:nvSpPr>
        <p:spPr>
          <a:xfrm>
            <a:off x="320059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9779C0C4-C89D-20EF-B0CC-0375F39DE727}"/>
              </a:ext>
            </a:extLst>
          </p:cNvPr>
          <p:cNvSpPr/>
          <p:nvPr/>
        </p:nvSpPr>
        <p:spPr>
          <a:xfrm>
            <a:off x="375470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3F88D190-5DA7-6F14-D2F5-5F51A79C5A70}"/>
              </a:ext>
            </a:extLst>
          </p:cNvPr>
          <p:cNvSpPr/>
          <p:nvPr/>
        </p:nvSpPr>
        <p:spPr>
          <a:xfrm>
            <a:off x="403176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B2FC86DD-0B65-84C3-10B1-ABF644D37AA2}"/>
              </a:ext>
            </a:extLst>
          </p:cNvPr>
          <p:cNvSpPr/>
          <p:nvPr/>
        </p:nvSpPr>
        <p:spPr>
          <a:xfrm>
            <a:off x="458587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4385A5BC-0445-C153-5A39-2F8DA298E447}"/>
              </a:ext>
            </a:extLst>
          </p:cNvPr>
          <p:cNvSpPr/>
          <p:nvPr/>
        </p:nvSpPr>
        <p:spPr>
          <a:xfrm>
            <a:off x="4308817"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9D9A10E4-D980-E5EF-17A6-038B94CD6DAA}"/>
              </a:ext>
            </a:extLst>
          </p:cNvPr>
          <p:cNvSpPr/>
          <p:nvPr/>
        </p:nvSpPr>
        <p:spPr>
          <a:xfrm>
            <a:off x="4915775"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AD5FD6CF-2C54-7CC2-5504-AA61163E6F23}"/>
              </a:ext>
            </a:extLst>
          </p:cNvPr>
          <p:cNvSpPr/>
          <p:nvPr/>
        </p:nvSpPr>
        <p:spPr>
          <a:xfrm>
            <a:off x="5192833" y="36790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92D0EBCD-C08F-A0B8-B6BE-772E43FA9134}"/>
              </a:ext>
            </a:extLst>
          </p:cNvPr>
          <p:cNvSpPr/>
          <p:nvPr/>
        </p:nvSpPr>
        <p:spPr>
          <a:xfrm>
            <a:off x="264648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CF437C24-C513-15D1-B3A6-AC791D0F35C9}"/>
              </a:ext>
            </a:extLst>
          </p:cNvPr>
          <p:cNvSpPr/>
          <p:nvPr/>
        </p:nvSpPr>
        <p:spPr>
          <a:xfrm>
            <a:off x="292353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10F7245B-1658-6C5B-AAC7-F417049323CC}"/>
              </a:ext>
            </a:extLst>
          </p:cNvPr>
          <p:cNvSpPr/>
          <p:nvPr/>
        </p:nvSpPr>
        <p:spPr>
          <a:xfrm>
            <a:off x="347764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7F4CEEF8-BF0C-EAF2-0D0C-D688BE7B082D}"/>
              </a:ext>
            </a:extLst>
          </p:cNvPr>
          <p:cNvSpPr/>
          <p:nvPr/>
        </p:nvSpPr>
        <p:spPr>
          <a:xfrm>
            <a:off x="320059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279A8F98-978D-95EC-7B0B-40E18948F838}"/>
              </a:ext>
            </a:extLst>
          </p:cNvPr>
          <p:cNvSpPr/>
          <p:nvPr/>
        </p:nvSpPr>
        <p:spPr>
          <a:xfrm>
            <a:off x="375470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8D909B49-DA4F-1D5F-08E5-1690C40CD4A0}"/>
              </a:ext>
            </a:extLst>
          </p:cNvPr>
          <p:cNvSpPr/>
          <p:nvPr/>
        </p:nvSpPr>
        <p:spPr>
          <a:xfrm>
            <a:off x="403176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7AA16DFF-7908-2ADF-547D-5B9CA1977775}"/>
              </a:ext>
            </a:extLst>
          </p:cNvPr>
          <p:cNvSpPr/>
          <p:nvPr/>
        </p:nvSpPr>
        <p:spPr>
          <a:xfrm>
            <a:off x="458587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0C78C9E5-3737-2751-7F9F-99D5339905F8}"/>
              </a:ext>
            </a:extLst>
          </p:cNvPr>
          <p:cNvSpPr/>
          <p:nvPr/>
        </p:nvSpPr>
        <p:spPr>
          <a:xfrm>
            <a:off x="4308817"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1179DB71-6753-03E4-D0B2-6A5CAAB2B91A}"/>
              </a:ext>
            </a:extLst>
          </p:cNvPr>
          <p:cNvSpPr/>
          <p:nvPr/>
        </p:nvSpPr>
        <p:spPr>
          <a:xfrm>
            <a:off x="4915775"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B3189F5D-BAD3-F4B7-50EA-159DD8FE2E9F}"/>
              </a:ext>
            </a:extLst>
          </p:cNvPr>
          <p:cNvSpPr/>
          <p:nvPr/>
        </p:nvSpPr>
        <p:spPr>
          <a:xfrm>
            <a:off x="5192833" y="3996158"/>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9428F831-C149-F44E-6B74-BCE3CCD8BD33}"/>
              </a:ext>
            </a:extLst>
          </p:cNvPr>
          <p:cNvSpPr/>
          <p:nvPr/>
        </p:nvSpPr>
        <p:spPr>
          <a:xfrm>
            <a:off x="264648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BEDDD955-10E7-4805-B47C-5B4553E81063}"/>
              </a:ext>
            </a:extLst>
          </p:cNvPr>
          <p:cNvSpPr/>
          <p:nvPr/>
        </p:nvSpPr>
        <p:spPr>
          <a:xfrm>
            <a:off x="292353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55450EEC-4E89-B3ED-6875-05D1C487001F}"/>
              </a:ext>
            </a:extLst>
          </p:cNvPr>
          <p:cNvSpPr/>
          <p:nvPr/>
        </p:nvSpPr>
        <p:spPr>
          <a:xfrm>
            <a:off x="347764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DEBD61AB-A4D7-8602-320E-7EEBDB85A4A3}"/>
              </a:ext>
            </a:extLst>
          </p:cNvPr>
          <p:cNvSpPr/>
          <p:nvPr/>
        </p:nvSpPr>
        <p:spPr>
          <a:xfrm>
            <a:off x="320059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A69218A5-485F-02DA-1736-542D6BC055E0}"/>
              </a:ext>
            </a:extLst>
          </p:cNvPr>
          <p:cNvSpPr/>
          <p:nvPr/>
        </p:nvSpPr>
        <p:spPr>
          <a:xfrm>
            <a:off x="375470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77781D0A-3669-382C-18A9-5E084EAB8C90}"/>
              </a:ext>
            </a:extLst>
          </p:cNvPr>
          <p:cNvSpPr/>
          <p:nvPr/>
        </p:nvSpPr>
        <p:spPr>
          <a:xfrm>
            <a:off x="403176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7DAB4FD3-0417-A9D8-D220-2413D3037647}"/>
              </a:ext>
            </a:extLst>
          </p:cNvPr>
          <p:cNvSpPr/>
          <p:nvPr/>
        </p:nvSpPr>
        <p:spPr>
          <a:xfrm>
            <a:off x="458587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8AEC081-3EDC-F2D0-2B77-63A0591AAB32}"/>
              </a:ext>
            </a:extLst>
          </p:cNvPr>
          <p:cNvSpPr/>
          <p:nvPr/>
        </p:nvSpPr>
        <p:spPr>
          <a:xfrm>
            <a:off x="4308817"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E236020D-28BF-D624-0C2C-66EABCD78D83}"/>
              </a:ext>
            </a:extLst>
          </p:cNvPr>
          <p:cNvSpPr/>
          <p:nvPr/>
        </p:nvSpPr>
        <p:spPr>
          <a:xfrm>
            <a:off x="4915775"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25F09CFE-89AF-11E4-05FF-6DA9355DA467}"/>
              </a:ext>
            </a:extLst>
          </p:cNvPr>
          <p:cNvSpPr/>
          <p:nvPr/>
        </p:nvSpPr>
        <p:spPr>
          <a:xfrm>
            <a:off x="5192833" y="431324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0BC90A2F-6EB8-9049-A86B-FE10748EDD73}"/>
              </a:ext>
            </a:extLst>
          </p:cNvPr>
          <p:cNvSpPr/>
          <p:nvPr/>
        </p:nvSpPr>
        <p:spPr>
          <a:xfrm>
            <a:off x="264648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76798FF3-8898-BFB6-F53A-B97160B37092}"/>
              </a:ext>
            </a:extLst>
          </p:cNvPr>
          <p:cNvSpPr/>
          <p:nvPr/>
        </p:nvSpPr>
        <p:spPr>
          <a:xfrm>
            <a:off x="292353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4CD08561-68CD-43CF-8E52-5E4E9715B9F7}"/>
              </a:ext>
            </a:extLst>
          </p:cNvPr>
          <p:cNvSpPr/>
          <p:nvPr/>
        </p:nvSpPr>
        <p:spPr>
          <a:xfrm>
            <a:off x="347764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9FA9613D-1C88-8EC4-61CD-72064CCCAAA6}"/>
              </a:ext>
            </a:extLst>
          </p:cNvPr>
          <p:cNvSpPr/>
          <p:nvPr/>
        </p:nvSpPr>
        <p:spPr>
          <a:xfrm>
            <a:off x="320059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6D97C2B5-2003-E613-9541-946DB3884FC0}"/>
              </a:ext>
            </a:extLst>
          </p:cNvPr>
          <p:cNvSpPr/>
          <p:nvPr/>
        </p:nvSpPr>
        <p:spPr>
          <a:xfrm>
            <a:off x="375470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F45A9A1E-3FDB-4B52-5B69-652EDEBEEBA5}"/>
              </a:ext>
            </a:extLst>
          </p:cNvPr>
          <p:cNvSpPr/>
          <p:nvPr/>
        </p:nvSpPr>
        <p:spPr>
          <a:xfrm>
            <a:off x="403176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C6BEEC09-D402-9203-806F-7F61A959FC2B}"/>
              </a:ext>
            </a:extLst>
          </p:cNvPr>
          <p:cNvSpPr/>
          <p:nvPr/>
        </p:nvSpPr>
        <p:spPr>
          <a:xfrm>
            <a:off x="4585872"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11BFFF69-2B6D-0AA1-B9A7-041422CA4C43}"/>
              </a:ext>
            </a:extLst>
          </p:cNvPr>
          <p:cNvSpPr/>
          <p:nvPr/>
        </p:nvSpPr>
        <p:spPr>
          <a:xfrm>
            <a:off x="4308817"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257ACF6F-7D3C-1D9A-7442-9209866187EC}"/>
              </a:ext>
            </a:extLst>
          </p:cNvPr>
          <p:cNvSpPr/>
          <p:nvPr/>
        </p:nvSpPr>
        <p:spPr>
          <a:xfrm>
            <a:off x="4915775"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5D0B98A6-2770-AD6C-41A5-3629C9E8AE76}"/>
              </a:ext>
            </a:extLst>
          </p:cNvPr>
          <p:cNvSpPr/>
          <p:nvPr/>
        </p:nvSpPr>
        <p:spPr>
          <a:xfrm>
            <a:off x="5192833" y="463033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1447B9FC-B513-56B0-5DD2-423832E894C1}"/>
              </a:ext>
            </a:extLst>
          </p:cNvPr>
          <p:cNvSpPr/>
          <p:nvPr/>
        </p:nvSpPr>
        <p:spPr>
          <a:xfrm>
            <a:off x="264648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6175DF3E-AAC5-970D-4FBF-C7D1716686C1}"/>
              </a:ext>
            </a:extLst>
          </p:cNvPr>
          <p:cNvSpPr/>
          <p:nvPr/>
        </p:nvSpPr>
        <p:spPr>
          <a:xfrm>
            <a:off x="292353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491479E-3E0F-534C-2797-F661390E8EFD}"/>
              </a:ext>
            </a:extLst>
          </p:cNvPr>
          <p:cNvSpPr/>
          <p:nvPr/>
        </p:nvSpPr>
        <p:spPr>
          <a:xfrm>
            <a:off x="347764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D919EC12-F955-4F4D-0B51-3EC907D6BCDC}"/>
              </a:ext>
            </a:extLst>
          </p:cNvPr>
          <p:cNvSpPr/>
          <p:nvPr/>
        </p:nvSpPr>
        <p:spPr>
          <a:xfrm>
            <a:off x="320059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F7726067-8C43-A0C0-68E1-650BB187F005}"/>
              </a:ext>
            </a:extLst>
          </p:cNvPr>
          <p:cNvSpPr/>
          <p:nvPr/>
        </p:nvSpPr>
        <p:spPr>
          <a:xfrm>
            <a:off x="375470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6F81927A-22F4-C943-723D-0FD74576D086}"/>
              </a:ext>
            </a:extLst>
          </p:cNvPr>
          <p:cNvSpPr/>
          <p:nvPr/>
        </p:nvSpPr>
        <p:spPr>
          <a:xfrm>
            <a:off x="403176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4D92DE4E-2763-8017-6656-9A4685AA5E40}"/>
              </a:ext>
            </a:extLst>
          </p:cNvPr>
          <p:cNvSpPr/>
          <p:nvPr/>
        </p:nvSpPr>
        <p:spPr>
          <a:xfrm>
            <a:off x="458587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15CCCA34-7088-6254-2891-81669B01C032}"/>
              </a:ext>
            </a:extLst>
          </p:cNvPr>
          <p:cNvSpPr/>
          <p:nvPr/>
        </p:nvSpPr>
        <p:spPr>
          <a:xfrm>
            <a:off x="4308817"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54867754-AAE2-0928-2A45-3FC2BB91F59C}"/>
              </a:ext>
            </a:extLst>
          </p:cNvPr>
          <p:cNvSpPr/>
          <p:nvPr/>
        </p:nvSpPr>
        <p:spPr>
          <a:xfrm>
            <a:off x="4915775"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F36E3C71-AB3F-7E23-1E24-2160645743B2}"/>
              </a:ext>
            </a:extLst>
          </p:cNvPr>
          <p:cNvSpPr/>
          <p:nvPr/>
        </p:nvSpPr>
        <p:spPr>
          <a:xfrm>
            <a:off x="5192833" y="494742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C28AEDA7-5436-ACA6-1D4C-4A494B178328}"/>
              </a:ext>
            </a:extLst>
          </p:cNvPr>
          <p:cNvSpPr/>
          <p:nvPr/>
        </p:nvSpPr>
        <p:spPr>
          <a:xfrm>
            <a:off x="264648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9B674FC-4C4D-F472-5BB4-7309EBA82DAF}"/>
              </a:ext>
            </a:extLst>
          </p:cNvPr>
          <p:cNvSpPr/>
          <p:nvPr/>
        </p:nvSpPr>
        <p:spPr>
          <a:xfrm>
            <a:off x="292353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9ABE1AB3-E0C2-A291-D3E6-5367C6B81696}"/>
              </a:ext>
            </a:extLst>
          </p:cNvPr>
          <p:cNvSpPr/>
          <p:nvPr/>
        </p:nvSpPr>
        <p:spPr>
          <a:xfrm>
            <a:off x="347764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4BDF95FC-FBEA-9059-FDCD-A80E4DAC73D9}"/>
              </a:ext>
            </a:extLst>
          </p:cNvPr>
          <p:cNvSpPr/>
          <p:nvPr/>
        </p:nvSpPr>
        <p:spPr>
          <a:xfrm>
            <a:off x="320059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8EB5E6A0-68EC-62C9-E4AE-D429F1E8DD1E}"/>
              </a:ext>
            </a:extLst>
          </p:cNvPr>
          <p:cNvSpPr/>
          <p:nvPr/>
        </p:nvSpPr>
        <p:spPr>
          <a:xfrm>
            <a:off x="375470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585D6C3A-37BA-76C4-5A3B-37B86764743F}"/>
              </a:ext>
            </a:extLst>
          </p:cNvPr>
          <p:cNvSpPr/>
          <p:nvPr/>
        </p:nvSpPr>
        <p:spPr>
          <a:xfrm>
            <a:off x="403176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4341917C-D021-416B-A08D-8754DE1692DE}"/>
              </a:ext>
            </a:extLst>
          </p:cNvPr>
          <p:cNvSpPr/>
          <p:nvPr/>
        </p:nvSpPr>
        <p:spPr>
          <a:xfrm>
            <a:off x="458587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1F1428C6-E334-F584-475B-1D4E3EE81C5F}"/>
              </a:ext>
            </a:extLst>
          </p:cNvPr>
          <p:cNvSpPr/>
          <p:nvPr/>
        </p:nvSpPr>
        <p:spPr>
          <a:xfrm>
            <a:off x="4308817"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BDF1F004-4FA1-5C7D-DCCE-BAF5742CCE70}"/>
              </a:ext>
            </a:extLst>
          </p:cNvPr>
          <p:cNvSpPr/>
          <p:nvPr/>
        </p:nvSpPr>
        <p:spPr>
          <a:xfrm>
            <a:off x="4915775"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2C7E2291-4076-1B44-260F-9AE31086B10B}"/>
              </a:ext>
            </a:extLst>
          </p:cNvPr>
          <p:cNvSpPr/>
          <p:nvPr/>
        </p:nvSpPr>
        <p:spPr>
          <a:xfrm>
            <a:off x="5192833" y="526450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9F60BB2C-C789-F5B9-D6A9-728BA4E721B4}"/>
              </a:ext>
            </a:extLst>
          </p:cNvPr>
          <p:cNvSpPr/>
          <p:nvPr/>
        </p:nvSpPr>
        <p:spPr>
          <a:xfrm>
            <a:off x="264648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5DBB3C95-8228-C3C2-C5B9-6E3E49D9FC05}"/>
              </a:ext>
            </a:extLst>
          </p:cNvPr>
          <p:cNvSpPr/>
          <p:nvPr/>
        </p:nvSpPr>
        <p:spPr>
          <a:xfrm>
            <a:off x="292353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30544F0E-B448-454A-F89B-0B58D1BBD94C}"/>
              </a:ext>
            </a:extLst>
          </p:cNvPr>
          <p:cNvSpPr/>
          <p:nvPr/>
        </p:nvSpPr>
        <p:spPr>
          <a:xfrm>
            <a:off x="347764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BADC4BA2-2ED2-BB92-2CD8-F53B9A9CCEBD}"/>
              </a:ext>
            </a:extLst>
          </p:cNvPr>
          <p:cNvSpPr/>
          <p:nvPr/>
        </p:nvSpPr>
        <p:spPr>
          <a:xfrm>
            <a:off x="320059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BC9FF656-5935-9C43-DD2A-9F5C73215C34}"/>
              </a:ext>
            </a:extLst>
          </p:cNvPr>
          <p:cNvSpPr/>
          <p:nvPr/>
        </p:nvSpPr>
        <p:spPr>
          <a:xfrm>
            <a:off x="375470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4A364711-4CB5-1634-EF91-FCFF0EB08D1D}"/>
              </a:ext>
            </a:extLst>
          </p:cNvPr>
          <p:cNvSpPr/>
          <p:nvPr/>
        </p:nvSpPr>
        <p:spPr>
          <a:xfrm>
            <a:off x="403176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314EDF0C-CD01-4F77-D9ED-BBFF7A6D6848}"/>
              </a:ext>
            </a:extLst>
          </p:cNvPr>
          <p:cNvSpPr/>
          <p:nvPr/>
        </p:nvSpPr>
        <p:spPr>
          <a:xfrm>
            <a:off x="458587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06D8AA4C-8C2E-8AED-A755-081166ACF1D1}"/>
              </a:ext>
            </a:extLst>
          </p:cNvPr>
          <p:cNvSpPr/>
          <p:nvPr/>
        </p:nvSpPr>
        <p:spPr>
          <a:xfrm>
            <a:off x="4308817"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B2BABEE3-8656-9762-A700-3F990B407241}"/>
              </a:ext>
            </a:extLst>
          </p:cNvPr>
          <p:cNvSpPr/>
          <p:nvPr/>
        </p:nvSpPr>
        <p:spPr>
          <a:xfrm>
            <a:off x="4915775"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BBDED0BD-26FA-E0BF-96E1-544E045F7601}"/>
              </a:ext>
            </a:extLst>
          </p:cNvPr>
          <p:cNvSpPr/>
          <p:nvPr/>
        </p:nvSpPr>
        <p:spPr>
          <a:xfrm>
            <a:off x="5192833" y="5581595"/>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E1B00ACE-C13D-6F93-5436-882919C9AE75}"/>
              </a:ext>
            </a:extLst>
          </p:cNvPr>
          <p:cNvSpPr/>
          <p:nvPr/>
        </p:nvSpPr>
        <p:spPr>
          <a:xfrm>
            <a:off x="264648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D53024BF-41FA-359C-8CE0-1ACF1A2C24EE}"/>
              </a:ext>
            </a:extLst>
          </p:cNvPr>
          <p:cNvSpPr/>
          <p:nvPr/>
        </p:nvSpPr>
        <p:spPr>
          <a:xfrm>
            <a:off x="292353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9DD23F86-66ED-70FD-4E8C-5EA6774ACF20}"/>
              </a:ext>
            </a:extLst>
          </p:cNvPr>
          <p:cNvSpPr/>
          <p:nvPr/>
        </p:nvSpPr>
        <p:spPr>
          <a:xfrm>
            <a:off x="347764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883906C7-E1EE-DD8C-7B2D-A0560E2664EF}"/>
              </a:ext>
            </a:extLst>
          </p:cNvPr>
          <p:cNvSpPr/>
          <p:nvPr/>
        </p:nvSpPr>
        <p:spPr>
          <a:xfrm>
            <a:off x="320059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9CD44B4F-A6E5-B27E-1D18-A600673FE843}"/>
              </a:ext>
            </a:extLst>
          </p:cNvPr>
          <p:cNvSpPr/>
          <p:nvPr/>
        </p:nvSpPr>
        <p:spPr>
          <a:xfrm>
            <a:off x="375470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C54B0567-3DE5-62E1-DE52-9B3060472DE9}"/>
              </a:ext>
            </a:extLst>
          </p:cNvPr>
          <p:cNvSpPr/>
          <p:nvPr/>
        </p:nvSpPr>
        <p:spPr>
          <a:xfrm>
            <a:off x="403176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9D84354A-F727-5E51-1F10-3EB3D977EEF0}"/>
              </a:ext>
            </a:extLst>
          </p:cNvPr>
          <p:cNvSpPr/>
          <p:nvPr/>
        </p:nvSpPr>
        <p:spPr>
          <a:xfrm>
            <a:off x="458587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0ED2CDF2-7A9B-4FE1-33B3-895FCCF2C4C6}"/>
              </a:ext>
            </a:extLst>
          </p:cNvPr>
          <p:cNvSpPr/>
          <p:nvPr/>
        </p:nvSpPr>
        <p:spPr>
          <a:xfrm>
            <a:off x="4308817"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76B3FA80-2F78-2E95-9F07-294507E29C5A}"/>
              </a:ext>
            </a:extLst>
          </p:cNvPr>
          <p:cNvSpPr/>
          <p:nvPr/>
        </p:nvSpPr>
        <p:spPr>
          <a:xfrm>
            <a:off x="4915775"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2EE536D7-7091-FD98-C4C9-974ACE9641E1}"/>
              </a:ext>
            </a:extLst>
          </p:cNvPr>
          <p:cNvSpPr/>
          <p:nvPr/>
        </p:nvSpPr>
        <p:spPr>
          <a:xfrm>
            <a:off x="5192833" y="5898682"/>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BBAFA9E2-FFB3-4D81-313F-0D88EF95832C}"/>
              </a:ext>
            </a:extLst>
          </p:cNvPr>
          <p:cNvSpPr/>
          <p:nvPr/>
        </p:nvSpPr>
        <p:spPr>
          <a:xfrm>
            <a:off x="264648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C56C2C6B-C35E-9F4B-64C3-B56CFD9F06B7}"/>
              </a:ext>
            </a:extLst>
          </p:cNvPr>
          <p:cNvSpPr/>
          <p:nvPr/>
        </p:nvSpPr>
        <p:spPr>
          <a:xfrm>
            <a:off x="292353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FAAE9BCF-78DC-DFBF-F843-9D1C2A6D54D4}"/>
              </a:ext>
            </a:extLst>
          </p:cNvPr>
          <p:cNvSpPr/>
          <p:nvPr/>
        </p:nvSpPr>
        <p:spPr>
          <a:xfrm>
            <a:off x="347764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50084F2A-73B1-BD88-0A16-F3E02ED343B3}"/>
              </a:ext>
            </a:extLst>
          </p:cNvPr>
          <p:cNvSpPr/>
          <p:nvPr/>
        </p:nvSpPr>
        <p:spPr>
          <a:xfrm>
            <a:off x="320059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650A8FB3-404A-5D64-DA66-9B44C2ACC3B4}"/>
              </a:ext>
            </a:extLst>
          </p:cNvPr>
          <p:cNvSpPr/>
          <p:nvPr/>
        </p:nvSpPr>
        <p:spPr>
          <a:xfrm>
            <a:off x="375470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939EBFFA-695C-1799-C796-65935CE451F3}"/>
              </a:ext>
            </a:extLst>
          </p:cNvPr>
          <p:cNvSpPr/>
          <p:nvPr/>
        </p:nvSpPr>
        <p:spPr>
          <a:xfrm>
            <a:off x="403176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1DD3B523-CCC3-C5B9-7B1C-56CD6171283B}"/>
              </a:ext>
            </a:extLst>
          </p:cNvPr>
          <p:cNvSpPr/>
          <p:nvPr/>
        </p:nvSpPr>
        <p:spPr>
          <a:xfrm>
            <a:off x="4585872"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33037637-BFED-C9EF-61CC-2DB5B2DEA334}"/>
              </a:ext>
            </a:extLst>
          </p:cNvPr>
          <p:cNvSpPr/>
          <p:nvPr/>
        </p:nvSpPr>
        <p:spPr>
          <a:xfrm>
            <a:off x="4308817"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42DE7A5C-59D2-6275-49FE-D4B311359A8F}"/>
              </a:ext>
            </a:extLst>
          </p:cNvPr>
          <p:cNvSpPr/>
          <p:nvPr/>
        </p:nvSpPr>
        <p:spPr>
          <a:xfrm>
            <a:off x="4915775"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7679FBD3-0817-01FA-FEE0-5EA3BB50FC26}"/>
              </a:ext>
            </a:extLst>
          </p:cNvPr>
          <p:cNvSpPr/>
          <p:nvPr/>
        </p:nvSpPr>
        <p:spPr>
          <a:xfrm>
            <a:off x="5192833" y="6215770"/>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B09EA72C-C203-0639-778B-BD2398A56D2D}"/>
              </a:ext>
            </a:extLst>
          </p:cNvPr>
          <p:cNvSpPr/>
          <p:nvPr/>
        </p:nvSpPr>
        <p:spPr>
          <a:xfrm>
            <a:off x="264648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A8CF83D1-D1B1-8920-9832-DB59B943AB70}"/>
              </a:ext>
            </a:extLst>
          </p:cNvPr>
          <p:cNvSpPr/>
          <p:nvPr/>
        </p:nvSpPr>
        <p:spPr>
          <a:xfrm>
            <a:off x="292353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16A9BDD5-085F-743D-FABE-89082998E26F}"/>
              </a:ext>
            </a:extLst>
          </p:cNvPr>
          <p:cNvSpPr/>
          <p:nvPr/>
        </p:nvSpPr>
        <p:spPr>
          <a:xfrm>
            <a:off x="347764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C6BF5101-54FE-BA94-43A3-0BC4297349D6}"/>
              </a:ext>
            </a:extLst>
          </p:cNvPr>
          <p:cNvSpPr/>
          <p:nvPr/>
        </p:nvSpPr>
        <p:spPr>
          <a:xfrm>
            <a:off x="320059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C074F120-1DF7-D181-FDAE-93599B95B0AB}"/>
              </a:ext>
            </a:extLst>
          </p:cNvPr>
          <p:cNvSpPr/>
          <p:nvPr/>
        </p:nvSpPr>
        <p:spPr>
          <a:xfrm>
            <a:off x="375470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4B8A5E2D-D388-2A77-A5E5-7F35D21B5941}"/>
              </a:ext>
            </a:extLst>
          </p:cNvPr>
          <p:cNvSpPr/>
          <p:nvPr/>
        </p:nvSpPr>
        <p:spPr>
          <a:xfrm>
            <a:off x="403176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480DC41E-D86D-F221-9CF2-4BF8A3873DDF}"/>
              </a:ext>
            </a:extLst>
          </p:cNvPr>
          <p:cNvSpPr/>
          <p:nvPr/>
        </p:nvSpPr>
        <p:spPr>
          <a:xfrm>
            <a:off x="458587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F9F104CC-6AF4-31E7-7BE8-B60241D320E6}"/>
              </a:ext>
            </a:extLst>
          </p:cNvPr>
          <p:cNvSpPr/>
          <p:nvPr/>
        </p:nvSpPr>
        <p:spPr>
          <a:xfrm>
            <a:off x="4308817"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44195E89-69F0-86F3-8DC6-4875B99D2BCD}"/>
              </a:ext>
            </a:extLst>
          </p:cNvPr>
          <p:cNvSpPr/>
          <p:nvPr/>
        </p:nvSpPr>
        <p:spPr>
          <a:xfrm>
            <a:off x="4915775"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0D08EF1A-D1CA-630B-16B6-959FC6D3FCBC}"/>
              </a:ext>
            </a:extLst>
          </p:cNvPr>
          <p:cNvSpPr/>
          <p:nvPr/>
        </p:nvSpPr>
        <p:spPr>
          <a:xfrm>
            <a:off x="5192833" y="6532857"/>
            <a:ext cx="253053" cy="253053"/>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C04854F6-87B5-D4D4-1C28-03C995819097}"/>
              </a:ext>
            </a:extLst>
          </p:cNvPr>
          <p:cNvSpPr/>
          <p:nvPr/>
        </p:nvSpPr>
        <p:spPr>
          <a:xfrm>
            <a:off x="728468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BA3A8ADD-1B6F-CBE7-3478-3889E41949F2}"/>
              </a:ext>
            </a:extLst>
          </p:cNvPr>
          <p:cNvSpPr/>
          <p:nvPr/>
        </p:nvSpPr>
        <p:spPr>
          <a:xfrm>
            <a:off x="756173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5343C0C7-E96D-A8D5-928C-6CCAB41B56C2}"/>
              </a:ext>
            </a:extLst>
          </p:cNvPr>
          <p:cNvSpPr/>
          <p:nvPr/>
        </p:nvSpPr>
        <p:spPr>
          <a:xfrm>
            <a:off x="8115846"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73F01639-53A6-03BB-58B2-1032B6F174A4}"/>
              </a:ext>
            </a:extLst>
          </p:cNvPr>
          <p:cNvSpPr/>
          <p:nvPr/>
        </p:nvSpPr>
        <p:spPr>
          <a:xfrm>
            <a:off x="7838791"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BE05FE50-2AEF-A951-DBE2-F8C220DE9148}"/>
              </a:ext>
            </a:extLst>
          </p:cNvPr>
          <p:cNvSpPr/>
          <p:nvPr/>
        </p:nvSpPr>
        <p:spPr>
          <a:xfrm>
            <a:off x="839290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05681B09-6D6F-EE43-EE07-F3BF9DD02449}"/>
              </a:ext>
            </a:extLst>
          </p:cNvPr>
          <p:cNvSpPr/>
          <p:nvPr/>
        </p:nvSpPr>
        <p:spPr>
          <a:xfrm>
            <a:off x="8669958"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E6775461-E73F-7324-7715-BB4A940FC2B8}"/>
              </a:ext>
            </a:extLst>
          </p:cNvPr>
          <p:cNvSpPr/>
          <p:nvPr/>
        </p:nvSpPr>
        <p:spPr>
          <a:xfrm>
            <a:off x="9224070"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0DC70752-E359-48F2-75F3-B63155064C3E}"/>
              </a:ext>
            </a:extLst>
          </p:cNvPr>
          <p:cNvSpPr/>
          <p:nvPr/>
        </p:nvSpPr>
        <p:spPr>
          <a:xfrm>
            <a:off x="8947015"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32661017-55CF-DF57-7C6A-7B705288A4D1}"/>
              </a:ext>
            </a:extLst>
          </p:cNvPr>
          <p:cNvSpPr/>
          <p:nvPr/>
        </p:nvSpPr>
        <p:spPr>
          <a:xfrm>
            <a:off x="9553973"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DE7EA974-08F3-24BE-B668-840FA0BC7906}"/>
              </a:ext>
            </a:extLst>
          </p:cNvPr>
          <p:cNvSpPr/>
          <p:nvPr/>
        </p:nvSpPr>
        <p:spPr>
          <a:xfrm>
            <a:off x="9831032" y="3361983"/>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321FF560-AD77-0624-6D39-C9562AB2E460}"/>
              </a:ext>
            </a:extLst>
          </p:cNvPr>
          <p:cNvSpPr/>
          <p:nvPr/>
        </p:nvSpPr>
        <p:spPr>
          <a:xfrm>
            <a:off x="728468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2995D5F4-A825-28F8-3948-A45353B99C32}"/>
              </a:ext>
            </a:extLst>
          </p:cNvPr>
          <p:cNvSpPr/>
          <p:nvPr/>
        </p:nvSpPr>
        <p:spPr>
          <a:xfrm>
            <a:off x="756173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D6F8DEC0-5022-C298-67F9-0CD7663D2092}"/>
              </a:ext>
            </a:extLst>
          </p:cNvPr>
          <p:cNvSpPr/>
          <p:nvPr/>
        </p:nvSpPr>
        <p:spPr>
          <a:xfrm>
            <a:off x="8115846"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F99C23F7-8E8F-38D9-003C-EA24E90B88CE}"/>
              </a:ext>
            </a:extLst>
          </p:cNvPr>
          <p:cNvSpPr/>
          <p:nvPr/>
        </p:nvSpPr>
        <p:spPr>
          <a:xfrm>
            <a:off x="7838791"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3890D668-183F-E3F2-27F7-E506C8BE956B}"/>
              </a:ext>
            </a:extLst>
          </p:cNvPr>
          <p:cNvSpPr/>
          <p:nvPr/>
        </p:nvSpPr>
        <p:spPr>
          <a:xfrm>
            <a:off x="839290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D4F5226C-610C-EAAF-461A-7B05439D90CC}"/>
              </a:ext>
            </a:extLst>
          </p:cNvPr>
          <p:cNvSpPr/>
          <p:nvPr/>
        </p:nvSpPr>
        <p:spPr>
          <a:xfrm>
            <a:off x="8669958"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2C873DDA-70A9-B02A-2D4C-2D427F84D1C7}"/>
              </a:ext>
            </a:extLst>
          </p:cNvPr>
          <p:cNvSpPr/>
          <p:nvPr/>
        </p:nvSpPr>
        <p:spPr>
          <a:xfrm>
            <a:off x="9224070"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3E51A4C9-6626-BB7B-35AA-0226C4AC678F}"/>
              </a:ext>
            </a:extLst>
          </p:cNvPr>
          <p:cNvSpPr/>
          <p:nvPr/>
        </p:nvSpPr>
        <p:spPr>
          <a:xfrm>
            <a:off x="8947015"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71594DB7-4E11-B94C-1961-B5E0A279BF12}"/>
              </a:ext>
            </a:extLst>
          </p:cNvPr>
          <p:cNvSpPr/>
          <p:nvPr/>
        </p:nvSpPr>
        <p:spPr>
          <a:xfrm>
            <a:off x="9553973"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2348ADE8-268D-902A-BAAD-26243E11E37F}"/>
              </a:ext>
            </a:extLst>
          </p:cNvPr>
          <p:cNvSpPr/>
          <p:nvPr/>
        </p:nvSpPr>
        <p:spPr>
          <a:xfrm>
            <a:off x="9831032" y="36790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F9D24134-BAAD-FFE9-504A-8A2863C317EC}"/>
              </a:ext>
            </a:extLst>
          </p:cNvPr>
          <p:cNvSpPr/>
          <p:nvPr/>
        </p:nvSpPr>
        <p:spPr>
          <a:xfrm>
            <a:off x="728468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1DF22A06-8FC3-467D-CC42-E247DAAC8668}"/>
              </a:ext>
            </a:extLst>
          </p:cNvPr>
          <p:cNvSpPr/>
          <p:nvPr/>
        </p:nvSpPr>
        <p:spPr>
          <a:xfrm>
            <a:off x="756173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9E2AD05D-684D-B721-4A8A-FCB6100B45EA}"/>
              </a:ext>
            </a:extLst>
          </p:cNvPr>
          <p:cNvSpPr/>
          <p:nvPr/>
        </p:nvSpPr>
        <p:spPr>
          <a:xfrm>
            <a:off x="8115846"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63AF6D26-3E65-9827-8332-ECEA38BBEB2D}"/>
              </a:ext>
            </a:extLst>
          </p:cNvPr>
          <p:cNvSpPr/>
          <p:nvPr/>
        </p:nvSpPr>
        <p:spPr>
          <a:xfrm>
            <a:off x="7838791"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5B8E2DBD-9E05-41F3-9965-659947649539}"/>
              </a:ext>
            </a:extLst>
          </p:cNvPr>
          <p:cNvSpPr/>
          <p:nvPr/>
        </p:nvSpPr>
        <p:spPr>
          <a:xfrm>
            <a:off x="839290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7F1E3FC4-66FE-96FB-93EF-F073F3A6A089}"/>
              </a:ext>
            </a:extLst>
          </p:cNvPr>
          <p:cNvSpPr/>
          <p:nvPr/>
        </p:nvSpPr>
        <p:spPr>
          <a:xfrm>
            <a:off x="8669958"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953DBC1F-3C67-DFB4-7151-451E1B9654C8}"/>
              </a:ext>
            </a:extLst>
          </p:cNvPr>
          <p:cNvSpPr/>
          <p:nvPr/>
        </p:nvSpPr>
        <p:spPr>
          <a:xfrm>
            <a:off x="9224070"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44287960-D9A4-0470-1F28-5F77E5E39534}"/>
              </a:ext>
            </a:extLst>
          </p:cNvPr>
          <p:cNvSpPr/>
          <p:nvPr/>
        </p:nvSpPr>
        <p:spPr>
          <a:xfrm>
            <a:off x="8947015"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BC35A522-AB47-6A7C-B28A-D7AE2E3606DB}"/>
              </a:ext>
            </a:extLst>
          </p:cNvPr>
          <p:cNvSpPr/>
          <p:nvPr/>
        </p:nvSpPr>
        <p:spPr>
          <a:xfrm>
            <a:off x="9553973"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A2079CB0-1A88-BE05-129E-7A550CAFD704}"/>
              </a:ext>
            </a:extLst>
          </p:cNvPr>
          <p:cNvSpPr/>
          <p:nvPr/>
        </p:nvSpPr>
        <p:spPr>
          <a:xfrm>
            <a:off x="9831032" y="3996158"/>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E4A462CA-249C-4394-53F8-7610D3CBD599}"/>
              </a:ext>
            </a:extLst>
          </p:cNvPr>
          <p:cNvSpPr/>
          <p:nvPr/>
        </p:nvSpPr>
        <p:spPr>
          <a:xfrm>
            <a:off x="728468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01E335E4-E9D9-7408-1ADD-368A0D4EBCAE}"/>
              </a:ext>
            </a:extLst>
          </p:cNvPr>
          <p:cNvSpPr/>
          <p:nvPr/>
        </p:nvSpPr>
        <p:spPr>
          <a:xfrm>
            <a:off x="756173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0D4AD946-AA7B-0E24-83EC-9ADB47BF558D}"/>
              </a:ext>
            </a:extLst>
          </p:cNvPr>
          <p:cNvSpPr/>
          <p:nvPr/>
        </p:nvSpPr>
        <p:spPr>
          <a:xfrm>
            <a:off x="8115846"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DE4B1D18-2FBC-004A-953E-1FAA351902C7}"/>
              </a:ext>
            </a:extLst>
          </p:cNvPr>
          <p:cNvSpPr/>
          <p:nvPr/>
        </p:nvSpPr>
        <p:spPr>
          <a:xfrm>
            <a:off x="7838791"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2BE792F9-136E-8BCC-2D55-9E65B7046F7A}"/>
              </a:ext>
            </a:extLst>
          </p:cNvPr>
          <p:cNvSpPr/>
          <p:nvPr/>
        </p:nvSpPr>
        <p:spPr>
          <a:xfrm>
            <a:off x="839290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B7E0780B-C38F-40CC-E9CF-67DBCAEB179F}"/>
              </a:ext>
            </a:extLst>
          </p:cNvPr>
          <p:cNvSpPr/>
          <p:nvPr/>
        </p:nvSpPr>
        <p:spPr>
          <a:xfrm>
            <a:off x="8669958"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DF36F1CC-A4EF-2079-32BB-A948BC572ACE}"/>
              </a:ext>
            </a:extLst>
          </p:cNvPr>
          <p:cNvSpPr/>
          <p:nvPr/>
        </p:nvSpPr>
        <p:spPr>
          <a:xfrm>
            <a:off x="9224070"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9004AA7F-36DB-3C43-8E70-A00BC9F8A55D}"/>
              </a:ext>
            </a:extLst>
          </p:cNvPr>
          <p:cNvSpPr/>
          <p:nvPr/>
        </p:nvSpPr>
        <p:spPr>
          <a:xfrm>
            <a:off x="8947015"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C628366E-DEA6-496F-3F83-4A21C2BD1C65}"/>
              </a:ext>
            </a:extLst>
          </p:cNvPr>
          <p:cNvSpPr/>
          <p:nvPr/>
        </p:nvSpPr>
        <p:spPr>
          <a:xfrm>
            <a:off x="9553973"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0727AA81-A0A3-92EB-83D8-1597D86D4D6C}"/>
              </a:ext>
            </a:extLst>
          </p:cNvPr>
          <p:cNvSpPr/>
          <p:nvPr/>
        </p:nvSpPr>
        <p:spPr>
          <a:xfrm>
            <a:off x="9831032" y="431324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3DF3C5DF-024B-8D54-E6AB-F01D38B8D4C8}"/>
              </a:ext>
            </a:extLst>
          </p:cNvPr>
          <p:cNvSpPr/>
          <p:nvPr/>
        </p:nvSpPr>
        <p:spPr>
          <a:xfrm>
            <a:off x="728468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95C6C89E-DB0F-1077-0242-BF5FF59D4D8E}"/>
              </a:ext>
            </a:extLst>
          </p:cNvPr>
          <p:cNvSpPr/>
          <p:nvPr/>
        </p:nvSpPr>
        <p:spPr>
          <a:xfrm>
            <a:off x="756173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B4D7C180-C652-DB04-F718-3C2EDA54778F}"/>
              </a:ext>
            </a:extLst>
          </p:cNvPr>
          <p:cNvSpPr/>
          <p:nvPr/>
        </p:nvSpPr>
        <p:spPr>
          <a:xfrm>
            <a:off x="8115846"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BB54A04D-1630-6302-0016-3EE3F4E8BE14}"/>
              </a:ext>
            </a:extLst>
          </p:cNvPr>
          <p:cNvSpPr/>
          <p:nvPr/>
        </p:nvSpPr>
        <p:spPr>
          <a:xfrm>
            <a:off x="7838791"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5570DA4B-31F3-4876-95EC-772ED63881CE}"/>
              </a:ext>
            </a:extLst>
          </p:cNvPr>
          <p:cNvSpPr/>
          <p:nvPr/>
        </p:nvSpPr>
        <p:spPr>
          <a:xfrm>
            <a:off x="8392903"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6A53250A-44EF-2D03-A822-3E080BD24597}"/>
              </a:ext>
            </a:extLst>
          </p:cNvPr>
          <p:cNvSpPr/>
          <p:nvPr/>
        </p:nvSpPr>
        <p:spPr>
          <a:xfrm>
            <a:off x="8669958"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352E46B2-F327-DFD0-5979-BBE1C18734F6}"/>
              </a:ext>
            </a:extLst>
          </p:cNvPr>
          <p:cNvSpPr/>
          <p:nvPr/>
        </p:nvSpPr>
        <p:spPr>
          <a:xfrm>
            <a:off x="9224070"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4C1F77F5-4226-0AEB-EEB0-1191974E9C60}"/>
              </a:ext>
            </a:extLst>
          </p:cNvPr>
          <p:cNvSpPr/>
          <p:nvPr/>
        </p:nvSpPr>
        <p:spPr>
          <a:xfrm>
            <a:off x="8947015" y="463033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2097FA61-EB2A-0AB3-1B96-6DF0CEBE158B}"/>
              </a:ext>
            </a:extLst>
          </p:cNvPr>
          <p:cNvSpPr/>
          <p:nvPr/>
        </p:nvSpPr>
        <p:spPr>
          <a:xfrm>
            <a:off x="9553973"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3FA6E00E-25F6-F204-F07F-1CFC78660980}"/>
              </a:ext>
            </a:extLst>
          </p:cNvPr>
          <p:cNvSpPr/>
          <p:nvPr/>
        </p:nvSpPr>
        <p:spPr>
          <a:xfrm>
            <a:off x="9831032" y="4630332"/>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8144D052-80D8-267D-5132-8B0EA481F906}"/>
              </a:ext>
            </a:extLst>
          </p:cNvPr>
          <p:cNvSpPr/>
          <p:nvPr/>
        </p:nvSpPr>
        <p:spPr>
          <a:xfrm>
            <a:off x="728468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FE502F6C-9515-BE99-9ECE-E2D4EAA46B69}"/>
              </a:ext>
            </a:extLst>
          </p:cNvPr>
          <p:cNvSpPr/>
          <p:nvPr/>
        </p:nvSpPr>
        <p:spPr>
          <a:xfrm>
            <a:off x="756173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11C5A369-D6DC-65BD-87CB-99D4817734F0}"/>
              </a:ext>
            </a:extLst>
          </p:cNvPr>
          <p:cNvSpPr/>
          <p:nvPr/>
        </p:nvSpPr>
        <p:spPr>
          <a:xfrm>
            <a:off x="8115846"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7A5827BE-FEDD-A60F-379B-31C724B68B21}"/>
              </a:ext>
            </a:extLst>
          </p:cNvPr>
          <p:cNvSpPr/>
          <p:nvPr/>
        </p:nvSpPr>
        <p:spPr>
          <a:xfrm>
            <a:off x="7838791"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91AACA80-8FE6-BDC7-A9A8-0563C5516544}"/>
              </a:ext>
            </a:extLst>
          </p:cNvPr>
          <p:cNvSpPr/>
          <p:nvPr/>
        </p:nvSpPr>
        <p:spPr>
          <a:xfrm>
            <a:off x="839290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15A10044-2423-513C-B7B9-E28F2C9CA79D}"/>
              </a:ext>
            </a:extLst>
          </p:cNvPr>
          <p:cNvSpPr/>
          <p:nvPr/>
        </p:nvSpPr>
        <p:spPr>
          <a:xfrm>
            <a:off x="8669958"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2F0C6EAF-4F2F-39A4-8ECE-11E4D4F79AC8}"/>
              </a:ext>
            </a:extLst>
          </p:cNvPr>
          <p:cNvSpPr/>
          <p:nvPr/>
        </p:nvSpPr>
        <p:spPr>
          <a:xfrm>
            <a:off x="9224070"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31F05EA7-2274-6D6D-3CFB-45B1A0D32951}"/>
              </a:ext>
            </a:extLst>
          </p:cNvPr>
          <p:cNvSpPr/>
          <p:nvPr/>
        </p:nvSpPr>
        <p:spPr>
          <a:xfrm>
            <a:off x="8947015"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F4F0116E-2A1E-3DC4-6873-35445258DCD9}"/>
              </a:ext>
            </a:extLst>
          </p:cNvPr>
          <p:cNvSpPr/>
          <p:nvPr/>
        </p:nvSpPr>
        <p:spPr>
          <a:xfrm>
            <a:off x="9553973"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8846A425-C0BB-0641-87A3-F59FF7461830}"/>
              </a:ext>
            </a:extLst>
          </p:cNvPr>
          <p:cNvSpPr/>
          <p:nvPr/>
        </p:nvSpPr>
        <p:spPr>
          <a:xfrm>
            <a:off x="9831032" y="494742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20435329-685B-FAAB-9DEE-6DA321A39B99}"/>
              </a:ext>
            </a:extLst>
          </p:cNvPr>
          <p:cNvSpPr/>
          <p:nvPr/>
        </p:nvSpPr>
        <p:spPr>
          <a:xfrm>
            <a:off x="728468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6B75D5EF-2A89-B556-8DB8-27AD9BACF155}"/>
              </a:ext>
            </a:extLst>
          </p:cNvPr>
          <p:cNvSpPr/>
          <p:nvPr/>
        </p:nvSpPr>
        <p:spPr>
          <a:xfrm>
            <a:off x="756173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74602F08-5D94-C6AC-8642-C36C916377B4}"/>
              </a:ext>
            </a:extLst>
          </p:cNvPr>
          <p:cNvSpPr/>
          <p:nvPr/>
        </p:nvSpPr>
        <p:spPr>
          <a:xfrm>
            <a:off x="8115846"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A02F371F-AA49-8766-28D8-54FCDA6F5B06}"/>
              </a:ext>
            </a:extLst>
          </p:cNvPr>
          <p:cNvSpPr/>
          <p:nvPr/>
        </p:nvSpPr>
        <p:spPr>
          <a:xfrm>
            <a:off x="7838791"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6FE1D180-6C37-B018-FF6F-8D78E514D5C4}"/>
              </a:ext>
            </a:extLst>
          </p:cNvPr>
          <p:cNvSpPr/>
          <p:nvPr/>
        </p:nvSpPr>
        <p:spPr>
          <a:xfrm>
            <a:off x="839290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08F80945-60C1-3A90-0A5A-61126BB3C993}"/>
              </a:ext>
            </a:extLst>
          </p:cNvPr>
          <p:cNvSpPr/>
          <p:nvPr/>
        </p:nvSpPr>
        <p:spPr>
          <a:xfrm>
            <a:off x="8669958"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3285DDA6-132B-0CA8-8A78-C649CD5EC5F0}"/>
              </a:ext>
            </a:extLst>
          </p:cNvPr>
          <p:cNvSpPr/>
          <p:nvPr/>
        </p:nvSpPr>
        <p:spPr>
          <a:xfrm>
            <a:off x="9224070"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0954AFAA-4481-369D-6FC7-C59615D98631}"/>
              </a:ext>
            </a:extLst>
          </p:cNvPr>
          <p:cNvSpPr/>
          <p:nvPr/>
        </p:nvSpPr>
        <p:spPr>
          <a:xfrm>
            <a:off x="8947015"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9E6C37E6-F1ED-082B-62D5-85D03668F653}"/>
              </a:ext>
            </a:extLst>
          </p:cNvPr>
          <p:cNvSpPr/>
          <p:nvPr/>
        </p:nvSpPr>
        <p:spPr>
          <a:xfrm>
            <a:off x="9553973"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5F975B8E-33B6-FE3A-17AF-48FADEF5C02E}"/>
              </a:ext>
            </a:extLst>
          </p:cNvPr>
          <p:cNvSpPr/>
          <p:nvPr/>
        </p:nvSpPr>
        <p:spPr>
          <a:xfrm>
            <a:off x="9831032" y="526450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27419679-D6B7-0AE2-7F0D-A9D3A6A0545F}"/>
              </a:ext>
            </a:extLst>
          </p:cNvPr>
          <p:cNvSpPr/>
          <p:nvPr/>
        </p:nvSpPr>
        <p:spPr>
          <a:xfrm>
            <a:off x="728468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F1774C8D-3D38-30D6-E2AF-51FA974F67BE}"/>
              </a:ext>
            </a:extLst>
          </p:cNvPr>
          <p:cNvSpPr/>
          <p:nvPr/>
        </p:nvSpPr>
        <p:spPr>
          <a:xfrm>
            <a:off x="756173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675F0C92-A4E9-B6CC-41CD-BB060F5DF7FC}"/>
              </a:ext>
            </a:extLst>
          </p:cNvPr>
          <p:cNvSpPr/>
          <p:nvPr/>
        </p:nvSpPr>
        <p:spPr>
          <a:xfrm>
            <a:off x="8115846"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3282947A-5CDE-4D36-449F-65691F2419C8}"/>
              </a:ext>
            </a:extLst>
          </p:cNvPr>
          <p:cNvSpPr/>
          <p:nvPr/>
        </p:nvSpPr>
        <p:spPr>
          <a:xfrm>
            <a:off x="7838791"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5E20099B-202E-65C1-ACE7-A961381DF812}"/>
              </a:ext>
            </a:extLst>
          </p:cNvPr>
          <p:cNvSpPr/>
          <p:nvPr/>
        </p:nvSpPr>
        <p:spPr>
          <a:xfrm>
            <a:off x="839290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88A5EE28-5837-EBFB-B429-8F9792657BFF}"/>
              </a:ext>
            </a:extLst>
          </p:cNvPr>
          <p:cNvSpPr/>
          <p:nvPr/>
        </p:nvSpPr>
        <p:spPr>
          <a:xfrm>
            <a:off x="8669958"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B87ED491-59DF-91AB-06C0-27606BE2B671}"/>
              </a:ext>
            </a:extLst>
          </p:cNvPr>
          <p:cNvSpPr/>
          <p:nvPr/>
        </p:nvSpPr>
        <p:spPr>
          <a:xfrm>
            <a:off x="9224070"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78FE1C0A-C4CC-5C08-0A8D-7B0E7133B91D}"/>
              </a:ext>
            </a:extLst>
          </p:cNvPr>
          <p:cNvSpPr/>
          <p:nvPr/>
        </p:nvSpPr>
        <p:spPr>
          <a:xfrm>
            <a:off x="8947015"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5B9CB0AA-67E7-999B-D6B5-B2843F48AFBE}"/>
              </a:ext>
            </a:extLst>
          </p:cNvPr>
          <p:cNvSpPr/>
          <p:nvPr/>
        </p:nvSpPr>
        <p:spPr>
          <a:xfrm>
            <a:off x="9553973"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F0F22CA9-16D8-188C-BE92-299A801B2B91}"/>
              </a:ext>
            </a:extLst>
          </p:cNvPr>
          <p:cNvSpPr/>
          <p:nvPr/>
        </p:nvSpPr>
        <p:spPr>
          <a:xfrm>
            <a:off x="9831032" y="5581595"/>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7B896634-9AD1-04DB-DF51-12344EF9FCEC}"/>
              </a:ext>
            </a:extLst>
          </p:cNvPr>
          <p:cNvSpPr/>
          <p:nvPr/>
        </p:nvSpPr>
        <p:spPr>
          <a:xfrm>
            <a:off x="728468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A7AD96E1-F9A3-7139-D5FD-B3341C640CE4}"/>
              </a:ext>
            </a:extLst>
          </p:cNvPr>
          <p:cNvSpPr/>
          <p:nvPr/>
        </p:nvSpPr>
        <p:spPr>
          <a:xfrm>
            <a:off x="756173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8BBF044C-9CAA-144B-CB0C-2609B80611F5}"/>
              </a:ext>
            </a:extLst>
          </p:cNvPr>
          <p:cNvSpPr/>
          <p:nvPr/>
        </p:nvSpPr>
        <p:spPr>
          <a:xfrm>
            <a:off x="8115846"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135592F2-CB27-945D-3C23-A218EC1089CE}"/>
              </a:ext>
            </a:extLst>
          </p:cNvPr>
          <p:cNvSpPr/>
          <p:nvPr/>
        </p:nvSpPr>
        <p:spPr>
          <a:xfrm>
            <a:off x="7838791"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096A1E42-16C9-348E-3623-E85152894723}"/>
              </a:ext>
            </a:extLst>
          </p:cNvPr>
          <p:cNvSpPr/>
          <p:nvPr/>
        </p:nvSpPr>
        <p:spPr>
          <a:xfrm>
            <a:off x="839290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9EAB1CF6-4A4E-A031-9577-CF218595C758}"/>
              </a:ext>
            </a:extLst>
          </p:cNvPr>
          <p:cNvSpPr/>
          <p:nvPr/>
        </p:nvSpPr>
        <p:spPr>
          <a:xfrm>
            <a:off x="8669958"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77CC2594-AB21-E6A4-523C-417DBF4D51FC}"/>
              </a:ext>
            </a:extLst>
          </p:cNvPr>
          <p:cNvSpPr/>
          <p:nvPr/>
        </p:nvSpPr>
        <p:spPr>
          <a:xfrm>
            <a:off x="9224070"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BF94545B-53F2-6BC6-F989-A59500AF16B9}"/>
              </a:ext>
            </a:extLst>
          </p:cNvPr>
          <p:cNvSpPr/>
          <p:nvPr/>
        </p:nvSpPr>
        <p:spPr>
          <a:xfrm>
            <a:off x="8947015"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F8195060-ACD7-E1B5-6342-20C066D8E13E}"/>
              </a:ext>
            </a:extLst>
          </p:cNvPr>
          <p:cNvSpPr/>
          <p:nvPr/>
        </p:nvSpPr>
        <p:spPr>
          <a:xfrm>
            <a:off x="9553973"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5CBD6F37-E9B0-160A-4D59-D865FFF68DB1}"/>
              </a:ext>
            </a:extLst>
          </p:cNvPr>
          <p:cNvSpPr/>
          <p:nvPr/>
        </p:nvSpPr>
        <p:spPr>
          <a:xfrm>
            <a:off x="9831032" y="5898682"/>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E14C1CC2-B398-4781-9934-3B0388AE8E08}"/>
              </a:ext>
            </a:extLst>
          </p:cNvPr>
          <p:cNvSpPr/>
          <p:nvPr/>
        </p:nvSpPr>
        <p:spPr>
          <a:xfrm>
            <a:off x="728468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A710E47B-A69C-8B9C-D570-217BCAAC877B}"/>
              </a:ext>
            </a:extLst>
          </p:cNvPr>
          <p:cNvSpPr/>
          <p:nvPr/>
        </p:nvSpPr>
        <p:spPr>
          <a:xfrm>
            <a:off x="756173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EF409221-1246-43B8-E11F-854BAB7F8CE4}"/>
              </a:ext>
            </a:extLst>
          </p:cNvPr>
          <p:cNvSpPr/>
          <p:nvPr/>
        </p:nvSpPr>
        <p:spPr>
          <a:xfrm>
            <a:off x="8115846"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C1F8439B-F50C-5F19-C760-43EFBBD270E9}"/>
              </a:ext>
            </a:extLst>
          </p:cNvPr>
          <p:cNvSpPr/>
          <p:nvPr/>
        </p:nvSpPr>
        <p:spPr>
          <a:xfrm>
            <a:off x="7838791"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B474FD76-B1A1-0ACA-D1FF-FB5D6A04ACA1}"/>
              </a:ext>
            </a:extLst>
          </p:cNvPr>
          <p:cNvSpPr/>
          <p:nvPr/>
        </p:nvSpPr>
        <p:spPr>
          <a:xfrm>
            <a:off x="8392903"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48B4183F-4540-F128-CDFA-6C6BDE84CC4C}"/>
              </a:ext>
            </a:extLst>
          </p:cNvPr>
          <p:cNvSpPr/>
          <p:nvPr/>
        </p:nvSpPr>
        <p:spPr>
          <a:xfrm>
            <a:off x="8669958"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CC04C1A3-CE88-08C8-8518-6CD0888EB6DC}"/>
              </a:ext>
            </a:extLst>
          </p:cNvPr>
          <p:cNvSpPr/>
          <p:nvPr/>
        </p:nvSpPr>
        <p:spPr>
          <a:xfrm>
            <a:off x="9224070"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8E9D4786-67F2-30BC-785B-CA44002E85E5}"/>
              </a:ext>
            </a:extLst>
          </p:cNvPr>
          <p:cNvSpPr/>
          <p:nvPr/>
        </p:nvSpPr>
        <p:spPr>
          <a:xfrm>
            <a:off x="8947015" y="6215770"/>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1A981CBD-D44E-180B-2441-5EED5951241B}"/>
              </a:ext>
            </a:extLst>
          </p:cNvPr>
          <p:cNvSpPr/>
          <p:nvPr/>
        </p:nvSpPr>
        <p:spPr>
          <a:xfrm>
            <a:off x="9553973"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7175D0BE-9A3C-12FA-DA7D-2149CE7E6A6E}"/>
              </a:ext>
            </a:extLst>
          </p:cNvPr>
          <p:cNvSpPr/>
          <p:nvPr/>
        </p:nvSpPr>
        <p:spPr>
          <a:xfrm>
            <a:off x="9831032" y="6215770"/>
            <a:ext cx="253053" cy="253053"/>
          </a:xfrm>
          <a:prstGeom prst="rect">
            <a:avLst/>
          </a:prstGeom>
          <a:pattFill prst="wdUpDiag">
            <a:fgClr>
              <a:schemeClr val="bg1">
                <a:lumMod val="95000"/>
              </a:schemeClr>
            </a:fgClr>
            <a:bgClr>
              <a:schemeClr val="tx2">
                <a:lumMod val="75000"/>
                <a:lumOff val="25000"/>
              </a:schemeClr>
            </a:bgClr>
          </a:pattFill>
          <a:ln w="22225">
            <a:solidFill>
              <a:srgbClr val="2B3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9D6D27A3-2F27-EC07-98B5-13A11F53B969}"/>
              </a:ext>
            </a:extLst>
          </p:cNvPr>
          <p:cNvSpPr/>
          <p:nvPr/>
        </p:nvSpPr>
        <p:spPr>
          <a:xfrm>
            <a:off x="728468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4FFB2E93-B1DF-B7D5-92FE-2D571CD9F12F}"/>
              </a:ext>
            </a:extLst>
          </p:cNvPr>
          <p:cNvSpPr/>
          <p:nvPr/>
        </p:nvSpPr>
        <p:spPr>
          <a:xfrm>
            <a:off x="756173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41E7312F-14AB-6D6B-2B1C-EB5A72ACA95A}"/>
              </a:ext>
            </a:extLst>
          </p:cNvPr>
          <p:cNvSpPr/>
          <p:nvPr/>
        </p:nvSpPr>
        <p:spPr>
          <a:xfrm>
            <a:off x="8115846"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5B46693A-8BD7-B4D1-085D-81590B3D981E}"/>
              </a:ext>
            </a:extLst>
          </p:cNvPr>
          <p:cNvSpPr/>
          <p:nvPr/>
        </p:nvSpPr>
        <p:spPr>
          <a:xfrm>
            <a:off x="7838791"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10C40F2C-58CD-DD1B-1C6A-554738194CD7}"/>
              </a:ext>
            </a:extLst>
          </p:cNvPr>
          <p:cNvSpPr/>
          <p:nvPr/>
        </p:nvSpPr>
        <p:spPr>
          <a:xfrm>
            <a:off x="839290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5258C493-8C8B-D53D-63A3-536B940CD085}"/>
              </a:ext>
            </a:extLst>
          </p:cNvPr>
          <p:cNvSpPr/>
          <p:nvPr/>
        </p:nvSpPr>
        <p:spPr>
          <a:xfrm>
            <a:off x="8669958"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CB21A8E0-F3D0-548A-6B14-076ED590D230}"/>
              </a:ext>
            </a:extLst>
          </p:cNvPr>
          <p:cNvSpPr/>
          <p:nvPr/>
        </p:nvSpPr>
        <p:spPr>
          <a:xfrm>
            <a:off x="9224070"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13EE9129-D841-8D88-0DA8-257B120A063D}"/>
              </a:ext>
            </a:extLst>
          </p:cNvPr>
          <p:cNvSpPr/>
          <p:nvPr/>
        </p:nvSpPr>
        <p:spPr>
          <a:xfrm>
            <a:off x="8947015"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AA06EB68-00B2-B368-A2AE-9018F5C5084F}"/>
              </a:ext>
            </a:extLst>
          </p:cNvPr>
          <p:cNvSpPr/>
          <p:nvPr/>
        </p:nvSpPr>
        <p:spPr>
          <a:xfrm>
            <a:off x="9553973"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8C9755DE-4A9F-EB94-EAC7-FCB4639EB564}"/>
              </a:ext>
            </a:extLst>
          </p:cNvPr>
          <p:cNvSpPr/>
          <p:nvPr/>
        </p:nvSpPr>
        <p:spPr>
          <a:xfrm>
            <a:off x="9831032" y="6532857"/>
            <a:ext cx="253053" cy="253053"/>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2" name="Straight Connector 361">
            <a:extLst>
              <a:ext uri="{FF2B5EF4-FFF2-40B4-BE49-F238E27FC236}">
                <a16:creationId xmlns:a16="http://schemas.microsoft.com/office/drawing/2014/main" id="{5E9B85D9-BD42-02DA-1916-498C0325B92B}"/>
              </a:ext>
            </a:extLst>
          </p:cNvPr>
          <p:cNvCxnSpPr>
            <a:cxnSpLocks/>
          </p:cNvCxnSpPr>
          <p:nvPr/>
        </p:nvCxnSpPr>
        <p:spPr>
          <a:xfrm>
            <a:off x="2596886" y="7353931"/>
            <a:ext cx="227497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A12F1F1D-E6D5-A681-FF29-F9F2989BB9E8}"/>
              </a:ext>
            </a:extLst>
          </p:cNvPr>
          <p:cNvCxnSpPr>
            <a:cxnSpLocks/>
          </p:cNvCxnSpPr>
          <p:nvPr/>
        </p:nvCxnSpPr>
        <p:spPr>
          <a:xfrm>
            <a:off x="4873804" y="7353931"/>
            <a:ext cx="634966"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4" name="TextBox 363">
            <a:extLst>
              <a:ext uri="{FF2B5EF4-FFF2-40B4-BE49-F238E27FC236}">
                <a16:creationId xmlns:a16="http://schemas.microsoft.com/office/drawing/2014/main" id="{800BAF39-066F-3BCB-ED94-1D83DB1EBD76}"/>
              </a:ext>
            </a:extLst>
          </p:cNvPr>
          <p:cNvSpPr txBox="1"/>
          <p:nvPr/>
        </p:nvSpPr>
        <p:spPr>
          <a:xfrm flipH="1">
            <a:off x="7958010" y="6772971"/>
            <a:ext cx="1557276" cy="646331"/>
          </a:xfrm>
          <a:prstGeom prst="rect">
            <a:avLst/>
          </a:prstGeom>
          <a:noFill/>
        </p:spPr>
        <p:txBody>
          <a:bodyPr wrap="square">
            <a:spAutoFit/>
          </a:bodyPr>
          <a:lstStyle/>
          <a:p>
            <a:pPr algn="ctr"/>
            <a:r>
              <a:rPr lang="en-US" altLang="zh-CN" dirty="0"/>
              <a:t>Data  </a:t>
            </a:r>
          </a:p>
          <a:p>
            <a:pPr algn="ctr"/>
            <a:r>
              <a:rPr lang="en-US" altLang="zh-CN" dirty="0"/>
              <a:t>40-bit</a:t>
            </a:r>
            <a:endParaRPr lang="en-US" dirty="0"/>
          </a:p>
        </p:txBody>
      </p:sp>
      <p:cxnSp>
        <p:nvCxnSpPr>
          <p:cNvPr id="365" name="Straight Connector 364">
            <a:extLst>
              <a:ext uri="{FF2B5EF4-FFF2-40B4-BE49-F238E27FC236}">
                <a16:creationId xmlns:a16="http://schemas.microsoft.com/office/drawing/2014/main" id="{C0B2035E-153B-C76D-9AD7-26FB54C71E2C}"/>
              </a:ext>
            </a:extLst>
          </p:cNvPr>
          <p:cNvCxnSpPr>
            <a:cxnSpLocks/>
          </p:cNvCxnSpPr>
          <p:nvPr/>
        </p:nvCxnSpPr>
        <p:spPr>
          <a:xfrm>
            <a:off x="7240315" y="7353932"/>
            <a:ext cx="2893021"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367" name="TextBox 366">
            <a:extLst>
              <a:ext uri="{FF2B5EF4-FFF2-40B4-BE49-F238E27FC236}">
                <a16:creationId xmlns:a16="http://schemas.microsoft.com/office/drawing/2014/main" id="{A8D6C34E-F7E2-604B-691E-E866AB3A9B8D}"/>
              </a:ext>
            </a:extLst>
          </p:cNvPr>
          <p:cNvSpPr txBox="1"/>
          <p:nvPr/>
        </p:nvSpPr>
        <p:spPr>
          <a:xfrm>
            <a:off x="1664985" y="3305100"/>
            <a:ext cx="740783" cy="306444"/>
          </a:xfrm>
          <a:prstGeom prst="rect">
            <a:avLst/>
          </a:prstGeom>
          <a:noFill/>
        </p:spPr>
        <p:txBody>
          <a:bodyPr wrap="none">
            <a:noAutofit/>
          </a:bodyPr>
          <a:lstStyle/>
          <a:p>
            <a:r>
              <a:rPr lang="en-US" altLang="zh-CN" b="1" i="1" dirty="0">
                <a:latin typeface="+mj-lt"/>
              </a:rPr>
              <a:t>0x0000</a:t>
            </a:r>
            <a:endParaRPr lang="en-US" b="1" i="1" dirty="0">
              <a:latin typeface="+mj-lt"/>
            </a:endParaRPr>
          </a:p>
        </p:txBody>
      </p:sp>
      <p:sp>
        <p:nvSpPr>
          <p:cNvPr id="368" name="TextBox 367">
            <a:extLst>
              <a:ext uri="{FF2B5EF4-FFF2-40B4-BE49-F238E27FC236}">
                <a16:creationId xmlns:a16="http://schemas.microsoft.com/office/drawing/2014/main" id="{B0FC8116-66BB-5E1C-CF94-AD1318563096}"/>
              </a:ext>
            </a:extLst>
          </p:cNvPr>
          <p:cNvSpPr txBox="1"/>
          <p:nvPr/>
        </p:nvSpPr>
        <p:spPr>
          <a:xfrm>
            <a:off x="1664985" y="3623332"/>
            <a:ext cx="740783" cy="306444"/>
          </a:xfrm>
          <a:prstGeom prst="rect">
            <a:avLst/>
          </a:prstGeom>
          <a:noFill/>
        </p:spPr>
        <p:txBody>
          <a:bodyPr wrap="none">
            <a:noAutofit/>
          </a:bodyPr>
          <a:lstStyle/>
          <a:p>
            <a:r>
              <a:rPr lang="en-US" altLang="zh-CN" b="1" i="1" dirty="0">
                <a:latin typeface="+mj-lt"/>
              </a:rPr>
              <a:t>0x0040</a:t>
            </a:r>
            <a:endParaRPr lang="en-US" b="1" i="1" dirty="0">
              <a:latin typeface="+mj-lt"/>
            </a:endParaRPr>
          </a:p>
        </p:txBody>
      </p:sp>
      <p:sp>
        <p:nvSpPr>
          <p:cNvPr id="369" name="TextBox 368">
            <a:extLst>
              <a:ext uri="{FF2B5EF4-FFF2-40B4-BE49-F238E27FC236}">
                <a16:creationId xmlns:a16="http://schemas.microsoft.com/office/drawing/2014/main" id="{83FC6F96-86AD-1403-9FB4-286E18B2EC2E}"/>
              </a:ext>
            </a:extLst>
          </p:cNvPr>
          <p:cNvSpPr txBox="1"/>
          <p:nvPr/>
        </p:nvSpPr>
        <p:spPr>
          <a:xfrm>
            <a:off x="1664985" y="3941564"/>
            <a:ext cx="740783" cy="306444"/>
          </a:xfrm>
          <a:prstGeom prst="rect">
            <a:avLst/>
          </a:prstGeom>
          <a:noFill/>
        </p:spPr>
        <p:txBody>
          <a:bodyPr wrap="none">
            <a:noAutofit/>
          </a:bodyPr>
          <a:lstStyle/>
          <a:p>
            <a:r>
              <a:rPr lang="en-US" altLang="zh-CN" b="1" i="1">
                <a:latin typeface="+mj-lt"/>
              </a:rPr>
              <a:t>0x0080</a:t>
            </a:r>
            <a:endParaRPr lang="en-US" b="1" i="1">
              <a:latin typeface="+mj-lt"/>
            </a:endParaRPr>
          </a:p>
        </p:txBody>
      </p:sp>
      <p:sp>
        <p:nvSpPr>
          <p:cNvPr id="370" name="TextBox 369">
            <a:extLst>
              <a:ext uri="{FF2B5EF4-FFF2-40B4-BE49-F238E27FC236}">
                <a16:creationId xmlns:a16="http://schemas.microsoft.com/office/drawing/2014/main" id="{5C9F51CA-DCDD-D2FA-4A46-12B4E7B33DCB}"/>
              </a:ext>
            </a:extLst>
          </p:cNvPr>
          <p:cNvSpPr txBox="1"/>
          <p:nvPr/>
        </p:nvSpPr>
        <p:spPr>
          <a:xfrm>
            <a:off x="1664985" y="4259797"/>
            <a:ext cx="740783" cy="306444"/>
          </a:xfrm>
          <a:prstGeom prst="rect">
            <a:avLst/>
          </a:prstGeom>
          <a:noFill/>
        </p:spPr>
        <p:txBody>
          <a:bodyPr wrap="none">
            <a:noAutofit/>
          </a:bodyPr>
          <a:lstStyle/>
          <a:p>
            <a:r>
              <a:rPr lang="en-US" altLang="zh-CN" b="1" i="1">
                <a:latin typeface="+mj-lt"/>
              </a:rPr>
              <a:t>0x00C0</a:t>
            </a:r>
            <a:endParaRPr lang="en-US" b="1" i="1">
              <a:latin typeface="+mj-lt"/>
            </a:endParaRPr>
          </a:p>
        </p:txBody>
      </p:sp>
      <p:sp>
        <p:nvSpPr>
          <p:cNvPr id="371" name="TextBox 370">
            <a:extLst>
              <a:ext uri="{FF2B5EF4-FFF2-40B4-BE49-F238E27FC236}">
                <a16:creationId xmlns:a16="http://schemas.microsoft.com/office/drawing/2014/main" id="{C4BA78AB-1E32-8F24-C6BF-AFDB59DAA628}"/>
              </a:ext>
            </a:extLst>
          </p:cNvPr>
          <p:cNvSpPr txBox="1"/>
          <p:nvPr/>
        </p:nvSpPr>
        <p:spPr>
          <a:xfrm>
            <a:off x="1664985" y="4578029"/>
            <a:ext cx="740783" cy="306444"/>
          </a:xfrm>
          <a:prstGeom prst="rect">
            <a:avLst/>
          </a:prstGeom>
          <a:noFill/>
        </p:spPr>
        <p:txBody>
          <a:bodyPr wrap="none">
            <a:noAutofit/>
          </a:bodyPr>
          <a:lstStyle/>
          <a:p>
            <a:r>
              <a:rPr lang="en-US" altLang="zh-CN" b="1" i="1" dirty="0">
                <a:latin typeface="+mj-lt"/>
              </a:rPr>
              <a:t>0x0100</a:t>
            </a:r>
            <a:endParaRPr lang="en-US" b="1" i="1" dirty="0">
              <a:latin typeface="+mj-lt"/>
            </a:endParaRPr>
          </a:p>
        </p:txBody>
      </p:sp>
      <p:sp>
        <p:nvSpPr>
          <p:cNvPr id="372" name="TextBox 371">
            <a:extLst>
              <a:ext uri="{FF2B5EF4-FFF2-40B4-BE49-F238E27FC236}">
                <a16:creationId xmlns:a16="http://schemas.microsoft.com/office/drawing/2014/main" id="{A457B466-1C39-3699-3940-211D32981E26}"/>
              </a:ext>
            </a:extLst>
          </p:cNvPr>
          <p:cNvSpPr txBox="1"/>
          <p:nvPr/>
        </p:nvSpPr>
        <p:spPr>
          <a:xfrm>
            <a:off x="1664985" y="4896261"/>
            <a:ext cx="740783" cy="306444"/>
          </a:xfrm>
          <a:prstGeom prst="rect">
            <a:avLst/>
          </a:prstGeom>
          <a:noFill/>
        </p:spPr>
        <p:txBody>
          <a:bodyPr wrap="none">
            <a:noAutofit/>
          </a:bodyPr>
          <a:lstStyle/>
          <a:p>
            <a:r>
              <a:rPr lang="en-US" altLang="zh-CN" b="1" i="1" dirty="0">
                <a:latin typeface="+mj-lt"/>
              </a:rPr>
              <a:t>0x0140</a:t>
            </a:r>
            <a:endParaRPr lang="en-US" b="1" i="1" dirty="0">
              <a:latin typeface="+mj-lt"/>
            </a:endParaRPr>
          </a:p>
        </p:txBody>
      </p:sp>
      <p:sp>
        <p:nvSpPr>
          <p:cNvPr id="373" name="TextBox 372">
            <a:extLst>
              <a:ext uri="{FF2B5EF4-FFF2-40B4-BE49-F238E27FC236}">
                <a16:creationId xmlns:a16="http://schemas.microsoft.com/office/drawing/2014/main" id="{8492A322-AA86-6ED1-A45A-B18025CE5309}"/>
              </a:ext>
            </a:extLst>
          </p:cNvPr>
          <p:cNvSpPr txBox="1"/>
          <p:nvPr/>
        </p:nvSpPr>
        <p:spPr>
          <a:xfrm rot="5400000">
            <a:off x="1950566" y="6022540"/>
            <a:ext cx="519504" cy="306444"/>
          </a:xfrm>
          <a:prstGeom prst="rect">
            <a:avLst/>
          </a:prstGeom>
          <a:noFill/>
        </p:spPr>
        <p:txBody>
          <a:bodyPr wrap="none">
            <a:noAutofit/>
          </a:bodyPr>
          <a:lstStyle/>
          <a:p>
            <a:pPr algn="ctr"/>
            <a:r>
              <a:rPr lang="en-US" altLang="zh-CN" b="1" dirty="0">
                <a:latin typeface="+mj-lt"/>
              </a:rPr>
              <a:t>… … </a:t>
            </a:r>
            <a:endParaRPr lang="en-US" b="1" dirty="0">
              <a:latin typeface="+mj-lt"/>
            </a:endParaRPr>
          </a:p>
        </p:txBody>
      </p:sp>
      <p:sp>
        <p:nvSpPr>
          <p:cNvPr id="374" name="TextBox 373">
            <a:extLst>
              <a:ext uri="{FF2B5EF4-FFF2-40B4-BE49-F238E27FC236}">
                <a16:creationId xmlns:a16="http://schemas.microsoft.com/office/drawing/2014/main" id="{96BC572D-5F5B-E387-AF62-6AF13441CBE7}"/>
              </a:ext>
            </a:extLst>
          </p:cNvPr>
          <p:cNvSpPr txBox="1"/>
          <p:nvPr/>
        </p:nvSpPr>
        <p:spPr>
          <a:xfrm>
            <a:off x="1664985" y="5214493"/>
            <a:ext cx="740783" cy="306444"/>
          </a:xfrm>
          <a:prstGeom prst="rect">
            <a:avLst/>
          </a:prstGeom>
          <a:noFill/>
        </p:spPr>
        <p:txBody>
          <a:bodyPr wrap="none">
            <a:noAutofit/>
          </a:bodyPr>
          <a:lstStyle/>
          <a:p>
            <a:r>
              <a:rPr lang="en-US" altLang="zh-CN" b="1" i="1" dirty="0">
                <a:latin typeface="+mj-lt"/>
              </a:rPr>
              <a:t>0x0180</a:t>
            </a:r>
            <a:endParaRPr lang="en-US" b="1" i="1" dirty="0">
              <a:latin typeface="+mj-lt"/>
            </a:endParaRPr>
          </a:p>
        </p:txBody>
      </p:sp>
      <p:sp>
        <p:nvSpPr>
          <p:cNvPr id="375" name="TextBox 374">
            <a:extLst>
              <a:ext uri="{FF2B5EF4-FFF2-40B4-BE49-F238E27FC236}">
                <a16:creationId xmlns:a16="http://schemas.microsoft.com/office/drawing/2014/main" id="{2D972C17-222F-973D-4F68-CB0705923CE4}"/>
              </a:ext>
            </a:extLst>
          </p:cNvPr>
          <p:cNvSpPr txBox="1"/>
          <p:nvPr/>
        </p:nvSpPr>
        <p:spPr>
          <a:xfrm>
            <a:off x="1664985" y="5532725"/>
            <a:ext cx="740783" cy="306444"/>
          </a:xfrm>
          <a:prstGeom prst="rect">
            <a:avLst/>
          </a:prstGeom>
          <a:noFill/>
        </p:spPr>
        <p:txBody>
          <a:bodyPr wrap="none">
            <a:noAutofit/>
          </a:bodyPr>
          <a:lstStyle/>
          <a:p>
            <a:r>
              <a:rPr lang="en-US" altLang="zh-CN" b="1" i="1">
                <a:latin typeface="+mj-lt"/>
              </a:rPr>
              <a:t>0x01C0</a:t>
            </a:r>
            <a:endParaRPr lang="en-US" b="1" i="1">
              <a:latin typeface="+mj-lt"/>
            </a:endParaRPr>
          </a:p>
        </p:txBody>
      </p:sp>
      <p:sp>
        <p:nvSpPr>
          <p:cNvPr id="384" name="TextBox 383">
            <a:extLst>
              <a:ext uri="{FF2B5EF4-FFF2-40B4-BE49-F238E27FC236}">
                <a16:creationId xmlns:a16="http://schemas.microsoft.com/office/drawing/2014/main" id="{9D422D48-F132-18BD-7288-ACE4DCD75A40}"/>
              </a:ext>
            </a:extLst>
          </p:cNvPr>
          <p:cNvSpPr txBox="1"/>
          <p:nvPr/>
        </p:nvSpPr>
        <p:spPr>
          <a:xfrm>
            <a:off x="6308841" y="3300104"/>
            <a:ext cx="744039" cy="306444"/>
          </a:xfrm>
          <a:prstGeom prst="rect">
            <a:avLst/>
          </a:prstGeom>
          <a:noFill/>
        </p:spPr>
        <p:txBody>
          <a:bodyPr wrap="none">
            <a:noAutofit/>
          </a:bodyPr>
          <a:lstStyle/>
          <a:p>
            <a:r>
              <a:rPr lang="en-US" altLang="zh-CN" b="1" i="1">
                <a:latin typeface="+mj-lt"/>
              </a:rPr>
              <a:t>0x0000</a:t>
            </a:r>
            <a:endParaRPr lang="en-US" b="1" i="1">
              <a:latin typeface="+mj-lt"/>
            </a:endParaRPr>
          </a:p>
        </p:txBody>
      </p:sp>
      <p:sp>
        <p:nvSpPr>
          <p:cNvPr id="385" name="TextBox 384">
            <a:extLst>
              <a:ext uri="{FF2B5EF4-FFF2-40B4-BE49-F238E27FC236}">
                <a16:creationId xmlns:a16="http://schemas.microsoft.com/office/drawing/2014/main" id="{155A481E-CD86-6D66-01ED-E007D55F302D}"/>
              </a:ext>
            </a:extLst>
          </p:cNvPr>
          <p:cNvSpPr txBox="1"/>
          <p:nvPr/>
        </p:nvSpPr>
        <p:spPr>
          <a:xfrm>
            <a:off x="6308841" y="3618336"/>
            <a:ext cx="744039" cy="306444"/>
          </a:xfrm>
          <a:prstGeom prst="rect">
            <a:avLst/>
          </a:prstGeom>
          <a:noFill/>
        </p:spPr>
        <p:txBody>
          <a:bodyPr wrap="none">
            <a:noAutofit/>
          </a:bodyPr>
          <a:lstStyle/>
          <a:p>
            <a:r>
              <a:rPr lang="en-US" altLang="zh-CN" b="1" i="1">
                <a:latin typeface="+mj-lt"/>
              </a:rPr>
              <a:t>0x0050</a:t>
            </a:r>
            <a:endParaRPr lang="en-US" b="1" i="1">
              <a:latin typeface="+mj-lt"/>
            </a:endParaRPr>
          </a:p>
        </p:txBody>
      </p:sp>
      <p:sp>
        <p:nvSpPr>
          <p:cNvPr id="386" name="TextBox 385">
            <a:extLst>
              <a:ext uri="{FF2B5EF4-FFF2-40B4-BE49-F238E27FC236}">
                <a16:creationId xmlns:a16="http://schemas.microsoft.com/office/drawing/2014/main" id="{B3CB8824-25A4-02D0-F448-B3E276189215}"/>
              </a:ext>
            </a:extLst>
          </p:cNvPr>
          <p:cNvSpPr txBox="1"/>
          <p:nvPr/>
        </p:nvSpPr>
        <p:spPr>
          <a:xfrm>
            <a:off x="6308841" y="3936568"/>
            <a:ext cx="744039" cy="306444"/>
          </a:xfrm>
          <a:prstGeom prst="rect">
            <a:avLst/>
          </a:prstGeom>
          <a:noFill/>
        </p:spPr>
        <p:txBody>
          <a:bodyPr wrap="none">
            <a:noAutofit/>
          </a:bodyPr>
          <a:lstStyle/>
          <a:p>
            <a:r>
              <a:rPr lang="en-US" altLang="zh-CN" b="1" i="1">
                <a:latin typeface="+mj-lt"/>
              </a:rPr>
              <a:t>0x00a0</a:t>
            </a:r>
            <a:endParaRPr lang="en-US" b="1" i="1">
              <a:latin typeface="+mj-lt"/>
            </a:endParaRPr>
          </a:p>
        </p:txBody>
      </p:sp>
      <p:sp>
        <p:nvSpPr>
          <p:cNvPr id="387" name="TextBox 386">
            <a:extLst>
              <a:ext uri="{FF2B5EF4-FFF2-40B4-BE49-F238E27FC236}">
                <a16:creationId xmlns:a16="http://schemas.microsoft.com/office/drawing/2014/main" id="{ECF2E4D9-16D4-51F6-B04E-DBB0443C8A42}"/>
              </a:ext>
            </a:extLst>
          </p:cNvPr>
          <p:cNvSpPr txBox="1"/>
          <p:nvPr/>
        </p:nvSpPr>
        <p:spPr>
          <a:xfrm>
            <a:off x="6308841" y="4254800"/>
            <a:ext cx="744039" cy="306444"/>
          </a:xfrm>
          <a:prstGeom prst="rect">
            <a:avLst/>
          </a:prstGeom>
          <a:noFill/>
        </p:spPr>
        <p:txBody>
          <a:bodyPr wrap="none">
            <a:noAutofit/>
          </a:bodyPr>
          <a:lstStyle/>
          <a:p>
            <a:r>
              <a:rPr lang="en-US" altLang="zh-CN" b="1" i="1">
                <a:latin typeface="+mj-lt"/>
              </a:rPr>
              <a:t>0x00f0</a:t>
            </a:r>
            <a:endParaRPr lang="en-US" b="1" i="1">
              <a:latin typeface="+mj-lt"/>
            </a:endParaRPr>
          </a:p>
        </p:txBody>
      </p:sp>
      <p:sp>
        <p:nvSpPr>
          <p:cNvPr id="388" name="TextBox 387">
            <a:extLst>
              <a:ext uri="{FF2B5EF4-FFF2-40B4-BE49-F238E27FC236}">
                <a16:creationId xmlns:a16="http://schemas.microsoft.com/office/drawing/2014/main" id="{9BB2CBE8-E46E-F6AF-813C-90B63E372870}"/>
              </a:ext>
            </a:extLst>
          </p:cNvPr>
          <p:cNvSpPr txBox="1"/>
          <p:nvPr/>
        </p:nvSpPr>
        <p:spPr>
          <a:xfrm>
            <a:off x="6308841" y="4573033"/>
            <a:ext cx="744039" cy="306444"/>
          </a:xfrm>
          <a:prstGeom prst="rect">
            <a:avLst/>
          </a:prstGeom>
          <a:noFill/>
        </p:spPr>
        <p:txBody>
          <a:bodyPr wrap="none">
            <a:noAutofit/>
          </a:bodyPr>
          <a:lstStyle/>
          <a:p>
            <a:r>
              <a:rPr lang="en-US" altLang="zh-CN" b="1" i="1">
                <a:latin typeface="+mj-lt"/>
              </a:rPr>
              <a:t>0x0140</a:t>
            </a:r>
            <a:endParaRPr lang="en-US" b="1" i="1">
              <a:latin typeface="+mj-lt"/>
            </a:endParaRPr>
          </a:p>
        </p:txBody>
      </p:sp>
      <p:sp>
        <p:nvSpPr>
          <p:cNvPr id="389" name="TextBox 388">
            <a:extLst>
              <a:ext uri="{FF2B5EF4-FFF2-40B4-BE49-F238E27FC236}">
                <a16:creationId xmlns:a16="http://schemas.microsoft.com/office/drawing/2014/main" id="{47981AF5-0868-7A60-C57A-8553756702E1}"/>
              </a:ext>
            </a:extLst>
          </p:cNvPr>
          <p:cNvSpPr txBox="1"/>
          <p:nvPr/>
        </p:nvSpPr>
        <p:spPr>
          <a:xfrm>
            <a:off x="6308841" y="4891265"/>
            <a:ext cx="744039" cy="306444"/>
          </a:xfrm>
          <a:prstGeom prst="rect">
            <a:avLst/>
          </a:prstGeom>
          <a:noFill/>
        </p:spPr>
        <p:txBody>
          <a:bodyPr wrap="none">
            <a:noAutofit/>
          </a:bodyPr>
          <a:lstStyle/>
          <a:p>
            <a:r>
              <a:rPr lang="en-US" altLang="zh-CN" b="1" i="1" dirty="0">
                <a:latin typeface="+mj-lt"/>
              </a:rPr>
              <a:t>0x0190</a:t>
            </a:r>
            <a:endParaRPr lang="en-US" b="1" i="1" dirty="0">
              <a:latin typeface="+mj-lt"/>
            </a:endParaRPr>
          </a:p>
        </p:txBody>
      </p:sp>
      <p:sp>
        <p:nvSpPr>
          <p:cNvPr id="390" name="TextBox 389">
            <a:extLst>
              <a:ext uri="{FF2B5EF4-FFF2-40B4-BE49-F238E27FC236}">
                <a16:creationId xmlns:a16="http://schemas.microsoft.com/office/drawing/2014/main" id="{576C2EE0-46B3-3042-B056-923BAC8902AA}"/>
              </a:ext>
            </a:extLst>
          </p:cNvPr>
          <p:cNvSpPr txBox="1"/>
          <p:nvPr/>
        </p:nvSpPr>
        <p:spPr>
          <a:xfrm>
            <a:off x="6308841" y="5209497"/>
            <a:ext cx="744039" cy="306444"/>
          </a:xfrm>
          <a:prstGeom prst="rect">
            <a:avLst/>
          </a:prstGeom>
          <a:noFill/>
        </p:spPr>
        <p:txBody>
          <a:bodyPr wrap="none">
            <a:noAutofit/>
          </a:bodyPr>
          <a:lstStyle/>
          <a:p>
            <a:r>
              <a:rPr lang="en-US" altLang="zh-CN" b="1" i="1" dirty="0">
                <a:latin typeface="+mj-lt"/>
              </a:rPr>
              <a:t>0x01E0</a:t>
            </a:r>
            <a:endParaRPr lang="en-US" b="1" i="1" dirty="0">
              <a:latin typeface="+mj-lt"/>
            </a:endParaRPr>
          </a:p>
        </p:txBody>
      </p:sp>
      <p:sp>
        <p:nvSpPr>
          <p:cNvPr id="391" name="TextBox 390">
            <a:extLst>
              <a:ext uri="{FF2B5EF4-FFF2-40B4-BE49-F238E27FC236}">
                <a16:creationId xmlns:a16="http://schemas.microsoft.com/office/drawing/2014/main" id="{7545110A-2925-2D25-FABA-A81065E7D783}"/>
              </a:ext>
            </a:extLst>
          </p:cNvPr>
          <p:cNvSpPr txBox="1"/>
          <p:nvPr/>
        </p:nvSpPr>
        <p:spPr>
          <a:xfrm>
            <a:off x="6308841" y="5527729"/>
            <a:ext cx="744039" cy="306444"/>
          </a:xfrm>
          <a:prstGeom prst="rect">
            <a:avLst/>
          </a:prstGeom>
          <a:noFill/>
        </p:spPr>
        <p:txBody>
          <a:bodyPr wrap="none">
            <a:noAutofit/>
          </a:bodyPr>
          <a:lstStyle/>
          <a:p>
            <a:r>
              <a:rPr lang="en-US" altLang="zh-CN" b="1" i="1">
                <a:latin typeface="+mj-lt"/>
              </a:rPr>
              <a:t>0x0220</a:t>
            </a:r>
            <a:endParaRPr lang="en-US" b="1" i="1">
              <a:latin typeface="+mj-lt"/>
            </a:endParaRPr>
          </a:p>
        </p:txBody>
      </p:sp>
      <p:sp>
        <p:nvSpPr>
          <p:cNvPr id="392" name="TextBox 391">
            <a:extLst>
              <a:ext uri="{FF2B5EF4-FFF2-40B4-BE49-F238E27FC236}">
                <a16:creationId xmlns:a16="http://schemas.microsoft.com/office/drawing/2014/main" id="{732D5E50-EABD-4BB1-7FFF-3B96FBDA74F2}"/>
              </a:ext>
            </a:extLst>
          </p:cNvPr>
          <p:cNvSpPr txBox="1"/>
          <p:nvPr/>
        </p:nvSpPr>
        <p:spPr>
          <a:xfrm>
            <a:off x="1676998"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393" name="TextBox 392">
            <a:extLst>
              <a:ext uri="{FF2B5EF4-FFF2-40B4-BE49-F238E27FC236}">
                <a16:creationId xmlns:a16="http://schemas.microsoft.com/office/drawing/2014/main" id="{B7A1EF40-6188-023A-356C-BBE48DDF8381}"/>
              </a:ext>
            </a:extLst>
          </p:cNvPr>
          <p:cNvSpPr txBox="1"/>
          <p:nvPr/>
        </p:nvSpPr>
        <p:spPr>
          <a:xfrm flipH="1">
            <a:off x="3313114" y="2818212"/>
            <a:ext cx="1557276" cy="400110"/>
          </a:xfrm>
          <a:prstGeom prst="rect">
            <a:avLst/>
          </a:prstGeom>
          <a:noFill/>
        </p:spPr>
        <p:txBody>
          <a:bodyPr wrap="square">
            <a:spAutoFit/>
          </a:bodyPr>
          <a:lstStyle/>
          <a:p>
            <a:pPr algn="ctr"/>
            <a:r>
              <a:rPr lang="en-US" altLang="zh-CN" sz="2000" b="1" dirty="0"/>
              <a:t>Baseline</a:t>
            </a:r>
            <a:endParaRPr lang="en-US" sz="2000" b="1" dirty="0"/>
          </a:p>
        </p:txBody>
      </p:sp>
      <p:sp>
        <p:nvSpPr>
          <p:cNvPr id="394" name="TextBox 393">
            <a:extLst>
              <a:ext uri="{FF2B5EF4-FFF2-40B4-BE49-F238E27FC236}">
                <a16:creationId xmlns:a16="http://schemas.microsoft.com/office/drawing/2014/main" id="{62CB4F30-20A4-0AC0-A937-FD956157155F}"/>
              </a:ext>
            </a:extLst>
          </p:cNvPr>
          <p:cNvSpPr txBox="1"/>
          <p:nvPr/>
        </p:nvSpPr>
        <p:spPr>
          <a:xfrm flipH="1">
            <a:off x="7978258" y="2832416"/>
            <a:ext cx="1557276" cy="400110"/>
          </a:xfrm>
          <a:prstGeom prst="rect">
            <a:avLst/>
          </a:prstGeom>
          <a:noFill/>
        </p:spPr>
        <p:txBody>
          <a:bodyPr wrap="square">
            <a:spAutoFit/>
          </a:bodyPr>
          <a:lstStyle/>
          <a:p>
            <a:pPr algn="ctr"/>
            <a:r>
              <a:rPr lang="en-US" sz="2000" b="1" dirty="0"/>
              <a:t>ASPA</a:t>
            </a:r>
          </a:p>
        </p:txBody>
      </p:sp>
      <p:sp>
        <p:nvSpPr>
          <p:cNvPr id="395" name="TextBox 394">
            <a:extLst>
              <a:ext uri="{FF2B5EF4-FFF2-40B4-BE49-F238E27FC236}">
                <a16:creationId xmlns:a16="http://schemas.microsoft.com/office/drawing/2014/main" id="{480E1755-1E6E-0950-E314-8C5B5834C33A}"/>
              </a:ext>
            </a:extLst>
          </p:cNvPr>
          <p:cNvSpPr txBox="1"/>
          <p:nvPr/>
        </p:nvSpPr>
        <p:spPr>
          <a:xfrm>
            <a:off x="10643768" y="6606408"/>
            <a:ext cx="1122782" cy="398329"/>
          </a:xfrm>
          <a:prstGeom prst="rect">
            <a:avLst/>
          </a:prstGeom>
          <a:noFill/>
        </p:spPr>
        <p:txBody>
          <a:bodyPr wrap="none">
            <a:noAutofit/>
          </a:bodyPr>
          <a:lstStyle/>
          <a:p>
            <a:pPr algn="ctr"/>
            <a:r>
              <a:rPr lang="en-US" altLang="zh-CN" b="1" dirty="0">
                <a:solidFill>
                  <a:srgbClr val="3E4960"/>
                </a:solidFill>
              </a:rPr>
              <a:t>Tier-2 Parity</a:t>
            </a:r>
            <a:endParaRPr lang="en-US" b="1" dirty="0">
              <a:solidFill>
                <a:srgbClr val="3E4960"/>
              </a:solidFill>
            </a:endParaRPr>
          </a:p>
        </p:txBody>
      </p:sp>
      <p:cxnSp>
        <p:nvCxnSpPr>
          <p:cNvPr id="396" name="Straight Arrow Connector 395">
            <a:extLst>
              <a:ext uri="{FF2B5EF4-FFF2-40B4-BE49-F238E27FC236}">
                <a16:creationId xmlns:a16="http://schemas.microsoft.com/office/drawing/2014/main" id="{A11D0462-2AC5-4B10-63B3-09A1B9252669}"/>
              </a:ext>
            </a:extLst>
          </p:cNvPr>
          <p:cNvCxnSpPr>
            <a:cxnSpLocks/>
            <a:stCxn id="351" idx="3"/>
          </p:cNvCxnSpPr>
          <p:nvPr/>
        </p:nvCxnSpPr>
        <p:spPr>
          <a:xfrm>
            <a:off x="10084084" y="6342297"/>
            <a:ext cx="497165" cy="420627"/>
          </a:xfrm>
          <a:prstGeom prst="straightConnector1">
            <a:avLst/>
          </a:prstGeom>
          <a:ln w="28575">
            <a:solidFill>
              <a:srgbClr val="4A5772"/>
            </a:solidFill>
            <a:tailEnd type="triangle"/>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AA69AB3D-4588-9E84-1B38-18A8DF8A3045}"/>
              </a:ext>
            </a:extLst>
          </p:cNvPr>
          <p:cNvSpPr txBox="1"/>
          <p:nvPr/>
        </p:nvSpPr>
        <p:spPr>
          <a:xfrm>
            <a:off x="6306518" y="3603293"/>
            <a:ext cx="1096775" cy="369332"/>
          </a:xfrm>
          <a:prstGeom prst="rect">
            <a:avLst/>
          </a:prstGeom>
          <a:noFill/>
        </p:spPr>
        <p:txBody>
          <a:bodyPr wrap="none" rtlCol="0">
            <a:spAutoFit/>
          </a:bodyPr>
          <a:lstStyle/>
          <a:p>
            <a:r>
              <a:rPr lang="en-US" dirty="0" err="1"/>
              <a:t>Cacheline</a:t>
            </a:r>
            <a:endParaRPr lang="en-US" dirty="0"/>
          </a:p>
        </p:txBody>
      </p:sp>
      <p:sp>
        <p:nvSpPr>
          <p:cNvPr id="398" name="TextBox 397">
            <a:extLst>
              <a:ext uri="{FF2B5EF4-FFF2-40B4-BE49-F238E27FC236}">
                <a16:creationId xmlns:a16="http://schemas.microsoft.com/office/drawing/2014/main" id="{F3F85126-EC8E-5C01-82A6-DFC8EA18B050}"/>
              </a:ext>
            </a:extLst>
          </p:cNvPr>
          <p:cNvSpPr txBox="1"/>
          <p:nvPr/>
        </p:nvSpPr>
        <p:spPr>
          <a:xfrm>
            <a:off x="1686534" y="2760162"/>
            <a:ext cx="1096775" cy="369332"/>
          </a:xfrm>
          <a:prstGeom prst="rect">
            <a:avLst/>
          </a:prstGeom>
          <a:noFill/>
        </p:spPr>
        <p:txBody>
          <a:bodyPr wrap="none" rtlCol="0">
            <a:spAutoFit/>
          </a:bodyPr>
          <a:lstStyle/>
          <a:p>
            <a:r>
              <a:rPr lang="en-US" dirty="0" err="1"/>
              <a:t>Cacheline</a:t>
            </a:r>
            <a:endParaRPr lang="en-US" dirty="0"/>
          </a:p>
        </p:txBody>
      </p:sp>
      <p:sp>
        <p:nvSpPr>
          <p:cNvPr id="399" name="TextBox 398">
            <a:extLst>
              <a:ext uri="{FF2B5EF4-FFF2-40B4-BE49-F238E27FC236}">
                <a16:creationId xmlns:a16="http://schemas.microsoft.com/office/drawing/2014/main" id="{65000D22-329A-D919-2321-F027FCF65009}"/>
              </a:ext>
            </a:extLst>
          </p:cNvPr>
          <p:cNvSpPr txBox="1"/>
          <p:nvPr/>
        </p:nvSpPr>
        <p:spPr>
          <a:xfrm>
            <a:off x="6319634" y="2999233"/>
            <a:ext cx="732313" cy="555838"/>
          </a:xfrm>
          <a:prstGeom prst="rect">
            <a:avLst/>
          </a:prstGeom>
          <a:noFill/>
        </p:spPr>
        <p:txBody>
          <a:bodyPr wrap="none">
            <a:noAutofit/>
          </a:bodyPr>
          <a:lstStyle/>
          <a:p>
            <a:r>
              <a:rPr lang="en-US" altLang="zh-CN" i="1" dirty="0"/>
              <a:t>offset</a:t>
            </a:r>
            <a:endParaRPr lang="en-US" i="1" dirty="0">
              <a:latin typeface="+mj-lt"/>
            </a:endParaRPr>
          </a:p>
        </p:txBody>
      </p:sp>
      <p:sp>
        <p:nvSpPr>
          <p:cNvPr id="402" name="TextBox 401">
            <a:extLst>
              <a:ext uri="{FF2B5EF4-FFF2-40B4-BE49-F238E27FC236}">
                <a16:creationId xmlns:a16="http://schemas.microsoft.com/office/drawing/2014/main" id="{62CB05B8-51CE-D53F-576F-063E7F93B11C}"/>
              </a:ext>
            </a:extLst>
          </p:cNvPr>
          <p:cNvSpPr txBox="1"/>
          <p:nvPr/>
        </p:nvSpPr>
        <p:spPr>
          <a:xfrm>
            <a:off x="3050063" y="9331492"/>
            <a:ext cx="1549591" cy="369332"/>
          </a:xfrm>
          <a:prstGeom prst="rect">
            <a:avLst/>
          </a:prstGeom>
          <a:noFill/>
        </p:spPr>
        <p:txBody>
          <a:bodyPr wrap="none" rtlCol="0">
            <a:spAutoFit/>
          </a:bodyPr>
          <a:lstStyle/>
          <a:p>
            <a:r>
              <a:rPr lang="en-US" dirty="0"/>
              <a:t>Regular access</a:t>
            </a:r>
          </a:p>
        </p:txBody>
      </p:sp>
      <p:sp>
        <p:nvSpPr>
          <p:cNvPr id="403" name="TextBox 402">
            <a:extLst>
              <a:ext uri="{FF2B5EF4-FFF2-40B4-BE49-F238E27FC236}">
                <a16:creationId xmlns:a16="http://schemas.microsoft.com/office/drawing/2014/main" id="{E7808328-D42D-E09A-8050-4849B9637211}"/>
              </a:ext>
            </a:extLst>
          </p:cNvPr>
          <p:cNvSpPr txBox="1"/>
          <p:nvPr/>
        </p:nvSpPr>
        <p:spPr>
          <a:xfrm>
            <a:off x="6039607" y="9398515"/>
            <a:ext cx="2186432" cy="369332"/>
          </a:xfrm>
          <a:prstGeom prst="rect">
            <a:avLst/>
          </a:prstGeom>
          <a:noFill/>
        </p:spPr>
        <p:txBody>
          <a:bodyPr wrap="none" rtlCol="0">
            <a:spAutoFit/>
          </a:bodyPr>
          <a:lstStyle/>
          <a:p>
            <a:r>
              <a:rPr lang="en-US" dirty="0"/>
              <a:t>Non-trod granularity</a:t>
            </a:r>
          </a:p>
        </p:txBody>
      </p:sp>
      <p:sp>
        <p:nvSpPr>
          <p:cNvPr id="8" name="TextBox 7">
            <a:extLst>
              <a:ext uri="{FF2B5EF4-FFF2-40B4-BE49-F238E27FC236}">
                <a16:creationId xmlns:a16="http://schemas.microsoft.com/office/drawing/2014/main" id="{CD8E8FC2-51DC-CEE6-293B-F09C5ADE7107}"/>
              </a:ext>
            </a:extLst>
          </p:cNvPr>
          <p:cNvSpPr txBox="1"/>
          <p:nvPr/>
        </p:nvSpPr>
        <p:spPr>
          <a:xfrm>
            <a:off x="838200" y="5447069"/>
            <a:ext cx="10945204" cy="1200329"/>
          </a:xfrm>
          <a:prstGeom prst="rect">
            <a:avLst/>
          </a:prstGeom>
          <a:solidFill>
            <a:srgbClr val="F2F2F2"/>
          </a:solidFill>
          <a:ln w="38100">
            <a:solidFill>
              <a:schemeClr val="tx1"/>
            </a:solidFill>
          </a:ln>
        </p:spPr>
        <p:txBody>
          <a:bodyPr wrap="square" rtlCol="0">
            <a:spAutoFit/>
          </a:bodyPr>
          <a:lstStyle/>
          <a:p>
            <a:pPr>
              <a:defRPr/>
            </a:pPr>
            <a:r>
              <a:rPr lang="en-US" sz="3600" b="1" dirty="0">
                <a:solidFill>
                  <a:srgbClr val="FF0000"/>
                </a:solidFill>
              </a:rPr>
              <a:t>Challenge II: </a:t>
            </a:r>
            <a:r>
              <a:rPr lang="en-US" sz="3600" dirty="0"/>
              <a:t>achieving </a:t>
            </a:r>
            <a:r>
              <a:rPr lang="en-US" sz="3600" b="1" dirty="0"/>
              <a:t>enhanced ECC capabilities</a:t>
            </a:r>
            <a:r>
              <a:rPr lang="en-US" sz="3600" dirty="0"/>
              <a:t> while maintaining the original ECC detection strength.</a:t>
            </a:r>
          </a:p>
        </p:txBody>
      </p:sp>
      <p:sp>
        <p:nvSpPr>
          <p:cNvPr id="9" name="TextBox 8">
            <a:extLst>
              <a:ext uri="{FF2B5EF4-FFF2-40B4-BE49-F238E27FC236}">
                <a16:creationId xmlns:a16="http://schemas.microsoft.com/office/drawing/2014/main" id="{FE68ED93-6217-8E7F-72B2-2A72943261A2}"/>
              </a:ext>
            </a:extLst>
          </p:cNvPr>
          <p:cNvSpPr txBox="1"/>
          <p:nvPr/>
        </p:nvSpPr>
        <p:spPr>
          <a:xfrm>
            <a:off x="838200" y="3731314"/>
            <a:ext cx="10945204" cy="1200329"/>
          </a:xfrm>
          <a:prstGeom prst="rect">
            <a:avLst/>
          </a:prstGeom>
          <a:solidFill>
            <a:srgbClr val="F2F2F2"/>
          </a:solidFill>
          <a:ln w="38100">
            <a:solidFill>
              <a:schemeClr val="tx1"/>
            </a:solidFill>
          </a:ln>
        </p:spPr>
        <p:txBody>
          <a:bodyPr wrap="square" rtlCol="0">
            <a:spAutoFit/>
          </a:bodyPr>
          <a:lstStyle/>
          <a:p>
            <a:pPr lvl="0">
              <a:defRPr/>
            </a:pPr>
            <a:r>
              <a:rPr lang="en-US" sz="3600" b="1" dirty="0">
                <a:solidFill>
                  <a:srgbClr val="FF0000"/>
                </a:solidFill>
              </a:rPr>
              <a:t>Challenge I: </a:t>
            </a:r>
            <a:r>
              <a:rPr lang="en-US" sz="3600" dirty="0"/>
              <a:t>designing a new logic to effectively </a:t>
            </a:r>
            <a:r>
              <a:rPr lang="en-US" sz="3600" b="1" dirty="0"/>
              <a:t>reassign the available bandwidth</a:t>
            </a:r>
            <a:endParaRPr lang="en-US" sz="3600" dirty="0"/>
          </a:p>
        </p:txBody>
      </p:sp>
    </p:spTree>
    <p:custDataLst>
      <p:tags r:id="rId1"/>
    </p:custDataLst>
    <p:extLst>
      <p:ext uri="{BB962C8B-B14F-4D97-AF65-F5344CB8AC3E}">
        <p14:creationId xmlns:p14="http://schemas.microsoft.com/office/powerpoint/2010/main" val="626453795"/>
      </p:ext>
    </p:extLst>
  </p:cSld>
  <p:clrMapOvr>
    <a:masterClrMapping/>
  </p:clrMapOvr>
  <mc:AlternateContent xmlns:mc="http://schemas.openxmlformats.org/markup-compatibility/2006" xmlns:p14="http://schemas.microsoft.com/office/powerpoint/2010/main">
    <mc:Choice Requires="p14">
      <p:transition spd="slow" p14:dur="2000" advTm="10516"/>
    </mc:Choice>
    <mc:Fallback xmlns="">
      <p:transition spd="slow" advTm="10516"/>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97971-21C6-95B7-8C47-4AC60B7D1CA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C7C56B19-EDE1-B04D-5FAD-3BB456EB25B6}"/>
              </a:ext>
            </a:extLst>
          </p:cNvPr>
          <p:cNvGrpSpPr/>
          <p:nvPr/>
        </p:nvGrpSpPr>
        <p:grpSpPr>
          <a:xfrm>
            <a:off x="2624000" y="3271780"/>
            <a:ext cx="664887" cy="816769"/>
            <a:chOff x="6686285" y="2561760"/>
            <a:chExt cx="484031" cy="594599"/>
          </a:xfrm>
        </p:grpSpPr>
        <p:pic>
          <p:nvPicPr>
            <p:cNvPr id="9" name="Picture 8" descr="A chip with a black background&#10;&#10;AI-generated content may be incorrect.">
              <a:extLst>
                <a:ext uri="{FF2B5EF4-FFF2-40B4-BE49-F238E27FC236}">
                  <a16:creationId xmlns:a16="http://schemas.microsoft.com/office/drawing/2014/main" id="{FEC6F2B6-60A9-698D-35F4-7EB33172BB9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0" name="Rounded Rectangle 9">
              <a:extLst>
                <a:ext uri="{FF2B5EF4-FFF2-40B4-BE49-F238E27FC236}">
                  <a16:creationId xmlns:a16="http://schemas.microsoft.com/office/drawing/2014/main" id="{C53C10D8-1A00-EAB8-8A45-307598BB242C}"/>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4" name="Group 13">
            <a:extLst>
              <a:ext uri="{FF2B5EF4-FFF2-40B4-BE49-F238E27FC236}">
                <a16:creationId xmlns:a16="http://schemas.microsoft.com/office/drawing/2014/main" id="{AF4B90DA-A2C9-1623-E16B-B6881E3A881B}"/>
              </a:ext>
            </a:extLst>
          </p:cNvPr>
          <p:cNvGrpSpPr/>
          <p:nvPr/>
        </p:nvGrpSpPr>
        <p:grpSpPr>
          <a:xfrm>
            <a:off x="8384278" y="-1378921"/>
            <a:ext cx="664887" cy="839077"/>
            <a:chOff x="8384277" y="1993867"/>
            <a:chExt cx="664887" cy="839077"/>
          </a:xfrm>
        </p:grpSpPr>
        <p:sp>
          <p:nvSpPr>
            <p:cNvPr id="15" name="Rounded Rectangle 14">
              <a:extLst>
                <a:ext uri="{FF2B5EF4-FFF2-40B4-BE49-F238E27FC236}">
                  <a16:creationId xmlns:a16="http://schemas.microsoft.com/office/drawing/2014/main" id="{D2EF415A-14CE-BC44-AB80-39E8E53EC84F}"/>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6" name="Picture 15" descr="A blue chip with black text&#10;&#10;AI-generated content may be incorrect.">
              <a:extLst>
                <a:ext uri="{FF2B5EF4-FFF2-40B4-BE49-F238E27FC236}">
                  <a16:creationId xmlns:a16="http://schemas.microsoft.com/office/drawing/2014/main" id="{87693BE8-13C4-8922-2F7D-D443122AF618}"/>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17" name="Group 16">
            <a:extLst>
              <a:ext uri="{FF2B5EF4-FFF2-40B4-BE49-F238E27FC236}">
                <a16:creationId xmlns:a16="http://schemas.microsoft.com/office/drawing/2014/main" id="{185F93B7-369C-0E23-FFA4-0235875C1A81}"/>
              </a:ext>
            </a:extLst>
          </p:cNvPr>
          <p:cNvGrpSpPr/>
          <p:nvPr/>
        </p:nvGrpSpPr>
        <p:grpSpPr>
          <a:xfrm>
            <a:off x="10048459" y="-1378921"/>
            <a:ext cx="664887" cy="839077"/>
            <a:chOff x="8384277" y="1993867"/>
            <a:chExt cx="664887" cy="839077"/>
          </a:xfrm>
        </p:grpSpPr>
        <p:sp>
          <p:nvSpPr>
            <p:cNvPr id="18" name="Rounded Rectangle 17">
              <a:extLst>
                <a:ext uri="{FF2B5EF4-FFF2-40B4-BE49-F238E27FC236}">
                  <a16:creationId xmlns:a16="http://schemas.microsoft.com/office/drawing/2014/main" id="{9DBBF1DB-FE0A-A237-03F4-2E8BFABA7ED4}"/>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9" name="Picture 18" descr="A blue chip with black text&#10;&#10;AI-generated content may be incorrect.">
              <a:extLst>
                <a:ext uri="{FF2B5EF4-FFF2-40B4-BE49-F238E27FC236}">
                  <a16:creationId xmlns:a16="http://schemas.microsoft.com/office/drawing/2014/main" id="{525ABA3B-D978-6478-AAE8-84BCE6328C19}"/>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23" name="Group 22">
            <a:extLst>
              <a:ext uri="{FF2B5EF4-FFF2-40B4-BE49-F238E27FC236}">
                <a16:creationId xmlns:a16="http://schemas.microsoft.com/office/drawing/2014/main" id="{F19D0AC6-6471-53B2-CBC7-1EA7F0A9214C}"/>
              </a:ext>
            </a:extLst>
          </p:cNvPr>
          <p:cNvGrpSpPr/>
          <p:nvPr/>
        </p:nvGrpSpPr>
        <p:grpSpPr>
          <a:xfrm>
            <a:off x="4722621" y="3271780"/>
            <a:ext cx="664887" cy="816769"/>
            <a:chOff x="6686285" y="2561760"/>
            <a:chExt cx="484031" cy="594599"/>
          </a:xfrm>
        </p:grpSpPr>
        <p:pic>
          <p:nvPicPr>
            <p:cNvPr id="24" name="Picture 23" descr="A chip with a black background&#10;&#10;AI-generated content may be incorrect.">
              <a:extLst>
                <a:ext uri="{FF2B5EF4-FFF2-40B4-BE49-F238E27FC236}">
                  <a16:creationId xmlns:a16="http://schemas.microsoft.com/office/drawing/2014/main" id="{26113614-DB7D-3D19-7508-C68AA1BC29D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5" name="Rounded Rectangle 24">
              <a:extLst>
                <a:ext uri="{FF2B5EF4-FFF2-40B4-BE49-F238E27FC236}">
                  <a16:creationId xmlns:a16="http://schemas.microsoft.com/office/drawing/2014/main" id="{C7847842-CCC9-9A0F-9D9C-2D36898FE74A}"/>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9" name="Group 28">
            <a:extLst>
              <a:ext uri="{FF2B5EF4-FFF2-40B4-BE49-F238E27FC236}">
                <a16:creationId xmlns:a16="http://schemas.microsoft.com/office/drawing/2014/main" id="{42A9001C-A8D2-F845-89D8-B19F1453D09A}"/>
              </a:ext>
            </a:extLst>
          </p:cNvPr>
          <p:cNvGrpSpPr/>
          <p:nvPr/>
        </p:nvGrpSpPr>
        <p:grpSpPr>
          <a:xfrm>
            <a:off x="7336039" y="3271780"/>
            <a:ext cx="664887" cy="816769"/>
            <a:chOff x="6686285" y="2561760"/>
            <a:chExt cx="484031" cy="594599"/>
          </a:xfrm>
        </p:grpSpPr>
        <p:pic>
          <p:nvPicPr>
            <p:cNvPr id="30" name="Picture 29" descr="A chip with a black background&#10;&#10;AI-generated content may be incorrect.">
              <a:extLst>
                <a:ext uri="{FF2B5EF4-FFF2-40B4-BE49-F238E27FC236}">
                  <a16:creationId xmlns:a16="http://schemas.microsoft.com/office/drawing/2014/main" id="{E4BC25AF-F663-9DCA-8C64-9F09E82B4A32}"/>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31" name="Rounded Rectangle 30">
              <a:extLst>
                <a:ext uri="{FF2B5EF4-FFF2-40B4-BE49-F238E27FC236}">
                  <a16:creationId xmlns:a16="http://schemas.microsoft.com/office/drawing/2014/main" id="{CF19078B-3256-3F07-08D2-7F549D7E9EC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35" name="Group 34">
            <a:extLst>
              <a:ext uri="{FF2B5EF4-FFF2-40B4-BE49-F238E27FC236}">
                <a16:creationId xmlns:a16="http://schemas.microsoft.com/office/drawing/2014/main" id="{7F6AFA62-ABDF-7526-E46B-28D2023BD4EE}"/>
              </a:ext>
            </a:extLst>
          </p:cNvPr>
          <p:cNvGrpSpPr/>
          <p:nvPr/>
        </p:nvGrpSpPr>
        <p:grpSpPr>
          <a:xfrm>
            <a:off x="9434660" y="3271780"/>
            <a:ext cx="664887" cy="816769"/>
            <a:chOff x="6686285" y="2561760"/>
            <a:chExt cx="484031" cy="594599"/>
          </a:xfrm>
        </p:grpSpPr>
        <p:pic>
          <p:nvPicPr>
            <p:cNvPr id="36" name="Picture 35" descr="A chip with a black background&#10;&#10;AI-generated content may be incorrect.">
              <a:extLst>
                <a:ext uri="{FF2B5EF4-FFF2-40B4-BE49-F238E27FC236}">
                  <a16:creationId xmlns:a16="http://schemas.microsoft.com/office/drawing/2014/main" id="{5388359B-E2B4-85A2-D80F-0D4B28891ADF}"/>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37" name="Rounded Rectangle 36">
              <a:extLst>
                <a:ext uri="{FF2B5EF4-FFF2-40B4-BE49-F238E27FC236}">
                  <a16:creationId xmlns:a16="http://schemas.microsoft.com/office/drawing/2014/main" id="{AA63C6B5-4FCC-723E-5F11-9B7337D2E16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2" name="Group 81">
            <a:extLst>
              <a:ext uri="{FF2B5EF4-FFF2-40B4-BE49-F238E27FC236}">
                <a16:creationId xmlns:a16="http://schemas.microsoft.com/office/drawing/2014/main" id="{0B2CBBE2-2FF3-5278-BC23-CA2BC6F6A3A6}"/>
              </a:ext>
            </a:extLst>
          </p:cNvPr>
          <p:cNvGrpSpPr/>
          <p:nvPr/>
        </p:nvGrpSpPr>
        <p:grpSpPr>
          <a:xfrm>
            <a:off x="1573618" y="3271780"/>
            <a:ext cx="664887" cy="816769"/>
            <a:chOff x="6686285" y="2561760"/>
            <a:chExt cx="484031" cy="594599"/>
          </a:xfrm>
        </p:grpSpPr>
        <p:pic>
          <p:nvPicPr>
            <p:cNvPr id="83" name="Picture 82" descr="A chip with a black background&#10;&#10;AI-generated content may be incorrect.">
              <a:extLst>
                <a:ext uri="{FF2B5EF4-FFF2-40B4-BE49-F238E27FC236}">
                  <a16:creationId xmlns:a16="http://schemas.microsoft.com/office/drawing/2014/main" id="{C5F251F8-D9B7-952C-A30B-C4E1F308F49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84" name="Rounded Rectangle 83">
              <a:extLst>
                <a:ext uri="{FF2B5EF4-FFF2-40B4-BE49-F238E27FC236}">
                  <a16:creationId xmlns:a16="http://schemas.microsoft.com/office/drawing/2014/main" id="{94B33FFE-76D9-FEA4-7C53-3EF9BC742D68}"/>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5" name="Group 84">
            <a:extLst>
              <a:ext uri="{FF2B5EF4-FFF2-40B4-BE49-F238E27FC236}">
                <a16:creationId xmlns:a16="http://schemas.microsoft.com/office/drawing/2014/main" id="{A62B0D13-53F8-E364-5BBE-B123212F5FBF}"/>
              </a:ext>
            </a:extLst>
          </p:cNvPr>
          <p:cNvGrpSpPr/>
          <p:nvPr/>
        </p:nvGrpSpPr>
        <p:grpSpPr>
          <a:xfrm>
            <a:off x="3672239" y="3271780"/>
            <a:ext cx="664887" cy="816769"/>
            <a:chOff x="6686285" y="2561760"/>
            <a:chExt cx="484031" cy="594599"/>
          </a:xfrm>
        </p:grpSpPr>
        <p:pic>
          <p:nvPicPr>
            <p:cNvPr id="86" name="Picture 85" descr="A chip with a black background&#10;&#10;AI-generated content may be incorrect.">
              <a:extLst>
                <a:ext uri="{FF2B5EF4-FFF2-40B4-BE49-F238E27FC236}">
                  <a16:creationId xmlns:a16="http://schemas.microsoft.com/office/drawing/2014/main" id="{57198202-8AEF-BB88-DEAB-EDF6897DD680}"/>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87" name="Rounded Rectangle 86">
              <a:extLst>
                <a:ext uri="{FF2B5EF4-FFF2-40B4-BE49-F238E27FC236}">
                  <a16:creationId xmlns:a16="http://schemas.microsoft.com/office/drawing/2014/main" id="{C3832FF5-D9E4-93A1-3F4D-2540EE0C28B9}"/>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8" name="Group 87">
            <a:extLst>
              <a:ext uri="{FF2B5EF4-FFF2-40B4-BE49-F238E27FC236}">
                <a16:creationId xmlns:a16="http://schemas.microsoft.com/office/drawing/2014/main" id="{2C8FC78B-2E4B-703F-AEAC-C78A74BE9C6D}"/>
              </a:ext>
            </a:extLst>
          </p:cNvPr>
          <p:cNvGrpSpPr/>
          <p:nvPr/>
        </p:nvGrpSpPr>
        <p:grpSpPr>
          <a:xfrm>
            <a:off x="6285657" y="3271780"/>
            <a:ext cx="664887" cy="816769"/>
            <a:chOff x="6686285" y="2561760"/>
            <a:chExt cx="484031" cy="594599"/>
          </a:xfrm>
        </p:grpSpPr>
        <p:pic>
          <p:nvPicPr>
            <p:cNvPr id="89" name="Picture 88" descr="A chip with a black background&#10;&#10;AI-generated content may be incorrect.">
              <a:extLst>
                <a:ext uri="{FF2B5EF4-FFF2-40B4-BE49-F238E27FC236}">
                  <a16:creationId xmlns:a16="http://schemas.microsoft.com/office/drawing/2014/main" id="{9A3F502F-6118-EB98-82FE-CC171859F890}"/>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0" name="Rounded Rectangle 89">
              <a:extLst>
                <a:ext uri="{FF2B5EF4-FFF2-40B4-BE49-F238E27FC236}">
                  <a16:creationId xmlns:a16="http://schemas.microsoft.com/office/drawing/2014/main" id="{CC1109FF-84D5-6C19-4640-F24AA312BFC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91" name="Group 90">
            <a:extLst>
              <a:ext uri="{FF2B5EF4-FFF2-40B4-BE49-F238E27FC236}">
                <a16:creationId xmlns:a16="http://schemas.microsoft.com/office/drawing/2014/main" id="{3C55CD5E-4F75-6E6A-583B-351B95FB9EA4}"/>
              </a:ext>
            </a:extLst>
          </p:cNvPr>
          <p:cNvGrpSpPr/>
          <p:nvPr/>
        </p:nvGrpSpPr>
        <p:grpSpPr>
          <a:xfrm>
            <a:off x="8384278" y="3271780"/>
            <a:ext cx="664887" cy="816769"/>
            <a:chOff x="6686285" y="2561760"/>
            <a:chExt cx="484031" cy="594599"/>
          </a:xfrm>
        </p:grpSpPr>
        <p:pic>
          <p:nvPicPr>
            <p:cNvPr id="92" name="Picture 91" descr="A chip with a black background&#10;&#10;AI-generated content may be incorrect.">
              <a:extLst>
                <a:ext uri="{FF2B5EF4-FFF2-40B4-BE49-F238E27FC236}">
                  <a16:creationId xmlns:a16="http://schemas.microsoft.com/office/drawing/2014/main" id="{D1E52247-1CF5-C9CD-9F94-68EEE882EEE3}"/>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3" name="Rounded Rectangle 92">
              <a:extLst>
                <a:ext uri="{FF2B5EF4-FFF2-40B4-BE49-F238E27FC236}">
                  <a16:creationId xmlns:a16="http://schemas.microsoft.com/office/drawing/2014/main" id="{609FD6F3-6920-5907-3F90-DD0BDE49F997}"/>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94" name="Group 93">
            <a:extLst>
              <a:ext uri="{FF2B5EF4-FFF2-40B4-BE49-F238E27FC236}">
                <a16:creationId xmlns:a16="http://schemas.microsoft.com/office/drawing/2014/main" id="{74CA7D2A-A7BA-D953-106F-7445514E9C65}"/>
              </a:ext>
            </a:extLst>
          </p:cNvPr>
          <p:cNvGrpSpPr/>
          <p:nvPr/>
        </p:nvGrpSpPr>
        <p:grpSpPr>
          <a:xfrm>
            <a:off x="1573618" y="4425167"/>
            <a:ext cx="664887" cy="963602"/>
            <a:chOff x="6686285" y="2454867"/>
            <a:chExt cx="484031" cy="701492"/>
          </a:xfrm>
        </p:grpSpPr>
        <p:pic>
          <p:nvPicPr>
            <p:cNvPr id="95" name="Picture 94" descr="A chip with a black background&#10;&#10;AI-generated content may be incorrect.">
              <a:extLst>
                <a:ext uri="{FF2B5EF4-FFF2-40B4-BE49-F238E27FC236}">
                  <a16:creationId xmlns:a16="http://schemas.microsoft.com/office/drawing/2014/main" id="{BA614C81-F843-15FB-4906-7F6D091C12C7}"/>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6" name="Rounded Rectangle 95">
              <a:extLst>
                <a:ext uri="{FF2B5EF4-FFF2-40B4-BE49-F238E27FC236}">
                  <a16:creationId xmlns:a16="http://schemas.microsoft.com/office/drawing/2014/main" id="{618FE9D5-1B42-0868-92DE-76D11CB18D3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07" name="Picture 106" descr="A chip with a black background&#10;&#10;AI-generated content may be incorrect.">
              <a:extLst>
                <a:ext uri="{FF2B5EF4-FFF2-40B4-BE49-F238E27FC236}">
                  <a16:creationId xmlns:a16="http://schemas.microsoft.com/office/drawing/2014/main" id="{41432EAB-6CC7-F857-D9B5-0DB46F609E76}"/>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00" name="Group 99">
            <a:extLst>
              <a:ext uri="{FF2B5EF4-FFF2-40B4-BE49-F238E27FC236}">
                <a16:creationId xmlns:a16="http://schemas.microsoft.com/office/drawing/2014/main" id="{450408C9-F7C8-D86B-02B5-BA8C25D954BA}"/>
              </a:ext>
            </a:extLst>
          </p:cNvPr>
          <p:cNvGrpSpPr/>
          <p:nvPr/>
        </p:nvGrpSpPr>
        <p:grpSpPr>
          <a:xfrm>
            <a:off x="1424844" y="5726705"/>
            <a:ext cx="960868" cy="962286"/>
            <a:chOff x="6577969" y="2455825"/>
            <a:chExt cx="699501" cy="700534"/>
          </a:xfrm>
        </p:grpSpPr>
        <p:pic>
          <p:nvPicPr>
            <p:cNvPr id="101" name="Picture 100" descr="A chip with a black background&#10;&#10;AI-generated content may be incorrect.">
              <a:extLst>
                <a:ext uri="{FF2B5EF4-FFF2-40B4-BE49-F238E27FC236}">
                  <a16:creationId xmlns:a16="http://schemas.microsoft.com/office/drawing/2014/main" id="{9C68F51B-9CCE-D51F-DE0B-6041EF631891}"/>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02" name="Rounded Rectangle 101">
              <a:extLst>
                <a:ext uri="{FF2B5EF4-FFF2-40B4-BE49-F238E27FC236}">
                  <a16:creationId xmlns:a16="http://schemas.microsoft.com/office/drawing/2014/main" id="{9C9DE294-8B35-2989-E137-621632AB3BA9}"/>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x16</a:t>
              </a:r>
            </a:p>
          </p:txBody>
        </p:sp>
        <p:pic>
          <p:nvPicPr>
            <p:cNvPr id="120" name="Picture 119" descr="A chip with a black background&#10;&#10;AI-generated content may be incorrect.">
              <a:extLst>
                <a:ext uri="{FF2B5EF4-FFF2-40B4-BE49-F238E27FC236}">
                  <a16:creationId xmlns:a16="http://schemas.microsoft.com/office/drawing/2014/main" id="{BFFE0EC4-4F3F-663D-B783-3C5CB3F6CD6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5825"/>
              <a:ext cx="298191" cy="95108"/>
            </a:xfrm>
            <a:prstGeom prst="rect">
              <a:avLst/>
            </a:prstGeom>
          </p:spPr>
        </p:pic>
        <p:pic>
          <p:nvPicPr>
            <p:cNvPr id="121" name="Picture 120" descr="A chip with a black background&#10;&#10;AI-generated content may be incorrect.">
              <a:extLst>
                <a:ext uri="{FF2B5EF4-FFF2-40B4-BE49-F238E27FC236}">
                  <a16:creationId xmlns:a16="http://schemas.microsoft.com/office/drawing/2014/main" id="{73ACD836-23FA-656E-5A3C-F2090B1A3890}"/>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5400000">
              <a:off x="6476427" y="2744460"/>
              <a:ext cx="298191" cy="95108"/>
            </a:xfrm>
            <a:prstGeom prst="rect">
              <a:avLst/>
            </a:prstGeom>
          </p:spPr>
        </p:pic>
        <p:pic>
          <p:nvPicPr>
            <p:cNvPr id="122" name="Picture 121" descr="A chip with a black background&#10;&#10;AI-generated content may be incorrect.">
              <a:extLst>
                <a:ext uri="{FF2B5EF4-FFF2-40B4-BE49-F238E27FC236}">
                  <a16:creationId xmlns:a16="http://schemas.microsoft.com/office/drawing/2014/main" id="{10C47283-BC54-1357-D274-F50C8E2FFD36}"/>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6200000">
              <a:off x="7080820" y="2744460"/>
              <a:ext cx="298191" cy="95108"/>
            </a:xfrm>
            <a:prstGeom prst="rect">
              <a:avLst/>
            </a:prstGeom>
          </p:spPr>
        </p:pic>
      </p:grpSp>
      <p:grpSp>
        <p:nvGrpSpPr>
          <p:cNvPr id="108" name="Group 107">
            <a:extLst>
              <a:ext uri="{FF2B5EF4-FFF2-40B4-BE49-F238E27FC236}">
                <a16:creationId xmlns:a16="http://schemas.microsoft.com/office/drawing/2014/main" id="{FFF56D3D-3311-EEBB-8CF5-B2FFA648E015}"/>
              </a:ext>
            </a:extLst>
          </p:cNvPr>
          <p:cNvGrpSpPr/>
          <p:nvPr/>
        </p:nvGrpSpPr>
        <p:grpSpPr>
          <a:xfrm>
            <a:off x="2624000" y="4425167"/>
            <a:ext cx="664887" cy="963602"/>
            <a:chOff x="6686285" y="2454867"/>
            <a:chExt cx="484031" cy="701492"/>
          </a:xfrm>
        </p:grpSpPr>
        <p:pic>
          <p:nvPicPr>
            <p:cNvPr id="109" name="Picture 108" descr="A chip with a black background&#10;&#10;AI-generated content may be incorrect.">
              <a:extLst>
                <a:ext uri="{FF2B5EF4-FFF2-40B4-BE49-F238E27FC236}">
                  <a16:creationId xmlns:a16="http://schemas.microsoft.com/office/drawing/2014/main" id="{0F82C8D5-CED6-D465-5EE9-7C067EAAA6A4}"/>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0" name="Rounded Rectangle 109">
              <a:extLst>
                <a:ext uri="{FF2B5EF4-FFF2-40B4-BE49-F238E27FC236}">
                  <a16:creationId xmlns:a16="http://schemas.microsoft.com/office/drawing/2014/main" id="{3DDA2366-3429-78D6-60C9-DFB75177523B}"/>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1" name="Picture 110" descr="A chip with a black background&#10;&#10;AI-generated content may be incorrect.">
              <a:extLst>
                <a:ext uri="{FF2B5EF4-FFF2-40B4-BE49-F238E27FC236}">
                  <a16:creationId xmlns:a16="http://schemas.microsoft.com/office/drawing/2014/main" id="{40D29E22-4F8A-2987-10AE-8A983A8F07F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12" name="Group 111">
            <a:extLst>
              <a:ext uri="{FF2B5EF4-FFF2-40B4-BE49-F238E27FC236}">
                <a16:creationId xmlns:a16="http://schemas.microsoft.com/office/drawing/2014/main" id="{72B1D25B-4875-A6EE-152B-32058905AAE4}"/>
              </a:ext>
            </a:extLst>
          </p:cNvPr>
          <p:cNvGrpSpPr/>
          <p:nvPr/>
        </p:nvGrpSpPr>
        <p:grpSpPr>
          <a:xfrm>
            <a:off x="3672239" y="4425167"/>
            <a:ext cx="664887" cy="963602"/>
            <a:chOff x="6686285" y="2454867"/>
            <a:chExt cx="484031" cy="701492"/>
          </a:xfrm>
        </p:grpSpPr>
        <p:pic>
          <p:nvPicPr>
            <p:cNvPr id="113" name="Picture 112" descr="A chip with a black background&#10;&#10;AI-generated content may be incorrect.">
              <a:extLst>
                <a:ext uri="{FF2B5EF4-FFF2-40B4-BE49-F238E27FC236}">
                  <a16:creationId xmlns:a16="http://schemas.microsoft.com/office/drawing/2014/main" id="{2E3F73BA-59F7-A569-33A0-2A0267F6571E}"/>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4" name="Rounded Rectangle 113">
              <a:extLst>
                <a:ext uri="{FF2B5EF4-FFF2-40B4-BE49-F238E27FC236}">
                  <a16:creationId xmlns:a16="http://schemas.microsoft.com/office/drawing/2014/main" id="{6626D09A-DE21-4693-4CD8-8A4779FD9A55}"/>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5" name="Picture 114" descr="A chip with a black background&#10;&#10;AI-generated content may be incorrect.">
              <a:extLst>
                <a:ext uri="{FF2B5EF4-FFF2-40B4-BE49-F238E27FC236}">
                  <a16:creationId xmlns:a16="http://schemas.microsoft.com/office/drawing/2014/main" id="{B35B7CE9-E6AA-6BB2-227A-411243DD74D0}"/>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16" name="Group 115">
            <a:extLst>
              <a:ext uri="{FF2B5EF4-FFF2-40B4-BE49-F238E27FC236}">
                <a16:creationId xmlns:a16="http://schemas.microsoft.com/office/drawing/2014/main" id="{3735A18B-4D5D-4F9A-0659-332F4B04E823}"/>
              </a:ext>
            </a:extLst>
          </p:cNvPr>
          <p:cNvGrpSpPr/>
          <p:nvPr/>
        </p:nvGrpSpPr>
        <p:grpSpPr>
          <a:xfrm>
            <a:off x="4730133" y="4425167"/>
            <a:ext cx="664887" cy="963602"/>
            <a:chOff x="6686285" y="2454867"/>
            <a:chExt cx="484031" cy="701492"/>
          </a:xfrm>
        </p:grpSpPr>
        <p:pic>
          <p:nvPicPr>
            <p:cNvPr id="117" name="Picture 116" descr="A chip with a black background&#10;&#10;AI-generated content may be incorrect.">
              <a:extLst>
                <a:ext uri="{FF2B5EF4-FFF2-40B4-BE49-F238E27FC236}">
                  <a16:creationId xmlns:a16="http://schemas.microsoft.com/office/drawing/2014/main" id="{820A224B-D29A-E9BC-CBEE-967648221316}"/>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8" name="Rounded Rectangle 117">
              <a:extLst>
                <a:ext uri="{FF2B5EF4-FFF2-40B4-BE49-F238E27FC236}">
                  <a16:creationId xmlns:a16="http://schemas.microsoft.com/office/drawing/2014/main" id="{CB76CFB5-8B61-FFD5-6A8F-179326117DBB}"/>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9" name="Picture 118" descr="A chip with a black background&#10;&#10;AI-generated content may be incorrect.">
              <a:extLst>
                <a:ext uri="{FF2B5EF4-FFF2-40B4-BE49-F238E27FC236}">
                  <a16:creationId xmlns:a16="http://schemas.microsoft.com/office/drawing/2014/main" id="{5CA874C2-F77A-213E-1F3F-528C7CD4AB9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23" name="Group 122">
            <a:extLst>
              <a:ext uri="{FF2B5EF4-FFF2-40B4-BE49-F238E27FC236}">
                <a16:creationId xmlns:a16="http://schemas.microsoft.com/office/drawing/2014/main" id="{5D939A4B-F7F2-459D-4BBC-3614A912A1CE}"/>
              </a:ext>
            </a:extLst>
          </p:cNvPr>
          <p:cNvGrpSpPr/>
          <p:nvPr/>
        </p:nvGrpSpPr>
        <p:grpSpPr>
          <a:xfrm>
            <a:off x="2476007" y="5726705"/>
            <a:ext cx="960868" cy="962286"/>
            <a:chOff x="6577969" y="2455825"/>
            <a:chExt cx="699501" cy="700534"/>
          </a:xfrm>
        </p:grpSpPr>
        <p:pic>
          <p:nvPicPr>
            <p:cNvPr id="124" name="Picture 123" descr="A chip with a black background&#10;&#10;AI-generated content may be incorrect.">
              <a:extLst>
                <a:ext uri="{FF2B5EF4-FFF2-40B4-BE49-F238E27FC236}">
                  <a16:creationId xmlns:a16="http://schemas.microsoft.com/office/drawing/2014/main" id="{E6AA54C9-7853-BA54-4A60-5D91A6235CA7}"/>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25" name="Rounded Rectangle 124">
              <a:extLst>
                <a:ext uri="{FF2B5EF4-FFF2-40B4-BE49-F238E27FC236}">
                  <a16:creationId xmlns:a16="http://schemas.microsoft.com/office/drawing/2014/main" id="{B296370B-E8A0-4570-B682-9B5DFF032388}"/>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x16</a:t>
              </a:r>
            </a:p>
          </p:txBody>
        </p:sp>
        <p:pic>
          <p:nvPicPr>
            <p:cNvPr id="126" name="Picture 125" descr="A chip with a black background&#10;&#10;AI-generated content may be incorrect.">
              <a:extLst>
                <a:ext uri="{FF2B5EF4-FFF2-40B4-BE49-F238E27FC236}">
                  <a16:creationId xmlns:a16="http://schemas.microsoft.com/office/drawing/2014/main" id="{39E6CCB5-E244-291F-329A-AEB3F6D8B008}"/>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5825"/>
              <a:ext cx="298191" cy="95108"/>
            </a:xfrm>
            <a:prstGeom prst="rect">
              <a:avLst/>
            </a:prstGeom>
          </p:spPr>
        </p:pic>
        <p:pic>
          <p:nvPicPr>
            <p:cNvPr id="127" name="Picture 126" descr="A chip with a black background&#10;&#10;AI-generated content may be incorrect.">
              <a:extLst>
                <a:ext uri="{FF2B5EF4-FFF2-40B4-BE49-F238E27FC236}">
                  <a16:creationId xmlns:a16="http://schemas.microsoft.com/office/drawing/2014/main" id="{DBEF6E20-611B-41EC-C75D-0B0516F8950F}"/>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5400000">
              <a:off x="6476427" y="2744460"/>
              <a:ext cx="298191" cy="95108"/>
            </a:xfrm>
            <a:prstGeom prst="rect">
              <a:avLst/>
            </a:prstGeom>
          </p:spPr>
        </p:pic>
        <p:pic>
          <p:nvPicPr>
            <p:cNvPr id="128" name="Picture 127" descr="A chip with a black background&#10;&#10;AI-generated content may be incorrect.">
              <a:extLst>
                <a:ext uri="{FF2B5EF4-FFF2-40B4-BE49-F238E27FC236}">
                  <a16:creationId xmlns:a16="http://schemas.microsoft.com/office/drawing/2014/main" id="{034A1555-E08B-BCF3-7388-B87A89842BCE}"/>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6200000">
              <a:off x="7080820" y="2744460"/>
              <a:ext cx="298191" cy="95108"/>
            </a:xfrm>
            <a:prstGeom prst="rect">
              <a:avLst/>
            </a:prstGeom>
          </p:spPr>
        </p:pic>
      </p:grpSp>
      <p:sp>
        <p:nvSpPr>
          <p:cNvPr id="7" name="TextBox 6">
            <a:extLst>
              <a:ext uri="{FF2B5EF4-FFF2-40B4-BE49-F238E27FC236}">
                <a16:creationId xmlns:a16="http://schemas.microsoft.com/office/drawing/2014/main" id="{62B35A6B-F2AE-028D-4F01-2842E48505B8}"/>
              </a:ext>
            </a:extLst>
          </p:cNvPr>
          <p:cNvSpPr txBox="1"/>
          <p:nvPr/>
        </p:nvSpPr>
        <p:spPr>
          <a:xfrm>
            <a:off x="7565050" y="2689651"/>
            <a:ext cx="2457724" cy="523220"/>
          </a:xfrm>
          <a:prstGeom prst="rect">
            <a:avLst/>
          </a:prstGeom>
          <a:noFill/>
        </p:spPr>
        <p:txBody>
          <a:bodyPr wrap="none" rtlCol="0">
            <a:spAutoFit/>
          </a:bodyPr>
          <a:lstStyle/>
          <a:p>
            <a:r>
              <a:rPr lang="en-US" sz="2800" dirty="0"/>
              <a:t>x32 subchannel</a:t>
            </a:r>
          </a:p>
        </p:txBody>
      </p:sp>
      <p:sp>
        <p:nvSpPr>
          <p:cNvPr id="11" name="TextBox 10">
            <a:extLst>
              <a:ext uri="{FF2B5EF4-FFF2-40B4-BE49-F238E27FC236}">
                <a16:creationId xmlns:a16="http://schemas.microsoft.com/office/drawing/2014/main" id="{57BF018A-8373-EC0A-7897-D88376E746F6}"/>
              </a:ext>
            </a:extLst>
          </p:cNvPr>
          <p:cNvSpPr txBox="1"/>
          <p:nvPr/>
        </p:nvSpPr>
        <p:spPr>
          <a:xfrm>
            <a:off x="5634317" y="4895476"/>
            <a:ext cx="2457724" cy="523220"/>
          </a:xfrm>
          <a:prstGeom prst="rect">
            <a:avLst/>
          </a:prstGeom>
          <a:noFill/>
        </p:spPr>
        <p:txBody>
          <a:bodyPr wrap="none" rtlCol="0">
            <a:spAutoFit/>
          </a:bodyPr>
          <a:lstStyle/>
          <a:p>
            <a:r>
              <a:rPr lang="en-US" sz="2800" dirty="0"/>
              <a:t>x32 subchannel</a:t>
            </a:r>
          </a:p>
        </p:txBody>
      </p:sp>
      <p:sp>
        <p:nvSpPr>
          <p:cNvPr id="12" name="TextBox 11">
            <a:extLst>
              <a:ext uri="{FF2B5EF4-FFF2-40B4-BE49-F238E27FC236}">
                <a16:creationId xmlns:a16="http://schemas.microsoft.com/office/drawing/2014/main" id="{B63EC2D6-7EF1-22FA-1524-359626CCC0C8}"/>
              </a:ext>
            </a:extLst>
          </p:cNvPr>
          <p:cNvSpPr txBox="1"/>
          <p:nvPr/>
        </p:nvSpPr>
        <p:spPr>
          <a:xfrm>
            <a:off x="3672238" y="6131704"/>
            <a:ext cx="2457724" cy="523220"/>
          </a:xfrm>
          <a:prstGeom prst="rect">
            <a:avLst/>
          </a:prstGeom>
          <a:noFill/>
        </p:spPr>
        <p:txBody>
          <a:bodyPr wrap="none" rtlCol="0">
            <a:spAutoFit/>
          </a:bodyPr>
          <a:lstStyle/>
          <a:p>
            <a:r>
              <a:rPr lang="en-US" sz="2800" dirty="0"/>
              <a:t>x32 subchannel</a:t>
            </a:r>
          </a:p>
        </p:txBody>
      </p:sp>
      <p:pic>
        <p:nvPicPr>
          <p:cNvPr id="20" name="Graphic 19" descr="Processor with solid fill">
            <a:extLst>
              <a:ext uri="{FF2B5EF4-FFF2-40B4-BE49-F238E27FC236}">
                <a16:creationId xmlns:a16="http://schemas.microsoft.com/office/drawing/2014/main" id="{95A176AE-C8B4-90FF-D28B-8CE3E6F687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09901" y="5792027"/>
            <a:ext cx="914400" cy="914400"/>
          </a:xfrm>
          <a:prstGeom prst="rect">
            <a:avLst/>
          </a:prstGeom>
        </p:spPr>
      </p:pic>
      <p:cxnSp>
        <p:nvCxnSpPr>
          <p:cNvPr id="22" name="Elbow Connector 21">
            <a:extLst>
              <a:ext uri="{FF2B5EF4-FFF2-40B4-BE49-F238E27FC236}">
                <a16:creationId xmlns:a16="http://schemas.microsoft.com/office/drawing/2014/main" id="{600EA149-0CC6-9EE4-532B-67DB88544056}"/>
              </a:ext>
            </a:extLst>
          </p:cNvPr>
          <p:cNvCxnSpPr>
            <a:stCxn id="118" idx="3"/>
            <a:endCxn id="20" idx="0"/>
          </p:cNvCxnSpPr>
          <p:nvPr/>
        </p:nvCxnSpPr>
        <p:spPr>
          <a:xfrm>
            <a:off x="5395019" y="4904445"/>
            <a:ext cx="4372082" cy="887583"/>
          </a:xfrm>
          <a:prstGeom prst="bentConnector2">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5FE14DE-1D66-7C5E-B04A-BF587DE1D626}"/>
              </a:ext>
            </a:extLst>
          </p:cNvPr>
          <p:cNvCxnSpPr>
            <a:stCxn id="128" idx="2"/>
          </p:cNvCxnSpPr>
          <p:nvPr/>
        </p:nvCxnSpPr>
        <p:spPr>
          <a:xfrm flipV="1">
            <a:off x="3436875" y="6131705"/>
            <a:ext cx="5873027" cy="56805"/>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32940E91-CD82-731D-5707-380A69AE102E}"/>
              </a:ext>
            </a:extLst>
          </p:cNvPr>
          <p:cNvCxnSpPr>
            <a:cxnSpLocks/>
            <a:stCxn id="37" idx="3"/>
            <a:endCxn id="20" idx="3"/>
          </p:cNvCxnSpPr>
          <p:nvPr/>
        </p:nvCxnSpPr>
        <p:spPr>
          <a:xfrm>
            <a:off x="10099547" y="3604223"/>
            <a:ext cx="124755" cy="2645004"/>
          </a:xfrm>
          <a:prstGeom prst="bentConnector3">
            <a:avLst>
              <a:gd name="adj1" fmla="val 283239"/>
            </a:avLst>
          </a:prstGeom>
          <a:ln w="50800">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71D1E3FC-1DA0-5BC5-E7B1-21AA9F551520}"/>
              </a:ext>
            </a:extLst>
          </p:cNvPr>
          <p:cNvSpPr txBox="1">
            <a:spLocks/>
          </p:cNvSpPr>
          <p:nvPr/>
        </p:nvSpPr>
        <p:spPr>
          <a:xfrm>
            <a:off x="622300" y="389827"/>
            <a:ext cx="10421922" cy="726072"/>
          </a:xfrm>
          <a:prstGeom prst="rect">
            <a:avLst/>
          </a:prstGeom>
        </p:spPr>
        <p:txBody>
          <a:bodyPr vert="horz" lIns="91440" tIns="45720" rIns="91440" bIns="45720" rtlCol="0" anchor="ctr">
            <a:noAutofit/>
          </a:bodyPr>
          <a:lstStyle>
            <a:lvl1pPr algn="l" defTabSz="1219170" rtl="0" eaLnBrk="1" latinLnBrk="0" hangingPunct="1">
              <a:lnSpc>
                <a:spcPct val="90000"/>
              </a:lnSpc>
              <a:spcBef>
                <a:spcPct val="0"/>
              </a:spcBef>
              <a:buNone/>
              <a:defRPr lang="en-US" sz="4800" b="0" kern="1200" dirty="0">
                <a:solidFill>
                  <a:schemeClr val="bg1"/>
                </a:solidFill>
                <a:latin typeface="+mn-lt"/>
                <a:ea typeface="+mj-ea"/>
                <a:cs typeface="+mj-cs"/>
              </a:defRPr>
            </a:lvl1pPr>
          </a:lstStyle>
          <a:p>
            <a:r>
              <a:rPr lang="en-US" dirty="0"/>
              <a:t>DRAM I/O Configurations</a:t>
            </a:r>
          </a:p>
        </p:txBody>
      </p:sp>
    </p:spTree>
    <p:extLst>
      <p:ext uri="{BB962C8B-B14F-4D97-AF65-F5344CB8AC3E}">
        <p14:creationId xmlns:p14="http://schemas.microsoft.com/office/powerpoint/2010/main" val="2718455936"/>
      </p:ext>
    </p:extLst>
  </p:cSld>
  <p:clrMapOvr>
    <a:masterClrMapping/>
  </p:clrMapOvr>
  <mc:AlternateContent xmlns:mc="http://schemas.openxmlformats.org/markup-compatibility/2006" xmlns:p14="http://schemas.microsoft.com/office/powerpoint/2010/main">
    <mc:Choice Requires="p14">
      <p:transition spd="slow" p14:dur="2000" advTm="36463"/>
    </mc:Choice>
    <mc:Fallback xmlns="">
      <p:transition spd="slow" advTm="36463"/>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C9B4E-C4E7-DFCA-CFFB-AC0595A1B48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F618890-6DD9-3D49-5BBC-31AC01CBCD86}"/>
              </a:ext>
            </a:extLst>
          </p:cNvPr>
          <p:cNvGrpSpPr/>
          <p:nvPr/>
        </p:nvGrpSpPr>
        <p:grpSpPr>
          <a:xfrm>
            <a:off x="2624000" y="3271780"/>
            <a:ext cx="664887" cy="816769"/>
            <a:chOff x="6686285" y="2561760"/>
            <a:chExt cx="484031" cy="594599"/>
          </a:xfrm>
        </p:grpSpPr>
        <p:pic>
          <p:nvPicPr>
            <p:cNvPr id="9" name="Picture 8" descr="A chip with a black background&#10;&#10;AI-generated content may be incorrect.">
              <a:extLst>
                <a:ext uri="{FF2B5EF4-FFF2-40B4-BE49-F238E27FC236}">
                  <a16:creationId xmlns:a16="http://schemas.microsoft.com/office/drawing/2014/main" id="{8B6D1FD0-5170-131B-D7FE-F6922D3E6DB2}"/>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0" name="Rounded Rectangle 9">
              <a:extLst>
                <a:ext uri="{FF2B5EF4-FFF2-40B4-BE49-F238E27FC236}">
                  <a16:creationId xmlns:a16="http://schemas.microsoft.com/office/drawing/2014/main" id="{3C3B728F-3463-D049-8819-56D345488A5E}"/>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4" name="Group 13">
            <a:extLst>
              <a:ext uri="{FF2B5EF4-FFF2-40B4-BE49-F238E27FC236}">
                <a16:creationId xmlns:a16="http://schemas.microsoft.com/office/drawing/2014/main" id="{A3F684F5-B7E9-BF65-16C1-49D491979AE4}"/>
              </a:ext>
            </a:extLst>
          </p:cNvPr>
          <p:cNvGrpSpPr/>
          <p:nvPr/>
        </p:nvGrpSpPr>
        <p:grpSpPr>
          <a:xfrm>
            <a:off x="8384278" y="-1378921"/>
            <a:ext cx="664887" cy="839077"/>
            <a:chOff x="8384277" y="1993867"/>
            <a:chExt cx="664887" cy="839077"/>
          </a:xfrm>
        </p:grpSpPr>
        <p:sp>
          <p:nvSpPr>
            <p:cNvPr id="15" name="Rounded Rectangle 14">
              <a:extLst>
                <a:ext uri="{FF2B5EF4-FFF2-40B4-BE49-F238E27FC236}">
                  <a16:creationId xmlns:a16="http://schemas.microsoft.com/office/drawing/2014/main" id="{88B6189B-5897-1EB2-B05D-04B797E9A7A7}"/>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6" name="Picture 15" descr="A blue chip with black text&#10;&#10;AI-generated content may be incorrect.">
              <a:extLst>
                <a:ext uri="{FF2B5EF4-FFF2-40B4-BE49-F238E27FC236}">
                  <a16:creationId xmlns:a16="http://schemas.microsoft.com/office/drawing/2014/main" id="{583635B1-59DF-EC38-3BE5-4B9F6D364795}"/>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17" name="Group 16">
            <a:extLst>
              <a:ext uri="{FF2B5EF4-FFF2-40B4-BE49-F238E27FC236}">
                <a16:creationId xmlns:a16="http://schemas.microsoft.com/office/drawing/2014/main" id="{6D8A86F8-2765-4AE2-5FB7-5E9574910A39}"/>
              </a:ext>
            </a:extLst>
          </p:cNvPr>
          <p:cNvGrpSpPr/>
          <p:nvPr/>
        </p:nvGrpSpPr>
        <p:grpSpPr>
          <a:xfrm>
            <a:off x="10048459" y="-1378921"/>
            <a:ext cx="664887" cy="839077"/>
            <a:chOff x="8384277" y="1993867"/>
            <a:chExt cx="664887" cy="839077"/>
          </a:xfrm>
        </p:grpSpPr>
        <p:sp>
          <p:nvSpPr>
            <p:cNvPr id="18" name="Rounded Rectangle 17">
              <a:extLst>
                <a:ext uri="{FF2B5EF4-FFF2-40B4-BE49-F238E27FC236}">
                  <a16:creationId xmlns:a16="http://schemas.microsoft.com/office/drawing/2014/main" id="{440B5BFA-B714-3222-566C-F344FC6A1666}"/>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9" name="Picture 18" descr="A blue chip with black text&#10;&#10;AI-generated content may be incorrect.">
              <a:extLst>
                <a:ext uri="{FF2B5EF4-FFF2-40B4-BE49-F238E27FC236}">
                  <a16:creationId xmlns:a16="http://schemas.microsoft.com/office/drawing/2014/main" id="{846BCEA1-61A8-474B-09AC-CF9C40455FAF}"/>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23" name="Group 22">
            <a:extLst>
              <a:ext uri="{FF2B5EF4-FFF2-40B4-BE49-F238E27FC236}">
                <a16:creationId xmlns:a16="http://schemas.microsoft.com/office/drawing/2014/main" id="{F3648FA4-E863-CFAA-9A83-950FD7DD5C26}"/>
              </a:ext>
            </a:extLst>
          </p:cNvPr>
          <p:cNvGrpSpPr/>
          <p:nvPr/>
        </p:nvGrpSpPr>
        <p:grpSpPr>
          <a:xfrm>
            <a:off x="4722621" y="3271780"/>
            <a:ext cx="664887" cy="816769"/>
            <a:chOff x="6686285" y="2561760"/>
            <a:chExt cx="484031" cy="594599"/>
          </a:xfrm>
        </p:grpSpPr>
        <p:pic>
          <p:nvPicPr>
            <p:cNvPr id="24" name="Picture 23" descr="A chip with a black background&#10;&#10;AI-generated content may be incorrect.">
              <a:extLst>
                <a:ext uri="{FF2B5EF4-FFF2-40B4-BE49-F238E27FC236}">
                  <a16:creationId xmlns:a16="http://schemas.microsoft.com/office/drawing/2014/main" id="{EED12B4A-E3AA-9880-F175-F1FF98CAC8F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5" name="Rounded Rectangle 24">
              <a:extLst>
                <a:ext uri="{FF2B5EF4-FFF2-40B4-BE49-F238E27FC236}">
                  <a16:creationId xmlns:a16="http://schemas.microsoft.com/office/drawing/2014/main" id="{E8326EB7-23EE-4327-1B35-3863114302D1}"/>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9" name="Group 28">
            <a:extLst>
              <a:ext uri="{FF2B5EF4-FFF2-40B4-BE49-F238E27FC236}">
                <a16:creationId xmlns:a16="http://schemas.microsoft.com/office/drawing/2014/main" id="{6DB0FB84-03F2-C8D7-E3BC-1F05CDB89BCD}"/>
              </a:ext>
            </a:extLst>
          </p:cNvPr>
          <p:cNvGrpSpPr/>
          <p:nvPr/>
        </p:nvGrpSpPr>
        <p:grpSpPr>
          <a:xfrm>
            <a:off x="7336039" y="3271780"/>
            <a:ext cx="664887" cy="816769"/>
            <a:chOff x="6686285" y="2561760"/>
            <a:chExt cx="484031" cy="594599"/>
          </a:xfrm>
        </p:grpSpPr>
        <p:pic>
          <p:nvPicPr>
            <p:cNvPr id="30" name="Picture 29" descr="A chip with a black background&#10;&#10;AI-generated content may be incorrect.">
              <a:extLst>
                <a:ext uri="{FF2B5EF4-FFF2-40B4-BE49-F238E27FC236}">
                  <a16:creationId xmlns:a16="http://schemas.microsoft.com/office/drawing/2014/main" id="{DC24DAA2-893C-4F02-E5A2-B29449B23323}"/>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31" name="Rounded Rectangle 30">
              <a:extLst>
                <a:ext uri="{FF2B5EF4-FFF2-40B4-BE49-F238E27FC236}">
                  <a16:creationId xmlns:a16="http://schemas.microsoft.com/office/drawing/2014/main" id="{179D8437-B599-7054-ABCC-78A9E8D240B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35" name="Group 34">
            <a:extLst>
              <a:ext uri="{FF2B5EF4-FFF2-40B4-BE49-F238E27FC236}">
                <a16:creationId xmlns:a16="http://schemas.microsoft.com/office/drawing/2014/main" id="{1288E357-066D-03D0-04FB-859A6CECF7A0}"/>
              </a:ext>
            </a:extLst>
          </p:cNvPr>
          <p:cNvGrpSpPr/>
          <p:nvPr/>
        </p:nvGrpSpPr>
        <p:grpSpPr>
          <a:xfrm>
            <a:off x="9434660" y="3271780"/>
            <a:ext cx="664887" cy="816769"/>
            <a:chOff x="6686285" y="2561760"/>
            <a:chExt cx="484031" cy="594599"/>
          </a:xfrm>
        </p:grpSpPr>
        <p:pic>
          <p:nvPicPr>
            <p:cNvPr id="36" name="Picture 35" descr="A chip with a black background&#10;&#10;AI-generated content may be incorrect.">
              <a:extLst>
                <a:ext uri="{FF2B5EF4-FFF2-40B4-BE49-F238E27FC236}">
                  <a16:creationId xmlns:a16="http://schemas.microsoft.com/office/drawing/2014/main" id="{9FA29712-1601-0C93-FF76-D369A4BD196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37" name="Rounded Rectangle 36">
              <a:extLst>
                <a:ext uri="{FF2B5EF4-FFF2-40B4-BE49-F238E27FC236}">
                  <a16:creationId xmlns:a16="http://schemas.microsoft.com/office/drawing/2014/main" id="{8F3DC937-7116-C89F-7450-1E958447136D}"/>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2" name="Group 81">
            <a:extLst>
              <a:ext uri="{FF2B5EF4-FFF2-40B4-BE49-F238E27FC236}">
                <a16:creationId xmlns:a16="http://schemas.microsoft.com/office/drawing/2014/main" id="{10C96EBD-8099-9838-98F9-D3C606DBB97A}"/>
              </a:ext>
            </a:extLst>
          </p:cNvPr>
          <p:cNvGrpSpPr/>
          <p:nvPr/>
        </p:nvGrpSpPr>
        <p:grpSpPr>
          <a:xfrm>
            <a:off x="1573618" y="3271780"/>
            <a:ext cx="664887" cy="816769"/>
            <a:chOff x="6686285" y="2561760"/>
            <a:chExt cx="484031" cy="594599"/>
          </a:xfrm>
        </p:grpSpPr>
        <p:pic>
          <p:nvPicPr>
            <p:cNvPr id="83" name="Picture 82" descr="A chip with a black background&#10;&#10;AI-generated content may be incorrect.">
              <a:extLst>
                <a:ext uri="{FF2B5EF4-FFF2-40B4-BE49-F238E27FC236}">
                  <a16:creationId xmlns:a16="http://schemas.microsoft.com/office/drawing/2014/main" id="{F627797F-4F35-4849-446F-8A89E9F76762}"/>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84" name="Rounded Rectangle 83">
              <a:extLst>
                <a:ext uri="{FF2B5EF4-FFF2-40B4-BE49-F238E27FC236}">
                  <a16:creationId xmlns:a16="http://schemas.microsoft.com/office/drawing/2014/main" id="{69CC4FBC-81D0-DBE8-FD53-4945D15E410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5" name="Group 84">
            <a:extLst>
              <a:ext uri="{FF2B5EF4-FFF2-40B4-BE49-F238E27FC236}">
                <a16:creationId xmlns:a16="http://schemas.microsoft.com/office/drawing/2014/main" id="{CDCFE0C6-552E-2156-F67C-C231617CF901}"/>
              </a:ext>
            </a:extLst>
          </p:cNvPr>
          <p:cNvGrpSpPr/>
          <p:nvPr/>
        </p:nvGrpSpPr>
        <p:grpSpPr>
          <a:xfrm>
            <a:off x="3672239" y="3271780"/>
            <a:ext cx="664887" cy="816769"/>
            <a:chOff x="6686285" y="2561760"/>
            <a:chExt cx="484031" cy="594599"/>
          </a:xfrm>
        </p:grpSpPr>
        <p:pic>
          <p:nvPicPr>
            <p:cNvPr id="86" name="Picture 85" descr="A chip with a black background&#10;&#10;AI-generated content may be incorrect.">
              <a:extLst>
                <a:ext uri="{FF2B5EF4-FFF2-40B4-BE49-F238E27FC236}">
                  <a16:creationId xmlns:a16="http://schemas.microsoft.com/office/drawing/2014/main" id="{C857E8D2-9063-09D4-5B10-0672A0B113D1}"/>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87" name="Rounded Rectangle 86">
              <a:extLst>
                <a:ext uri="{FF2B5EF4-FFF2-40B4-BE49-F238E27FC236}">
                  <a16:creationId xmlns:a16="http://schemas.microsoft.com/office/drawing/2014/main" id="{A0AECDBA-D8A7-EB41-35A1-03A1C66412AD}"/>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8" name="Group 87">
            <a:extLst>
              <a:ext uri="{FF2B5EF4-FFF2-40B4-BE49-F238E27FC236}">
                <a16:creationId xmlns:a16="http://schemas.microsoft.com/office/drawing/2014/main" id="{25B6D83C-E4FB-EA6F-AEE7-48FE63450503}"/>
              </a:ext>
            </a:extLst>
          </p:cNvPr>
          <p:cNvGrpSpPr/>
          <p:nvPr/>
        </p:nvGrpSpPr>
        <p:grpSpPr>
          <a:xfrm>
            <a:off x="6285657" y="3271780"/>
            <a:ext cx="664887" cy="816769"/>
            <a:chOff x="6686285" y="2561760"/>
            <a:chExt cx="484031" cy="594599"/>
          </a:xfrm>
        </p:grpSpPr>
        <p:pic>
          <p:nvPicPr>
            <p:cNvPr id="89" name="Picture 88" descr="A chip with a black background&#10;&#10;AI-generated content may be incorrect.">
              <a:extLst>
                <a:ext uri="{FF2B5EF4-FFF2-40B4-BE49-F238E27FC236}">
                  <a16:creationId xmlns:a16="http://schemas.microsoft.com/office/drawing/2014/main" id="{8F802CBE-0F5E-6904-6887-DD4EF604D7CF}"/>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0" name="Rounded Rectangle 89">
              <a:extLst>
                <a:ext uri="{FF2B5EF4-FFF2-40B4-BE49-F238E27FC236}">
                  <a16:creationId xmlns:a16="http://schemas.microsoft.com/office/drawing/2014/main" id="{36A56097-D92A-0437-4388-C9BF33BDE12A}"/>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91" name="Group 90">
            <a:extLst>
              <a:ext uri="{FF2B5EF4-FFF2-40B4-BE49-F238E27FC236}">
                <a16:creationId xmlns:a16="http://schemas.microsoft.com/office/drawing/2014/main" id="{95CBB334-311A-0149-1792-CDCB36F1D568}"/>
              </a:ext>
            </a:extLst>
          </p:cNvPr>
          <p:cNvGrpSpPr/>
          <p:nvPr/>
        </p:nvGrpSpPr>
        <p:grpSpPr>
          <a:xfrm>
            <a:off x="8384278" y="3271780"/>
            <a:ext cx="664887" cy="816769"/>
            <a:chOff x="6686285" y="2561760"/>
            <a:chExt cx="484031" cy="594599"/>
          </a:xfrm>
        </p:grpSpPr>
        <p:pic>
          <p:nvPicPr>
            <p:cNvPr id="92" name="Picture 91" descr="A chip with a black background&#10;&#10;AI-generated content may be incorrect.">
              <a:extLst>
                <a:ext uri="{FF2B5EF4-FFF2-40B4-BE49-F238E27FC236}">
                  <a16:creationId xmlns:a16="http://schemas.microsoft.com/office/drawing/2014/main" id="{482ACDB7-E1CF-83DE-9DB2-019473247088}"/>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3" name="Rounded Rectangle 92">
              <a:extLst>
                <a:ext uri="{FF2B5EF4-FFF2-40B4-BE49-F238E27FC236}">
                  <a16:creationId xmlns:a16="http://schemas.microsoft.com/office/drawing/2014/main" id="{E6BBAFA1-A929-E69D-5D88-30F1FC9DFC57}"/>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94" name="Group 93">
            <a:extLst>
              <a:ext uri="{FF2B5EF4-FFF2-40B4-BE49-F238E27FC236}">
                <a16:creationId xmlns:a16="http://schemas.microsoft.com/office/drawing/2014/main" id="{67E7A99C-E4A5-D4B5-AA58-E3D1F8E288F5}"/>
              </a:ext>
            </a:extLst>
          </p:cNvPr>
          <p:cNvGrpSpPr/>
          <p:nvPr/>
        </p:nvGrpSpPr>
        <p:grpSpPr>
          <a:xfrm>
            <a:off x="1573618" y="4425167"/>
            <a:ext cx="664887" cy="963602"/>
            <a:chOff x="6686285" y="2454867"/>
            <a:chExt cx="484031" cy="701492"/>
          </a:xfrm>
        </p:grpSpPr>
        <p:pic>
          <p:nvPicPr>
            <p:cNvPr id="95" name="Picture 94" descr="A chip with a black background&#10;&#10;AI-generated content may be incorrect.">
              <a:extLst>
                <a:ext uri="{FF2B5EF4-FFF2-40B4-BE49-F238E27FC236}">
                  <a16:creationId xmlns:a16="http://schemas.microsoft.com/office/drawing/2014/main" id="{200C4FC7-3AF7-58FF-1381-B8C0D2ECA07D}"/>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6" name="Rounded Rectangle 95">
              <a:extLst>
                <a:ext uri="{FF2B5EF4-FFF2-40B4-BE49-F238E27FC236}">
                  <a16:creationId xmlns:a16="http://schemas.microsoft.com/office/drawing/2014/main" id="{54F46BD3-D6F4-6A29-CB60-EDC567C5FBC1}"/>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07" name="Picture 106" descr="A chip with a black background&#10;&#10;AI-generated content may be incorrect.">
              <a:extLst>
                <a:ext uri="{FF2B5EF4-FFF2-40B4-BE49-F238E27FC236}">
                  <a16:creationId xmlns:a16="http://schemas.microsoft.com/office/drawing/2014/main" id="{2C70D34C-77E8-B0AB-E486-6DDB46F774CB}"/>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00" name="Group 99">
            <a:extLst>
              <a:ext uri="{FF2B5EF4-FFF2-40B4-BE49-F238E27FC236}">
                <a16:creationId xmlns:a16="http://schemas.microsoft.com/office/drawing/2014/main" id="{D7BD3015-56E2-D156-BD1E-3403D1BEE26F}"/>
              </a:ext>
            </a:extLst>
          </p:cNvPr>
          <p:cNvGrpSpPr/>
          <p:nvPr/>
        </p:nvGrpSpPr>
        <p:grpSpPr>
          <a:xfrm>
            <a:off x="1424844" y="5726705"/>
            <a:ext cx="960868" cy="962286"/>
            <a:chOff x="6577969" y="2455825"/>
            <a:chExt cx="699501" cy="700534"/>
          </a:xfrm>
        </p:grpSpPr>
        <p:pic>
          <p:nvPicPr>
            <p:cNvPr id="101" name="Picture 100" descr="A chip with a black background&#10;&#10;AI-generated content may be incorrect.">
              <a:extLst>
                <a:ext uri="{FF2B5EF4-FFF2-40B4-BE49-F238E27FC236}">
                  <a16:creationId xmlns:a16="http://schemas.microsoft.com/office/drawing/2014/main" id="{688C9292-3928-6DD3-8219-D233758BA32E}"/>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02" name="Rounded Rectangle 101">
              <a:extLst>
                <a:ext uri="{FF2B5EF4-FFF2-40B4-BE49-F238E27FC236}">
                  <a16:creationId xmlns:a16="http://schemas.microsoft.com/office/drawing/2014/main" id="{754AB006-D3C2-55B1-7CD6-D38356C87BC2}"/>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x16</a:t>
              </a:r>
            </a:p>
          </p:txBody>
        </p:sp>
        <p:pic>
          <p:nvPicPr>
            <p:cNvPr id="120" name="Picture 119" descr="A chip with a black background&#10;&#10;AI-generated content may be incorrect.">
              <a:extLst>
                <a:ext uri="{FF2B5EF4-FFF2-40B4-BE49-F238E27FC236}">
                  <a16:creationId xmlns:a16="http://schemas.microsoft.com/office/drawing/2014/main" id="{CE7901AF-0E62-5822-5D68-98784266DEE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5825"/>
              <a:ext cx="298191" cy="95108"/>
            </a:xfrm>
            <a:prstGeom prst="rect">
              <a:avLst/>
            </a:prstGeom>
          </p:spPr>
        </p:pic>
        <p:pic>
          <p:nvPicPr>
            <p:cNvPr id="121" name="Picture 120" descr="A chip with a black background&#10;&#10;AI-generated content may be incorrect.">
              <a:extLst>
                <a:ext uri="{FF2B5EF4-FFF2-40B4-BE49-F238E27FC236}">
                  <a16:creationId xmlns:a16="http://schemas.microsoft.com/office/drawing/2014/main" id="{568C939D-66D3-2943-C38C-9B3056AF0A03}"/>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5400000">
              <a:off x="6476427" y="2744460"/>
              <a:ext cx="298191" cy="95108"/>
            </a:xfrm>
            <a:prstGeom prst="rect">
              <a:avLst/>
            </a:prstGeom>
          </p:spPr>
        </p:pic>
        <p:pic>
          <p:nvPicPr>
            <p:cNvPr id="122" name="Picture 121" descr="A chip with a black background&#10;&#10;AI-generated content may be incorrect.">
              <a:extLst>
                <a:ext uri="{FF2B5EF4-FFF2-40B4-BE49-F238E27FC236}">
                  <a16:creationId xmlns:a16="http://schemas.microsoft.com/office/drawing/2014/main" id="{6B15FB45-4ADE-1AF1-2C1E-29CD3F3C246B}"/>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6200000">
              <a:off x="7080820" y="2744460"/>
              <a:ext cx="298191" cy="95108"/>
            </a:xfrm>
            <a:prstGeom prst="rect">
              <a:avLst/>
            </a:prstGeom>
          </p:spPr>
        </p:pic>
      </p:grpSp>
      <p:grpSp>
        <p:nvGrpSpPr>
          <p:cNvPr id="108" name="Group 107">
            <a:extLst>
              <a:ext uri="{FF2B5EF4-FFF2-40B4-BE49-F238E27FC236}">
                <a16:creationId xmlns:a16="http://schemas.microsoft.com/office/drawing/2014/main" id="{4BCEC809-DD10-5AF1-849C-9FF20E426F6E}"/>
              </a:ext>
            </a:extLst>
          </p:cNvPr>
          <p:cNvGrpSpPr/>
          <p:nvPr/>
        </p:nvGrpSpPr>
        <p:grpSpPr>
          <a:xfrm>
            <a:off x="2624000" y="4425167"/>
            <a:ext cx="664887" cy="963602"/>
            <a:chOff x="6686285" y="2454867"/>
            <a:chExt cx="484031" cy="701492"/>
          </a:xfrm>
        </p:grpSpPr>
        <p:pic>
          <p:nvPicPr>
            <p:cNvPr id="109" name="Picture 108" descr="A chip with a black background&#10;&#10;AI-generated content may be incorrect.">
              <a:extLst>
                <a:ext uri="{FF2B5EF4-FFF2-40B4-BE49-F238E27FC236}">
                  <a16:creationId xmlns:a16="http://schemas.microsoft.com/office/drawing/2014/main" id="{A53E17B3-58E8-162F-B34E-F29993D39408}"/>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0" name="Rounded Rectangle 109">
              <a:extLst>
                <a:ext uri="{FF2B5EF4-FFF2-40B4-BE49-F238E27FC236}">
                  <a16:creationId xmlns:a16="http://schemas.microsoft.com/office/drawing/2014/main" id="{8CB8613E-6995-D700-8478-1366F7F82117}"/>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1" name="Picture 110" descr="A chip with a black background&#10;&#10;AI-generated content may be incorrect.">
              <a:extLst>
                <a:ext uri="{FF2B5EF4-FFF2-40B4-BE49-F238E27FC236}">
                  <a16:creationId xmlns:a16="http://schemas.microsoft.com/office/drawing/2014/main" id="{1AA979C6-4163-94B4-397A-464197904C8C}"/>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12" name="Group 111">
            <a:extLst>
              <a:ext uri="{FF2B5EF4-FFF2-40B4-BE49-F238E27FC236}">
                <a16:creationId xmlns:a16="http://schemas.microsoft.com/office/drawing/2014/main" id="{D8476FF4-1788-3CEF-5822-F3B056C25824}"/>
              </a:ext>
            </a:extLst>
          </p:cNvPr>
          <p:cNvGrpSpPr/>
          <p:nvPr/>
        </p:nvGrpSpPr>
        <p:grpSpPr>
          <a:xfrm>
            <a:off x="3672239" y="4425167"/>
            <a:ext cx="664887" cy="963602"/>
            <a:chOff x="6686285" y="2454867"/>
            <a:chExt cx="484031" cy="701492"/>
          </a:xfrm>
        </p:grpSpPr>
        <p:pic>
          <p:nvPicPr>
            <p:cNvPr id="113" name="Picture 112" descr="A chip with a black background&#10;&#10;AI-generated content may be incorrect.">
              <a:extLst>
                <a:ext uri="{FF2B5EF4-FFF2-40B4-BE49-F238E27FC236}">
                  <a16:creationId xmlns:a16="http://schemas.microsoft.com/office/drawing/2014/main" id="{78DCB28D-0FBB-4C98-C79B-220BE13E5A8F}"/>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4" name="Rounded Rectangle 113">
              <a:extLst>
                <a:ext uri="{FF2B5EF4-FFF2-40B4-BE49-F238E27FC236}">
                  <a16:creationId xmlns:a16="http://schemas.microsoft.com/office/drawing/2014/main" id="{9FD86A5C-5F6B-BFA1-C788-E5F3AD5F53EE}"/>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5" name="Picture 114" descr="A chip with a black background&#10;&#10;AI-generated content may be incorrect.">
              <a:extLst>
                <a:ext uri="{FF2B5EF4-FFF2-40B4-BE49-F238E27FC236}">
                  <a16:creationId xmlns:a16="http://schemas.microsoft.com/office/drawing/2014/main" id="{A7D66620-EF2A-7513-D43E-683D9ED786AB}"/>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16" name="Group 115">
            <a:extLst>
              <a:ext uri="{FF2B5EF4-FFF2-40B4-BE49-F238E27FC236}">
                <a16:creationId xmlns:a16="http://schemas.microsoft.com/office/drawing/2014/main" id="{71AF482F-46EF-9A34-BF08-C126E2C6C75C}"/>
              </a:ext>
            </a:extLst>
          </p:cNvPr>
          <p:cNvGrpSpPr/>
          <p:nvPr/>
        </p:nvGrpSpPr>
        <p:grpSpPr>
          <a:xfrm>
            <a:off x="4730133" y="4425167"/>
            <a:ext cx="664887" cy="963602"/>
            <a:chOff x="6686285" y="2454867"/>
            <a:chExt cx="484031" cy="701492"/>
          </a:xfrm>
        </p:grpSpPr>
        <p:pic>
          <p:nvPicPr>
            <p:cNvPr id="117" name="Picture 116" descr="A chip with a black background&#10;&#10;AI-generated content may be incorrect.">
              <a:extLst>
                <a:ext uri="{FF2B5EF4-FFF2-40B4-BE49-F238E27FC236}">
                  <a16:creationId xmlns:a16="http://schemas.microsoft.com/office/drawing/2014/main" id="{458F5611-0520-23F0-3D65-1A28D451CFA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8" name="Rounded Rectangle 117">
              <a:extLst>
                <a:ext uri="{FF2B5EF4-FFF2-40B4-BE49-F238E27FC236}">
                  <a16:creationId xmlns:a16="http://schemas.microsoft.com/office/drawing/2014/main" id="{DE1CF0A0-E073-2BF5-0E4B-937E52484CA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9" name="Picture 118" descr="A chip with a black background&#10;&#10;AI-generated content may be incorrect.">
              <a:extLst>
                <a:ext uri="{FF2B5EF4-FFF2-40B4-BE49-F238E27FC236}">
                  <a16:creationId xmlns:a16="http://schemas.microsoft.com/office/drawing/2014/main" id="{52160C63-16EC-B200-305F-1497DD695E4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23" name="Group 122">
            <a:extLst>
              <a:ext uri="{FF2B5EF4-FFF2-40B4-BE49-F238E27FC236}">
                <a16:creationId xmlns:a16="http://schemas.microsoft.com/office/drawing/2014/main" id="{0F9D81D7-D772-5484-F914-44181B386092}"/>
              </a:ext>
            </a:extLst>
          </p:cNvPr>
          <p:cNvGrpSpPr/>
          <p:nvPr/>
        </p:nvGrpSpPr>
        <p:grpSpPr>
          <a:xfrm>
            <a:off x="2476007" y="5726705"/>
            <a:ext cx="960868" cy="962286"/>
            <a:chOff x="6577969" y="2455825"/>
            <a:chExt cx="699501" cy="700534"/>
          </a:xfrm>
        </p:grpSpPr>
        <p:pic>
          <p:nvPicPr>
            <p:cNvPr id="124" name="Picture 123" descr="A chip with a black background&#10;&#10;AI-generated content may be incorrect.">
              <a:extLst>
                <a:ext uri="{FF2B5EF4-FFF2-40B4-BE49-F238E27FC236}">
                  <a16:creationId xmlns:a16="http://schemas.microsoft.com/office/drawing/2014/main" id="{5A3575E0-0FFC-16D8-ACA1-9A07CDEB2EDE}"/>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25" name="Rounded Rectangle 124">
              <a:extLst>
                <a:ext uri="{FF2B5EF4-FFF2-40B4-BE49-F238E27FC236}">
                  <a16:creationId xmlns:a16="http://schemas.microsoft.com/office/drawing/2014/main" id="{1E3E0F68-573C-5CFE-9B6E-8593E7130382}"/>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x16</a:t>
              </a:r>
            </a:p>
          </p:txBody>
        </p:sp>
        <p:pic>
          <p:nvPicPr>
            <p:cNvPr id="126" name="Picture 125" descr="A chip with a black background&#10;&#10;AI-generated content may be incorrect.">
              <a:extLst>
                <a:ext uri="{FF2B5EF4-FFF2-40B4-BE49-F238E27FC236}">
                  <a16:creationId xmlns:a16="http://schemas.microsoft.com/office/drawing/2014/main" id="{80F4854E-BDD7-42B4-DE7B-8FF3AEE3F422}"/>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0800000">
              <a:off x="6779204" y="2455825"/>
              <a:ext cx="298191" cy="95108"/>
            </a:xfrm>
            <a:prstGeom prst="rect">
              <a:avLst/>
            </a:prstGeom>
          </p:spPr>
        </p:pic>
        <p:pic>
          <p:nvPicPr>
            <p:cNvPr id="127" name="Picture 126" descr="A chip with a black background&#10;&#10;AI-generated content may be incorrect.">
              <a:extLst>
                <a:ext uri="{FF2B5EF4-FFF2-40B4-BE49-F238E27FC236}">
                  <a16:creationId xmlns:a16="http://schemas.microsoft.com/office/drawing/2014/main" id="{8C171333-DB21-E79E-0AB2-8D3BA001E44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5400000">
              <a:off x="6476427" y="2744460"/>
              <a:ext cx="298191" cy="95108"/>
            </a:xfrm>
            <a:prstGeom prst="rect">
              <a:avLst/>
            </a:prstGeom>
          </p:spPr>
        </p:pic>
        <p:pic>
          <p:nvPicPr>
            <p:cNvPr id="128" name="Picture 127" descr="A chip with a black background&#10;&#10;AI-generated content may be incorrect.">
              <a:extLst>
                <a:ext uri="{FF2B5EF4-FFF2-40B4-BE49-F238E27FC236}">
                  <a16:creationId xmlns:a16="http://schemas.microsoft.com/office/drawing/2014/main" id="{91209738-2B51-9294-5D8E-026E84A8283D}"/>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rot="16200000">
              <a:off x="7080820" y="2744460"/>
              <a:ext cx="298191" cy="95108"/>
            </a:xfrm>
            <a:prstGeom prst="rect">
              <a:avLst/>
            </a:prstGeom>
          </p:spPr>
        </p:pic>
      </p:grpSp>
      <p:sp>
        <p:nvSpPr>
          <p:cNvPr id="11" name="TextBox 10">
            <a:extLst>
              <a:ext uri="{FF2B5EF4-FFF2-40B4-BE49-F238E27FC236}">
                <a16:creationId xmlns:a16="http://schemas.microsoft.com/office/drawing/2014/main" id="{780D97C7-83A0-28E0-FE5E-A66C923EF226}"/>
              </a:ext>
            </a:extLst>
          </p:cNvPr>
          <p:cNvSpPr txBox="1"/>
          <p:nvPr/>
        </p:nvSpPr>
        <p:spPr>
          <a:xfrm>
            <a:off x="5634317" y="4895476"/>
            <a:ext cx="2457724" cy="523220"/>
          </a:xfrm>
          <a:prstGeom prst="rect">
            <a:avLst/>
          </a:prstGeom>
          <a:noFill/>
        </p:spPr>
        <p:txBody>
          <a:bodyPr wrap="none" rtlCol="0">
            <a:spAutoFit/>
          </a:bodyPr>
          <a:lstStyle/>
          <a:p>
            <a:r>
              <a:rPr lang="en-US" sz="2800" dirty="0"/>
              <a:t>x32 subchannel</a:t>
            </a:r>
          </a:p>
        </p:txBody>
      </p:sp>
      <p:sp>
        <p:nvSpPr>
          <p:cNvPr id="12" name="TextBox 11">
            <a:extLst>
              <a:ext uri="{FF2B5EF4-FFF2-40B4-BE49-F238E27FC236}">
                <a16:creationId xmlns:a16="http://schemas.microsoft.com/office/drawing/2014/main" id="{9FA395B9-EDE2-4522-777A-816E013C9636}"/>
              </a:ext>
            </a:extLst>
          </p:cNvPr>
          <p:cNvSpPr txBox="1"/>
          <p:nvPr/>
        </p:nvSpPr>
        <p:spPr>
          <a:xfrm>
            <a:off x="3672238" y="6131704"/>
            <a:ext cx="2457724" cy="523220"/>
          </a:xfrm>
          <a:prstGeom prst="rect">
            <a:avLst/>
          </a:prstGeom>
          <a:noFill/>
        </p:spPr>
        <p:txBody>
          <a:bodyPr wrap="none" rtlCol="0">
            <a:spAutoFit/>
          </a:bodyPr>
          <a:lstStyle/>
          <a:p>
            <a:r>
              <a:rPr lang="en-US" sz="2800" dirty="0"/>
              <a:t>x32 subchannel</a:t>
            </a:r>
          </a:p>
        </p:txBody>
      </p:sp>
      <p:pic>
        <p:nvPicPr>
          <p:cNvPr id="20" name="Graphic 19" descr="Processor with solid fill">
            <a:extLst>
              <a:ext uri="{FF2B5EF4-FFF2-40B4-BE49-F238E27FC236}">
                <a16:creationId xmlns:a16="http://schemas.microsoft.com/office/drawing/2014/main" id="{7CDA1983-9BFC-6BFD-0196-A6F5553E4A2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09901" y="5792027"/>
            <a:ext cx="914400" cy="914400"/>
          </a:xfrm>
          <a:prstGeom prst="rect">
            <a:avLst/>
          </a:prstGeom>
        </p:spPr>
      </p:pic>
      <p:cxnSp>
        <p:nvCxnSpPr>
          <p:cNvPr id="22" name="Elbow Connector 21">
            <a:extLst>
              <a:ext uri="{FF2B5EF4-FFF2-40B4-BE49-F238E27FC236}">
                <a16:creationId xmlns:a16="http://schemas.microsoft.com/office/drawing/2014/main" id="{EFE8B5D8-B0AE-9FD2-AEAE-4387D5E361CF}"/>
              </a:ext>
            </a:extLst>
          </p:cNvPr>
          <p:cNvCxnSpPr>
            <a:stCxn id="118" idx="3"/>
            <a:endCxn id="20" idx="0"/>
          </p:cNvCxnSpPr>
          <p:nvPr/>
        </p:nvCxnSpPr>
        <p:spPr>
          <a:xfrm>
            <a:off x="5395019" y="4904445"/>
            <a:ext cx="4372082" cy="887583"/>
          </a:xfrm>
          <a:prstGeom prst="bentConnector2">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3ADDA39-4518-5B8C-24FD-4B21990CA8FF}"/>
              </a:ext>
            </a:extLst>
          </p:cNvPr>
          <p:cNvCxnSpPr>
            <a:stCxn id="128" idx="2"/>
          </p:cNvCxnSpPr>
          <p:nvPr/>
        </p:nvCxnSpPr>
        <p:spPr>
          <a:xfrm flipV="1">
            <a:off x="3436875" y="6131705"/>
            <a:ext cx="5873027" cy="56805"/>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A3A5C370-C46D-A4E2-98E8-BC2295A6D90E}"/>
              </a:ext>
            </a:extLst>
          </p:cNvPr>
          <p:cNvCxnSpPr>
            <a:cxnSpLocks/>
            <a:stCxn id="37" idx="3"/>
            <a:endCxn id="20" idx="3"/>
          </p:cNvCxnSpPr>
          <p:nvPr/>
        </p:nvCxnSpPr>
        <p:spPr>
          <a:xfrm>
            <a:off x="10099547" y="3604223"/>
            <a:ext cx="124755" cy="2645004"/>
          </a:xfrm>
          <a:prstGeom prst="bentConnector3">
            <a:avLst>
              <a:gd name="adj1" fmla="val 283239"/>
            </a:avLst>
          </a:prstGeom>
          <a:ln w="50800">
            <a:tail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7B7EFF55-53A9-C5C0-2BBE-482C820FDEDD}"/>
              </a:ext>
            </a:extLst>
          </p:cNvPr>
          <p:cNvSpPr/>
          <p:nvPr/>
        </p:nvSpPr>
        <p:spPr>
          <a:xfrm>
            <a:off x="1424844" y="3088178"/>
            <a:ext cx="8932815" cy="1163782"/>
          </a:xfrm>
          <a:prstGeom prst="rect">
            <a:avLst/>
          </a:prstGeom>
          <a:noFill/>
          <a:ln w="666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0AC7C5D-30EB-F049-F83D-EC1577C86E11}"/>
              </a:ext>
            </a:extLst>
          </p:cNvPr>
          <p:cNvSpPr txBox="1"/>
          <p:nvPr/>
        </p:nvSpPr>
        <p:spPr>
          <a:xfrm>
            <a:off x="7196672" y="2471558"/>
            <a:ext cx="3626442" cy="584775"/>
          </a:xfrm>
          <a:prstGeom prst="rect">
            <a:avLst/>
          </a:prstGeom>
          <a:noFill/>
        </p:spPr>
        <p:txBody>
          <a:bodyPr wrap="none" rtlCol="0">
            <a:spAutoFit/>
          </a:bodyPr>
          <a:lstStyle/>
          <a:p>
            <a:r>
              <a:rPr lang="en-US" sz="3200" dirty="0">
                <a:solidFill>
                  <a:srgbClr val="FF0000"/>
                </a:solidFill>
              </a:rPr>
              <a:t>Typical server choice</a:t>
            </a:r>
          </a:p>
        </p:txBody>
      </p:sp>
      <p:sp>
        <p:nvSpPr>
          <p:cNvPr id="4" name="Title 1">
            <a:extLst>
              <a:ext uri="{FF2B5EF4-FFF2-40B4-BE49-F238E27FC236}">
                <a16:creationId xmlns:a16="http://schemas.microsoft.com/office/drawing/2014/main" id="{A243430C-AAD9-C547-13F5-73D878B70DF7}"/>
              </a:ext>
            </a:extLst>
          </p:cNvPr>
          <p:cNvSpPr txBox="1">
            <a:spLocks/>
          </p:cNvSpPr>
          <p:nvPr/>
        </p:nvSpPr>
        <p:spPr>
          <a:xfrm>
            <a:off x="622300" y="389827"/>
            <a:ext cx="10421922" cy="726072"/>
          </a:xfrm>
          <a:prstGeom prst="rect">
            <a:avLst/>
          </a:prstGeom>
        </p:spPr>
        <p:txBody>
          <a:bodyPr vert="horz" lIns="91440" tIns="45720" rIns="91440" bIns="45720" rtlCol="0" anchor="ctr">
            <a:noAutofit/>
          </a:bodyPr>
          <a:lstStyle>
            <a:lvl1pPr algn="l" defTabSz="1219170" rtl="0" eaLnBrk="1" latinLnBrk="0" hangingPunct="1">
              <a:lnSpc>
                <a:spcPct val="90000"/>
              </a:lnSpc>
              <a:spcBef>
                <a:spcPct val="0"/>
              </a:spcBef>
              <a:buNone/>
              <a:defRPr lang="en-US" sz="4800" b="0" kern="1200" dirty="0">
                <a:solidFill>
                  <a:schemeClr val="bg1"/>
                </a:solidFill>
                <a:latin typeface="+mn-lt"/>
                <a:ea typeface="+mj-ea"/>
                <a:cs typeface="+mj-cs"/>
              </a:defRPr>
            </a:lvl1pPr>
          </a:lstStyle>
          <a:p>
            <a:r>
              <a:rPr lang="en-US" dirty="0"/>
              <a:t>DRAM I/O Configurations</a:t>
            </a:r>
          </a:p>
        </p:txBody>
      </p:sp>
    </p:spTree>
    <p:extLst>
      <p:ext uri="{BB962C8B-B14F-4D97-AF65-F5344CB8AC3E}">
        <p14:creationId xmlns:p14="http://schemas.microsoft.com/office/powerpoint/2010/main" val="3135416409"/>
      </p:ext>
    </p:extLst>
  </p:cSld>
  <p:clrMapOvr>
    <a:masterClrMapping/>
  </p:clrMapOvr>
  <mc:AlternateContent xmlns:mc="http://schemas.openxmlformats.org/markup-compatibility/2006" xmlns:p14="http://schemas.microsoft.com/office/powerpoint/2010/main">
    <mc:Choice Requires="p14">
      <p:transition spd="slow" p14:dur="2000" advTm="13014"/>
    </mc:Choice>
    <mc:Fallback xmlns="">
      <p:transition spd="slow" advTm="13014"/>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6CC9B-C4AA-2078-4810-A59A56633895}"/>
              </a:ext>
            </a:extLst>
          </p:cNvPr>
          <p:cNvSpPr>
            <a:spLocks noGrp="1"/>
          </p:cNvSpPr>
          <p:nvPr>
            <p:ph type="title"/>
          </p:nvPr>
        </p:nvSpPr>
        <p:spPr/>
        <p:txBody>
          <a:bodyPr/>
          <a:lstStyle/>
          <a:p>
            <a:r>
              <a:rPr lang="en-US" dirty="0"/>
              <a:t>Bandwidth Distribution</a:t>
            </a:r>
          </a:p>
        </p:txBody>
      </p:sp>
      <p:grpSp>
        <p:nvGrpSpPr>
          <p:cNvPr id="4" name="Group 3">
            <a:extLst>
              <a:ext uri="{FF2B5EF4-FFF2-40B4-BE49-F238E27FC236}">
                <a16:creationId xmlns:a16="http://schemas.microsoft.com/office/drawing/2014/main" id="{7913698C-EE04-38DF-0707-CC1ADACBE77C}"/>
              </a:ext>
            </a:extLst>
          </p:cNvPr>
          <p:cNvGrpSpPr/>
          <p:nvPr/>
        </p:nvGrpSpPr>
        <p:grpSpPr>
          <a:xfrm>
            <a:off x="3001494" y="3198814"/>
            <a:ext cx="664887" cy="816769"/>
            <a:chOff x="6686285" y="2561760"/>
            <a:chExt cx="484031" cy="594599"/>
          </a:xfrm>
        </p:grpSpPr>
        <p:pic>
          <p:nvPicPr>
            <p:cNvPr id="5" name="Picture 4" descr="A chip with a black background&#10;&#10;AI-generated content may be incorrect.">
              <a:extLst>
                <a:ext uri="{FF2B5EF4-FFF2-40B4-BE49-F238E27FC236}">
                  <a16:creationId xmlns:a16="http://schemas.microsoft.com/office/drawing/2014/main" id="{3BB6A481-854C-F6C0-E856-467D88F4D14E}"/>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6" name="Rounded Rectangle 5">
              <a:extLst>
                <a:ext uri="{FF2B5EF4-FFF2-40B4-BE49-F238E27FC236}">
                  <a16:creationId xmlns:a16="http://schemas.microsoft.com/office/drawing/2014/main" id="{1EC5FCB7-5BC1-9738-DD12-1B97A171665A}"/>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7" name="Group 6">
            <a:extLst>
              <a:ext uri="{FF2B5EF4-FFF2-40B4-BE49-F238E27FC236}">
                <a16:creationId xmlns:a16="http://schemas.microsoft.com/office/drawing/2014/main" id="{1CF6272E-F549-EE08-0ED0-B78E26AA430E}"/>
              </a:ext>
            </a:extLst>
          </p:cNvPr>
          <p:cNvGrpSpPr/>
          <p:nvPr/>
        </p:nvGrpSpPr>
        <p:grpSpPr>
          <a:xfrm>
            <a:off x="5100115" y="3198814"/>
            <a:ext cx="664887" cy="816769"/>
            <a:chOff x="6686285" y="2561760"/>
            <a:chExt cx="484031" cy="594599"/>
          </a:xfrm>
        </p:grpSpPr>
        <p:pic>
          <p:nvPicPr>
            <p:cNvPr id="8" name="Picture 7" descr="A chip with a black background&#10;&#10;AI-generated content may be incorrect.">
              <a:extLst>
                <a:ext uri="{FF2B5EF4-FFF2-40B4-BE49-F238E27FC236}">
                  <a16:creationId xmlns:a16="http://schemas.microsoft.com/office/drawing/2014/main" id="{1589B4E2-3CF2-3816-0C54-FC173AAB6A5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 name="Rounded Rectangle 8">
              <a:extLst>
                <a:ext uri="{FF2B5EF4-FFF2-40B4-BE49-F238E27FC236}">
                  <a16:creationId xmlns:a16="http://schemas.microsoft.com/office/drawing/2014/main" id="{10D1A25D-2C0D-0914-0BE0-D4B63B88F4D7}"/>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0" name="Group 9">
            <a:extLst>
              <a:ext uri="{FF2B5EF4-FFF2-40B4-BE49-F238E27FC236}">
                <a16:creationId xmlns:a16="http://schemas.microsoft.com/office/drawing/2014/main" id="{323C3266-9308-377F-3A5F-EE6CD9D129BF}"/>
              </a:ext>
            </a:extLst>
          </p:cNvPr>
          <p:cNvGrpSpPr/>
          <p:nvPr/>
        </p:nvGrpSpPr>
        <p:grpSpPr>
          <a:xfrm>
            <a:off x="3571000" y="4202471"/>
            <a:ext cx="664887" cy="816769"/>
            <a:chOff x="6686285" y="2561760"/>
            <a:chExt cx="484031" cy="594599"/>
          </a:xfrm>
        </p:grpSpPr>
        <p:pic>
          <p:nvPicPr>
            <p:cNvPr id="11" name="Picture 10" descr="A chip with a black background&#10;&#10;AI-generated content may be incorrect.">
              <a:extLst>
                <a:ext uri="{FF2B5EF4-FFF2-40B4-BE49-F238E27FC236}">
                  <a16:creationId xmlns:a16="http://schemas.microsoft.com/office/drawing/2014/main" id="{B88C9544-03E5-4B5D-A84B-9C31F6E97357}"/>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2" name="Rounded Rectangle 11">
              <a:extLst>
                <a:ext uri="{FF2B5EF4-FFF2-40B4-BE49-F238E27FC236}">
                  <a16:creationId xmlns:a16="http://schemas.microsoft.com/office/drawing/2014/main" id="{DA95CD26-1289-37A0-542A-F9362B6CBFFF}"/>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3" name="Group 12">
            <a:extLst>
              <a:ext uri="{FF2B5EF4-FFF2-40B4-BE49-F238E27FC236}">
                <a16:creationId xmlns:a16="http://schemas.microsoft.com/office/drawing/2014/main" id="{328C2DD7-B27D-7E0E-F830-66618D1AF2BF}"/>
              </a:ext>
            </a:extLst>
          </p:cNvPr>
          <p:cNvGrpSpPr/>
          <p:nvPr/>
        </p:nvGrpSpPr>
        <p:grpSpPr>
          <a:xfrm>
            <a:off x="5667478" y="4220730"/>
            <a:ext cx="664887" cy="816769"/>
            <a:chOff x="6686285" y="2561760"/>
            <a:chExt cx="484031" cy="594599"/>
          </a:xfrm>
        </p:grpSpPr>
        <p:pic>
          <p:nvPicPr>
            <p:cNvPr id="14" name="Picture 13" descr="A chip with a black background&#10;&#10;AI-generated content may be incorrect.">
              <a:extLst>
                <a:ext uri="{FF2B5EF4-FFF2-40B4-BE49-F238E27FC236}">
                  <a16:creationId xmlns:a16="http://schemas.microsoft.com/office/drawing/2014/main" id="{824E970D-B2FF-49F6-9BF1-533E97B0349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5" name="Rounded Rectangle 14">
              <a:extLst>
                <a:ext uri="{FF2B5EF4-FFF2-40B4-BE49-F238E27FC236}">
                  <a16:creationId xmlns:a16="http://schemas.microsoft.com/office/drawing/2014/main" id="{C6D2654C-324E-EB51-1416-AC259DA53891}"/>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6" name="Group 15">
            <a:extLst>
              <a:ext uri="{FF2B5EF4-FFF2-40B4-BE49-F238E27FC236}">
                <a16:creationId xmlns:a16="http://schemas.microsoft.com/office/drawing/2014/main" id="{49ECCDFA-682B-CC98-3120-D45366937571}"/>
              </a:ext>
            </a:extLst>
          </p:cNvPr>
          <p:cNvGrpSpPr/>
          <p:nvPr/>
        </p:nvGrpSpPr>
        <p:grpSpPr>
          <a:xfrm>
            <a:off x="1951112" y="3198814"/>
            <a:ext cx="664887" cy="816769"/>
            <a:chOff x="6686285" y="2561760"/>
            <a:chExt cx="484031" cy="594599"/>
          </a:xfrm>
        </p:grpSpPr>
        <p:pic>
          <p:nvPicPr>
            <p:cNvPr id="17" name="Picture 16" descr="A chip with a black background&#10;&#10;AI-generated content may be incorrect.">
              <a:extLst>
                <a:ext uri="{FF2B5EF4-FFF2-40B4-BE49-F238E27FC236}">
                  <a16:creationId xmlns:a16="http://schemas.microsoft.com/office/drawing/2014/main" id="{7BAC8B53-F604-0B54-4432-93052DA1155C}"/>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8" name="Rounded Rectangle 17">
              <a:extLst>
                <a:ext uri="{FF2B5EF4-FFF2-40B4-BE49-F238E27FC236}">
                  <a16:creationId xmlns:a16="http://schemas.microsoft.com/office/drawing/2014/main" id="{52E46FCA-D92B-8AB2-9AE7-CF8CE05F49BB}"/>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9" name="Group 18">
            <a:extLst>
              <a:ext uri="{FF2B5EF4-FFF2-40B4-BE49-F238E27FC236}">
                <a16:creationId xmlns:a16="http://schemas.microsoft.com/office/drawing/2014/main" id="{CD003F62-E69F-14FF-ED80-A7E185DFE8C6}"/>
              </a:ext>
            </a:extLst>
          </p:cNvPr>
          <p:cNvGrpSpPr/>
          <p:nvPr/>
        </p:nvGrpSpPr>
        <p:grpSpPr>
          <a:xfrm>
            <a:off x="4049733" y="3198814"/>
            <a:ext cx="664887" cy="816769"/>
            <a:chOff x="6686285" y="2561760"/>
            <a:chExt cx="484031" cy="594599"/>
          </a:xfrm>
        </p:grpSpPr>
        <p:pic>
          <p:nvPicPr>
            <p:cNvPr id="20" name="Picture 19" descr="A chip with a black background&#10;&#10;AI-generated content may be incorrect.">
              <a:extLst>
                <a:ext uri="{FF2B5EF4-FFF2-40B4-BE49-F238E27FC236}">
                  <a16:creationId xmlns:a16="http://schemas.microsoft.com/office/drawing/2014/main" id="{C6E63060-F5A0-8B81-5EFD-95B199BF87EC}"/>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1" name="Rounded Rectangle 20">
              <a:extLst>
                <a:ext uri="{FF2B5EF4-FFF2-40B4-BE49-F238E27FC236}">
                  <a16:creationId xmlns:a16="http://schemas.microsoft.com/office/drawing/2014/main" id="{66B859DD-4A46-2F65-6DCC-5A40CB46A91F}"/>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2" name="Group 21">
            <a:extLst>
              <a:ext uri="{FF2B5EF4-FFF2-40B4-BE49-F238E27FC236}">
                <a16:creationId xmlns:a16="http://schemas.microsoft.com/office/drawing/2014/main" id="{B77E094B-6EDD-1A4E-DA0D-550B9C7C048E}"/>
              </a:ext>
            </a:extLst>
          </p:cNvPr>
          <p:cNvGrpSpPr/>
          <p:nvPr/>
        </p:nvGrpSpPr>
        <p:grpSpPr>
          <a:xfrm>
            <a:off x="2520618" y="4202471"/>
            <a:ext cx="664887" cy="816769"/>
            <a:chOff x="6686285" y="2561760"/>
            <a:chExt cx="484031" cy="594599"/>
          </a:xfrm>
        </p:grpSpPr>
        <p:pic>
          <p:nvPicPr>
            <p:cNvPr id="23" name="Picture 22" descr="A chip with a black background&#10;&#10;AI-generated content may be incorrect.">
              <a:extLst>
                <a:ext uri="{FF2B5EF4-FFF2-40B4-BE49-F238E27FC236}">
                  <a16:creationId xmlns:a16="http://schemas.microsoft.com/office/drawing/2014/main" id="{C47B0D9B-0AA7-ADE6-2F43-345ED1A41D65}"/>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4" name="Rounded Rectangle 23">
              <a:extLst>
                <a:ext uri="{FF2B5EF4-FFF2-40B4-BE49-F238E27FC236}">
                  <a16:creationId xmlns:a16="http://schemas.microsoft.com/office/drawing/2014/main" id="{94C1FCDC-CD40-F17E-611B-6BEB202DEC64}"/>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5" name="Group 24">
            <a:extLst>
              <a:ext uri="{FF2B5EF4-FFF2-40B4-BE49-F238E27FC236}">
                <a16:creationId xmlns:a16="http://schemas.microsoft.com/office/drawing/2014/main" id="{BB6369EF-A3A2-2F0F-93C3-339A884FC173}"/>
              </a:ext>
            </a:extLst>
          </p:cNvPr>
          <p:cNvGrpSpPr/>
          <p:nvPr/>
        </p:nvGrpSpPr>
        <p:grpSpPr>
          <a:xfrm>
            <a:off x="4619239" y="4202471"/>
            <a:ext cx="664887" cy="816769"/>
            <a:chOff x="6686285" y="2561760"/>
            <a:chExt cx="484031" cy="594599"/>
          </a:xfrm>
        </p:grpSpPr>
        <p:pic>
          <p:nvPicPr>
            <p:cNvPr id="26" name="Picture 25" descr="A chip with a black background&#10;&#10;AI-generated content may be incorrect.">
              <a:extLst>
                <a:ext uri="{FF2B5EF4-FFF2-40B4-BE49-F238E27FC236}">
                  <a16:creationId xmlns:a16="http://schemas.microsoft.com/office/drawing/2014/main" id="{CE31DB22-16C0-F878-A432-6087E08A8A4F}"/>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7" name="Rounded Rectangle 26">
              <a:extLst>
                <a:ext uri="{FF2B5EF4-FFF2-40B4-BE49-F238E27FC236}">
                  <a16:creationId xmlns:a16="http://schemas.microsoft.com/office/drawing/2014/main" id="{B3C101AA-E5AF-54E3-F84F-CA308944EE5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8" name="Group 27">
            <a:extLst>
              <a:ext uri="{FF2B5EF4-FFF2-40B4-BE49-F238E27FC236}">
                <a16:creationId xmlns:a16="http://schemas.microsoft.com/office/drawing/2014/main" id="{71AF329E-8A3D-1FCC-3682-D6EDB10CF275}"/>
              </a:ext>
            </a:extLst>
          </p:cNvPr>
          <p:cNvGrpSpPr/>
          <p:nvPr/>
        </p:nvGrpSpPr>
        <p:grpSpPr>
          <a:xfrm>
            <a:off x="7950032" y="3198814"/>
            <a:ext cx="664887" cy="839077"/>
            <a:chOff x="8384277" y="1993867"/>
            <a:chExt cx="664887" cy="839077"/>
          </a:xfrm>
        </p:grpSpPr>
        <p:sp>
          <p:nvSpPr>
            <p:cNvPr id="29" name="Rounded Rectangle 28">
              <a:extLst>
                <a:ext uri="{FF2B5EF4-FFF2-40B4-BE49-F238E27FC236}">
                  <a16:creationId xmlns:a16="http://schemas.microsoft.com/office/drawing/2014/main" id="{40DD86A4-3A53-3C88-9F0F-18C4B4AC49C5}"/>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30" name="Picture 29" descr="A blue chip with black text&#10;&#10;AI-generated content may be incorrect.">
              <a:extLst>
                <a:ext uri="{FF2B5EF4-FFF2-40B4-BE49-F238E27FC236}">
                  <a16:creationId xmlns:a16="http://schemas.microsoft.com/office/drawing/2014/main" id="{C58DFA0C-3FD0-0D96-EF25-A80FF25B6778}"/>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31" name="Group 30">
            <a:extLst>
              <a:ext uri="{FF2B5EF4-FFF2-40B4-BE49-F238E27FC236}">
                <a16:creationId xmlns:a16="http://schemas.microsoft.com/office/drawing/2014/main" id="{7BE00A81-EBF9-AEF0-FC0F-23F75DA23915}"/>
              </a:ext>
            </a:extLst>
          </p:cNvPr>
          <p:cNvGrpSpPr/>
          <p:nvPr/>
        </p:nvGrpSpPr>
        <p:grpSpPr>
          <a:xfrm>
            <a:off x="8469435" y="4202471"/>
            <a:ext cx="664887" cy="839077"/>
            <a:chOff x="8384277" y="1993867"/>
            <a:chExt cx="664887" cy="839077"/>
          </a:xfrm>
        </p:grpSpPr>
        <p:sp>
          <p:nvSpPr>
            <p:cNvPr id="32" name="Rounded Rectangle 31">
              <a:extLst>
                <a:ext uri="{FF2B5EF4-FFF2-40B4-BE49-F238E27FC236}">
                  <a16:creationId xmlns:a16="http://schemas.microsoft.com/office/drawing/2014/main" id="{7AF71310-7330-9D84-D49E-27461EF9556B}"/>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33" name="Picture 32" descr="A blue chip with black text&#10;&#10;AI-generated content may be incorrect.">
              <a:extLst>
                <a:ext uri="{FF2B5EF4-FFF2-40B4-BE49-F238E27FC236}">
                  <a16:creationId xmlns:a16="http://schemas.microsoft.com/office/drawing/2014/main" id="{193BB8A8-3513-9302-7786-EBA7A06CAB0A}"/>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cxnSp>
        <p:nvCxnSpPr>
          <p:cNvPr id="34" name="Straight Arrow Connector 33">
            <a:extLst>
              <a:ext uri="{FF2B5EF4-FFF2-40B4-BE49-F238E27FC236}">
                <a16:creationId xmlns:a16="http://schemas.microsoft.com/office/drawing/2014/main" id="{15DB3AB5-A3E6-824A-DC40-298C7E94A5D7}"/>
              </a:ext>
            </a:extLst>
          </p:cNvPr>
          <p:cNvCxnSpPr>
            <a:cxnSpLocks/>
          </p:cNvCxnSpPr>
          <p:nvPr/>
        </p:nvCxnSpPr>
        <p:spPr>
          <a:xfrm>
            <a:off x="2315813"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E92266D-4CA3-2D10-A750-6381FBEFBF6A}"/>
              </a:ext>
            </a:extLst>
          </p:cNvPr>
          <p:cNvCxnSpPr>
            <a:cxnSpLocks/>
          </p:cNvCxnSpPr>
          <p:nvPr/>
        </p:nvCxnSpPr>
        <p:spPr>
          <a:xfrm>
            <a:off x="3366195"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F604AD65-C2B1-3EE3-EFBB-A90F8B378499}"/>
              </a:ext>
            </a:extLst>
          </p:cNvPr>
          <p:cNvCxnSpPr>
            <a:cxnSpLocks/>
          </p:cNvCxnSpPr>
          <p:nvPr/>
        </p:nvCxnSpPr>
        <p:spPr>
          <a:xfrm>
            <a:off x="4414434"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26785A17-EC60-9FB9-DC9B-848095B55A31}"/>
              </a:ext>
            </a:extLst>
          </p:cNvPr>
          <p:cNvCxnSpPr>
            <a:cxnSpLocks/>
          </p:cNvCxnSpPr>
          <p:nvPr/>
        </p:nvCxnSpPr>
        <p:spPr>
          <a:xfrm>
            <a:off x="5464816"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2983B46D-1120-0B0F-3BE1-D843046E4D4A}"/>
              </a:ext>
            </a:extLst>
          </p:cNvPr>
          <p:cNvCxnSpPr>
            <a:cxnSpLocks/>
          </p:cNvCxnSpPr>
          <p:nvPr/>
        </p:nvCxnSpPr>
        <p:spPr>
          <a:xfrm>
            <a:off x="2818169"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C15F982-2FE2-1A46-0F46-9B6F30DFE4DD}"/>
              </a:ext>
            </a:extLst>
          </p:cNvPr>
          <p:cNvCxnSpPr>
            <a:cxnSpLocks/>
          </p:cNvCxnSpPr>
          <p:nvPr/>
        </p:nvCxnSpPr>
        <p:spPr>
          <a:xfrm>
            <a:off x="3868551"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3F2C6E2-0E7F-B8BF-B526-F0DD6C1BAFF3}"/>
              </a:ext>
            </a:extLst>
          </p:cNvPr>
          <p:cNvCxnSpPr>
            <a:cxnSpLocks/>
          </p:cNvCxnSpPr>
          <p:nvPr/>
        </p:nvCxnSpPr>
        <p:spPr>
          <a:xfrm>
            <a:off x="4916790"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D0703ADA-2C95-1CF6-9378-E7644B17A655}"/>
              </a:ext>
            </a:extLst>
          </p:cNvPr>
          <p:cNvCxnSpPr>
            <a:cxnSpLocks/>
          </p:cNvCxnSpPr>
          <p:nvPr/>
        </p:nvCxnSpPr>
        <p:spPr>
          <a:xfrm>
            <a:off x="5967172"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B51CB26A-4FF4-37ED-2248-3669E1E925D4}"/>
              </a:ext>
            </a:extLst>
          </p:cNvPr>
          <p:cNvCxnSpPr>
            <a:cxnSpLocks/>
          </p:cNvCxnSpPr>
          <p:nvPr/>
        </p:nvCxnSpPr>
        <p:spPr>
          <a:xfrm>
            <a:off x="8283172" y="4037891"/>
            <a:ext cx="0" cy="1938207"/>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F0CE8C42-7706-FA5E-204B-54AA7D576076}"/>
              </a:ext>
            </a:extLst>
          </p:cNvPr>
          <p:cNvCxnSpPr>
            <a:cxnSpLocks/>
          </p:cNvCxnSpPr>
          <p:nvPr/>
        </p:nvCxnSpPr>
        <p:spPr>
          <a:xfrm>
            <a:off x="8785528" y="5019239"/>
            <a:ext cx="0" cy="956858"/>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80A88E84-A41E-2C31-82DF-9DE54D08AE8D}"/>
              </a:ext>
            </a:extLst>
          </p:cNvPr>
          <p:cNvCxnSpPr>
            <a:cxnSpLocks/>
          </p:cNvCxnSpPr>
          <p:nvPr/>
        </p:nvCxnSpPr>
        <p:spPr>
          <a:xfrm>
            <a:off x="1200953" y="6026369"/>
            <a:ext cx="9151664" cy="0"/>
          </a:xfrm>
          <a:prstGeom prst="line">
            <a:avLst/>
          </a:prstGeom>
          <a:ln w="38100">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7F8209A1-EC61-48C8-7323-D3C190CA1C7B}"/>
              </a:ext>
            </a:extLst>
          </p:cNvPr>
          <p:cNvSpPr txBox="1"/>
          <p:nvPr/>
        </p:nvSpPr>
        <p:spPr>
          <a:xfrm>
            <a:off x="9543746" y="4898879"/>
            <a:ext cx="2407127" cy="1077218"/>
          </a:xfrm>
          <a:prstGeom prst="rect">
            <a:avLst/>
          </a:prstGeom>
          <a:noFill/>
        </p:spPr>
        <p:txBody>
          <a:bodyPr wrap="square" rtlCol="0">
            <a:spAutoFit/>
          </a:bodyPr>
          <a:lstStyle/>
          <a:p>
            <a:r>
              <a:rPr lang="en-US" sz="3200" dirty="0"/>
              <a:t>Memory subchannel</a:t>
            </a:r>
          </a:p>
        </p:txBody>
      </p:sp>
      <p:sp>
        <p:nvSpPr>
          <p:cNvPr id="3" name="TextBox 2">
            <a:extLst>
              <a:ext uri="{FF2B5EF4-FFF2-40B4-BE49-F238E27FC236}">
                <a16:creationId xmlns:a16="http://schemas.microsoft.com/office/drawing/2014/main" id="{89C680B7-996A-ECEF-C7AE-5A9150AE8E23}"/>
              </a:ext>
            </a:extLst>
          </p:cNvPr>
          <p:cNvSpPr txBox="1"/>
          <p:nvPr/>
        </p:nvSpPr>
        <p:spPr>
          <a:xfrm>
            <a:off x="2284718" y="6159992"/>
            <a:ext cx="3663375" cy="954107"/>
          </a:xfrm>
          <a:prstGeom prst="rect">
            <a:avLst/>
          </a:prstGeom>
          <a:noFill/>
        </p:spPr>
        <p:txBody>
          <a:bodyPr wrap="none" rtlCol="0">
            <a:spAutoFit/>
          </a:bodyPr>
          <a:lstStyle/>
          <a:p>
            <a:r>
              <a:rPr lang="en-US" sz="2800" dirty="0"/>
              <a:t>4b*BL*8chips=64B data</a:t>
            </a:r>
          </a:p>
          <a:p>
            <a:r>
              <a:rPr lang="en-US" sz="2800" dirty="0"/>
              <a:t>		  (</a:t>
            </a:r>
            <a:r>
              <a:rPr lang="en-US" sz="2800" u="sng" dirty="0" err="1"/>
              <a:t>Cacheline</a:t>
            </a:r>
            <a:r>
              <a:rPr lang="en-US" sz="2800" dirty="0"/>
              <a:t>)</a:t>
            </a:r>
          </a:p>
        </p:txBody>
      </p:sp>
      <p:sp>
        <p:nvSpPr>
          <p:cNvPr id="35" name="TextBox 34">
            <a:extLst>
              <a:ext uri="{FF2B5EF4-FFF2-40B4-BE49-F238E27FC236}">
                <a16:creationId xmlns:a16="http://schemas.microsoft.com/office/drawing/2014/main" id="{1E0948FB-BD20-DD94-4662-C2181FF4BC0B}"/>
              </a:ext>
            </a:extLst>
          </p:cNvPr>
          <p:cNvSpPr txBox="1"/>
          <p:nvPr/>
        </p:nvSpPr>
        <p:spPr>
          <a:xfrm>
            <a:off x="6766797" y="6159992"/>
            <a:ext cx="3868238" cy="954107"/>
          </a:xfrm>
          <a:prstGeom prst="rect">
            <a:avLst/>
          </a:prstGeom>
          <a:noFill/>
        </p:spPr>
        <p:txBody>
          <a:bodyPr wrap="none" rtlCol="0">
            <a:spAutoFit/>
          </a:bodyPr>
          <a:lstStyle/>
          <a:p>
            <a:r>
              <a:rPr lang="en-US" sz="2800" dirty="0">
                <a:solidFill>
                  <a:schemeClr val="tx2">
                    <a:lumMod val="50000"/>
                    <a:lumOff val="50000"/>
                  </a:schemeClr>
                </a:solidFill>
              </a:rPr>
              <a:t>4b*BL*2chips=16B parity</a:t>
            </a:r>
          </a:p>
          <a:p>
            <a:r>
              <a:rPr lang="en-US" sz="2800" dirty="0">
                <a:solidFill>
                  <a:schemeClr val="tx2">
                    <a:lumMod val="50000"/>
                    <a:lumOff val="50000"/>
                  </a:schemeClr>
                </a:solidFill>
              </a:rPr>
              <a:t>	      (ECC codeword)</a:t>
            </a:r>
          </a:p>
        </p:txBody>
      </p:sp>
      <p:sp>
        <p:nvSpPr>
          <p:cNvPr id="36" name="TextBox 35">
            <a:extLst>
              <a:ext uri="{FF2B5EF4-FFF2-40B4-BE49-F238E27FC236}">
                <a16:creationId xmlns:a16="http://schemas.microsoft.com/office/drawing/2014/main" id="{CC1368E6-5147-CCAC-F87C-8610847895EB}"/>
              </a:ext>
            </a:extLst>
          </p:cNvPr>
          <p:cNvSpPr txBox="1"/>
          <p:nvPr/>
        </p:nvSpPr>
        <p:spPr>
          <a:xfrm>
            <a:off x="4682518" y="7441356"/>
            <a:ext cx="3126562" cy="523220"/>
          </a:xfrm>
          <a:prstGeom prst="rect">
            <a:avLst/>
          </a:prstGeom>
          <a:noFill/>
        </p:spPr>
        <p:txBody>
          <a:bodyPr wrap="none" rtlCol="0">
            <a:spAutoFit/>
          </a:bodyPr>
          <a:lstStyle/>
          <a:p>
            <a:r>
              <a:rPr lang="en-US" sz="2800" dirty="0"/>
              <a:t>BL(Burst Length)=16</a:t>
            </a:r>
          </a:p>
        </p:txBody>
      </p:sp>
    </p:spTree>
    <p:extLst>
      <p:ext uri="{BB962C8B-B14F-4D97-AF65-F5344CB8AC3E}">
        <p14:creationId xmlns:p14="http://schemas.microsoft.com/office/powerpoint/2010/main" val="1536508698"/>
      </p:ext>
    </p:extLst>
  </p:cSld>
  <p:clrMapOvr>
    <a:masterClrMapping/>
  </p:clrMapOvr>
  <mc:AlternateContent xmlns:mc="http://schemas.openxmlformats.org/markup-compatibility/2006" xmlns:p14="http://schemas.microsoft.com/office/powerpoint/2010/main">
    <mc:Choice Requires="p14">
      <p:transition spd="slow" p14:dur="2000" advTm="62526"/>
    </mc:Choice>
    <mc:Fallback xmlns="">
      <p:transition spd="slow" advTm="6252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8A175-2642-4BC9-769D-08270DAF2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DD74B-D378-3A24-1B8A-4912EC608917}"/>
              </a:ext>
            </a:extLst>
          </p:cNvPr>
          <p:cNvSpPr>
            <a:spLocks noGrp="1"/>
          </p:cNvSpPr>
          <p:nvPr>
            <p:ph type="title"/>
          </p:nvPr>
        </p:nvSpPr>
        <p:spPr/>
        <p:txBody>
          <a:bodyPr/>
          <a:lstStyle/>
          <a:p>
            <a:r>
              <a:rPr lang="en-US" dirty="0"/>
              <a:t>Bandwidth Distribution</a:t>
            </a:r>
          </a:p>
        </p:txBody>
      </p:sp>
      <p:grpSp>
        <p:nvGrpSpPr>
          <p:cNvPr id="4" name="Group 3">
            <a:extLst>
              <a:ext uri="{FF2B5EF4-FFF2-40B4-BE49-F238E27FC236}">
                <a16:creationId xmlns:a16="http://schemas.microsoft.com/office/drawing/2014/main" id="{67D20EF1-67B7-C6F7-C553-D3AA95034407}"/>
              </a:ext>
            </a:extLst>
          </p:cNvPr>
          <p:cNvGrpSpPr/>
          <p:nvPr/>
        </p:nvGrpSpPr>
        <p:grpSpPr>
          <a:xfrm>
            <a:off x="3001494" y="3198814"/>
            <a:ext cx="664887" cy="816769"/>
            <a:chOff x="6686285" y="2561760"/>
            <a:chExt cx="484031" cy="594599"/>
          </a:xfrm>
        </p:grpSpPr>
        <p:pic>
          <p:nvPicPr>
            <p:cNvPr id="5" name="Picture 4" descr="A chip with a black background&#10;&#10;AI-generated content may be incorrect.">
              <a:extLst>
                <a:ext uri="{FF2B5EF4-FFF2-40B4-BE49-F238E27FC236}">
                  <a16:creationId xmlns:a16="http://schemas.microsoft.com/office/drawing/2014/main" id="{C7EB91B6-A3D1-BDE6-2899-081B97087DB8}"/>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6" name="Rounded Rectangle 5">
              <a:extLst>
                <a:ext uri="{FF2B5EF4-FFF2-40B4-BE49-F238E27FC236}">
                  <a16:creationId xmlns:a16="http://schemas.microsoft.com/office/drawing/2014/main" id="{8B7FEC3B-84A5-D24C-0A22-DF22C813954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7" name="Group 6">
            <a:extLst>
              <a:ext uri="{FF2B5EF4-FFF2-40B4-BE49-F238E27FC236}">
                <a16:creationId xmlns:a16="http://schemas.microsoft.com/office/drawing/2014/main" id="{FC31F927-7E74-B06F-FE8B-93C58C5A8890}"/>
              </a:ext>
            </a:extLst>
          </p:cNvPr>
          <p:cNvGrpSpPr/>
          <p:nvPr/>
        </p:nvGrpSpPr>
        <p:grpSpPr>
          <a:xfrm>
            <a:off x="5100115" y="3198814"/>
            <a:ext cx="664887" cy="816769"/>
            <a:chOff x="6686285" y="2561760"/>
            <a:chExt cx="484031" cy="594599"/>
          </a:xfrm>
        </p:grpSpPr>
        <p:pic>
          <p:nvPicPr>
            <p:cNvPr id="8" name="Picture 7" descr="A chip with a black background&#10;&#10;AI-generated content may be incorrect.">
              <a:extLst>
                <a:ext uri="{FF2B5EF4-FFF2-40B4-BE49-F238E27FC236}">
                  <a16:creationId xmlns:a16="http://schemas.microsoft.com/office/drawing/2014/main" id="{6D20E694-E841-2F1D-DB6D-61D27F2F60E3}"/>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 name="Rounded Rectangle 8">
              <a:extLst>
                <a:ext uri="{FF2B5EF4-FFF2-40B4-BE49-F238E27FC236}">
                  <a16:creationId xmlns:a16="http://schemas.microsoft.com/office/drawing/2014/main" id="{AF90704A-1043-DEB4-E525-F1DC65068CAC}"/>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0" name="Group 9">
            <a:extLst>
              <a:ext uri="{FF2B5EF4-FFF2-40B4-BE49-F238E27FC236}">
                <a16:creationId xmlns:a16="http://schemas.microsoft.com/office/drawing/2014/main" id="{E2A1FF2D-4A59-B7C3-7E5E-331D7CEC26EB}"/>
              </a:ext>
            </a:extLst>
          </p:cNvPr>
          <p:cNvGrpSpPr/>
          <p:nvPr/>
        </p:nvGrpSpPr>
        <p:grpSpPr>
          <a:xfrm>
            <a:off x="3571000" y="4202471"/>
            <a:ext cx="664887" cy="816769"/>
            <a:chOff x="6686285" y="2561760"/>
            <a:chExt cx="484031" cy="594599"/>
          </a:xfrm>
        </p:grpSpPr>
        <p:pic>
          <p:nvPicPr>
            <p:cNvPr id="11" name="Picture 10" descr="A chip with a black background&#10;&#10;AI-generated content may be incorrect.">
              <a:extLst>
                <a:ext uri="{FF2B5EF4-FFF2-40B4-BE49-F238E27FC236}">
                  <a16:creationId xmlns:a16="http://schemas.microsoft.com/office/drawing/2014/main" id="{0D7C6BF2-6DE6-0D91-F2AA-FE3F6862B176}"/>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2" name="Rounded Rectangle 11">
              <a:extLst>
                <a:ext uri="{FF2B5EF4-FFF2-40B4-BE49-F238E27FC236}">
                  <a16:creationId xmlns:a16="http://schemas.microsoft.com/office/drawing/2014/main" id="{48F2B911-106E-0667-D6FC-86A49B145FC0}"/>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3" name="Group 12">
            <a:extLst>
              <a:ext uri="{FF2B5EF4-FFF2-40B4-BE49-F238E27FC236}">
                <a16:creationId xmlns:a16="http://schemas.microsoft.com/office/drawing/2014/main" id="{E20748DD-2A43-8FDE-A39F-D1EC9A066C53}"/>
              </a:ext>
            </a:extLst>
          </p:cNvPr>
          <p:cNvGrpSpPr/>
          <p:nvPr/>
        </p:nvGrpSpPr>
        <p:grpSpPr>
          <a:xfrm>
            <a:off x="5667478" y="4220730"/>
            <a:ext cx="664887" cy="816769"/>
            <a:chOff x="6686285" y="2561760"/>
            <a:chExt cx="484031" cy="594599"/>
          </a:xfrm>
        </p:grpSpPr>
        <p:pic>
          <p:nvPicPr>
            <p:cNvPr id="14" name="Picture 13" descr="A chip with a black background&#10;&#10;AI-generated content may be incorrect.">
              <a:extLst>
                <a:ext uri="{FF2B5EF4-FFF2-40B4-BE49-F238E27FC236}">
                  <a16:creationId xmlns:a16="http://schemas.microsoft.com/office/drawing/2014/main" id="{D19B31D9-42EE-C927-58BD-72DB329DC800}"/>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5" name="Rounded Rectangle 14">
              <a:extLst>
                <a:ext uri="{FF2B5EF4-FFF2-40B4-BE49-F238E27FC236}">
                  <a16:creationId xmlns:a16="http://schemas.microsoft.com/office/drawing/2014/main" id="{434ECBCC-A0CF-24AD-3501-5CF4E541AB99}"/>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6" name="Group 15">
            <a:extLst>
              <a:ext uri="{FF2B5EF4-FFF2-40B4-BE49-F238E27FC236}">
                <a16:creationId xmlns:a16="http://schemas.microsoft.com/office/drawing/2014/main" id="{B2238830-A73C-2D72-8BF1-00EE00C05F16}"/>
              </a:ext>
            </a:extLst>
          </p:cNvPr>
          <p:cNvGrpSpPr/>
          <p:nvPr/>
        </p:nvGrpSpPr>
        <p:grpSpPr>
          <a:xfrm>
            <a:off x="1951112" y="3198814"/>
            <a:ext cx="664887" cy="816769"/>
            <a:chOff x="6686285" y="2561760"/>
            <a:chExt cx="484031" cy="594599"/>
          </a:xfrm>
        </p:grpSpPr>
        <p:pic>
          <p:nvPicPr>
            <p:cNvPr id="17" name="Picture 16" descr="A chip with a black background&#10;&#10;AI-generated content may be incorrect.">
              <a:extLst>
                <a:ext uri="{FF2B5EF4-FFF2-40B4-BE49-F238E27FC236}">
                  <a16:creationId xmlns:a16="http://schemas.microsoft.com/office/drawing/2014/main" id="{1A596B54-F1E4-0CD2-4B35-69B602B5915B}"/>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8" name="Rounded Rectangle 17">
              <a:extLst>
                <a:ext uri="{FF2B5EF4-FFF2-40B4-BE49-F238E27FC236}">
                  <a16:creationId xmlns:a16="http://schemas.microsoft.com/office/drawing/2014/main" id="{FF93C40A-13F3-0B66-EF46-AAE4A2C09B5A}"/>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9" name="Group 18">
            <a:extLst>
              <a:ext uri="{FF2B5EF4-FFF2-40B4-BE49-F238E27FC236}">
                <a16:creationId xmlns:a16="http://schemas.microsoft.com/office/drawing/2014/main" id="{7392392C-F374-8B36-843C-305720561F67}"/>
              </a:ext>
            </a:extLst>
          </p:cNvPr>
          <p:cNvGrpSpPr/>
          <p:nvPr/>
        </p:nvGrpSpPr>
        <p:grpSpPr>
          <a:xfrm>
            <a:off x="4049733" y="3198814"/>
            <a:ext cx="664887" cy="816769"/>
            <a:chOff x="6686285" y="2561760"/>
            <a:chExt cx="484031" cy="594599"/>
          </a:xfrm>
        </p:grpSpPr>
        <p:pic>
          <p:nvPicPr>
            <p:cNvPr id="20" name="Picture 19" descr="A chip with a black background&#10;&#10;AI-generated content may be incorrect.">
              <a:extLst>
                <a:ext uri="{FF2B5EF4-FFF2-40B4-BE49-F238E27FC236}">
                  <a16:creationId xmlns:a16="http://schemas.microsoft.com/office/drawing/2014/main" id="{A57C7295-B818-7ED7-919C-6E057491DEDE}"/>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1" name="Rounded Rectangle 20">
              <a:extLst>
                <a:ext uri="{FF2B5EF4-FFF2-40B4-BE49-F238E27FC236}">
                  <a16:creationId xmlns:a16="http://schemas.microsoft.com/office/drawing/2014/main" id="{C35ACB2B-8D7C-79D7-02CF-DEFC7B6F52BB}"/>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2" name="Group 21">
            <a:extLst>
              <a:ext uri="{FF2B5EF4-FFF2-40B4-BE49-F238E27FC236}">
                <a16:creationId xmlns:a16="http://schemas.microsoft.com/office/drawing/2014/main" id="{BAF79E53-7FB9-A2D8-3674-D2B482FF8986}"/>
              </a:ext>
            </a:extLst>
          </p:cNvPr>
          <p:cNvGrpSpPr/>
          <p:nvPr/>
        </p:nvGrpSpPr>
        <p:grpSpPr>
          <a:xfrm>
            <a:off x="2520618" y="4202471"/>
            <a:ext cx="664887" cy="816769"/>
            <a:chOff x="6686285" y="2561760"/>
            <a:chExt cx="484031" cy="594599"/>
          </a:xfrm>
        </p:grpSpPr>
        <p:pic>
          <p:nvPicPr>
            <p:cNvPr id="23" name="Picture 22" descr="A chip with a black background&#10;&#10;AI-generated content may be incorrect.">
              <a:extLst>
                <a:ext uri="{FF2B5EF4-FFF2-40B4-BE49-F238E27FC236}">
                  <a16:creationId xmlns:a16="http://schemas.microsoft.com/office/drawing/2014/main" id="{C6E34909-1F1E-CB40-7E96-23A8A1CD2169}"/>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4" name="Rounded Rectangle 23">
              <a:extLst>
                <a:ext uri="{FF2B5EF4-FFF2-40B4-BE49-F238E27FC236}">
                  <a16:creationId xmlns:a16="http://schemas.microsoft.com/office/drawing/2014/main" id="{EAD51F09-18D7-E8DD-4B2A-87E4ECEC882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5" name="Group 24">
            <a:extLst>
              <a:ext uri="{FF2B5EF4-FFF2-40B4-BE49-F238E27FC236}">
                <a16:creationId xmlns:a16="http://schemas.microsoft.com/office/drawing/2014/main" id="{64C284EB-1E3E-8454-1D77-1B724AA60EC2}"/>
              </a:ext>
            </a:extLst>
          </p:cNvPr>
          <p:cNvGrpSpPr/>
          <p:nvPr/>
        </p:nvGrpSpPr>
        <p:grpSpPr>
          <a:xfrm>
            <a:off x="4619239" y="4202471"/>
            <a:ext cx="664887" cy="816769"/>
            <a:chOff x="6686285" y="2561760"/>
            <a:chExt cx="484031" cy="594599"/>
          </a:xfrm>
        </p:grpSpPr>
        <p:pic>
          <p:nvPicPr>
            <p:cNvPr id="26" name="Picture 25" descr="A chip with a black background&#10;&#10;AI-generated content may be incorrect.">
              <a:extLst>
                <a:ext uri="{FF2B5EF4-FFF2-40B4-BE49-F238E27FC236}">
                  <a16:creationId xmlns:a16="http://schemas.microsoft.com/office/drawing/2014/main" id="{86DDC52B-365B-4E19-338F-F4A67654F1D7}"/>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7" name="Rounded Rectangle 26">
              <a:extLst>
                <a:ext uri="{FF2B5EF4-FFF2-40B4-BE49-F238E27FC236}">
                  <a16:creationId xmlns:a16="http://schemas.microsoft.com/office/drawing/2014/main" id="{A6EA2A34-6808-0189-F107-5CD0F2E877CE}"/>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cxnSp>
        <p:nvCxnSpPr>
          <p:cNvPr id="34" name="Straight Arrow Connector 33">
            <a:extLst>
              <a:ext uri="{FF2B5EF4-FFF2-40B4-BE49-F238E27FC236}">
                <a16:creationId xmlns:a16="http://schemas.microsoft.com/office/drawing/2014/main" id="{2136090F-27C0-FA0E-2F00-04692FCC024B}"/>
              </a:ext>
            </a:extLst>
          </p:cNvPr>
          <p:cNvCxnSpPr>
            <a:cxnSpLocks/>
          </p:cNvCxnSpPr>
          <p:nvPr/>
        </p:nvCxnSpPr>
        <p:spPr>
          <a:xfrm>
            <a:off x="2315813"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C7DEBB5-3B4E-2676-CA9A-8D1C330E964B}"/>
              </a:ext>
            </a:extLst>
          </p:cNvPr>
          <p:cNvCxnSpPr>
            <a:cxnSpLocks/>
          </p:cNvCxnSpPr>
          <p:nvPr/>
        </p:nvCxnSpPr>
        <p:spPr>
          <a:xfrm>
            <a:off x="3366195"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7300BBF2-EC8A-D028-FC3F-89EFD504C4C9}"/>
              </a:ext>
            </a:extLst>
          </p:cNvPr>
          <p:cNvCxnSpPr>
            <a:cxnSpLocks/>
          </p:cNvCxnSpPr>
          <p:nvPr/>
        </p:nvCxnSpPr>
        <p:spPr>
          <a:xfrm>
            <a:off x="4414434"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7E68A4E5-0558-1BB1-4CB6-D46534B51838}"/>
              </a:ext>
            </a:extLst>
          </p:cNvPr>
          <p:cNvCxnSpPr>
            <a:cxnSpLocks/>
          </p:cNvCxnSpPr>
          <p:nvPr/>
        </p:nvCxnSpPr>
        <p:spPr>
          <a:xfrm>
            <a:off x="5464816"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D38525D-C35C-EC1F-CC84-E56636787F66}"/>
              </a:ext>
            </a:extLst>
          </p:cNvPr>
          <p:cNvCxnSpPr>
            <a:cxnSpLocks/>
          </p:cNvCxnSpPr>
          <p:nvPr/>
        </p:nvCxnSpPr>
        <p:spPr>
          <a:xfrm>
            <a:off x="2818169"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4D581ED-AB2B-3ACC-0F22-B48FD383E0DD}"/>
              </a:ext>
            </a:extLst>
          </p:cNvPr>
          <p:cNvCxnSpPr>
            <a:cxnSpLocks/>
          </p:cNvCxnSpPr>
          <p:nvPr/>
        </p:nvCxnSpPr>
        <p:spPr>
          <a:xfrm>
            <a:off x="3868551"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8FF2F438-8163-48F4-24BF-13896B7D6C7E}"/>
              </a:ext>
            </a:extLst>
          </p:cNvPr>
          <p:cNvCxnSpPr>
            <a:cxnSpLocks/>
          </p:cNvCxnSpPr>
          <p:nvPr/>
        </p:nvCxnSpPr>
        <p:spPr>
          <a:xfrm>
            <a:off x="4916790"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DD834103-D5BA-08AA-E042-B40EB92F3E2B}"/>
              </a:ext>
            </a:extLst>
          </p:cNvPr>
          <p:cNvCxnSpPr>
            <a:cxnSpLocks/>
          </p:cNvCxnSpPr>
          <p:nvPr/>
        </p:nvCxnSpPr>
        <p:spPr>
          <a:xfrm>
            <a:off x="5967172"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F6E34636-C680-9F86-3662-19380102C632}"/>
              </a:ext>
            </a:extLst>
          </p:cNvPr>
          <p:cNvCxnSpPr>
            <a:cxnSpLocks/>
          </p:cNvCxnSpPr>
          <p:nvPr/>
        </p:nvCxnSpPr>
        <p:spPr>
          <a:xfrm>
            <a:off x="8283172" y="4037891"/>
            <a:ext cx="0" cy="1938207"/>
          </a:xfrm>
          <a:prstGeom prst="straightConnector1">
            <a:avLst/>
          </a:prstGeom>
          <a:ln w="444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9398DD35-3698-51D1-169B-7458E68D08CB}"/>
              </a:ext>
            </a:extLst>
          </p:cNvPr>
          <p:cNvCxnSpPr>
            <a:cxnSpLocks/>
          </p:cNvCxnSpPr>
          <p:nvPr/>
        </p:nvCxnSpPr>
        <p:spPr>
          <a:xfrm>
            <a:off x="8785528" y="5019239"/>
            <a:ext cx="0" cy="956858"/>
          </a:xfrm>
          <a:prstGeom prst="straightConnector1">
            <a:avLst/>
          </a:prstGeom>
          <a:ln w="444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45D85A34-F7A3-AEF0-6B5E-2B19ADA76857}"/>
              </a:ext>
            </a:extLst>
          </p:cNvPr>
          <p:cNvCxnSpPr>
            <a:cxnSpLocks/>
          </p:cNvCxnSpPr>
          <p:nvPr/>
        </p:nvCxnSpPr>
        <p:spPr>
          <a:xfrm>
            <a:off x="1200953" y="6026369"/>
            <a:ext cx="9151664" cy="0"/>
          </a:xfrm>
          <a:prstGeom prst="line">
            <a:avLst/>
          </a:prstGeom>
          <a:ln w="38100">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294F272-CC67-A1E8-F396-2304FF52DF56}"/>
              </a:ext>
            </a:extLst>
          </p:cNvPr>
          <p:cNvSpPr txBox="1"/>
          <p:nvPr/>
        </p:nvSpPr>
        <p:spPr>
          <a:xfrm>
            <a:off x="2284718" y="6159992"/>
            <a:ext cx="3663375" cy="954107"/>
          </a:xfrm>
          <a:prstGeom prst="rect">
            <a:avLst/>
          </a:prstGeom>
          <a:noFill/>
        </p:spPr>
        <p:txBody>
          <a:bodyPr wrap="none" rtlCol="0">
            <a:spAutoFit/>
          </a:bodyPr>
          <a:lstStyle/>
          <a:p>
            <a:r>
              <a:rPr lang="en-US" sz="2800" dirty="0"/>
              <a:t>4b*BL*8chips=64B data</a:t>
            </a:r>
          </a:p>
          <a:p>
            <a:r>
              <a:rPr lang="en-US" sz="2800" dirty="0"/>
              <a:t>		  (</a:t>
            </a:r>
            <a:r>
              <a:rPr lang="en-US" sz="2800" u="sng" dirty="0" err="1"/>
              <a:t>Cacheline</a:t>
            </a:r>
            <a:r>
              <a:rPr lang="en-US" sz="2800" dirty="0"/>
              <a:t>)</a:t>
            </a:r>
          </a:p>
        </p:txBody>
      </p:sp>
      <p:sp>
        <p:nvSpPr>
          <p:cNvPr id="35" name="TextBox 34">
            <a:extLst>
              <a:ext uri="{FF2B5EF4-FFF2-40B4-BE49-F238E27FC236}">
                <a16:creationId xmlns:a16="http://schemas.microsoft.com/office/drawing/2014/main" id="{0BDBC5EC-0AF6-5236-EEFB-EEF8FEC4F205}"/>
              </a:ext>
            </a:extLst>
          </p:cNvPr>
          <p:cNvSpPr txBox="1"/>
          <p:nvPr/>
        </p:nvSpPr>
        <p:spPr>
          <a:xfrm>
            <a:off x="6766797" y="6159992"/>
            <a:ext cx="3685048" cy="954107"/>
          </a:xfrm>
          <a:prstGeom prst="rect">
            <a:avLst/>
          </a:prstGeom>
          <a:noFill/>
        </p:spPr>
        <p:txBody>
          <a:bodyPr wrap="none" rtlCol="0">
            <a:spAutoFit/>
          </a:bodyPr>
          <a:lstStyle/>
          <a:p>
            <a:r>
              <a:rPr lang="en-US" sz="2800" dirty="0">
                <a:solidFill>
                  <a:schemeClr val="tx2">
                    <a:lumMod val="50000"/>
                    <a:lumOff val="50000"/>
                  </a:schemeClr>
                </a:solidFill>
              </a:rPr>
              <a:t>4b*BL*2chips=16B </a:t>
            </a:r>
            <a:r>
              <a:rPr lang="en-US" sz="2800" b="1" dirty="0">
                <a:solidFill>
                  <a:srgbClr val="FF0000"/>
                </a:solidFill>
              </a:rPr>
              <a:t>data</a:t>
            </a:r>
          </a:p>
          <a:p>
            <a:r>
              <a:rPr lang="en-US" sz="2800" b="1" dirty="0">
                <a:solidFill>
                  <a:srgbClr val="FF0000"/>
                </a:solidFill>
              </a:rPr>
              <a:t>	     (1/4 </a:t>
            </a:r>
            <a:r>
              <a:rPr lang="en-US" sz="2800" b="1" dirty="0" err="1">
                <a:solidFill>
                  <a:srgbClr val="FF0000"/>
                </a:solidFill>
              </a:rPr>
              <a:t>Cacheline</a:t>
            </a:r>
            <a:r>
              <a:rPr lang="en-US" sz="2800" b="1" dirty="0">
                <a:solidFill>
                  <a:srgbClr val="FF0000"/>
                </a:solidFill>
              </a:rPr>
              <a:t>)</a:t>
            </a:r>
          </a:p>
        </p:txBody>
      </p:sp>
      <p:sp>
        <p:nvSpPr>
          <p:cNvPr id="36" name="TextBox 35">
            <a:extLst>
              <a:ext uri="{FF2B5EF4-FFF2-40B4-BE49-F238E27FC236}">
                <a16:creationId xmlns:a16="http://schemas.microsoft.com/office/drawing/2014/main" id="{65A257AE-DEFC-71CD-5821-9FC4936ADBB6}"/>
              </a:ext>
            </a:extLst>
          </p:cNvPr>
          <p:cNvSpPr txBox="1"/>
          <p:nvPr/>
        </p:nvSpPr>
        <p:spPr>
          <a:xfrm>
            <a:off x="4682518" y="7441356"/>
            <a:ext cx="3126562" cy="523220"/>
          </a:xfrm>
          <a:prstGeom prst="rect">
            <a:avLst/>
          </a:prstGeom>
          <a:noFill/>
        </p:spPr>
        <p:txBody>
          <a:bodyPr wrap="none" rtlCol="0">
            <a:spAutoFit/>
          </a:bodyPr>
          <a:lstStyle/>
          <a:p>
            <a:r>
              <a:rPr lang="en-US" sz="2800" dirty="0"/>
              <a:t>BL(Burst Length)=16</a:t>
            </a:r>
          </a:p>
        </p:txBody>
      </p:sp>
      <p:grpSp>
        <p:nvGrpSpPr>
          <p:cNvPr id="37" name="Group 36">
            <a:extLst>
              <a:ext uri="{FF2B5EF4-FFF2-40B4-BE49-F238E27FC236}">
                <a16:creationId xmlns:a16="http://schemas.microsoft.com/office/drawing/2014/main" id="{9A43303F-DF7F-CA17-4BC4-AC95A170805B}"/>
              </a:ext>
            </a:extLst>
          </p:cNvPr>
          <p:cNvGrpSpPr/>
          <p:nvPr/>
        </p:nvGrpSpPr>
        <p:grpSpPr>
          <a:xfrm>
            <a:off x="7950729" y="3198814"/>
            <a:ext cx="664887" cy="816769"/>
            <a:chOff x="6686285" y="2561760"/>
            <a:chExt cx="484031" cy="594599"/>
          </a:xfrm>
        </p:grpSpPr>
        <p:pic>
          <p:nvPicPr>
            <p:cNvPr id="45" name="Picture 44" descr="A chip with a black background&#10;&#10;AI-generated content may be incorrect.">
              <a:extLst>
                <a:ext uri="{FF2B5EF4-FFF2-40B4-BE49-F238E27FC236}">
                  <a16:creationId xmlns:a16="http://schemas.microsoft.com/office/drawing/2014/main" id="{731FC7EB-5ABE-E94C-08CE-BB6C5A93CC7E}"/>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46" name="Rounded Rectangle 45">
              <a:extLst>
                <a:ext uri="{FF2B5EF4-FFF2-40B4-BE49-F238E27FC236}">
                  <a16:creationId xmlns:a16="http://schemas.microsoft.com/office/drawing/2014/main" id="{38F2BF3A-CD6E-C698-9C91-C9AFA9DBD70D}"/>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47" name="Group 46">
            <a:extLst>
              <a:ext uri="{FF2B5EF4-FFF2-40B4-BE49-F238E27FC236}">
                <a16:creationId xmlns:a16="http://schemas.microsoft.com/office/drawing/2014/main" id="{E0A90D43-AAAE-4380-103D-A3D6177386D9}"/>
              </a:ext>
            </a:extLst>
          </p:cNvPr>
          <p:cNvGrpSpPr/>
          <p:nvPr/>
        </p:nvGrpSpPr>
        <p:grpSpPr>
          <a:xfrm>
            <a:off x="8518092" y="4220730"/>
            <a:ext cx="664887" cy="816769"/>
            <a:chOff x="6686285" y="2561760"/>
            <a:chExt cx="484031" cy="594599"/>
          </a:xfrm>
        </p:grpSpPr>
        <p:pic>
          <p:nvPicPr>
            <p:cNvPr id="48" name="Picture 47" descr="A chip with a black background&#10;&#10;AI-generated content may be incorrect.">
              <a:extLst>
                <a:ext uri="{FF2B5EF4-FFF2-40B4-BE49-F238E27FC236}">
                  <a16:creationId xmlns:a16="http://schemas.microsoft.com/office/drawing/2014/main" id="{C1C5D700-84CE-D2F1-3B5C-166EE62AD7C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49" name="Rounded Rectangle 48">
              <a:extLst>
                <a:ext uri="{FF2B5EF4-FFF2-40B4-BE49-F238E27FC236}">
                  <a16:creationId xmlns:a16="http://schemas.microsoft.com/office/drawing/2014/main" id="{3C800A83-3A2B-B405-6184-931D26764F20}"/>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sp>
        <p:nvSpPr>
          <p:cNvPr id="50" name="TextBox 49">
            <a:extLst>
              <a:ext uri="{FF2B5EF4-FFF2-40B4-BE49-F238E27FC236}">
                <a16:creationId xmlns:a16="http://schemas.microsoft.com/office/drawing/2014/main" id="{1244DC3B-BF4B-6C0B-8EE1-CD6A9D754425}"/>
              </a:ext>
            </a:extLst>
          </p:cNvPr>
          <p:cNvSpPr txBox="1"/>
          <p:nvPr/>
        </p:nvSpPr>
        <p:spPr>
          <a:xfrm>
            <a:off x="8099372" y="4605199"/>
            <a:ext cx="364202" cy="523220"/>
          </a:xfrm>
          <a:prstGeom prst="rect">
            <a:avLst/>
          </a:prstGeom>
          <a:solidFill>
            <a:schemeClr val="bg1"/>
          </a:solidFill>
        </p:spPr>
        <p:txBody>
          <a:bodyPr wrap="square" rtlCol="0">
            <a:spAutoFit/>
          </a:bodyPr>
          <a:lstStyle/>
          <a:p>
            <a:r>
              <a:rPr lang="en-US" sz="2800" dirty="0">
                <a:solidFill>
                  <a:srgbClr val="FF0000"/>
                </a:solidFill>
              </a:rPr>
              <a:t>?</a:t>
            </a:r>
          </a:p>
        </p:txBody>
      </p:sp>
      <p:sp>
        <p:nvSpPr>
          <p:cNvPr id="52" name="TextBox 51">
            <a:extLst>
              <a:ext uri="{FF2B5EF4-FFF2-40B4-BE49-F238E27FC236}">
                <a16:creationId xmlns:a16="http://schemas.microsoft.com/office/drawing/2014/main" id="{1C7F64BD-E06F-D305-37C4-41C54D0D9921}"/>
              </a:ext>
            </a:extLst>
          </p:cNvPr>
          <p:cNvSpPr txBox="1"/>
          <p:nvPr/>
        </p:nvSpPr>
        <p:spPr>
          <a:xfrm>
            <a:off x="8603427" y="5163903"/>
            <a:ext cx="364202" cy="523220"/>
          </a:xfrm>
          <a:prstGeom prst="rect">
            <a:avLst/>
          </a:prstGeom>
          <a:solidFill>
            <a:schemeClr val="bg1"/>
          </a:solidFill>
        </p:spPr>
        <p:txBody>
          <a:bodyPr wrap="square" rtlCol="0">
            <a:spAutoFit/>
          </a:bodyPr>
          <a:lstStyle/>
          <a:p>
            <a:r>
              <a:rPr lang="en-US" sz="2800" dirty="0">
                <a:solidFill>
                  <a:srgbClr val="FF0000"/>
                </a:solidFill>
              </a:rPr>
              <a:t>?</a:t>
            </a:r>
          </a:p>
        </p:txBody>
      </p:sp>
      <p:sp>
        <p:nvSpPr>
          <p:cNvPr id="53" name="TextBox 52">
            <a:extLst>
              <a:ext uri="{FF2B5EF4-FFF2-40B4-BE49-F238E27FC236}">
                <a16:creationId xmlns:a16="http://schemas.microsoft.com/office/drawing/2014/main" id="{7FBD23E3-D0F5-91F4-AB42-92E1B977BBBF}"/>
              </a:ext>
            </a:extLst>
          </p:cNvPr>
          <p:cNvSpPr txBox="1"/>
          <p:nvPr/>
        </p:nvSpPr>
        <p:spPr>
          <a:xfrm>
            <a:off x="9543746" y="4898879"/>
            <a:ext cx="2407127" cy="1077218"/>
          </a:xfrm>
          <a:prstGeom prst="rect">
            <a:avLst/>
          </a:prstGeom>
          <a:noFill/>
        </p:spPr>
        <p:txBody>
          <a:bodyPr wrap="square" rtlCol="0">
            <a:spAutoFit/>
          </a:bodyPr>
          <a:lstStyle/>
          <a:p>
            <a:r>
              <a:rPr lang="en-US" sz="3200" dirty="0"/>
              <a:t>Memory subchannel</a:t>
            </a:r>
          </a:p>
        </p:txBody>
      </p:sp>
    </p:spTree>
    <p:extLst>
      <p:ext uri="{BB962C8B-B14F-4D97-AF65-F5344CB8AC3E}">
        <p14:creationId xmlns:p14="http://schemas.microsoft.com/office/powerpoint/2010/main" val="3805313388"/>
      </p:ext>
    </p:extLst>
  </p:cSld>
  <p:clrMapOvr>
    <a:masterClrMapping/>
  </p:clrMapOvr>
  <mc:AlternateContent xmlns:mc="http://schemas.openxmlformats.org/markup-compatibility/2006" xmlns:p14="http://schemas.microsoft.com/office/powerpoint/2010/main">
    <mc:Choice Requires="p14">
      <p:transition spd="slow" p14:dur="2000" advTm="17531"/>
    </mc:Choice>
    <mc:Fallback xmlns="">
      <p:transition spd="slow" advTm="1753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A3A7A9F-51C1-B135-FA08-491ACA0A20D0}"/>
              </a:ext>
            </a:extLst>
          </p:cNvPr>
          <p:cNvGrpSpPr/>
          <p:nvPr/>
        </p:nvGrpSpPr>
        <p:grpSpPr>
          <a:xfrm>
            <a:off x="2624000" y="3271780"/>
            <a:ext cx="664887" cy="816769"/>
            <a:chOff x="6686285" y="2561760"/>
            <a:chExt cx="484031" cy="594599"/>
          </a:xfrm>
        </p:grpSpPr>
        <p:pic>
          <p:nvPicPr>
            <p:cNvPr id="9" name="Picture 8" descr="A chip with a black background&#10;&#10;AI-generated content may be incorrect.">
              <a:extLst>
                <a:ext uri="{FF2B5EF4-FFF2-40B4-BE49-F238E27FC236}">
                  <a16:creationId xmlns:a16="http://schemas.microsoft.com/office/drawing/2014/main" id="{D83F3280-82BA-98D6-C126-14AD999BF901}"/>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0" name="Rounded Rectangle 9">
              <a:extLst>
                <a:ext uri="{FF2B5EF4-FFF2-40B4-BE49-F238E27FC236}">
                  <a16:creationId xmlns:a16="http://schemas.microsoft.com/office/drawing/2014/main" id="{40BD5997-AF3A-71BC-0FA9-977354A20268}"/>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14" name="Group 13">
            <a:extLst>
              <a:ext uri="{FF2B5EF4-FFF2-40B4-BE49-F238E27FC236}">
                <a16:creationId xmlns:a16="http://schemas.microsoft.com/office/drawing/2014/main" id="{D0509C24-6845-A471-30B5-88FA87FB8303}"/>
              </a:ext>
            </a:extLst>
          </p:cNvPr>
          <p:cNvGrpSpPr/>
          <p:nvPr/>
        </p:nvGrpSpPr>
        <p:grpSpPr>
          <a:xfrm>
            <a:off x="8384278" y="-1378921"/>
            <a:ext cx="664887" cy="839077"/>
            <a:chOff x="8384277" y="1993867"/>
            <a:chExt cx="664887" cy="839077"/>
          </a:xfrm>
        </p:grpSpPr>
        <p:sp>
          <p:nvSpPr>
            <p:cNvPr id="15" name="Rounded Rectangle 14">
              <a:extLst>
                <a:ext uri="{FF2B5EF4-FFF2-40B4-BE49-F238E27FC236}">
                  <a16:creationId xmlns:a16="http://schemas.microsoft.com/office/drawing/2014/main" id="{6E954551-6A55-6666-F73F-608696E25D43}"/>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6" name="Picture 15" descr="A blue chip with black text&#10;&#10;AI-generated content may be incorrect.">
              <a:extLst>
                <a:ext uri="{FF2B5EF4-FFF2-40B4-BE49-F238E27FC236}">
                  <a16:creationId xmlns:a16="http://schemas.microsoft.com/office/drawing/2014/main" id="{330894E1-F4C4-6CC2-2EC8-A3E79470C288}"/>
                </a:ext>
              </a:extLst>
            </p:cNvPr>
            <p:cNvPicPr>
              <a:picLocks noChangeAspect="1"/>
            </p:cNvPicPr>
            <p:nvPr/>
          </p:nvPicPr>
          <p:blipFill>
            <a:blip r:embed="rId5">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17" name="Group 16">
            <a:extLst>
              <a:ext uri="{FF2B5EF4-FFF2-40B4-BE49-F238E27FC236}">
                <a16:creationId xmlns:a16="http://schemas.microsoft.com/office/drawing/2014/main" id="{BC1706A6-73A2-96DD-0DED-55DCF6188FD3}"/>
              </a:ext>
            </a:extLst>
          </p:cNvPr>
          <p:cNvGrpSpPr/>
          <p:nvPr/>
        </p:nvGrpSpPr>
        <p:grpSpPr>
          <a:xfrm>
            <a:off x="10048459" y="-1378921"/>
            <a:ext cx="664887" cy="839077"/>
            <a:chOff x="8384277" y="1993867"/>
            <a:chExt cx="664887" cy="839077"/>
          </a:xfrm>
        </p:grpSpPr>
        <p:sp>
          <p:nvSpPr>
            <p:cNvPr id="18" name="Rounded Rectangle 17">
              <a:extLst>
                <a:ext uri="{FF2B5EF4-FFF2-40B4-BE49-F238E27FC236}">
                  <a16:creationId xmlns:a16="http://schemas.microsoft.com/office/drawing/2014/main" id="{9D910CA8-6221-EA68-1004-8E830FA44056}"/>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9" name="Picture 18" descr="A blue chip with black text&#10;&#10;AI-generated content may be incorrect.">
              <a:extLst>
                <a:ext uri="{FF2B5EF4-FFF2-40B4-BE49-F238E27FC236}">
                  <a16:creationId xmlns:a16="http://schemas.microsoft.com/office/drawing/2014/main" id="{4EFBA91E-BCEA-FAD7-FAEA-6A7DC075CB63}"/>
                </a:ext>
              </a:extLst>
            </p:cNvPr>
            <p:cNvPicPr>
              <a:picLocks noChangeAspect="1"/>
            </p:cNvPicPr>
            <p:nvPr/>
          </p:nvPicPr>
          <p:blipFill>
            <a:blip r:embed="rId5">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23" name="Group 22">
            <a:extLst>
              <a:ext uri="{FF2B5EF4-FFF2-40B4-BE49-F238E27FC236}">
                <a16:creationId xmlns:a16="http://schemas.microsoft.com/office/drawing/2014/main" id="{6361A8D9-7D0F-D3FC-154F-8A2643958133}"/>
              </a:ext>
            </a:extLst>
          </p:cNvPr>
          <p:cNvGrpSpPr/>
          <p:nvPr/>
        </p:nvGrpSpPr>
        <p:grpSpPr>
          <a:xfrm>
            <a:off x="4722621" y="3271780"/>
            <a:ext cx="664887" cy="816769"/>
            <a:chOff x="6686285" y="2561760"/>
            <a:chExt cx="484031" cy="594599"/>
          </a:xfrm>
        </p:grpSpPr>
        <p:pic>
          <p:nvPicPr>
            <p:cNvPr id="24" name="Picture 23" descr="A chip with a black background&#10;&#10;AI-generated content may be incorrect.">
              <a:extLst>
                <a:ext uri="{FF2B5EF4-FFF2-40B4-BE49-F238E27FC236}">
                  <a16:creationId xmlns:a16="http://schemas.microsoft.com/office/drawing/2014/main" id="{3AEA48A1-90CA-C2B4-8780-B50CA214EDAB}"/>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25" name="Rounded Rectangle 24">
              <a:extLst>
                <a:ext uri="{FF2B5EF4-FFF2-40B4-BE49-F238E27FC236}">
                  <a16:creationId xmlns:a16="http://schemas.microsoft.com/office/drawing/2014/main" id="{C16D1FA4-6178-AAB2-281C-82389E37D37A}"/>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29" name="Group 28">
            <a:extLst>
              <a:ext uri="{FF2B5EF4-FFF2-40B4-BE49-F238E27FC236}">
                <a16:creationId xmlns:a16="http://schemas.microsoft.com/office/drawing/2014/main" id="{911F5D41-AD22-1D01-55AF-DE88E592A732}"/>
              </a:ext>
            </a:extLst>
          </p:cNvPr>
          <p:cNvGrpSpPr/>
          <p:nvPr/>
        </p:nvGrpSpPr>
        <p:grpSpPr>
          <a:xfrm>
            <a:off x="7336039" y="3271780"/>
            <a:ext cx="664887" cy="816769"/>
            <a:chOff x="6686285" y="2561760"/>
            <a:chExt cx="484031" cy="594599"/>
          </a:xfrm>
        </p:grpSpPr>
        <p:pic>
          <p:nvPicPr>
            <p:cNvPr id="30" name="Picture 29" descr="A chip with a black background&#10;&#10;AI-generated content may be incorrect.">
              <a:extLst>
                <a:ext uri="{FF2B5EF4-FFF2-40B4-BE49-F238E27FC236}">
                  <a16:creationId xmlns:a16="http://schemas.microsoft.com/office/drawing/2014/main" id="{C84D0ED8-220C-021D-6780-7668DC0E1C7D}"/>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31" name="Rounded Rectangle 30">
              <a:extLst>
                <a:ext uri="{FF2B5EF4-FFF2-40B4-BE49-F238E27FC236}">
                  <a16:creationId xmlns:a16="http://schemas.microsoft.com/office/drawing/2014/main" id="{E9281ED1-640E-177A-6ECA-6DDEE53CE9FF}"/>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35" name="Group 34">
            <a:extLst>
              <a:ext uri="{FF2B5EF4-FFF2-40B4-BE49-F238E27FC236}">
                <a16:creationId xmlns:a16="http://schemas.microsoft.com/office/drawing/2014/main" id="{2CA100DD-A6EB-CAB1-383D-6A1A319D47CE}"/>
              </a:ext>
            </a:extLst>
          </p:cNvPr>
          <p:cNvGrpSpPr/>
          <p:nvPr/>
        </p:nvGrpSpPr>
        <p:grpSpPr>
          <a:xfrm>
            <a:off x="9434660" y="3271780"/>
            <a:ext cx="664887" cy="816769"/>
            <a:chOff x="6686285" y="2561760"/>
            <a:chExt cx="484031" cy="594599"/>
          </a:xfrm>
        </p:grpSpPr>
        <p:pic>
          <p:nvPicPr>
            <p:cNvPr id="36" name="Picture 35" descr="A chip with a black background&#10;&#10;AI-generated content may be incorrect.">
              <a:extLst>
                <a:ext uri="{FF2B5EF4-FFF2-40B4-BE49-F238E27FC236}">
                  <a16:creationId xmlns:a16="http://schemas.microsoft.com/office/drawing/2014/main" id="{2513DDD1-2EFA-6E92-AA85-15E7E8F45111}"/>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37" name="Rounded Rectangle 36">
              <a:extLst>
                <a:ext uri="{FF2B5EF4-FFF2-40B4-BE49-F238E27FC236}">
                  <a16:creationId xmlns:a16="http://schemas.microsoft.com/office/drawing/2014/main" id="{81E67DF8-D88E-CAA4-76B8-17443BBC86DD}"/>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cxnSp>
        <p:nvCxnSpPr>
          <p:cNvPr id="65" name="Elbow Connector 64">
            <a:extLst>
              <a:ext uri="{FF2B5EF4-FFF2-40B4-BE49-F238E27FC236}">
                <a16:creationId xmlns:a16="http://schemas.microsoft.com/office/drawing/2014/main" id="{6B05081C-EC33-FA36-0A5B-9B9E22864E8F}"/>
              </a:ext>
            </a:extLst>
          </p:cNvPr>
          <p:cNvCxnSpPr>
            <a:cxnSpLocks/>
            <a:endCxn id="103" idx="1"/>
          </p:cNvCxnSpPr>
          <p:nvPr/>
        </p:nvCxnSpPr>
        <p:spPr>
          <a:xfrm>
            <a:off x="5387507" y="4904446"/>
            <a:ext cx="4047020" cy="1074988"/>
          </a:xfrm>
          <a:prstGeom prst="bentConnector3">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66" name="Elbow Connector 65">
            <a:extLst>
              <a:ext uri="{FF2B5EF4-FFF2-40B4-BE49-F238E27FC236}">
                <a16:creationId xmlns:a16="http://schemas.microsoft.com/office/drawing/2014/main" id="{4204BB84-85F9-9EC3-56F4-E3B3C1EAA7B7}"/>
              </a:ext>
            </a:extLst>
          </p:cNvPr>
          <p:cNvCxnSpPr>
            <a:cxnSpLocks/>
            <a:stCxn id="37" idx="3"/>
            <a:endCxn id="103" idx="0"/>
          </p:cNvCxnSpPr>
          <p:nvPr/>
        </p:nvCxnSpPr>
        <p:spPr>
          <a:xfrm flipH="1">
            <a:off x="9929502" y="3604223"/>
            <a:ext cx="170044" cy="1880236"/>
          </a:xfrm>
          <a:prstGeom prst="bentConnector4">
            <a:avLst>
              <a:gd name="adj1" fmla="val -134436"/>
              <a:gd name="adj2" fmla="val 58840"/>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67" name="Elbow Connector 66">
            <a:extLst>
              <a:ext uri="{FF2B5EF4-FFF2-40B4-BE49-F238E27FC236}">
                <a16:creationId xmlns:a16="http://schemas.microsoft.com/office/drawing/2014/main" id="{763DDE17-1970-EF3D-A61B-66A67C26317F}"/>
              </a:ext>
            </a:extLst>
          </p:cNvPr>
          <p:cNvCxnSpPr>
            <a:cxnSpLocks/>
            <a:stCxn id="128" idx="2"/>
            <a:endCxn id="103" idx="2"/>
          </p:cNvCxnSpPr>
          <p:nvPr/>
        </p:nvCxnSpPr>
        <p:spPr>
          <a:xfrm>
            <a:off x="3436874" y="6188509"/>
            <a:ext cx="6492628" cy="285900"/>
          </a:xfrm>
          <a:prstGeom prst="bentConnector4">
            <a:avLst>
              <a:gd name="adj1" fmla="val 45114"/>
              <a:gd name="adj2" fmla="val 179958"/>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D64606E2-C35B-DDB4-D861-73E8DA407A0F}"/>
              </a:ext>
            </a:extLst>
          </p:cNvPr>
          <p:cNvSpPr txBox="1"/>
          <p:nvPr/>
        </p:nvSpPr>
        <p:spPr>
          <a:xfrm>
            <a:off x="8366996" y="6709086"/>
            <a:ext cx="4017761" cy="954107"/>
          </a:xfrm>
          <a:prstGeom prst="rect">
            <a:avLst/>
          </a:prstGeom>
          <a:noFill/>
        </p:spPr>
        <p:txBody>
          <a:bodyPr wrap="square" rtlCol="0">
            <a:spAutoFit/>
          </a:bodyPr>
          <a:lstStyle/>
          <a:p>
            <a:r>
              <a:rPr lang="en-US" sz="2800" b="1" dirty="0">
                <a:solidFill>
                  <a:schemeClr val="tx2">
                    <a:lumMod val="75000"/>
                    <a:lumOff val="25000"/>
                  </a:schemeClr>
                </a:solidFill>
              </a:rPr>
              <a:t>Common die</a:t>
            </a:r>
          </a:p>
          <a:p>
            <a:r>
              <a:rPr lang="en-US" sz="2800" b="1" dirty="0">
                <a:solidFill>
                  <a:schemeClr val="tx2">
                    <a:lumMod val="75000"/>
                    <a:lumOff val="25000"/>
                  </a:schemeClr>
                </a:solidFill>
              </a:rPr>
              <a:t>Same operation logic</a:t>
            </a:r>
          </a:p>
        </p:txBody>
      </p:sp>
      <p:grpSp>
        <p:nvGrpSpPr>
          <p:cNvPr id="82" name="Group 81">
            <a:extLst>
              <a:ext uri="{FF2B5EF4-FFF2-40B4-BE49-F238E27FC236}">
                <a16:creationId xmlns:a16="http://schemas.microsoft.com/office/drawing/2014/main" id="{4C143D0C-FDDB-0E70-0527-97AA2A141E4A}"/>
              </a:ext>
            </a:extLst>
          </p:cNvPr>
          <p:cNvGrpSpPr/>
          <p:nvPr/>
        </p:nvGrpSpPr>
        <p:grpSpPr>
          <a:xfrm>
            <a:off x="1573618" y="3271780"/>
            <a:ext cx="664887" cy="816769"/>
            <a:chOff x="6686285" y="2561760"/>
            <a:chExt cx="484031" cy="594599"/>
          </a:xfrm>
        </p:grpSpPr>
        <p:pic>
          <p:nvPicPr>
            <p:cNvPr id="83" name="Picture 82" descr="A chip with a black background&#10;&#10;AI-generated content may be incorrect.">
              <a:extLst>
                <a:ext uri="{FF2B5EF4-FFF2-40B4-BE49-F238E27FC236}">
                  <a16:creationId xmlns:a16="http://schemas.microsoft.com/office/drawing/2014/main" id="{6841C82D-4112-7764-3A2E-4AB53C5824A0}"/>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84" name="Rounded Rectangle 83">
              <a:extLst>
                <a:ext uri="{FF2B5EF4-FFF2-40B4-BE49-F238E27FC236}">
                  <a16:creationId xmlns:a16="http://schemas.microsoft.com/office/drawing/2014/main" id="{DA31DA7B-F6FD-9AF5-E778-E91DBE24AE3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5" name="Group 84">
            <a:extLst>
              <a:ext uri="{FF2B5EF4-FFF2-40B4-BE49-F238E27FC236}">
                <a16:creationId xmlns:a16="http://schemas.microsoft.com/office/drawing/2014/main" id="{AD2CCC5D-5C1A-832C-FE9D-EBA2EF8ECD05}"/>
              </a:ext>
            </a:extLst>
          </p:cNvPr>
          <p:cNvGrpSpPr/>
          <p:nvPr/>
        </p:nvGrpSpPr>
        <p:grpSpPr>
          <a:xfrm>
            <a:off x="3672239" y="3271780"/>
            <a:ext cx="664887" cy="816769"/>
            <a:chOff x="6686285" y="2561760"/>
            <a:chExt cx="484031" cy="594599"/>
          </a:xfrm>
        </p:grpSpPr>
        <p:pic>
          <p:nvPicPr>
            <p:cNvPr id="86" name="Picture 85" descr="A chip with a black background&#10;&#10;AI-generated content may be incorrect.">
              <a:extLst>
                <a:ext uri="{FF2B5EF4-FFF2-40B4-BE49-F238E27FC236}">
                  <a16:creationId xmlns:a16="http://schemas.microsoft.com/office/drawing/2014/main" id="{E9BE0A20-C4B8-A2FF-7A75-97D292FC0250}"/>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87" name="Rounded Rectangle 86">
              <a:extLst>
                <a:ext uri="{FF2B5EF4-FFF2-40B4-BE49-F238E27FC236}">
                  <a16:creationId xmlns:a16="http://schemas.microsoft.com/office/drawing/2014/main" id="{67277577-8AFE-F596-0AF4-0944305B2A10}"/>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88" name="Group 87">
            <a:extLst>
              <a:ext uri="{FF2B5EF4-FFF2-40B4-BE49-F238E27FC236}">
                <a16:creationId xmlns:a16="http://schemas.microsoft.com/office/drawing/2014/main" id="{5541E6FF-2CB9-09FA-A1C7-1CF68C0F22DE}"/>
              </a:ext>
            </a:extLst>
          </p:cNvPr>
          <p:cNvGrpSpPr/>
          <p:nvPr/>
        </p:nvGrpSpPr>
        <p:grpSpPr>
          <a:xfrm>
            <a:off x="6285657" y="3271780"/>
            <a:ext cx="664887" cy="816769"/>
            <a:chOff x="6686285" y="2561760"/>
            <a:chExt cx="484031" cy="594599"/>
          </a:xfrm>
        </p:grpSpPr>
        <p:pic>
          <p:nvPicPr>
            <p:cNvPr id="89" name="Picture 88" descr="A chip with a black background&#10;&#10;AI-generated content may be incorrect.">
              <a:extLst>
                <a:ext uri="{FF2B5EF4-FFF2-40B4-BE49-F238E27FC236}">
                  <a16:creationId xmlns:a16="http://schemas.microsoft.com/office/drawing/2014/main" id="{58FED365-4050-B14E-C80B-9951E6AEFA6C}"/>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0" name="Rounded Rectangle 89">
              <a:extLst>
                <a:ext uri="{FF2B5EF4-FFF2-40B4-BE49-F238E27FC236}">
                  <a16:creationId xmlns:a16="http://schemas.microsoft.com/office/drawing/2014/main" id="{721B1BEB-4F05-D531-A154-F24CB73A63C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91" name="Group 90">
            <a:extLst>
              <a:ext uri="{FF2B5EF4-FFF2-40B4-BE49-F238E27FC236}">
                <a16:creationId xmlns:a16="http://schemas.microsoft.com/office/drawing/2014/main" id="{8D838415-3F60-5E26-ECFB-44B5AFC53796}"/>
              </a:ext>
            </a:extLst>
          </p:cNvPr>
          <p:cNvGrpSpPr/>
          <p:nvPr/>
        </p:nvGrpSpPr>
        <p:grpSpPr>
          <a:xfrm>
            <a:off x="8384278" y="3271780"/>
            <a:ext cx="664887" cy="816769"/>
            <a:chOff x="6686285" y="2561760"/>
            <a:chExt cx="484031" cy="594599"/>
          </a:xfrm>
        </p:grpSpPr>
        <p:pic>
          <p:nvPicPr>
            <p:cNvPr id="92" name="Picture 91" descr="A chip with a black background&#10;&#10;AI-generated content may be incorrect.">
              <a:extLst>
                <a:ext uri="{FF2B5EF4-FFF2-40B4-BE49-F238E27FC236}">
                  <a16:creationId xmlns:a16="http://schemas.microsoft.com/office/drawing/2014/main" id="{9416474B-1C79-6D01-D5CF-15DEBC4479F5}"/>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3" name="Rounded Rectangle 92">
              <a:extLst>
                <a:ext uri="{FF2B5EF4-FFF2-40B4-BE49-F238E27FC236}">
                  <a16:creationId xmlns:a16="http://schemas.microsoft.com/office/drawing/2014/main" id="{638F7621-33D6-BEBC-05E7-2B23D0D40B59}"/>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94" name="Group 93">
            <a:extLst>
              <a:ext uri="{FF2B5EF4-FFF2-40B4-BE49-F238E27FC236}">
                <a16:creationId xmlns:a16="http://schemas.microsoft.com/office/drawing/2014/main" id="{F9D09D73-3A54-B08A-9DD2-47AF1CABC597}"/>
              </a:ext>
            </a:extLst>
          </p:cNvPr>
          <p:cNvGrpSpPr/>
          <p:nvPr/>
        </p:nvGrpSpPr>
        <p:grpSpPr>
          <a:xfrm>
            <a:off x="1573618" y="4425167"/>
            <a:ext cx="664887" cy="963602"/>
            <a:chOff x="6686285" y="2454867"/>
            <a:chExt cx="484031" cy="701492"/>
          </a:xfrm>
        </p:grpSpPr>
        <p:pic>
          <p:nvPicPr>
            <p:cNvPr id="95" name="Picture 94" descr="A chip with a black background&#10;&#10;AI-generated content may be incorrect.">
              <a:extLst>
                <a:ext uri="{FF2B5EF4-FFF2-40B4-BE49-F238E27FC236}">
                  <a16:creationId xmlns:a16="http://schemas.microsoft.com/office/drawing/2014/main" id="{AF89D790-BF2F-C256-7456-37F9C7FA4632}"/>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96" name="Rounded Rectangle 95">
              <a:extLst>
                <a:ext uri="{FF2B5EF4-FFF2-40B4-BE49-F238E27FC236}">
                  <a16:creationId xmlns:a16="http://schemas.microsoft.com/office/drawing/2014/main" id="{3ACD659F-B029-8FE8-FE8D-EE71BB22D3FB}"/>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07" name="Picture 106" descr="A chip with a black background&#10;&#10;AI-generated content may be incorrect.">
              <a:extLst>
                <a:ext uri="{FF2B5EF4-FFF2-40B4-BE49-F238E27FC236}">
                  <a16:creationId xmlns:a16="http://schemas.microsoft.com/office/drawing/2014/main" id="{005D109E-45EC-19B0-3E81-8F81364638A8}"/>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00" name="Group 99">
            <a:extLst>
              <a:ext uri="{FF2B5EF4-FFF2-40B4-BE49-F238E27FC236}">
                <a16:creationId xmlns:a16="http://schemas.microsoft.com/office/drawing/2014/main" id="{7A7F86AA-EE8C-B51C-B480-E6D474F70791}"/>
              </a:ext>
            </a:extLst>
          </p:cNvPr>
          <p:cNvGrpSpPr/>
          <p:nvPr/>
        </p:nvGrpSpPr>
        <p:grpSpPr>
          <a:xfrm>
            <a:off x="1424844" y="5726705"/>
            <a:ext cx="960868" cy="962286"/>
            <a:chOff x="6577969" y="2455825"/>
            <a:chExt cx="699501" cy="700534"/>
          </a:xfrm>
        </p:grpSpPr>
        <p:pic>
          <p:nvPicPr>
            <p:cNvPr id="101" name="Picture 100" descr="A chip with a black background&#10;&#10;AI-generated content may be incorrect.">
              <a:extLst>
                <a:ext uri="{FF2B5EF4-FFF2-40B4-BE49-F238E27FC236}">
                  <a16:creationId xmlns:a16="http://schemas.microsoft.com/office/drawing/2014/main" id="{583649E6-E51C-AE1F-56E1-2E6A83A1EFB8}"/>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02" name="Rounded Rectangle 101">
              <a:extLst>
                <a:ext uri="{FF2B5EF4-FFF2-40B4-BE49-F238E27FC236}">
                  <a16:creationId xmlns:a16="http://schemas.microsoft.com/office/drawing/2014/main" id="{9000F684-BD46-2F8E-B423-2238681261BA}"/>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x16</a:t>
              </a:r>
            </a:p>
          </p:txBody>
        </p:sp>
        <p:pic>
          <p:nvPicPr>
            <p:cNvPr id="120" name="Picture 119" descr="A chip with a black background&#10;&#10;AI-generated content may be incorrect.">
              <a:extLst>
                <a:ext uri="{FF2B5EF4-FFF2-40B4-BE49-F238E27FC236}">
                  <a16:creationId xmlns:a16="http://schemas.microsoft.com/office/drawing/2014/main" id="{4A8C5B73-ACF6-6649-4BEE-6943B201A080}"/>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0800000">
              <a:off x="6779204" y="2455825"/>
              <a:ext cx="298191" cy="95108"/>
            </a:xfrm>
            <a:prstGeom prst="rect">
              <a:avLst/>
            </a:prstGeom>
          </p:spPr>
        </p:pic>
        <p:pic>
          <p:nvPicPr>
            <p:cNvPr id="121" name="Picture 120" descr="A chip with a black background&#10;&#10;AI-generated content may be incorrect.">
              <a:extLst>
                <a:ext uri="{FF2B5EF4-FFF2-40B4-BE49-F238E27FC236}">
                  <a16:creationId xmlns:a16="http://schemas.microsoft.com/office/drawing/2014/main" id="{70AF4B09-FF1A-0B6F-B9AB-FC1A298DD7A9}"/>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5400000">
              <a:off x="6476427" y="2744460"/>
              <a:ext cx="298191" cy="95108"/>
            </a:xfrm>
            <a:prstGeom prst="rect">
              <a:avLst/>
            </a:prstGeom>
          </p:spPr>
        </p:pic>
        <p:pic>
          <p:nvPicPr>
            <p:cNvPr id="122" name="Picture 121" descr="A chip with a black background&#10;&#10;AI-generated content may be incorrect.">
              <a:extLst>
                <a:ext uri="{FF2B5EF4-FFF2-40B4-BE49-F238E27FC236}">
                  <a16:creationId xmlns:a16="http://schemas.microsoft.com/office/drawing/2014/main" id="{77251CE9-3E43-7694-59BF-C91E989DFEB2}"/>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6200000">
              <a:off x="7080820" y="2744460"/>
              <a:ext cx="298191" cy="95108"/>
            </a:xfrm>
            <a:prstGeom prst="rect">
              <a:avLst/>
            </a:prstGeom>
          </p:spPr>
        </p:pic>
      </p:grpSp>
      <p:pic>
        <p:nvPicPr>
          <p:cNvPr id="103" name="Picture 102" descr="A chip with a black background&#10;&#10;AI-generated content may be incorrect.">
            <a:extLst>
              <a:ext uri="{FF2B5EF4-FFF2-40B4-BE49-F238E27FC236}">
                <a16:creationId xmlns:a16="http://schemas.microsoft.com/office/drawing/2014/main" id="{8D971A4A-FC0B-5B33-76D4-B3C08DAC7F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4527" y="5484459"/>
            <a:ext cx="989950" cy="989950"/>
          </a:xfrm>
          <a:prstGeom prst="rect">
            <a:avLst/>
          </a:prstGeom>
        </p:spPr>
      </p:pic>
      <p:grpSp>
        <p:nvGrpSpPr>
          <p:cNvPr id="108" name="Group 107">
            <a:extLst>
              <a:ext uri="{FF2B5EF4-FFF2-40B4-BE49-F238E27FC236}">
                <a16:creationId xmlns:a16="http://schemas.microsoft.com/office/drawing/2014/main" id="{9B943AC2-BA8B-3E7B-AC35-FA02FF4BF88C}"/>
              </a:ext>
            </a:extLst>
          </p:cNvPr>
          <p:cNvGrpSpPr/>
          <p:nvPr/>
        </p:nvGrpSpPr>
        <p:grpSpPr>
          <a:xfrm>
            <a:off x="2624000" y="4425167"/>
            <a:ext cx="664887" cy="963602"/>
            <a:chOff x="6686285" y="2454867"/>
            <a:chExt cx="484031" cy="701492"/>
          </a:xfrm>
        </p:grpSpPr>
        <p:pic>
          <p:nvPicPr>
            <p:cNvPr id="109" name="Picture 108" descr="A chip with a black background&#10;&#10;AI-generated content may be incorrect.">
              <a:extLst>
                <a:ext uri="{FF2B5EF4-FFF2-40B4-BE49-F238E27FC236}">
                  <a16:creationId xmlns:a16="http://schemas.microsoft.com/office/drawing/2014/main" id="{404935A0-78A6-6882-8AA6-8DC31ECE81B9}"/>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0" name="Rounded Rectangle 109">
              <a:extLst>
                <a:ext uri="{FF2B5EF4-FFF2-40B4-BE49-F238E27FC236}">
                  <a16:creationId xmlns:a16="http://schemas.microsoft.com/office/drawing/2014/main" id="{FD644356-0906-85DD-79C6-71FDE679AC0C}"/>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1" name="Picture 110" descr="A chip with a black background&#10;&#10;AI-generated content may be incorrect.">
              <a:extLst>
                <a:ext uri="{FF2B5EF4-FFF2-40B4-BE49-F238E27FC236}">
                  <a16:creationId xmlns:a16="http://schemas.microsoft.com/office/drawing/2014/main" id="{293E7541-150C-75C7-0B26-DFCC659B4B9D}"/>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12" name="Group 111">
            <a:extLst>
              <a:ext uri="{FF2B5EF4-FFF2-40B4-BE49-F238E27FC236}">
                <a16:creationId xmlns:a16="http://schemas.microsoft.com/office/drawing/2014/main" id="{62BEFDD6-5E81-EB2B-76AE-21F287C2311F}"/>
              </a:ext>
            </a:extLst>
          </p:cNvPr>
          <p:cNvGrpSpPr/>
          <p:nvPr/>
        </p:nvGrpSpPr>
        <p:grpSpPr>
          <a:xfrm>
            <a:off x="3672239" y="4425167"/>
            <a:ext cx="664887" cy="963602"/>
            <a:chOff x="6686285" y="2454867"/>
            <a:chExt cx="484031" cy="701492"/>
          </a:xfrm>
        </p:grpSpPr>
        <p:pic>
          <p:nvPicPr>
            <p:cNvPr id="113" name="Picture 112" descr="A chip with a black background&#10;&#10;AI-generated content may be incorrect.">
              <a:extLst>
                <a:ext uri="{FF2B5EF4-FFF2-40B4-BE49-F238E27FC236}">
                  <a16:creationId xmlns:a16="http://schemas.microsoft.com/office/drawing/2014/main" id="{F1856679-7FF7-C955-2476-B6A78092F436}"/>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4" name="Rounded Rectangle 113">
              <a:extLst>
                <a:ext uri="{FF2B5EF4-FFF2-40B4-BE49-F238E27FC236}">
                  <a16:creationId xmlns:a16="http://schemas.microsoft.com/office/drawing/2014/main" id="{D78CDCE4-632B-D42D-62E7-F6B5D2A7D10C}"/>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5" name="Picture 114" descr="A chip with a black background&#10;&#10;AI-generated content may be incorrect.">
              <a:extLst>
                <a:ext uri="{FF2B5EF4-FFF2-40B4-BE49-F238E27FC236}">
                  <a16:creationId xmlns:a16="http://schemas.microsoft.com/office/drawing/2014/main" id="{4EF2BCDD-2F52-34E9-075D-185925488344}"/>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16" name="Group 115">
            <a:extLst>
              <a:ext uri="{FF2B5EF4-FFF2-40B4-BE49-F238E27FC236}">
                <a16:creationId xmlns:a16="http://schemas.microsoft.com/office/drawing/2014/main" id="{372C9AE4-4B5A-507D-03D4-2C8E2385B04D}"/>
              </a:ext>
            </a:extLst>
          </p:cNvPr>
          <p:cNvGrpSpPr/>
          <p:nvPr/>
        </p:nvGrpSpPr>
        <p:grpSpPr>
          <a:xfrm>
            <a:off x="4730133" y="4425167"/>
            <a:ext cx="664887" cy="963602"/>
            <a:chOff x="6686285" y="2454867"/>
            <a:chExt cx="484031" cy="701492"/>
          </a:xfrm>
        </p:grpSpPr>
        <p:pic>
          <p:nvPicPr>
            <p:cNvPr id="117" name="Picture 116" descr="A chip with a black background&#10;&#10;AI-generated content may be incorrect.">
              <a:extLst>
                <a:ext uri="{FF2B5EF4-FFF2-40B4-BE49-F238E27FC236}">
                  <a16:creationId xmlns:a16="http://schemas.microsoft.com/office/drawing/2014/main" id="{F48FB271-86BB-55C5-8CA7-9CB54C6F6E32}"/>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18" name="Rounded Rectangle 117">
              <a:extLst>
                <a:ext uri="{FF2B5EF4-FFF2-40B4-BE49-F238E27FC236}">
                  <a16:creationId xmlns:a16="http://schemas.microsoft.com/office/drawing/2014/main" id="{4AD1B4C4-FAE3-6C2A-563A-E35C598E707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x8</a:t>
              </a:r>
            </a:p>
          </p:txBody>
        </p:sp>
        <p:pic>
          <p:nvPicPr>
            <p:cNvPr id="119" name="Picture 118" descr="A chip with a black background&#10;&#10;AI-generated content may be incorrect.">
              <a:extLst>
                <a:ext uri="{FF2B5EF4-FFF2-40B4-BE49-F238E27FC236}">
                  <a16:creationId xmlns:a16="http://schemas.microsoft.com/office/drawing/2014/main" id="{5FCE8F03-4CDE-DF7D-8434-A687CF693E3B}"/>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0800000">
              <a:off x="6779204" y="2454867"/>
              <a:ext cx="298191" cy="95108"/>
            </a:xfrm>
            <a:prstGeom prst="rect">
              <a:avLst/>
            </a:prstGeom>
          </p:spPr>
        </p:pic>
      </p:grpSp>
      <p:grpSp>
        <p:nvGrpSpPr>
          <p:cNvPr id="123" name="Group 122">
            <a:extLst>
              <a:ext uri="{FF2B5EF4-FFF2-40B4-BE49-F238E27FC236}">
                <a16:creationId xmlns:a16="http://schemas.microsoft.com/office/drawing/2014/main" id="{B4484CB4-9F1E-13B5-348A-B270639CA596}"/>
              </a:ext>
            </a:extLst>
          </p:cNvPr>
          <p:cNvGrpSpPr/>
          <p:nvPr/>
        </p:nvGrpSpPr>
        <p:grpSpPr>
          <a:xfrm>
            <a:off x="2476007" y="5726705"/>
            <a:ext cx="960868" cy="962286"/>
            <a:chOff x="6577969" y="2455825"/>
            <a:chExt cx="699501" cy="700534"/>
          </a:xfrm>
        </p:grpSpPr>
        <p:pic>
          <p:nvPicPr>
            <p:cNvPr id="124" name="Picture 123" descr="A chip with a black background&#10;&#10;AI-generated content may be incorrect.">
              <a:extLst>
                <a:ext uri="{FF2B5EF4-FFF2-40B4-BE49-F238E27FC236}">
                  <a16:creationId xmlns:a16="http://schemas.microsoft.com/office/drawing/2014/main" id="{F55E6A52-938D-3E95-3196-2E145F4A41C1}"/>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125" name="Rounded Rectangle 124">
              <a:extLst>
                <a:ext uri="{FF2B5EF4-FFF2-40B4-BE49-F238E27FC236}">
                  <a16:creationId xmlns:a16="http://schemas.microsoft.com/office/drawing/2014/main" id="{81F4C165-8F8B-F465-E2D9-E62096FE7CD5}"/>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x16</a:t>
              </a:r>
            </a:p>
          </p:txBody>
        </p:sp>
        <p:pic>
          <p:nvPicPr>
            <p:cNvPr id="126" name="Picture 125" descr="A chip with a black background&#10;&#10;AI-generated content may be incorrect.">
              <a:extLst>
                <a:ext uri="{FF2B5EF4-FFF2-40B4-BE49-F238E27FC236}">
                  <a16:creationId xmlns:a16="http://schemas.microsoft.com/office/drawing/2014/main" id="{B7977C25-FA5D-3BD0-1752-3755B1D52B11}"/>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0800000">
              <a:off x="6779204" y="2455825"/>
              <a:ext cx="298191" cy="95108"/>
            </a:xfrm>
            <a:prstGeom prst="rect">
              <a:avLst/>
            </a:prstGeom>
          </p:spPr>
        </p:pic>
        <p:pic>
          <p:nvPicPr>
            <p:cNvPr id="127" name="Picture 126" descr="A chip with a black background&#10;&#10;AI-generated content may be incorrect.">
              <a:extLst>
                <a:ext uri="{FF2B5EF4-FFF2-40B4-BE49-F238E27FC236}">
                  <a16:creationId xmlns:a16="http://schemas.microsoft.com/office/drawing/2014/main" id="{0098D960-6FF9-EBC4-E524-8559E35C6AF5}"/>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5400000">
              <a:off x="6476427" y="2744460"/>
              <a:ext cx="298191" cy="95108"/>
            </a:xfrm>
            <a:prstGeom prst="rect">
              <a:avLst/>
            </a:prstGeom>
          </p:spPr>
        </p:pic>
        <p:pic>
          <p:nvPicPr>
            <p:cNvPr id="128" name="Picture 127" descr="A chip with a black background&#10;&#10;AI-generated content may be incorrect.">
              <a:extLst>
                <a:ext uri="{FF2B5EF4-FFF2-40B4-BE49-F238E27FC236}">
                  <a16:creationId xmlns:a16="http://schemas.microsoft.com/office/drawing/2014/main" id="{366F19E3-8BDD-A4BC-4835-0944DE3830F9}"/>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rot="16200000">
              <a:off x="7080820" y="2744460"/>
              <a:ext cx="298191" cy="95108"/>
            </a:xfrm>
            <a:prstGeom prst="rect">
              <a:avLst/>
            </a:prstGeom>
          </p:spPr>
        </p:pic>
      </p:grpSp>
      <p:sp>
        <p:nvSpPr>
          <p:cNvPr id="4" name="Title 1">
            <a:extLst>
              <a:ext uri="{FF2B5EF4-FFF2-40B4-BE49-F238E27FC236}">
                <a16:creationId xmlns:a16="http://schemas.microsoft.com/office/drawing/2014/main" id="{0FB3CEC9-F5D0-B7EE-A503-685DD2A9C9AA}"/>
              </a:ext>
            </a:extLst>
          </p:cNvPr>
          <p:cNvSpPr txBox="1">
            <a:spLocks/>
          </p:cNvSpPr>
          <p:nvPr/>
        </p:nvSpPr>
        <p:spPr>
          <a:xfrm>
            <a:off x="622300" y="389827"/>
            <a:ext cx="10421922" cy="726072"/>
          </a:xfrm>
          <a:prstGeom prst="rect">
            <a:avLst/>
          </a:prstGeom>
        </p:spPr>
        <p:txBody>
          <a:bodyPr vert="horz" lIns="91440" tIns="45720" rIns="91440" bIns="45720" rtlCol="0" anchor="ctr">
            <a:noAutofit/>
          </a:bodyPr>
          <a:lstStyle>
            <a:lvl1pPr algn="l" defTabSz="1219170" rtl="0" eaLnBrk="1" latinLnBrk="0" hangingPunct="1">
              <a:lnSpc>
                <a:spcPct val="90000"/>
              </a:lnSpc>
              <a:spcBef>
                <a:spcPct val="0"/>
              </a:spcBef>
              <a:buNone/>
              <a:defRPr lang="en-US" sz="4800" b="0" kern="1200" dirty="0">
                <a:solidFill>
                  <a:schemeClr val="bg1"/>
                </a:solidFill>
                <a:latin typeface="+mn-lt"/>
                <a:ea typeface="+mj-ea"/>
                <a:cs typeface="+mj-cs"/>
              </a:defRPr>
            </a:lvl1pPr>
          </a:lstStyle>
          <a:p>
            <a:r>
              <a:rPr lang="en-US" altLang="zh-CN" dirty="0"/>
              <a:t>Common Die</a:t>
            </a:r>
            <a:endParaRPr lang="en-US" dirty="0"/>
          </a:p>
        </p:txBody>
      </p:sp>
    </p:spTree>
    <p:custDataLst>
      <p:tags r:id="rId1"/>
    </p:custDataLst>
    <p:extLst>
      <p:ext uri="{BB962C8B-B14F-4D97-AF65-F5344CB8AC3E}">
        <p14:creationId xmlns:p14="http://schemas.microsoft.com/office/powerpoint/2010/main" val="891981273"/>
      </p:ext>
    </p:extLst>
  </p:cSld>
  <p:clrMapOvr>
    <a:masterClrMapping/>
  </p:clrMapOvr>
  <mc:AlternateContent xmlns:mc="http://schemas.openxmlformats.org/markup-compatibility/2006" xmlns:p14="http://schemas.microsoft.com/office/powerpoint/2010/main">
    <mc:Choice Requires="p14">
      <p:transition spd="slow" p14:dur="2000" advTm="17897"/>
    </mc:Choice>
    <mc:Fallback xmlns="">
      <p:transition spd="slow" advTm="178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B3EA-31DC-E7CA-ECFF-EBEDB36D9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B8CE6-AA90-FF81-49A0-EBA27B39DF22}"/>
              </a:ext>
            </a:extLst>
          </p:cNvPr>
          <p:cNvSpPr>
            <a:spLocks noGrp="1"/>
          </p:cNvSpPr>
          <p:nvPr>
            <p:ph type="title"/>
          </p:nvPr>
        </p:nvSpPr>
        <p:spPr/>
        <p:txBody>
          <a:bodyPr/>
          <a:lstStyle/>
          <a:p>
            <a:r>
              <a:rPr lang="en-US" dirty="0"/>
              <a:t>Challenge</a:t>
            </a:r>
            <a:r>
              <a:rPr lang="zh-CN" altLang="en-US" dirty="0"/>
              <a:t> </a:t>
            </a:r>
            <a:r>
              <a:rPr lang="en-US" altLang="zh-CN" dirty="0"/>
              <a:t>I: Reassign Bandwidth</a:t>
            </a:r>
            <a:endParaRPr lang="en-US" dirty="0"/>
          </a:p>
        </p:txBody>
      </p:sp>
      <p:sp>
        <p:nvSpPr>
          <p:cNvPr id="5" name="Rectangle 4">
            <a:extLst>
              <a:ext uri="{FF2B5EF4-FFF2-40B4-BE49-F238E27FC236}">
                <a16:creationId xmlns:a16="http://schemas.microsoft.com/office/drawing/2014/main" id="{F2B33B57-A95C-1247-4729-9C919D00BD8A}"/>
              </a:ext>
            </a:extLst>
          </p:cNvPr>
          <p:cNvSpPr/>
          <p:nvPr/>
        </p:nvSpPr>
        <p:spPr>
          <a:xfrm flipH="1">
            <a:off x="1706269"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6" name="Straight Connector 5">
            <a:extLst>
              <a:ext uri="{FF2B5EF4-FFF2-40B4-BE49-F238E27FC236}">
                <a16:creationId xmlns:a16="http://schemas.microsoft.com/office/drawing/2014/main" id="{923D2018-6FA3-3C28-3B00-ABBB9FD46AB4}"/>
              </a:ext>
            </a:extLst>
          </p:cNvPr>
          <p:cNvCxnSpPr>
            <a:cxnSpLocks/>
          </p:cNvCxnSpPr>
          <p:nvPr/>
        </p:nvCxnSpPr>
        <p:spPr>
          <a:xfrm>
            <a:off x="2743661"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D6E68FA-E06A-0AA9-B7A1-E26A2BDC40D2}"/>
              </a:ext>
            </a:extLst>
          </p:cNvPr>
          <p:cNvCxnSpPr>
            <a:cxnSpLocks/>
          </p:cNvCxnSpPr>
          <p:nvPr/>
        </p:nvCxnSpPr>
        <p:spPr>
          <a:xfrm>
            <a:off x="2776254"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60304C-569F-31E7-BADB-11089D03AB28}"/>
              </a:ext>
            </a:extLst>
          </p:cNvPr>
          <p:cNvCxnSpPr>
            <a:cxnSpLocks/>
          </p:cNvCxnSpPr>
          <p:nvPr/>
        </p:nvCxnSpPr>
        <p:spPr>
          <a:xfrm>
            <a:off x="1778556"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2" name="Rectangle: Rounded Corners 1571">
            <a:extLst>
              <a:ext uri="{FF2B5EF4-FFF2-40B4-BE49-F238E27FC236}">
                <a16:creationId xmlns:a16="http://schemas.microsoft.com/office/drawing/2014/main" id="{04A8D5C0-9F9C-0F42-7135-7504881301B3}"/>
              </a:ext>
            </a:extLst>
          </p:cNvPr>
          <p:cNvSpPr/>
          <p:nvPr/>
        </p:nvSpPr>
        <p:spPr>
          <a:xfrm>
            <a:off x="2182055"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4" name="Straight Connector 13">
            <a:extLst>
              <a:ext uri="{FF2B5EF4-FFF2-40B4-BE49-F238E27FC236}">
                <a16:creationId xmlns:a16="http://schemas.microsoft.com/office/drawing/2014/main" id="{EC824D61-A5C3-86FB-94EF-ED78DF72D73E}"/>
              </a:ext>
            </a:extLst>
          </p:cNvPr>
          <p:cNvCxnSpPr>
            <a:cxnSpLocks/>
          </p:cNvCxnSpPr>
          <p:nvPr/>
        </p:nvCxnSpPr>
        <p:spPr>
          <a:xfrm flipV="1">
            <a:off x="2779720"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2F6CE9-BDB7-5985-535A-55281B5AC1F1}"/>
              </a:ext>
            </a:extLst>
          </p:cNvPr>
          <p:cNvCxnSpPr>
            <a:cxnSpLocks/>
          </p:cNvCxnSpPr>
          <p:nvPr/>
        </p:nvCxnSpPr>
        <p:spPr>
          <a:xfrm flipV="1">
            <a:off x="2437987"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7EAC590-C8EA-D573-D317-994402D8238E}"/>
              </a:ext>
            </a:extLst>
          </p:cNvPr>
          <p:cNvCxnSpPr>
            <a:cxnSpLocks/>
          </p:cNvCxnSpPr>
          <p:nvPr/>
        </p:nvCxnSpPr>
        <p:spPr>
          <a:xfrm flipV="1">
            <a:off x="2779720"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81C4C22-8B22-DD8B-91C5-7C8802C99596}"/>
              </a:ext>
            </a:extLst>
          </p:cNvPr>
          <p:cNvCxnSpPr>
            <a:cxnSpLocks/>
          </p:cNvCxnSpPr>
          <p:nvPr/>
        </p:nvCxnSpPr>
        <p:spPr>
          <a:xfrm>
            <a:off x="3382970"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9" name="Rectangle: Rounded Corners 1744">
            <a:extLst>
              <a:ext uri="{FF2B5EF4-FFF2-40B4-BE49-F238E27FC236}">
                <a16:creationId xmlns:a16="http://schemas.microsoft.com/office/drawing/2014/main" id="{C70E5F0B-A22C-A561-30B2-A5764D3416A2}"/>
              </a:ext>
            </a:extLst>
          </p:cNvPr>
          <p:cNvSpPr/>
          <p:nvPr/>
        </p:nvSpPr>
        <p:spPr>
          <a:xfrm>
            <a:off x="3883800"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24" name="Straight Connector 23">
            <a:extLst>
              <a:ext uri="{FF2B5EF4-FFF2-40B4-BE49-F238E27FC236}">
                <a16:creationId xmlns:a16="http://schemas.microsoft.com/office/drawing/2014/main" id="{14365CFB-28D6-198A-258E-EA99C4C7C5AA}"/>
              </a:ext>
            </a:extLst>
          </p:cNvPr>
          <p:cNvCxnSpPr>
            <a:cxnSpLocks/>
          </p:cNvCxnSpPr>
          <p:nvPr/>
        </p:nvCxnSpPr>
        <p:spPr>
          <a:xfrm>
            <a:off x="4727930" y="5135666"/>
            <a:ext cx="257302" cy="0"/>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F62BF40-F1CB-28BF-6CA2-8775CD94CD5F}"/>
              </a:ext>
            </a:extLst>
          </p:cNvPr>
          <p:cNvCxnSpPr>
            <a:cxnSpLocks/>
          </p:cNvCxnSpPr>
          <p:nvPr/>
        </p:nvCxnSpPr>
        <p:spPr>
          <a:xfrm>
            <a:off x="4977852"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28" name="Isosceles Triangle 1756">
            <a:extLst>
              <a:ext uri="{FF2B5EF4-FFF2-40B4-BE49-F238E27FC236}">
                <a16:creationId xmlns:a16="http://schemas.microsoft.com/office/drawing/2014/main" id="{14A43042-4D71-F49F-90B0-861D4EAC5B0D}"/>
              </a:ext>
            </a:extLst>
          </p:cNvPr>
          <p:cNvSpPr/>
          <p:nvPr/>
        </p:nvSpPr>
        <p:spPr>
          <a:xfrm rot="10800000">
            <a:off x="2631488"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32" name="TextBox 31">
            <a:extLst>
              <a:ext uri="{FF2B5EF4-FFF2-40B4-BE49-F238E27FC236}">
                <a16:creationId xmlns:a16="http://schemas.microsoft.com/office/drawing/2014/main" id="{D4326CEB-254D-8B92-4345-CF935C00835A}"/>
              </a:ext>
            </a:extLst>
          </p:cNvPr>
          <p:cNvSpPr txBox="1"/>
          <p:nvPr/>
        </p:nvSpPr>
        <p:spPr>
          <a:xfrm>
            <a:off x="1479528" y="7163354"/>
            <a:ext cx="1516214" cy="369332"/>
          </a:xfrm>
          <a:prstGeom prst="rect">
            <a:avLst/>
          </a:prstGeom>
          <a:noFill/>
        </p:spPr>
        <p:txBody>
          <a:bodyPr wrap="square">
            <a:spAutoFit/>
          </a:bodyPr>
          <a:lstStyle/>
          <a:p>
            <a:pPr algn="ctr"/>
            <a:r>
              <a:rPr lang="en-US" b="1" dirty="0"/>
              <a:t>Pin [0-3]</a:t>
            </a:r>
          </a:p>
        </p:txBody>
      </p:sp>
      <p:sp>
        <p:nvSpPr>
          <p:cNvPr id="33" name="Rounded Rectangle 32">
            <a:extLst>
              <a:ext uri="{FF2B5EF4-FFF2-40B4-BE49-F238E27FC236}">
                <a16:creationId xmlns:a16="http://schemas.microsoft.com/office/drawing/2014/main" id="{9E88CEC4-7BC7-1656-9811-26312E995EAA}"/>
              </a:ext>
            </a:extLst>
          </p:cNvPr>
          <p:cNvSpPr/>
          <p:nvPr/>
        </p:nvSpPr>
        <p:spPr>
          <a:xfrm>
            <a:off x="1894561"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37FC085F-8DBE-36CD-085C-40B0C805A9C5}"/>
              </a:ext>
            </a:extLst>
          </p:cNvPr>
          <p:cNvSpPr/>
          <p:nvPr/>
        </p:nvSpPr>
        <p:spPr>
          <a:xfrm>
            <a:off x="1854625"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EBD7EDA3-754C-EE85-D1F4-8B7412841320}"/>
              </a:ext>
            </a:extLst>
          </p:cNvPr>
          <p:cNvSpPr/>
          <p:nvPr/>
        </p:nvSpPr>
        <p:spPr>
          <a:xfrm>
            <a:off x="1810020"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7D9FA520-D5EC-34EC-D207-D1A6ABDE7968}"/>
              </a:ext>
            </a:extLst>
          </p:cNvPr>
          <p:cNvSpPr/>
          <p:nvPr/>
        </p:nvSpPr>
        <p:spPr>
          <a:xfrm>
            <a:off x="1766054"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a:extLst>
              <a:ext uri="{FF2B5EF4-FFF2-40B4-BE49-F238E27FC236}">
                <a16:creationId xmlns:a16="http://schemas.microsoft.com/office/drawing/2014/main" id="{C0989D0F-1A28-A77B-587F-007821B12A03}"/>
              </a:ext>
            </a:extLst>
          </p:cNvPr>
          <p:cNvSpPr/>
          <p:nvPr/>
        </p:nvSpPr>
        <p:spPr>
          <a:xfrm>
            <a:off x="3062961"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102B3CDE-0670-741B-1CFE-8E1B780B9795}"/>
              </a:ext>
            </a:extLst>
          </p:cNvPr>
          <p:cNvSpPr/>
          <p:nvPr/>
        </p:nvSpPr>
        <p:spPr>
          <a:xfrm>
            <a:off x="3023025"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7151DD96-E1A8-01D5-5A6D-2A605C4D99C2}"/>
              </a:ext>
            </a:extLst>
          </p:cNvPr>
          <p:cNvSpPr/>
          <p:nvPr/>
        </p:nvSpPr>
        <p:spPr>
          <a:xfrm>
            <a:off x="2978420"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a:extLst>
              <a:ext uri="{FF2B5EF4-FFF2-40B4-BE49-F238E27FC236}">
                <a16:creationId xmlns:a16="http://schemas.microsoft.com/office/drawing/2014/main" id="{42004C5C-8909-F794-B5B6-422B5300A5CA}"/>
              </a:ext>
            </a:extLst>
          </p:cNvPr>
          <p:cNvSpPr/>
          <p:nvPr/>
        </p:nvSpPr>
        <p:spPr>
          <a:xfrm>
            <a:off x="2934454"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38523678-15A9-8833-240C-71576ED6B0BA}"/>
              </a:ext>
            </a:extLst>
          </p:cNvPr>
          <p:cNvSpPr/>
          <p:nvPr/>
        </p:nvSpPr>
        <p:spPr>
          <a:xfrm>
            <a:off x="4239827"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7639B387-7665-0121-6945-7CB981EDE22C}"/>
              </a:ext>
            </a:extLst>
          </p:cNvPr>
          <p:cNvSpPr/>
          <p:nvPr/>
        </p:nvSpPr>
        <p:spPr>
          <a:xfrm>
            <a:off x="4199891"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B22B9A26-9334-34BF-143D-73E66500956D}"/>
              </a:ext>
            </a:extLst>
          </p:cNvPr>
          <p:cNvSpPr/>
          <p:nvPr/>
        </p:nvSpPr>
        <p:spPr>
          <a:xfrm>
            <a:off x="4155286"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92D06C5B-6823-BC13-9159-93087C89DDE3}"/>
              </a:ext>
            </a:extLst>
          </p:cNvPr>
          <p:cNvSpPr/>
          <p:nvPr/>
        </p:nvSpPr>
        <p:spPr>
          <a:xfrm>
            <a:off x="4111320"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FF400D9-0AA4-9AC2-E105-8BA683D3C2A1}"/>
              </a:ext>
            </a:extLst>
          </p:cNvPr>
          <p:cNvSpPr txBox="1"/>
          <p:nvPr/>
        </p:nvSpPr>
        <p:spPr>
          <a:xfrm>
            <a:off x="1900309" y="3640670"/>
            <a:ext cx="733983" cy="369332"/>
          </a:xfrm>
          <a:prstGeom prst="rect">
            <a:avLst/>
          </a:prstGeom>
          <a:noFill/>
        </p:spPr>
        <p:txBody>
          <a:bodyPr wrap="none" rtlCol="0">
            <a:spAutoFit/>
          </a:bodyPr>
          <a:lstStyle/>
          <a:p>
            <a:r>
              <a:rPr lang="en-US" dirty="0"/>
              <a:t>Banks</a:t>
            </a:r>
          </a:p>
        </p:txBody>
      </p:sp>
      <p:cxnSp>
        <p:nvCxnSpPr>
          <p:cNvPr id="46" name="Straight Connector 45">
            <a:extLst>
              <a:ext uri="{FF2B5EF4-FFF2-40B4-BE49-F238E27FC236}">
                <a16:creationId xmlns:a16="http://schemas.microsoft.com/office/drawing/2014/main" id="{30652ACE-8088-62D0-303D-90189AD3C302}"/>
              </a:ext>
            </a:extLst>
          </p:cNvPr>
          <p:cNvCxnSpPr>
            <a:cxnSpLocks/>
          </p:cNvCxnSpPr>
          <p:nvPr/>
        </p:nvCxnSpPr>
        <p:spPr>
          <a:xfrm flipV="1">
            <a:off x="2315722"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84D5B3E-879B-CDEE-3FA4-9EC91DBC96C7}"/>
              </a:ext>
            </a:extLst>
          </p:cNvPr>
          <p:cNvCxnSpPr>
            <a:cxnSpLocks/>
          </p:cNvCxnSpPr>
          <p:nvPr/>
        </p:nvCxnSpPr>
        <p:spPr>
          <a:xfrm flipV="1">
            <a:off x="3443934"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E056F47-C78B-6580-AB3C-C7A55980BA52}"/>
              </a:ext>
            </a:extLst>
          </p:cNvPr>
          <p:cNvCxnSpPr>
            <a:cxnSpLocks/>
          </p:cNvCxnSpPr>
          <p:nvPr/>
        </p:nvCxnSpPr>
        <p:spPr>
          <a:xfrm flipV="1">
            <a:off x="4596588"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57" name="Flowchart: Manual Operation 1572">
            <a:extLst>
              <a:ext uri="{FF2B5EF4-FFF2-40B4-BE49-F238E27FC236}">
                <a16:creationId xmlns:a16="http://schemas.microsoft.com/office/drawing/2014/main" id="{5302E39D-C851-7EE5-705C-2213F0673755}"/>
              </a:ext>
            </a:extLst>
          </p:cNvPr>
          <p:cNvSpPr/>
          <p:nvPr/>
        </p:nvSpPr>
        <p:spPr>
          <a:xfrm>
            <a:off x="1810021"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58" name="TextBox 57">
            <a:extLst>
              <a:ext uri="{FF2B5EF4-FFF2-40B4-BE49-F238E27FC236}">
                <a16:creationId xmlns:a16="http://schemas.microsoft.com/office/drawing/2014/main" id="{1D9C8D68-6B2D-5E4D-0CC0-57ADB6E10077}"/>
              </a:ext>
            </a:extLst>
          </p:cNvPr>
          <p:cNvSpPr txBox="1"/>
          <p:nvPr/>
        </p:nvSpPr>
        <p:spPr>
          <a:xfrm>
            <a:off x="2440988" y="7095431"/>
            <a:ext cx="3609422" cy="461665"/>
          </a:xfrm>
          <a:prstGeom prst="rect">
            <a:avLst/>
          </a:prstGeom>
          <a:noFill/>
        </p:spPr>
        <p:txBody>
          <a:bodyPr wrap="square">
            <a:spAutoFit/>
          </a:bodyPr>
          <a:lstStyle/>
          <a:p>
            <a:pPr algn="ctr"/>
            <a:r>
              <a:rPr lang="en-US" sz="2400" b="1" dirty="0">
                <a:solidFill>
                  <a:srgbClr val="FF0000"/>
                </a:solidFill>
              </a:rPr>
              <a:t>Pin [4-7](disabled)</a:t>
            </a:r>
            <a:endParaRPr lang="en-US" sz="2800" b="1" dirty="0">
              <a:solidFill>
                <a:srgbClr val="FF0000"/>
              </a:solidFill>
            </a:endParaRPr>
          </a:p>
        </p:txBody>
      </p:sp>
      <p:sp>
        <p:nvSpPr>
          <p:cNvPr id="88" name="TextBox 87">
            <a:extLst>
              <a:ext uri="{FF2B5EF4-FFF2-40B4-BE49-F238E27FC236}">
                <a16:creationId xmlns:a16="http://schemas.microsoft.com/office/drawing/2014/main" id="{4652A611-368C-B995-E00B-65D4A9BDE495}"/>
              </a:ext>
            </a:extLst>
          </p:cNvPr>
          <p:cNvSpPr txBox="1"/>
          <p:nvPr/>
        </p:nvSpPr>
        <p:spPr>
          <a:xfrm>
            <a:off x="7093333" y="7163354"/>
            <a:ext cx="1516214" cy="369332"/>
          </a:xfrm>
          <a:prstGeom prst="rect">
            <a:avLst/>
          </a:prstGeom>
          <a:noFill/>
        </p:spPr>
        <p:txBody>
          <a:bodyPr wrap="square">
            <a:spAutoFit/>
          </a:bodyPr>
          <a:lstStyle/>
          <a:p>
            <a:pPr algn="ctr"/>
            <a:r>
              <a:rPr lang="en-US" b="1" dirty="0"/>
              <a:t>Pin [0-3]</a:t>
            </a:r>
          </a:p>
        </p:txBody>
      </p:sp>
      <p:cxnSp>
        <p:nvCxnSpPr>
          <p:cNvPr id="130" name="Straight Arrow Connector 129">
            <a:extLst>
              <a:ext uri="{FF2B5EF4-FFF2-40B4-BE49-F238E27FC236}">
                <a16:creationId xmlns:a16="http://schemas.microsoft.com/office/drawing/2014/main" id="{952ACDC4-6A73-218E-49FC-AF98FFBE0C19}"/>
              </a:ext>
            </a:extLst>
          </p:cNvPr>
          <p:cNvCxnSpPr>
            <a:cxnSpLocks/>
          </p:cNvCxnSpPr>
          <p:nvPr/>
        </p:nvCxnSpPr>
        <p:spPr>
          <a:xfrm>
            <a:off x="5600701" y="5135666"/>
            <a:ext cx="1062865" cy="0"/>
          </a:xfrm>
          <a:prstGeom prst="straightConnector1">
            <a:avLst/>
          </a:prstGeom>
          <a:ln w="63500">
            <a:tailEnd type="triangle" w="med" len="lg"/>
          </a:ln>
        </p:spPr>
        <p:style>
          <a:lnRef idx="2">
            <a:schemeClr val="accent1"/>
          </a:lnRef>
          <a:fillRef idx="0">
            <a:schemeClr val="accent1"/>
          </a:fillRef>
          <a:effectRef idx="1">
            <a:schemeClr val="accent1"/>
          </a:effectRef>
          <a:fontRef idx="minor">
            <a:schemeClr val="tx1"/>
          </a:fontRef>
        </p:style>
      </p:cxnSp>
      <p:cxnSp>
        <p:nvCxnSpPr>
          <p:cNvPr id="156" name="Straight Connector 155">
            <a:extLst>
              <a:ext uri="{FF2B5EF4-FFF2-40B4-BE49-F238E27FC236}">
                <a16:creationId xmlns:a16="http://schemas.microsoft.com/office/drawing/2014/main" id="{DB2DCA44-DE6F-F94D-1363-98FFECCE7D54}"/>
              </a:ext>
            </a:extLst>
          </p:cNvPr>
          <p:cNvCxnSpPr>
            <a:cxnSpLocks/>
          </p:cNvCxnSpPr>
          <p:nvPr/>
        </p:nvCxnSpPr>
        <p:spPr>
          <a:xfrm>
            <a:off x="2955482"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7" name="Isosceles Triangle 1756">
            <a:extLst>
              <a:ext uri="{FF2B5EF4-FFF2-40B4-BE49-F238E27FC236}">
                <a16:creationId xmlns:a16="http://schemas.microsoft.com/office/drawing/2014/main" id="{202D7EF4-C5E2-81B0-831B-D1F0C15C9263}"/>
              </a:ext>
            </a:extLst>
          </p:cNvPr>
          <p:cNvSpPr/>
          <p:nvPr/>
        </p:nvSpPr>
        <p:spPr>
          <a:xfrm rot="10800000">
            <a:off x="2843309"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58" name="Straight Connector 157">
            <a:extLst>
              <a:ext uri="{FF2B5EF4-FFF2-40B4-BE49-F238E27FC236}">
                <a16:creationId xmlns:a16="http://schemas.microsoft.com/office/drawing/2014/main" id="{09E0F474-0078-00C0-F632-BB8F1F70A20E}"/>
              </a:ext>
            </a:extLst>
          </p:cNvPr>
          <p:cNvCxnSpPr>
            <a:cxnSpLocks/>
          </p:cNvCxnSpPr>
          <p:nvPr/>
        </p:nvCxnSpPr>
        <p:spPr>
          <a:xfrm>
            <a:off x="3158520"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9" name="Isosceles Triangle 1756">
            <a:extLst>
              <a:ext uri="{FF2B5EF4-FFF2-40B4-BE49-F238E27FC236}">
                <a16:creationId xmlns:a16="http://schemas.microsoft.com/office/drawing/2014/main" id="{575B831D-3FFA-3B61-83E4-E542280F6FF3}"/>
              </a:ext>
            </a:extLst>
          </p:cNvPr>
          <p:cNvSpPr/>
          <p:nvPr/>
        </p:nvSpPr>
        <p:spPr>
          <a:xfrm rot="10800000">
            <a:off x="3046347"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0" name="Straight Connector 159">
            <a:extLst>
              <a:ext uri="{FF2B5EF4-FFF2-40B4-BE49-F238E27FC236}">
                <a16:creationId xmlns:a16="http://schemas.microsoft.com/office/drawing/2014/main" id="{F851A99E-173C-D3D0-A102-1D7949A6083C}"/>
              </a:ext>
            </a:extLst>
          </p:cNvPr>
          <p:cNvCxnSpPr>
            <a:cxnSpLocks/>
          </p:cNvCxnSpPr>
          <p:nvPr/>
        </p:nvCxnSpPr>
        <p:spPr>
          <a:xfrm>
            <a:off x="3370341"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1" name="Isosceles Triangle 1756">
            <a:extLst>
              <a:ext uri="{FF2B5EF4-FFF2-40B4-BE49-F238E27FC236}">
                <a16:creationId xmlns:a16="http://schemas.microsoft.com/office/drawing/2014/main" id="{F6B830BD-D538-7D94-C95F-635D9E19D86A}"/>
              </a:ext>
            </a:extLst>
          </p:cNvPr>
          <p:cNvSpPr/>
          <p:nvPr/>
        </p:nvSpPr>
        <p:spPr>
          <a:xfrm rot="10800000">
            <a:off x="3258168"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2" name="Straight Connector 161">
            <a:extLst>
              <a:ext uri="{FF2B5EF4-FFF2-40B4-BE49-F238E27FC236}">
                <a16:creationId xmlns:a16="http://schemas.microsoft.com/office/drawing/2014/main" id="{1BFB05E0-32DE-DC01-B553-34CB3B1C804B}"/>
              </a:ext>
            </a:extLst>
          </p:cNvPr>
          <p:cNvCxnSpPr>
            <a:cxnSpLocks/>
          </p:cNvCxnSpPr>
          <p:nvPr/>
        </p:nvCxnSpPr>
        <p:spPr>
          <a:xfrm>
            <a:off x="3745430" y="5639630"/>
            <a:ext cx="0" cy="1510186"/>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3" name="Isosceles Triangle 1756">
            <a:extLst>
              <a:ext uri="{FF2B5EF4-FFF2-40B4-BE49-F238E27FC236}">
                <a16:creationId xmlns:a16="http://schemas.microsoft.com/office/drawing/2014/main" id="{B6402FB7-3DBF-D8CF-135F-096F444E116C}"/>
              </a:ext>
            </a:extLst>
          </p:cNvPr>
          <p:cNvSpPr/>
          <p:nvPr/>
        </p:nvSpPr>
        <p:spPr>
          <a:xfrm rot="10800000">
            <a:off x="3633257"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4" name="Straight Connector 163">
            <a:extLst>
              <a:ext uri="{FF2B5EF4-FFF2-40B4-BE49-F238E27FC236}">
                <a16:creationId xmlns:a16="http://schemas.microsoft.com/office/drawing/2014/main" id="{D6569537-B0F7-A8CA-85E4-CCCE9F86FB45}"/>
              </a:ext>
            </a:extLst>
          </p:cNvPr>
          <p:cNvCxnSpPr>
            <a:cxnSpLocks/>
          </p:cNvCxnSpPr>
          <p:nvPr/>
        </p:nvCxnSpPr>
        <p:spPr>
          <a:xfrm>
            <a:off x="3957251" y="5639630"/>
            <a:ext cx="0" cy="1510186"/>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5" name="Isosceles Triangle 1756">
            <a:extLst>
              <a:ext uri="{FF2B5EF4-FFF2-40B4-BE49-F238E27FC236}">
                <a16:creationId xmlns:a16="http://schemas.microsoft.com/office/drawing/2014/main" id="{4C985796-11E1-7BA4-2B99-7F910C34B84E}"/>
              </a:ext>
            </a:extLst>
          </p:cNvPr>
          <p:cNvSpPr/>
          <p:nvPr/>
        </p:nvSpPr>
        <p:spPr>
          <a:xfrm rot="10800000">
            <a:off x="3845078"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6" name="Straight Connector 165">
            <a:extLst>
              <a:ext uri="{FF2B5EF4-FFF2-40B4-BE49-F238E27FC236}">
                <a16:creationId xmlns:a16="http://schemas.microsoft.com/office/drawing/2014/main" id="{348E1BEE-4D1F-131F-B9FA-8465538A8DD1}"/>
              </a:ext>
            </a:extLst>
          </p:cNvPr>
          <p:cNvCxnSpPr>
            <a:cxnSpLocks/>
          </p:cNvCxnSpPr>
          <p:nvPr/>
        </p:nvCxnSpPr>
        <p:spPr>
          <a:xfrm>
            <a:off x="416028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7" name="Isosceles Triangle 1756">
            <a:extLst>
              <a:ext uri="{FF2B5EF4-FFF2-40B4-BE49-F238E27FC236}">
                <a16:creationId xmlns:a16="http://schemas.microsoft.com/office/drawing/2014/main" id="{8F7543BC-7AD6-1D1D-FE55-7528F8D1DE21}"/>
              </a:ext>
            </a:extLst>
          </p:cNvPr>
          <p:cNvSpPr/>
          <p:nvPr/>
        </p:nvSpPr>
        <p:spPr>
          <a:xfrm rot="10800000">
            <a:off x="404811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8" name="Straight Connector 167">
            <a:extLst>
              <a:ext uri="{FF2B5EF4-FFF2-40B4-BE49-F238E27FC236}">
                <a16:creationId xmlns:a16="http://schemas.microsoft.com/office/drawing/2014/main" id="{E6115B25-E979-EAEC-A60B-60DE550E1C59}"/>
              </a:ext>
            </a:extLst>
          </p:cNvPr>
          <p:cNvCxnSpPr>
            <a:cxnSpLocks/>
          </p:cNvCxnSpPr>
          <p:nvPr/>
        </p:nvCxnSpPr>
        <p:spPr>
          <a:xfrm>
            <a:off x="4372110"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9" name="Isosceles Triangle 1756">
            <a:extLst>
              <a:ext uri="{FF2B5EF4-FFF2-40B4-BE49-F238E27FC236}">
                <a16:creationId xmlns:a16="http://schemas.microsoft.com/office/drawing/2014/main" id="{0A7E3CF6-EDF7-EF4E-61A5-77B61DA77137}"/>
              </a:ext>
            </a:extLst>
          </p:cNvPr>
          <p:cNvSpPr/>
          <p:nvPr/>
        </p:nvSpPr>
        <p:spPr>
          <a:xfrm rot="10800000">
            <a:off x="4259937"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70" name="Rectangle: Rounded Corners 1744">
            <a:extLst>
              <a:ext uri="{FF2B5EF4-FFF2-40B4-BE49-F238E27FC236}">
                <a16:creationId xmlns:a16="http://schemas.microsoft.com/office/drawing/2014/main" id="{832F458E-12E6-710E-6F35-36F06D12251B}"/>
              </a:ext>
            </a:extLst>
          </p:cNvPr>
          <p:cNvSpPr/>
          <p:nvPr/>
        </p:nvSpPr>
        <p:spPr>
          <a:xfrm>
            <a:off x="3597084" y="5689416"/>
            <a:ext cx="886383" cy="1447471"/>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71" name="Rectangle 170">
            <a:extLst>
              <a:ext uri="{FF2B5EF4-FFF2-40B4-BE49-F238E27FC236}">
                <a16:creationId xmlns:a16="http://schemas.microsoft.com/office/drawing/2014/main" id="{94F64461-25A7-67E7-0E10-F91D50B3B5E5}"/>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72" name="Straight Connector 171">
            <a:extLst>
              <a:ext uri="{FF2B5EF4-FFF2-40B4-BE49-F238E27FC236}">
                <a16:creationId xmlns:a16="http://schemas.microsoft.com/office/drawing/2014/main" id="{76152852-3042-551B-F4FA-50AA81AD7EC5}"/>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BF6C49F2-54FD-AB48-7A3B-2D9398A292D4}"/>
              </a:ext>
            </a:extLst>
          </p:cNvPr>
          <p:cNvCxnSpPr>
            <a:cxnSpLocks/>
          </p:cNvCxnSpPr>
          <p:nvPr/>
        </p:nvCxnSpPr>
        <p:spPr>
          <a:xfrm>
            <a:off x="7960291"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AE648D0B-A84A-F9E0-4E51-A71FC2F03A9B}"/>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75" name="Rectangle: Rounded Corners 1571">
            <a:extLst>
              <a:ext uri="{FF2B5EF4-FFF2-40B4-BE49-F238E27FC236}">
                <a16:creationId xmlns:a16="http://schemas.microsoft.com/office/drawing/2014/main" id="{2E51EE14-6179-085F-FE19-B6F22986B995}"/>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76" name="Straight Connector 175">
            <a:extLst>
              <a:ext uri="{FF2B5EF4-FFF2-40B4-BE49-F238E27FC236}">
                <a16:creationId xmlns:a16="http://schemas.microsoft.com/office/drawing/2014/main" id="{3977FA85-F178-692D-A81E-0779F0074565}"/>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200E8B1E-8591-468F-F204-C67CD04F8607}"/>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13A14940-7555-9141-7667-1315ED507648}"/>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C90B8DB6-A861-B4F6-26AF-B4118EC1DB72}"/>
              </a:ext>
            </a:extLst>
          </p:cNvPr>
          <p:cNvCxnSpPr>
            <a:cxnSpLocks/>
          </p:cNvCxnSpPr>
          <p:nvPr/>
        </p:nvCxnSpPr>
        <p:spPr>
          <a:xfrm>
            <a:off x="8567007"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80" name="Rectangle: Rounded Corners 1744">
            <a:extLst>
              <a:ext uri="{FF2B5EF4-FFF2-40B4-BE49-F238E27FC236}">
                <a16:creationId xmlns:a16="http://schemas.microsoft.com/office/drawing/2014/main" id="{3D124B1A-F4C9-C275-CCE5-091C22E1D611}"/>
              </a:ext>
            </a:extLst>
          </p:cNvPr>
          <p:cNvSpPr/>
          <p:nvPr/>
        </p:nvSpPr>
        <p:spPr>
          <a:xfrm>
            <a:off x="9067837"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181" name="Straight Connector 180">
            <a:extLst>
              <a:ext uri="{FF2B5EF4-FFF2-40B4-BE49-F238E27FC236}">
                <a16:creationId xmlns:a16="http://schemas.microsoft.com/office/drawing/2014/main" id="{F64569C7-144A-93FC-40FB-A2A567E7EC8C}"/>
              </a:ext>
            </a:extLst>
          </p:cNvPr>
          <p:cNvCxnSpPr>
            <a:cxnSpLocks/>
          </p:cNvCxnSpPr>
          <p:nvPr/>
        </p:nvCxnSpPr>
        <p:spPr>
          <a:xfrm>
            <a:off x="9911967" y="5135666"/>
            <a:ext cx="257302" cy="0"/>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21CBA5B8-EFA7-C001-1D6D-035964057DEE}"/>
              </a:ext>
            </a:extLst>
          </p:cNvPr>
          <p:cNvCxnSpPr>
            <a:cxnSpLocks/>
          </p:cNvCxnSpPr>
          <p:nvPr/>
        </p:nvCxnSpPr>
        <p:spPr>
          <a:xfrm>
            <a:off x="10161889"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83" name="Isosceles Triangle 1756">
            <a:extLst>
              <a:ext uri="{FF2B5EF4-FFF2-40B4-BE49-F238E27FC236}">
                <a16:creationId xmlns:a16="http://schemas.microsoft.com/office/drawing/2014/main" id="{C8950D83-043F-6685-8ECF-726B04CF11CF}"/>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85" name="Rounded Rectangle 184">
            <a:extLst>
              <a:ext uri="{FF2B5EF4-FFF2-40B4-BE49-F238E27FC236}">
                <a16:creationId xmlns:a16="http://schemas.microsoft.com/office/drawing/2014/main" id="{CAA222EC-66F0-06FF-ADC9-7525347F8F9D}"/>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185">
            <a:extLst>
              <a:ext uri="{FF2B5EF4-FFF2-40B4-BE49-F238E27FC236}">
                <a16:creationId xmlns:a16="http://schemas.microsoft.com/office/drawing/2014/main" id="{779AE07E-A262-42C6-3974-8AF45E3606EE}"/>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186">
            <a:extLst>
              <a:ext uri="{FF2B5EF4-FFF2-40B4-BE49-F238E27FC236}">
                <a16:creationId xmlns:a16="http://schemas.microsoft.com/office/drawing/2014/main" id="{B21D3589-C627-CD0A-2961-15CC2838A20C}"/>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ounded Rectangle 187">
            <a:extLst>
              <a:ext uri="{FF2B5EF4-FFF2-40B4-BE49-F238E27FC236}">
                <a16:creationId xmlns:a16="http://schemas.microsoft.com/office/drawing/2014/main" id="{96C82937-8403-F4CF-E015-451E9193AD3A}"/>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ounded Rectangle 188">
            <a:extLst>
              <a:ext uri="{FF2B5EF4-FFF2-40B4-BE49-F238E27FC236}">
                <a16:creationId xmlns:a16="http://schemas.microsoft.com/office/drawing/2014/main" id="{E544EF83-92D5-4517-699D-D997513B3349}"/>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ounded Rectangle 189">
            <a:extLst>
              <a:ext uri="{FF2B5EF4-FFF2-40B4-BE49-F238E27FC236}">
                <a16:creationId xmlns:a16="http://schemas.microsoft.com/office/drawing/2014/main" id="{B313A218-0852-004A-4A78-94E8579ABAF2}"/>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ounded Rectangle 190">
            <a:extLst>
              <a:ext uri="{FF2B5EF4-FFF2-40B4-BE49-F238E27FC236}">
                <a16:creationId xmlns:a16="http://schemas.microsoft.com/office/drawing/2014/main" id="{6EE82898-8A84-6A5B-4FE9-82F7D751083C}"/>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ounded Rectangle 191">
            <a:extLst>
              <a:ext uri="{FF2B5EF4-FFF2-40B4-BE49-F238E27FC236}">
                <a16:creationId xmlns:a16="http://schemas.microsoft.com/office/drawing/2014/main" id="{58CF9735-6CA0-A277-7DE3-E75347CC730E}"/>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ounded Rectangle 192">
            <a:extLst>
              <a:ext uri="{FF2B5EF4-FFF2-40B4-BE49-F238E27FC236}">
                <a16:creationId xmlns:a16="http://schemas.microsoft.com/office/drawing/2014/main" id="{FF46D10A-1F20-363E-AA88-B8FC24953755}"/>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ounded Rectangle 193">
            <a:extLst>
              <a:ext uri="{FF2B5EF4-FFF2-40B4-BE49-F238E27FC236}">
                <a16:creationId xmlns:a16="http://schemas.microsoft.com/office/drawing/2014/main" id="{B7C29B33-4E26-B500-FF78-1C21164548A2}"/>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ounded Rectangle 194">
            <a:extLst>
              <a:ext uri="{FF2B5EF4-FFF2-40B4-BE49-F238E27FC236}">
                <a16:creationId xmlns:a16="http://schemas.microsoft.com/office/drawing/2014/main" id="{E6C3A4B3-AE34-EB2F-0F76-6C891C4D1104}"/>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ounded Rectangle 195">
            <a:extLst>
              <a:ext uri="{FF2B5EF4-FFF2-40B4-BE49-F238E27FC236}">
                <a16:creationId xmlns:a16="http://schemas.microsoft.com/office/drawing/2014/main" id="{30D68201-79C3-A800-4C25-36E3A1B779DA}"/>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TextBox 196">
            <a:extLst>
              <a:ext uri="{FF2B5EF4-FFF2-40B4-BE49-F238E27FC236}">
                <a16:creationId xmlns:a16="http://schemas.microsoft.com/office/drawing/2014/main" id="{FE3EB8AB-396B-D84C-4D0B-129FC7441593}"/>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98" name="Straight Connector 197">
            <a:extLst>
              <a:ext uri="{FF2B5EF4-FFF2-40B4-BE49-F238E27FC236}">
                <a16:creationId xmlns:a16="http://schemas.microsoft.com/office/drawing/2014/main" id="{64B65C93-1558-575B-15BD-2B3BF6928041}"/>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849917A7-092E-E308-4862-10AC4D0C8A8B}"/>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575802E6-8BC2-5493-ECB9-0F5AB18DB19E}"/>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1" name="Flowchart: Manual Operation 1572">
            <a:extLst>
              <a:ext uri="{FF2B5EF4-FFF2-40B4-BE49-F238E27FC236}">
                <a16:creationId xmlns:a16="http://schemas.microsoft.com/office/drawing/2014/main" id="{3BF7F680-6E2F-D50C-449B-B4BCD7314D07}"/>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cxnSp>
        <p:nvCxnSpPr>
          <p:cNvPr id="203" name="Straight Connector 202">
            <a:extLst>
              <a:ext uri="{FF2B5EF4-FFF2-40B4-BE49-F238E27FC236}">
                <a16:creationId xmlns:a16="http://schemas.microsoft.com/office/drawing/2014/main" id="{E35B00A8-1EA8-FC13-F065-69452A3A428D}"/>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4" name="Isosceles Triangle 1756">
            <a:extLst>
              <a:ext uri="{FF2B5EF4-FFF2-40B4-BE49-F238E27FC236}">
                <a16:creationId xmlns:a16="http://schemas.microsoft.com/office/drawing/2014/main" id="{826CF8DA-40E7-5921-1176-7E7A67F118D9}"/>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5" name="Straight Connector 204">
            <a:extLst>
              <a:ext uri="{FF2B5EF4-FFF2-40B4-BE49-F238E27FC236}">
                <a16:creationId xmlns:a16="http://schemas.microsoft.com/office/drawing/2014/main" id="{C0CE4A68-6831-9DBF-2992-9FA702C76376}"/>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6" name="Isosceles Triangle 1756">
            <a:extLst>
              <a:ext uri="{FF2B5EF4-FFF2-40B4-BE49-F238E27FC236}">
                <a16:creationId xmlns:a16="http://schemas.microsoft.com/office/drawing/2014/main" id="{191741F0-BEFF-BA1F-506A-CF965E1F2DBA}"/>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7" name="Straight Connector 206">
            <a:extLst>
              <a:ext uri="{FF2B5EF4-FFF2-40B4-BE49-F238E27FC236}">
                <a16:creationId xmlns:a16="http://schemas.microsoft.com/office/drawing/2014/main" id="{AF6ACDC4-AD34-B52F-6F4D-8F0C8C8474A3}"/>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8" name="Isosceles Triangle 1756">
            <a:extLst>
              <a:ext uri="{FF2B5EF4-FFF2-40B4-BE49-F238E27FC236}">
                <a16:creationId xmlns:a16="http://schemas.microsoft.com/office/drawing/2014/main" id="{46B8C867-3BDA-CE04-6266-8C1196C2E7B1}"/>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9" name="Straight Connector 208">
            <a:extLst>
              <a:ext uri="{FF2B5EF4-FFF2-40B4-BE49-F238E27FC236}">
                <a16:creationId xmlns:a16="http://schemas.microsoft.com/office/drawing/2014/main" id="{DE68819A-D5D3-A801-CE1C-D5B6440CF49B}"/>
              </a:ext>
            </a:extLst>
          </p:cNvPr>
          <p:cNvCxnSpPr>
            <a:cxnSpLocks/>
          </p:cNvCxnSpPr>
          <p:nvPr/>
        </p:nvCxnSpPr>
        <p:spPr>
          <a:xfrm>
            <a:off x="8929467" y="5639630"/>
            <a:ext cx="0" cy="1508544"/>
          </a:xfrm>
          <a:prstGeom prst="line">
            <a:avLst/>
          </a:prstGeom>
          <a:ln w="34925">
            <a:solidFill>
              <a:schemeClr val="tx1">
                <a:lumMod val="50000"/>
                <a:lumOff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0" name="Isosceles Triangle 1756">
            <a:extLst>
              <a:ext uri="{FF2B5EF4-FFF2-40B4-BE49-F238E27FC236}">
                <a16:creationId xmlns:a16="http://schemas.microsoft.com/office/drawing/2014/main" id="{8B7046FE-DC8D-91E1-C047-DA067447EE21}"/>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1" name="Straight Connector 210">
            <a:extLst>
              <a:ext uri="{FF2B5EF4-FFF2-40B4-BE49-F238E27FC236}">
                <a16:creationId xmlns:a16="http://schemas.microsoft.com/office/drawing/2014/main" id="{05DAC582-A2EC-C466-5D3F-94F8DB1EB8B9}"/>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2" name="Isosceles Triangle 1756">
            <a:extLst>
              <a:ext uri="{FF2B5EF4-FFF2-40B4-BE49-F238E27FC236}">
                <a16:creationId xmlns:a16="http://schemas.microsoft.com/office/drawing/2014/main" id="{CD8199BA-076D-8F7B-2014-86F4C466D662}"/>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3" name="Straight Connector 212">
            <a:extLst>
              <a:ext uri="{FF2B5EF4-FFF2-40B4-BE49-F238E27FC236}">
                <a16:creationId xmlns:a16="http://schemas.microsoft.com/office/drawing/2014/main" id="{558179DA-3A2C-E965-FBC1-8B27A6D49C2A}"/>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4" name="Isosceles Triangle 1756">
            <a:extLst>
              <a:ext uri="{FF2B5EF4-FFF2-40B4-BE49-F238E27FC236}">
                <a16:creationId xmlns:a16="http://schemas.microsoft.com/office/drawing/2014/main" id="{EDE2EDDF-B5DA-7767-30DC-A02B0B79BACB}"/>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5" name="Straight Connector 214">
            <a:extLst>
              <a:ext uri="{FF2B5EF4-FFF2-40B4-BE49-F238E27FC236}">
                <a16:creationId xmlns:a16="http://schemas.microsoft.com/office/drawing/2014/main" id="{16017A57-EBB7-484E-A1EA-116281BA8CC3}"/>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6" name="Isosceles Triangle 1756">
            <a:extLst>
              <a:ext uri="{FF2B5EF4-FFF2-40B4-BE49-F238E27FC236}">
                <a16:creationId xmlns:a16="http://schemas.microsoft.com/office/drawing/2014/main" id="{9733E88F-6F24-3694-FB76-AF9ACAF6F1E7}"/>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63" name="Rectangle 62">
            <a:extLst>
              <a:ext uri="{FF2B5EF4-FFF2-40B4-BE49-F238E27FC236}">
                <a16:creationId xmlns:a16="http://schemas.microsoft.com/office/drawing/2014/main" id="{8FCEC8EC-6E4A-3F6C-9D4F-90147E314F0E}"/>
              </a:ext>
            </a:extLst>
          </p:cNvPr>
          <p:cNvSpPr/>
          <p:nvPr/>
        </p:nvSpPr>
        <p:spPr>
          <a:xfrm>
            <a:off x="3532506" y="5675284"/>
            <a:ext cx="1064083" cy="1363558"/>
          </a:xfrm>
          <a:prstGeom prst="rect">
            <a:avLst/>
          </a:prstGeom>
          <a:noFill/>
          <a:ln w="47625">
            <a:solidFill>
              <a:srgbClr val="FF0000"/>
            </a:solidFill>
            <a:prstDash val="solid"/>
            <a:extLst>
              <a:ext uri="{C807C97D-BFC1-408E-A445-0C87EB9F89A2}">
                <ask:lineSketchStyleProps xmlns:ask="http://schemas.microsoft.com/office/drawing/2018/sketchyshapes" sd="1219033472">
                  <a:custGeom>
                    <a:avLst/>
                    <a:gdLst>
                      <a:gd name="connsiteX0" fmla="*/ 0 w 2216692"/>
                      <a:gd name="connsiteY0" fmla="*/ 0 h 1732621"/>
                      <a:gd name="connsiteX1" fmla="*/ 532006 w 2216692"/>
                      <a:gd name="connsiteY1" fmla="*/ 0 h 1732621"/>
                      <a:gd name="connsiteX2" fmla="*/ 1019678 w 2216692"/>
                      <a:gd name="connsiteY2" fmla="*/ 0 h 1732621"/>
                      <a:gd name="connsiteX3" fmla="*/ 1618185 w 2216692"/>
                      <a:gd name="connsiteY3" fmla="*/ 0 h 1732621"/>
                      <a:gd name="connsiteX4" fmla="*/ 2216692 w 2216692"/>
                      <a:gd name="connsiteY4" fmla="*/ 0 h 1732621"/>
                      <a:gd name="connsiteX5" fmla="*/ 2216692 w 2216692"/>
                      <a:gd name="connsiteY5" fmla="*/ 560214 h 1732621"/>
                      <a:gd name="connsiteX6" fmla="*/ 2216692 w 2216692"/>
                      <a:gd name="connsiteY6" fmla="*/ 1103102 h 1732621"/>
                      <a:gd name="connsiteX7" fmla="*/ 2216692 w 2216692"/>
                      <a:gd name="connsiteY7" fmla="*/ 1732621 h 1732621"/>
                      <a:gd name="connsiteX8" fmla="*/ 1662519 w 2216692"/>
                      <a:gd name="connsiteY8" fmla="*/ 1732621 h 1732621"/>
                      <a:gd name="connsiteX9" fmla="*/ 1174847 w 2216692"/>
                      <a:gd name="connsiteY9" fmla="*/ 1732621 h 1732621"/>
                      <a:gd name="connsiteX10" fmla="*/ 620674 w 2216692"/>
                      <a:gd name="connsiteY10" fmla="*/ 1732621 h 1732621"/>
                      <a:gd name="connsiteX11" fmla="*/ 0 w 2216692"/>
                      <a:gd name="connsiteY11" fmla="*/ 1732621 h 1732621"/>
                      <a:gd name="connsiteX12" fmla="*/ 0 w 2216692"/>
                      <a:gd name="connsiteY12" fmla="*/ 1172407 h 1732621"/>
                      <a:gd name="connsiteX13" fmla="*/ 0 w 2216692"/>
                      <a:gd name="connsiteY13" fmla="*/ 612193 h 1732621"/>
                      <a:gd name="connsiteX14" fmla="*/ 0 w 2216692"/>
                      <a:gd name="connsiteY14" fmla="*/ 0 h 1732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6692" h="1732621" extrusionOk="0">
                        <a:moveTo>
                          <a:pt x="0" y="0"/>
                        </a:moveTo>
                        <a:cubicBezTo>
                          <a:pt x="239959" y="-1092"/>
                          <a:pt x="399226" y="55110"/>
                          <a:pt x="532006" y="0"/>
                        </a:cubicBezTo>
                        <a:cubicBezTo>
                          <a:pt x="664786" y="-55110"/>
                          <a:pt x="831102" y="47108"/>
                          <a:pt x="1019678" y="0"/>
                        </a:cubicBezTo>
                        <a:cubicBezTo>
                          <a:pt x="1208254" y="-47108"/>
                          <a:pt x="1344154" y="61135"/>
                          <a:pt x="1618185" y="0"/>
                        </a:cubicBezTo>
                        <a:cubicBezTo>
                          <a:pt x="1892216" y="-61135"/>
                          <a:pt x="2073405" y="60329"/>
                          <a:pt x="2216692" y="0"/>
                        </a:cubicBezTo>
                        <a:cubicBezTo>
                          <a:pt x="2237682" y="157342"/>
                          <a:pt x="2174118" y="443209"/>
                          <a:pt x="2216692" y="560214"/>
                        </a:cubicBezTo>
                        <a:cubicBezTo>
                          <a:pt x="2259266" y="677219"/>
                          <a:pt x="2159516" y="837414"/>
                          <a:pt x="2216692" y="1103102"/>
                        </a:cubicBezTo>
                        <a:cubicBezTo>
                          <a:pt x="2273868" y="1368790"/>
                          <a:pt x="2187469" y="1521752"/>
                          <a:pt x="2216692" y="1732621"/>
                        </a:cubicBezTo>
                        <a:cubicBezTo>
                          <a:pt x="1990753" y="1771611"/>
                          <a:pt x="1905753" y="1671196"/>
                          <a:pt x="1662519" y="1732621"/>
                        </a:cubicBezTo>
                        <a:cubicBezTo>
                          <a:pt x="1419285" y="1794046"/>
                          <a:pt x="1288688" y="1709171"/>
                          <a:pt x="1174847" y="1732621"/>
                        </a:cubicBezTo>
                        <a:cubicBezTo>
                          <a:pt x="1061006" y="1756071"/>
                          <a:pt x="775406" y="1699101"/>
                          <a:pt x="620674" y="1732621"/>
                        </a:cubicBezTo>
                        <a:cubicBezTo>
                          <a:pt x="465942" y="1766141"/>
                          <a:pt x="266469" y="1659777"/>
                          <a:pt x="0" y="1732621"/>
                        </a:cubicBezTo>
                        <a:cubicBezTo>
                          <a:pt x="-49594" y="1618063"/>
                          <a:pt x="41615" y="1427409"/>
                          <a:pt x="0" y="1172407"/>
                        </a:cubicBezTo>
                        <a:cubicBezTo>
                          <a:pt x="-41615" y="917405"/>
                          <a:pt x="2803" y="890995"/>
                          <a:pt x="0" y="612193"/>
                        </a:cubicBezTo>
                        <a:cubicBezTo>
                          <a:pt x="-2803" y="333391"/>
                          <a:pt x="5611" y="12554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TextBox 266">
            <a:extLst>
              <a:ext uri="{FF2B5EF4-FFF2-40B4-BE49-F238E27FC236}">
                <a16:creationId xmlns:a16="http://schemas.microsoft.com/office/drawing/2014/main" id="{601A54E4-602B-BE9E-80CD-0491CF815891}"/>
              </a:ext>
            </a:extLst>
          </p:cNvPr>
          <p:cNvSpPr txBox="1"/>
          <p:nvPr/>
        </p:nvSpPr>
        <p:spPr>
          <a:xfrm>
            <a:off x="7815523" y="7095431"/>
            <a:ext cx="3609422" cy="461665"/>
          </a:xfrm>
          <a:prstGeom prst="rect">
            <a:avLst/>
          </a:prstGeom>
          <a:noFill/>
        </p:spPr>
        <p:txBody>
          <a:bodyPr wrap="square">
            <a:spAutoFit/>
          </a:bodyPr>
          <a:lstStyle/>
          <a:p>
            <a:pPr algn="ctr"/>
            <a:r>
              <a:rPr lang="en-US" sz="2400" b="1" dirty="0">
                <a:solidFill>
                  <a:srgbClr val="FF0000"/>
                </a:solidFill>
              </a:rPr>
              <a:t>Pin [</a:t>
            </a:r>
            <a:r>
              <a:rPr lang="en-US" altLang="zh-CN" sz="2400" b="1" dirty="0">
                <a:solidFill>
                  <a:srgbClr val="FF0000"/>
                </a:solidFill>
              </a:rPr>
              <a:t>4-7]</a:t>
            </a:r>
            <a:r>
              <a:rPr lang="en-US" sz="2400" b="1" dirty="0">
                <a:solidFill>
                  <a:srgbClr val="FF0000"/>
                </a:solidFill>
              </a:rPr>
              <a:t>(enabled)</a:t>
            </a:r>
            <a:endParaRPr lang="en-US" sz="2800" b="1" dirty="0">
              <a:solidFill>
                <a:srgbClr val="FF0000"/>
              </a:solidFill>
            </a:endParaRPr>
          </a:p>
        </p:txBody>
      </p:sp>
      <p:sp>
        <p:nvSpPr>
          <p:cNvPr id="20" name="TextBox 19">
            <a:extLst>
              <a:ext uri="{FF2B5EF4-FFF2-40B4-BE49-F238E27FC236}">
                <a16:creationId xmlns:a16="http://schemas.microsoft.com/office/drawing/2014/main" id="{9BAE0770-C995-C3BD-854D-EDC66F739F83}"/>
              </a:ext>
            </a:extLst>
          </p:cNvPr>
          <p:cNvSpPr txBox="1"/>
          <p:nvPr/>
        </p:nvSpPr>
        <p:spPr>
          <a:xfrm>
            <a:off x="2392114" y="2584757"/>
            <a:ext cx="2319866" cy="523220"/>
          </a:xfrm>
          <a:prstGeom prst="rect">
            <a:avLst/>
          </a:prstGeom>
          <a:noFill/>
        </p:spPr>
        <p:txBody>
          <a:bodyPr wrap="none" rtlCol="0">
            <a:spAutoFit/>
          </a:bodyPr>
          <a:lstStyle/>
          <a:p>
            <a:r>
              <a:rPr lang="en-US" sz="2800" b="1" dirty="0"/>
              <a:t>x4 DRAM Chip</a:t>
            </a:r>
          </a:p>
        </p:txBody>
      </p:sp>
      <p:sp>
        <p:nvSpPr>
          <p:cNvPr id="21" name="TextBox 20">
            <a:extLst>
              <a:ext uri="{FF2B5EF4-FFF2-40B4-BE49-F238E27FC236}">
                <a16:creationId xmlns:a16="http://schemas.microsoft.com/office/drawing/2014/main" id="{0825FF5C-1266-0B7C-975F-E59D0E611492}"/>
              </a:ext>
            </a:extLst>
          </p:cNvPr>
          <p:cNvSpPr txBox="1"/>
          <p:nvPr/>
        </p:nvSpPr>
        <p:spPr>
          <a:xfrm>
            <a:off x="7634144" y="2584757"/>
            <a:ext cx="2319866" cy="523220"/>
          </a:xfrm>
          <a:prstGeom prst="rect">
            <a:avLst/>
          </a:prstGeom>
          <a:noFill/>
        </p:spPr>
        <p:txBody>
          <a:bodyPr wrap="none" rtlCol="0">
            <a:spAutoFit/>
          </a:bodyPr>
          <a:lstStyle/>
          <a:p>
            <a:r>
              <a:rPr lang="en-US" sz="2800" b="1" dirty="0"/>
              <a:t>x8 DRAM Chip</a:t>
            </a:r>
          </a:p>
        </p:txBody>
      </p:sp>
      <p:sp>
        <p:nvSpPr>
          <p:cNvPr id="49" name="Rectangle 48">
            <a:extLst>
              <a:ext uri="{FF2B5EF4-FFF2-40B4-BE49-F238E27FC236}">
                <a16:creationId xmlns:a16="http://schemas.microsoft.com/office/drawing/2014/main" id="{5367E9A9-BF08-1515-8BC6-88D39A1DD800}"/>
              </a:ext>
            </a:extLst>
          </p:cNvPr>
          <p:cNvSpPr/>
          <p:nvPr/>
        </p:nvSpPr>
        <p:spPr>
          <a:xfrm>
            <a:off x="8715492" y="5675284"/>
            <a:ext cx="1064083" cy="1363558"/>
          </a:xfrm>
          <a:prstGeom prst="rect">
            <a:avLst/>
          </a:prstGeom>
          <a:noFill/>
          <a:ln w="47625">
            <a:solidFill>
              <a:srgbClr val="FF0000"/>
            </a:solidFill>
            <a:prstDash val="solid"/>
            <a:extLst>
              <a:ext uri="{C807C97D-BFC1-408E-A445-0C87EB9F89A2}">
                <ask:lineSketchStyleProps xmlns:ask="http://schemas.microsoft.com/office/drawing/2018/sketchyshapes" sd="1219033472">
                  <a:custGeom>
                    <a:avLst/>
                    <a:gdLst>
                      <a:gd name="connsiteX0" fmla="*/ 0 w 2216692"/>
                      <a:gd name="connsiteY0" fmla="*/ 0 h 1732621"/>
                      <a:gd name="connsiteX1" fmla="*/ 532006 w 2216692"/>
                      <a:gd name="connsiteY1" fmla="*/ 0 h 1732621"/>
                      <a:gd name="connsiteX2" fmla="*/ 1019678 w 2216692"/>
                      <a:gd name="connsiteY2" fmla="*/ 0 h 1732621"/>
                      <a:gd name="connsiteX3" fmla="*/ 1618185 w 2216692"/>
                      <a:gd name="connsiteY3" fmla="*/ 0 h 1732621"/>
                      <a:gd name="connsiteX4" fmla="*/ 2216692 w 2216692"/>
                      <a:gd name="connsiteY4" fmla="*/ 0 h 1732621"/>
                      <a:gd name="connsiteX5" fmla="*/ 2216692 w 2216692"/>
                      <a:gd name="connsiteY5" fmla="*/ 560214 h 1732621"/>
                      <a:gd name="connsiteX6" fmla="*/ 2216692 w 2216692"/>
                      <a:gd name="connsiteY6" fmla="*/ 1103102 h 1732621"/>
                      <a:gd name="connsiteX7" fmla="*/ 2216692 w 2216692"/>
                      <a:gd name="connsiteY7" fmla="*/ 1732621 h 1732621"/>
                      <a:gd name="connsiteX8" fmla="*/ 1662519 w 2216692"/>
                      <a:gd name="connsiteY8" fmla="*/ 1732621 h 1732621"/>
                      <a:gd name="connsiteX9" fmla="*/ 1174847 w 2216692"/>
                      <a:gd name="connsiteY9" fmla="*/ 1732621 h 1732621"/>
                      <a:gd name="connsiteX10" fmla="*/ 620674 w 2216692"/>
                      <a:gd name="connsiteY10" fmla="*/ 1732621 h 1732621"/>
                      <a:gd name="connsiteX11" fmla="*/ 0 w 2216692"/>
                      <a:gd name="connsiteY11" fmla="*/ 1732621 h 1732621"/>
                      <a:gd name="connsiteX12" fmla="*/ 0 w 2216692"/>
                      <a:gd name="connsiteY12" fmla="*/ 1172407 h 1732621"/>
                      <a:gd name="connsiteX13" fmla="*/ 0 w 2216692"/>
                      <a:gd name="connsiteY13" fmla="*/ 612193 h 1732621"/>
                      <a:gd name="connsiteX14" fmla="*/ 0 w 2216692"/>
                      <a:gd name="connsiteY14" fmla="*/ 0 h 1732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6692" h="1732621" extrusionOk="0">
                        <a:moveTo>
                          <a:pt x="0" y="0"/>
                        </a:moveTo>
                        <a:cubicBezTo>
                          <a:pt x="239959" y="-1092"/>
                          <a:pt x="399226" y="55110"/>
                          <a:pt x="532006" y="0"/>
                        </a:cubicBezTo>
                        <a:cubicBezTo>
                          <a:pt x="664786" y="-55110"/>
                          <a:pt x="831102" y="47108"/>
                          <a:pt x="1019678" y="0"/>
                        </a:cubicBezTo>
                        <a:cubicBezTo>
                          <a:pt x="1208254" y="-47108"/>
                          <a:pt x="1344154" y="61135"/>
                          <a:pt x="1618185" y="0"/>
                        </a:cubicBezTo>
                        <a:cubicBezTo>
                          <a:pt x="1892216" y="-61135"/>
                          <a:pt x="2073405" y="60329"/>
                          <a:pt x="2216692" y="0"/>
                        </a:cubicBezTo>
                        <a:cubicBezTo>
                          <a:pt x="2237682" y="157342"/>
                          <a:pt x="2174118" y="443209"/>
                          <a:pt x="2216692" y="560214"/>
                        </a:cubicBezTo>
                        <a:cubicBezTo>
                          <a:pt x="2259266" y="677219"/>
                          <a:pt x="2159516" y="837414"/>
                          <a:pt x="2216692" y="1103102"/>
                        </a:cubicBezTo>
                        <a:cubicBezTo>
                          <a:pt x="2273868" y="1368790"/>
                          <a:pt x="2187469" y="1521752"/>
                          <a:pt x="2216692" y="1732621"/>
                        </a:cubicBezTo>
                        <a:cubicBezTo>
                          <a:pt x="1990753" y="1771611"/>
                          <a:pt x="1905753" y="1671196"/>
                          <a:pt x="1662519" y="1732621"/>
                        </a:cubicBezTo>
                        <a:cubicBezTo>
                          <a:pt x="1419285" y="1794046"/>
                          <a:pt x="1288688" y="1709171"/>
                          <a:pt x="1174847" y="1732621"/>
                        </a:cubicBezTo>
                        <a:cubicBezTo>
                          <a:pt x="1061006" y="1756071"/>
                          <a:pt x="775406" y="1699101"/>
                          <a:pt x="620674" y="1732621"/>
                        </a:cubicBezTo>
                        <a:cubicBezTo>
                          <a:pt x="465942" y="1766141"/>
                          <a:pt x="266469" y="1659777"/>
                          <a:pt x="0" y="1732621"/>
                        </a:cubicBezTo>
                        <a:cubicBezTo>
                          <a:pt x="-49594" y="1618063"/>
                          <a:pt x="41615" y="1427409"/>
                          <a:pt x="0" y="1172407"/>
                        </a:cubicBezTo>
                        <a:cubicBezTo>
                          <a:pt x="-41615" y="917405"/>
                          <a:pt x="2803" y="890995"/>
                          <a:pt x="0" y="612193"/>
                        </a:cubicBezTo>
                        <a:cubicBezTo>
                          <a:pt x="-2803" y="333391"/>
                          <a:pt x="5611" y="12554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3656483"/>
      </p:ext>
    </p:extLst>
  </p:cSld>
  <p:clrMapOvr>
    <a:masterClrMapping/>
  </p:clrMapOvr>
  <mc:AlternateContent xmlns:mc="http://schemas.openxmlformats.org/markup-compatibility/2006" xmlns:p14="http://schemas.microsoft.com/office/powerpoint/2010/main">
    <mc:Choice Requires="p14">
      <p:transition spd="slow" p14:dur="2000" advTm="22919"/>
    </mc:Choice>
    <mc:Fallback xmlns="">
      <p:transition spd="slow" advTm="22919"/>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E1B05-68D7-37B1-0EB2-9DB48D0E4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BA038-630D-5981-0E7E-A9BD35F8EA56}"/>
              </a:ext>
            </a:extLst>
          </p:cNvPr>
          <p:cNvSpPr>
            <a:spLocks noGrp="1"/>
          </p:cNvSpPr>
          <p:nvPr>
            <p:ph type="title"/>
          </p:nvPr>
        </p:nvSpPr>
        <p:spPr/>
        <p:txBody>
          <a:bodyPr/>
          <a:lstStyle/>
          <a:p>
            <a:r>
              <a:rPr lang="en-US" dirty="0"/>
              <a:t>Challenge</a:t>
            </a:r>
            <a:r>
              <a:rPr lang="zh-CN" altLang="en-US" dirty="0"/>
              <a:t> </a:t>
            </a:r>
            <a:r>
              <a:rPr lang="en-US" altLang="zh-CN" dirty="0"/>
              <a:t>I: Reassign Bandwidth</a:t>
            </a:r>
            <a:endParaRPr lang="en-US" dirty="0"/>
          </a:p>
        </p:txBody>
      </p:sp>
      <p:sp>
        <p:nvSpPr>
          <p:cNvPr id="5" name="Rectangle 4">
            <a:extLst>
              <a:ext uri="{FF2B5EF4-FFF2-40B4-BE49-F238E27FC236}">
                <a16:creationId xmlns:a16="http://schemas.microsoft.com/office/drawing/2014/main" id="{A89CF58D-263F-45B8-E6D5-125AD2143D7E}"/>
              </a:ext>
            </a:extLst>
          </p:cNvPr>
          <p:cNvSpPr/>
          <p:nvPr/>
        </p:nvSpPr>
        <p:spPr>
          <a:xfrm flipH="1">
            <a:off x="1706269"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6" name="Straight Connector 5">
            <a:extLst>
              <a:ext uri="{FF2B5EF4-FFF2-40B4-BE49-F238E27FC236}">
                <a16:creationId xmlns:a16="http://schemas.microsoft.com/office/drawing/2014/main" id="{6C9DD1E3-540D-553A-70C6-C481FB53CD81}"/>
              </a:ext>
            </a:extLst>
          </p:cNvPr>
          <p:cNvCxnSpPr>
            <a:cxnSpLocks/>
          </p:cNvCxnSpPr>
          <p:nvPr/>
        </p:nvCxnSpPr>
        <p:spPr>
          <a:xfrm>
            <a:off x="2743661"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94835E6-D1C7-8BF4-42AB-EE485AD25333}"/>
              </a:ext>
            </a:extLst>
          </p:cNvPr>
          <p:cNvCxnSpPr>
            <a:cxnSpLocks/>
          </p:cNvCxnSpPr>
          <p:nvPr/>
        </p:nvCxnSpPr>
        <p:spPr>
          <a:xfrm>
            <a:off x="2776254"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BD354F8-D54D-F204-95F2-A43EA233122D}"/>
              </a:ext>
            </a:extLst>
          </p:cNvPr>
          <p:cNvCxnSpPr>
            <a:cxnSpLocks/>
          </p:cNvCxnSpPr>
          <p:nvPr/>
        </p:nvCxnSpPr>
        <p:spPr>
          <a:xfrm>
            <a:off x="1778556"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2" name="Rectangle: Rounded Corners 1571">
            <a:extLst>
              <a:ext uri="{FF2B5EF4-FFF2-40B4-BE49-F238E27FC236}">
                <a16:creationId xmlns:a16="http://schemas.microsoft.com/office/drawing/2014/main" id="{A626A4E4-4C02-C12C-FC49-D80449CA4D89}"/>
              </a:ext>
            </a:extLst>
          </p:cNvPr>
          <p:cNvSpPr/>
          <p:nvPr/>
        </p:nvSpPr>
        <p:spPr>
          <a:xfrm>
            <a:off x="2182055"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4" name="Straight Connector 13">
            <a:extLst>
              <a:ext uri="{FF2B5EF4-FFF2-40B4-BE49-F238E27FC236}">
                <a16:creationId xmlns:a16="http://schemas.microsoft.com/office/drawing/2014/main" id="{2CE7AB5C-A4E3-6804-2EA8-7FE6F32214AD}"/>
              </a:ext>
            </a:extLst>
          </p:cNvPr>
          <p:cNvCxnSpPr>
            <a:cxnSpLocks/>
          </p:cNvCxnSpPr>
          <p:nvPr/>
        </p:nvCxnSpPr>
        <p:spPr>
          <a:xfrm flipV="1">
            <a:off x="2779720"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6D8E394-4C0C-FA15-6FEC-6B76F9017F32}"/>
              </a:ext>
            </a:extLst>
          </p:cNvPr>
          <p:cNvCxnSpPr>
            <a:cxnSpLocks/>
          </p:cNvCxnSpPr>
          <p:nvPr/>
        </p:nvCxnSpPr>
        <p:spPr>
          <a:xfrm flipV="1">
            <a:off x="2437987"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45A042E-7D3E-493F-18D2-7078680D215B}"/>
              </a:ext>
            </a:extLst>
          </p:cNvPr>
          <p:cNvCxnSpPr>
            <a:cxnSpLocks/>
          </p:cNvCxnSpPr>
          <p:nvPr/>
        </p:nvCxnSpPr>
        <p:spPr>
          <a:xfrm flipV="1">
            <a:off x="2779720"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5C25FE5-86EA-87D7-8865-1A360D0B0170}"/>
              </a:ext>
            </a:extLst>
          </p:cNvPr>
          <p:cNvCxnSpPr>
            <a:cxnSpLocks/>
          </p:cNvCxnSpPr>
          <p:nvPr/>
        </p:nvCxnSpPr>
        <p:spPr>
          <a:xfrm>
            <a:off x="3382970"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9" name="Rectangle: Rounded Corners 1744">
            <a:extLst>
              <a:ext uri="{FF2B5EF4-FFF2-40B4-BE49-F238E27FC236}">
                <a16:creationId xmlns:a16="http://schemas.microsoft.com/office/drawing/2014/main" id="{BEDD1E3F-7E9E-4DA3-F532-DF611127C3A1}"/>
              </a:ext>
            </a:extLst>
          </p:cNvPr>
          <p:cNvSpPr/>
          <p:nvPr/>
        </p:nvSpPr>
        <p:spPr>
          <a:xfrm>
            <a:off x="3883800"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24" name="Straight Connector 23">
            <a:extLst>
              <a:ext uri="{FF2B5EF4-FFF2-40B4-BE49-F238E27FC236}">
                <a16:creationId xmlns:a16="http://schemas.microsoft.com/office/drawing/2014/main" id="{CE5DBDDA-2DA7-70AD-294A-E98F4CCD362F}"/>
              </a:ext>
            </a:extLst>
          </p:cNvPr>
          <p:cNvCxnSpPr>
            <a:cxnSpLocks/>
          </p:cNvCxnSpPr>
          <p:nvPr/>
        </p:nvCxnSpPr>
        <p:spPr>
          <a:xfrm>
            <a:off x="4727930" y="5135666"/>
            <a:ext cx="257302" cy="0"/>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AFEE537-4203-21F7-0634-D1A61D811E1E}"/>
              </a:ext>
            </a:extLst>
          </p:cNvPr>
          <p:cNvCxnSpPr>
            <a:cxnSpLocks/>
          </p:cNvCxnSpPr>
          <p:nvPr/>
        </p:nvCxnSpPr>
        <p:spPr>
          <a:xfrm>
            <a:off x="4977852"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28" name="Isosceles Triangle 1756">
            <a:extLst>
              <a:ext uri="{FF2B5EF4-FFF2-40B4-BE49-F238E27FC236}">
                <a16:creationId xmlns:a16="http://schemas.microsoft.com/office/drawing/2014/main" id="{682EAF2D-7DE4-17DB-F8D3-D38CE203AAF1}"/>
              </a:ext>
            </a:extLst>
          </p:cNvPr>
          <p:cNvSpPr/>
          <p:nvPr/>
        </p:nvSpPr>
        <p:spPr>
          <a:xfrm rot="10800000">
            <a:off x="2631488"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32" name="TextBox 31">
            <a:extLst>
              <a:ext uri="{FF2B5EF4-FFF2-40B4-BE49-F238E27FC236}">
                <a16:creationId xmlns:a16="http://schemas.microsoft.com/office/drawing/2014/main" id="{BB7536CF-DF8A-91B5-547A-7FC81DD4A3CA}"/>
              </a:ext>
            </a:extLst>
          </p:cNvPr>
          <p:cNvSpPr txBox="1"/>
          <p:nvPr/>
        </p:nvSpPr>
        <p:spPr>
          <a:xfrm>
            <a:off x="1479528" y="7163354"/>
            <a:ext cx="1516214" cy="369332"/>
          </a:xfrm>
          <a:prstGeom prst="rect">
            <a:avLst/>
          </a:prstGeom>
          <a:noFill/>
        </p:spPr>
        <p:txBody>
          <a:bodyPr wrap="square">
            <a:spAutoFit/>
          </a:bodyPr>
          <a:lstStyle/>
          <a:p>
            <a:pPr algn="ctr"/>
            <a:r>
              <a:rPr lang="en-US" b="1" dirty="0"/>
              <a:t>Pin [0-3]</a:t>
            </a:r>
          </a:p>
        </p:txBody>
      </p:sp>
      <p:sp>
        <p:nvSpPr>
          <p:cNvPr id="33" name="Rounded Rectangle 32">
            <a:extLst>
              <a:ext uri="{FF2B5EF4-FFF2-40B4-BE49-F238E27FC236}">
                <a16:creationId xmlns:a16="http://schemas.microsoft.com/office/drawing/2014/main" id="{8C059CD2-831B-FDCA-B50B-967E62007E02}"/>
              </a:ext>
            </a:extLst>
          </p:cNvPr>
          <p:cNvSpPr/>
          <p:nvPr/>
        </p:nvSpPr>
        <p:spPr>
          <a:xfrm>
            <a:off x="1894561"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F68C0EA1-EB4F-FC38-D5D4-E24314235F1E}"/>
              </a:ext>
            </a:extLst>
          </p:cNvPr>
          <p:cNvSpPr/>
          <p:nvPr/>
        </p:nvSpPr>
        <p:spPr>
          <a:xfrm>
            <a:off x="1854625"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BC13EA4F-5241-7E14-42D2-0FDAC9B0A086}"/>
              </a:ext>
            </a:extLst>
          </p:cNvPr>
          <p:cNvSpPr/>
          <p:nvPr/>
        </p:nvSpPr>
        <p:spPr>
          <a:xfrm>
            <a:off x="1810020"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71CC2008-7682-1177-E041-FD54F5A3D247}"/>
              </a:ext>
            </a:extLst>
          </p:cNvPr>
          <p:cNvSpPr/>
          <p:nvPr/>
        </p:nvSpPr>
        <p:spPr>
          <a:xfrm>
            <a:off x="1766054"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a:extLst>
              <a:ext uri="{FF2B5EF4-FFF2-40B4-BE49-F238E27FC236}">
                <a16:creationId xmlns:a16="http://schemas.microsoft.com/office/drawing/2014/main" id="{659CFFB7-8768-2028-3D2D-26F08FF70937}"/>
              </a:ext>
            </a:extLst>
          </p:cNvPr>
          <p:cNvSpPr/>
          <p:nvPr/>
        </p:nvSpPr>
        <p:spPr>
          <a:xfrm>
            <a:off x="3062961"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3D5DF258-1EE3-FD4D-AF77-7C08367AB6F9}"/>
              </a:ext>
            </a:extLst>
          </p:cNvPr>
          <p:cNvSpPr/>
          <p:nvPr/>
        </p:nvSpPr>
        <p:spPr>
          <a:xfrm>
            <a:off x="3023025"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34246E2A-8880-CE7D-F49D-A82F65957006}"/>
              </a:ext>
            </a:extLst>
          </p:cNvPr>
          <p:cNvSpPr/>
          <p:nvPr/>
        </p:nvSpPr>
        <p:spPr>
          <a:xfrm>
            <a:off x="2978420"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a:extLst>
              <a:ext uri="{FF2B5EF4-FFF2-40B4-BE49-F238E27FC236}">
                <a16:creationId xmlns:a16="http://schemas.microsoft.com/office/drawing/2014/main" id="{4CE52E50-FA32-DE51-0C0F-BC01EB0E5D6F}"/>
              </a:ext>
            </a:extLst>
          </p:cNvPr>
          <p:cNvSpPr/>
          <p:nvPr/>
        </p:nvSpPr>
        <p:spPr>
          <a:xfrm>
            <a:off x="2934454"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67CFB118-7305-9247-FFF4-EE28F1077DE7}"/>
              </a:ext>
            </a:extLst>
          </p:cNvPr>
          <p:cNvSpPr/>
          <p:nvPr/>
        </p:nvSpPr>
        <p:spPr>
          <a:xfrm>
            <a:off x="4239827"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46FEA199-3FCF-9F68-B7BA-856349D82D90}"/>
              </a:ext>
            </a:extLst>
          </p:cNvPr>
          <p:cNvSpPr/>
          <p:nvPr/>
        </p:nvSpPr>
        <p:spPr>
          <a:xfrm>
            <a:off x="4199891"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B8E5554B-82F3-A6FB-241C-7239DCE9B560}"/>
              </a:ext>
            </a:extLst>
          </p:cNvPr>
          <p:cNvSpPr/>
          <p:nvPr/>
        </p:nvSpPr>
        <p:spPr>
          <a:xfrm>
            <a:off x="4155286"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D4E5D70E-9863-3497-174D-44D0CA0A107E}"/>
              </a:ext>
            </a:extLst>
          </p:cNvPr>
          <p:cNvSpPr/>
          <p:nvPr/>
        </p:nvSpPr>
        <p:spPr>
          <a:xfrm>
            <a:off x="4111320"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8B72BEEC-3DDB-6344-CB47-8063748B3D3B}"/>
              </a:ext>
            </a:extLst>
          </p:cNvPr>
          <p:cNvSpPr txBox="1"/>
          <p:nvPr/>
        </p:nvSpPr>
        <p:spPr>
          <a:xfrm>
            <a:off x="1900309" y="3640670"/>
            <a:ext cx="733983" cy="369332"/>
          </a:xfrm>
          <a:prstGeom prst="rect">
            <a:avLst/>
          </a:prstGeom>
          <a:noFill/>
        </p:spPr>
        <p:txBody>
          <a:bodyPr wrap="none" rtlCol="0">
            <a:spAutoFit/>
          </a:bodyPr>
          <a:lstStyle/>
          <a:p>
            <a:r>
              <a:rPr lang="en-US" dirty="0"/>
              <a:t>Banks</a:t>
            </a:r>
          </a:p>
        </p:txBody>
      </p:sp>
      <p:cxnSp>
        <p:nvCxnSpPr>
          <p:cNvPr id="46" name="Straight Connector 45">
            <a:extLst>
              <a:ext uri="{FF2B5EF4-FFF2-40B4-BE49-F238E27FC236}">
                <a16:creationId xmlns:a16="http://schemas.microsoft.com/office/drawing/2014/main" id="{F039D907-A217-C36B-B231-5E6C1D9C9DEB}"/>
              </a:ext>
            </a:extLst>
          </p:cNvPr>
          <p:cNvCxnSpPr>
            <a:cxnSpLocks/>
          </p:cNvCxnSpPr>
          <p:nvPr/>
        </p:nvCxnSpPr>
        <p:spPr>
          <a:xfrm flipV="1">
            <a:off x="2315722"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EDED543-CD26-9591-50E0-7A3B7E21217C}"/>
              </a:ext>
            </a:extLst>
          </p:cNvPr>
          <p:cNvCxnSpPr>
            <a:cxnSpLocks/>
          </p:cNvCxnSpPr>
          <p:nvPr/>
        </p:nvCxnSpPr>
        <p:spPr>
          <a:xfrm flipV="1">
            <a:off x="3443934"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DDDD377-B3D7-8A53-CE2F-0A7C3CA876ED}"/>
              </a:ext>
            </a:extLst>
          </p:cNvPr>
          <p:cNvCxnSpPr>
            <a:cxnSpLocks/>
          </p:cNvCxnSpPr>
          <p:nvPr/>
        </p:nvCxnSpPr>
        <p:spPr>
          <a:xfrm flipV="1">
            <a:off x="4596588"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57" name="Flowchart: Manual Operation 1572">
            <a:extLst>
              <a:ext uri="{FF2B5EF4-FFF2-40B4-BE49-F238E27FC236}">
                <a16:creationId xmlns:a16="http://schemas.microsoft.com/office/drawing/2014/main" id="{9BB87DF6-34E2-0543-DD6F-912000304D37}"/>
              </a:ext>
            </a:extLst>
          </p:cNvPr>
          <p:cNvSpPr/>
          <p:nvPr/>
        </p:nvSpPr>
        <p:spPr>
          <a:xfrm>
            <a:off x="1810021"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58" name="TextBox 57">
            <a:extLst>
              <a:ext uri="{FF2B5EF4-FFF2-40B4-BE49-F238E27FC236}">
                <a16:creationId xmlns:a16="http://schemas.microsoft.com/office/drawing/2014/main" id="{E34EE820-A889-666B-808E-2B142651EFC5}"/>
              </a:ext>
            </a:extLst>
          </p:cNvPr>
          <p:cNvSpPr txBox="1"/>
          <p:nvPr/>
        </p:nvSpPr>
        <p:spPr>
          <a:xfrm>
            <a:off x="2440988" y="7095431"/>
            <a:ext cx="3609422" cy="461665"/>
          </a:xfrm>
          <a:prstGeom prst="rect">
            <a:avLst/>
          </a:prstGeom>
          <a:noFill/>
        </p:spPr>
        <p:txBody>
          <a:bodyPr wrap="square">
            <a:spAutoFit/>
          </a:bodyPr>
          <a:lstStyle/>
          <a:p>
            <a:pPr algn="ctr"/>
            <a:r>
              <a:rPr lang="en-US" sz="2400" b="1" dirty="0">
                <a:solidFill>
                  <a:srgbClr val="FF0000"/>
                </a:solidFill>
              </a:rPr>
              <a:t>Pin [4-7](disabled)</a:t>
            </a:r>
            <a:endParaRPr lang="en-US" sz="2800" b="1" dirty="0">
              <a:solidFill>
                <a:srgbClr val="FF0000"/>
              </a:solidFill>
            </a:endParaRPr>
          </a:p>
        </p:txBody>
      </p:sp>
      <p:sp>
        <p:nvSpPr>
          <p:cNvPr id="88" name="TextBox 87">
            <a:extLst>
              <a:ext uri="{FF2B5EF4-FFF2-40B4-BE49-F238E27FC236}">
                <a16:creationId xmlns:a16="http://schemas.microsoft.com/office/drawing/2014/main" id="{25BFF77F-1547-9C87-D287-689DD73347F1}"/>
              </a:ext>
            </a:extLst>
          </p:cNvPr>
          <p:cNvSpPr txBox="1"/>
          <p:nvPr/>
        </p:nvSpPr>
        <p:spPr>
          <a:xfrm>
            <a:off x="7093333" y="7163354"/>
            <a:ext cx="1516214" cy="369332"/>
          </a:xfrm>
          <a:prstGeom prst="rect">
            <a:avLst/>
          </a:prstGeom>
          <a:noFill/>
        </p:spPr>
        <p:txBody>
          <a:bodyPr wrap="square">
            <a:spAutoFit/>
          </a:bodyPr>
          <a:lstStyle/>
          <a:p>
            <a:pPr algn="ctr"/>
            <a:r>
              <a:rPr lang="en-US" b="1" dirty="0"/>
              <a:t>Pin [0-3]</a:t>
            </a:r>
          </a:p>
        </p:txBody>
      </p:sp>
      <p:cxnSp>
        <p:nvCxnSpPr>
          <p:cNvPr id="130" name="Straight Arrow Connector 129">
            <a:extLst>
              <a:ext uri="{FF2B5EF4-FFF2-40B4-BE49-F238E27FC236}">
                <a16:creationId xmlns:a16="http://schemas.microsoft.com/office/drawing/2014/main" id="{C6F8C869-42DA-8D9C-048D-7CB1EB604189}"/>
              </a:ext>
            </a:extLst>
          </p:cNvPr>
          <p:cNvCxnSpPr>
            <a:cxnSpLocks/>
          </p:cNvCxnSpPr>
          <p:nvPr/>
        </p:nvCxnSpPr>
        <p:spPr>
          <a:xfrm>
            <a:off x="5600701" y="5135666"/>
            <a:ext cx="1062865" cy="0"/>
          </a:xfrm>
          <a:prstGeom prst="straightConnector1">
            <a:avLst/>
          </a:prstGeom>
          <a:ln w="63500">
            <a:tailEnd type="triangle" w="med" len="lg"/>
          </a:ln>
        </p:spPr>
        <p:style>
          <a:lnRef idx="2">
            <a:schemeClr val="accent1"/>
          </a:lnRef>
          <a:fillRef idx="0">
            <a:schemeClr val="accent1"/>
          </a:fillRef>
          <a:effectRef idx="1">
            <a:schemeClr val="accent1"/>
          </a:effectRef>
          <a:fontRef idx="minor">
            <a:schemeClr val="tx1"/>
          </a:fontRef>
        </p:style>
      </p:cxnSp>
      <p:cxnSp>
        <p:nvCxnSpPr>
          <p:cNvPr id="156" name="Straight Connector 155">
            <a:extLst>
              <a:ext uri="{FF2B5EF4-FFF2-40B4-BE49-F238E27FC236}">
                <a16:creationId xmlns:a16="http://schemas.microsoft.com/office/drawing/2014/main" id="{EEB2B344-05E8-2630-4B9C-775E07D809E3}"/>
              </a:ext>
            </a:extLst>
          </p:cNvPr>
          <p:cNvCxnSpPr>
            <a:cxnSpLocks/>
          </p:cNvCxnSpPr>
          <p:nvPr/>
        </p:nvCxnSpPr>
        <p:spPr>
          <a:xfrm>
            <a:off x="2955482"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7" name="Isosceles Triangle 1756">
            <a:extLst>
              <a:ext uri="{FF2B5EF4-FFF2-40B4-BE49-F238E27FC236}">
                <a16:creationId xmlns:a16="http://schemas.microsoft.com/office/drawing/2014/main" id="{A0C663F5-5596-1951-6A5B-4635FE6C20AC}"/>
              </a:ext>
            </a:extLst>
          </p:cNvPr>
          <p:cNvSpPr/>
          <p:nvPr/>
        </p:nvSpPr>
        <p:spPr>
          <a:xfrm rot="10800000">
            <a:off x="2843309"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58" name="Straight Connector 157">
            <a:extLst>
              <a:ext uri="{FF2B5EF4-FFF2-40B4-BE49-F238E27FC236}">
                <a16:creationId xmlns:a16="http://schemas.microsoft.com/office/drawing/2014/main" id="{5ECAC17E-7B05-047E-7C79-57E2AF72F536}"/>
              </a:ext>
            </a:extLst>
          </p:cNvPr>
          <p:cNvCxnSpPr>
            <a:cxnSpLocks/>
          </p:cNvCxnSpPr>
          <p:nvPr/>
        </p:nvCxnSpPr>
        <p:spPr>
          <a:xfrm>
            <a:off x="3158520"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9" name="Isosceles Triangle 1756">
            <a:extLst>
              <a:ext uri="{FF2B5EF4-FFF2-40B4-BE49-F238E27FC236}">
                <a16:creationId xmlns:a16="http://schemas.microsoft.com/office/drawing/2014/main" id="{1BDDFAAC-8BDE-1739-4B3E-F606BF3E65EF}"/>
              </a:ext>
            </a:extLst>
          </p:cNvPr>
          <p:cNvSpPr/>
          <p:nvPr/>
        </p:nvSpPr>
        <p:spPr>
          <a:xfrm rot="10800000">
            <a:off x="3046347"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0" name="Straight Connector 159">
            <a:extLst>
              <a:ext uri="{FF2B5EF4-FFF2-40B4-BE49-F238E27FC236}">
                <a16:creationId xmlns:a16="http://schemas.microsoft.com/office/drawing/2014/main" id="{023C6067-D11F-FBE7-9729-247AD268C94B}"/>
              </a:ext>
            </a:extLst>
          </p:cNvPr>
          <p:cNvCxnSpPr>
            <a:cxnSpLocks/>
          </p:cNvCxnSpPr>
          <p:nvPr/>
        </p:nvCxnSpPr>
        <p:spPr>
          <a:xfrm>
            <a:off x="3370341"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1" name="Isosceles Triangle 1756">
            <a:extLst>
              <a:ext uri="{FF2B5EF4-FFF2-40B4-BE49-F238E27FC236}">
                <a16:creationId xmlns:a16="http://schemas.microsoft.com/office/drawing/2014/main" id="{6ED61E88-4DD2-F953-3D3D-1440D5584833}"/>
              </a:ext>
            </a:extLst>
          </p:cNvPr>
          <p:cNvSpPr/>
          <p:nvPr/>
        </p:nvSpPr>
        <p:spPr>
          <a:xfrm rot="10800000">
            <a:off x="3258168"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2" name="Straight Connector 161">
            <a:extLst>
              <a:ext uri="{FF2B5EF4-FFF2-40B4-BE49-F238E27FC236}">
                <a16:creationId xmlns:a16="http://schemas.microsoft.com/office/drawing/2014/main" id="{820A526A-B3BE-FCD5-24C8-8C5698035B0C}"/>
              </a:ext>
            </a:extLst>
          </p:cNvPr>
          <p:cNvCxnSpPr>
            <a:cxnSpLocks/>
          </p:cNvCxnSpPr>
          <p:nvPr/>
        </p:nvCxnSpPr>
        <p:spPr>
          <a:xfrm>
            <a:off x="3745430" y="5639630"/>
            <a:ext cx="0" cy="1510186"/>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3" name="Isosceles Triangle 1756">
            <a:extLst>
              <a:ext uri="{FF2B5EF4-FFF2-40B4-BE49-F238E27FC236}">
                <a16:creationId xmlns:a16="http://schemas.microsoft.com/office/drawing/2014/main" id="{91562C6A-69AA-4078-C9A6-CC193BE85249}"/>
              </a:ext>
            </a:extLst>
          </p:cNvPr>
          <p:cNvSpPr/>
          <p:nvPr/>
        </p:nvSpPr>
        <p:spPr>
          <a:xfrm rot="10800000">
            <a:off x="3633257"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4" name="Straight Connector 163">
            <a:extLst>
              <a:ext uri="{FF2B5EF4-FFF2-40B4-BE49-F238E27FC236}">
                <a16:creationId xmlns:a16="http://schemas.microsoft.com/office/drawing/2014/main" id="{61D439F8-684B-AA2A-1F92-B3CEF440FAD5}"/>
              </a:ext>
            </a:extLst>
          </p:cNvPr>
          <p:cNvCxnSpPr>
            <a:cxnSpLocks/>
          </p:cNvCxnSpPr>
          <p:nvPr/>
        </p:nvCxnSpPr>
        <p:spPr>
          <a:xfrm>
            <a:off x="3957251" y="5639630"/>
            <a:ext cx="0" cy="1510186"/>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5" name="Isosceles Triangle 1756">
            <a:extLst>
              <a:ext uri="{FF2B5EF4-FFF2-40B4-BE49-F238E27FC236}">
                <a16:creationId xmlns:a16="http://schemas.microsoft.com/office/drawing/2014/main" id="{1629327D-CF87-867A-60EA-C906B6A5527A}"/>
              </a:ext>
            </a:extLst>
          </p:cNvPr>
          <p:cNvSpPr/>
          <p:nvPr/>
        </p:nvSpPr>
        <p:spPr>
          <a:xfrm rot="10800000">
            <a:off x="3845078"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6" name="Straight Connector 165">
            <a:extLst>
              <a:ext uri="{FF2B5EF4-FFF2-40B4-BE49-F238E27FC236}">
                <a16:creationId xmlns:a16="http://schemas.microsoft.com/office/drawing/2014/main" id="{B5C9AF70-CF3D-29EA-FF4E-986D3DC4CE33}"/>
              </a:ext>
            </a:extLst>
          </p:cNvPr>
          <p:cNvCxnSpPr>
            <a:cxnSpLocks/>
          </p:cNvCxnSpPr>
          <p:nvPr/>
        </p:nvCxnSpPr>
        <p:spPr>
          <a:xfrm>
            <a:off x="416028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7" name="Isosceles Triangle 1756">
            <a:extLst>
              <a:ext uri="{FF2B5EF4-FFF2-40B4-BE49-F238E27FC236}">
                <a16:creationId xmlns:a16="http://schemas.microsoft.com/office/drawing/2014/main" id="{2C450FBB-F662-A3C0-3E66-5438543C7453}"/>
              </a:ext>
            </a:extLst>
          </p:cNvPr>
          <p:cNvSpPr/>
          <p:nvPr/>
        </p:nvSpPr>
        <p:spPr>
          <a:xfrm rot="10800000">
            <a:off x="404811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68" name="Straight Connector 167">
            <a:extLst>
              <a:ext uri="{FF2B5EF4-FFF2-40B4-BE49-F238E27FC236}">
                <a16:creationId xmlns:a16="http://schemas.microsoft.com/office/drawing/2014/main" id="{105A44D6-ACA7-7663-C122-578D86F85C1F}"/>
              </a:ext>
            </a:extLst>
          </p:cNvPr>
          <p:cNvCxnSpPr>
            <a:cxnSpLocks/>
          </p:cNvCxnSpPr>
          <p:nvPr/>
        </p:nvCxnSpPr>
        <p:spPr>
          <a:xfrm>
            <a:off x="4372110"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69" name="Isosceles Triangle 1756">
            <a:extLst>
              <a:ext uri="{FF2B5EF4-FFF2-40B4-BE49-F238E27FC236}">
                <a16:creationId xmlns:a16="http://schemas.microsoft.com/office/drawing/2014/main" id="{205BF5FC-111A-F9F8-72CE-C2AF62097B88}"/>
              </a:ext>
            </a:extLst>
          </p:cNvPr>
          <p:cNvSpPr/>
          <p:nvPr/>
        </p:nvSpPr>
        <p:spPr>
          <a:xfrm rot="10800000">
            <a:off x="4259937"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70" name="Rectangle: Rounded Corners 1744">
            <a:extLst>
              <a:ext uri="{FF2B5EF4-FFF2-40B4-BE49-F238E27FC236}">
                <a16:creationId xmlns:a16="http://schemas.microsoft.com/office/drawing/2014/main" id="{2853B5F7-64B1-65C9-FD4D-1C267DE60923}"/>
              </a:ext>
            </a:extLst>
          </p:cNvPr>
          <p:cNvSpPr/>
          <p:nvPr/>
        </p:nvSpPr>
        <p:spPr>
          <a:xfrm>
            <a:off x="3597084" y="5689416"/>
            <a:ext cx="886383" cy="1447471"/>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71" name="Rectangle 170">
            <a:extLst>
              <a:ext uri="{FF2B5EF4-FFF2-40B4-BE49-F238E27FC236}">
                <a16:creationId xmlns:a16="http://schemas.microsoft.com/office/drawing/2014/main" id="{F026C984-68A2-D717-5929-5DFC67A387A2}"/>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72" name="Straight Connector 171">
            <a:extLst>
              <a:ext uri="{FF2B5EF4-FFF2-40B4-BE49-F238E27FC236}">
                <a16:creationId xmlns:a16="http://schemas.microsoft.com/office/drawing/2014/main" id="{CFE32A2A-0915-730B-1A5C-718D2DBBDA8C}"/>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1FF0CDED-3164-CD61-6495-322493D0363C}"/>
              </a:ext>
            </a:extLst>
          </p:cNvPr>
          <p:cNvCxnSpPr>
            <a:cxnSpLocks/>
          </p:cNvCxnSpPr>
          <p:nvPr/>
        </p:nvCxnSpPr>
        <p:spPr>
          <a:xfrm>
            <a:off x="7960291"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F076C783-1D75-4EF6-F49F-227BB4E6CB64}"/>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75" name="Rectangle: Rounded Corners 1571">
            <a:extLst>
              <a:ext uri="{FF2B5EF4-FFF2-40B4-BE49-F238E27FC236}">
                <a16:creationId xmlns:a16="http://schemas.microsoft.com/office/drawing/2014/main" id="{58E34871-2B33-210D-0008-BB7C1D694A3B}"/>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76" name="Straight Connector 175">
            <a:extLst>
              <a:ext uri="{FF2B5EF4-FFF2-40B4-BE49-F238E27FC236}">
                <a16:creationId xmlns:a16="http://schemas.microsoft.com/office/drawing/2014/main" id="{A1DDE1CF-8994-6055-516F-D284835D110A}"/>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C2359070-3820-6B2F-DB79-EF405A1A2F67}"/>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D3C08F8C-F1C7-77EF-7080-E82609244057}"/>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62267186-C17B-91D3-F513-99763C11F032}"/>
              </a:ext>
            </a:extLst>
          </p:cNvPr>
          <p:cNvCxnSpPr>
            <a:cxnSpLocks/>
          </p:cNvCxnSpPr>
          <p:nvPr/>
        </p:nvCxnSpPr>
        <p:spPr>
          <a:xfrm>
            <a:off x="8567007"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80" name="Rectangle: Rounded Corners 1744">
            <a:extLst>
              <a:ext uri="{FF2B5EF4-FFF2-40B4-BE49-F238E27FC236}">
                <a16:creationId xmlns:a16="http://schemas.microsoft.com/office/drawing/2014/main" id="{2849B65F-72F7-10E3-4AB1-A434508AE659}"/>
              </a:ext>
            </a:extLst>
          </p:cNvPr>
          <p:cNvSpPr/>
          <p:nvPr/>
        </p:nvSpPr>
        <p:spPr>
          <a:xfrm>
            <a:off x="9067837"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181" name="Straight Connector 180">
            <a:extLst>
              <a:ext uri="{FF2B5EF4-FFF2-40B4-BE49-F238E27FC236}">
                <a16:creationId xmlns:a16="http://schemas.microsoft.com/office/drawing/2014/main" id="{F4493E0C-8648-384A-3FF8-345E2FDC6D88}"/>
              </a:ext>
            </a:extLst>
          </p:cNvPr>
          <p:cNvCxnSpPr>
            <a:cxnSpLocks/>
          </p:cNvCxnSpPr>
          <p:nvPr/>
        </p:nvCxnSpPr>
        <p:spPr>
          <a:xfrm>
            <a:off x="9911967" y="5135666"/>
            <a:ext cx="257302" cy="0"/>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BA8F53EE-C612-84A2-7F1E-494E9F95C603}"/>
              </a:ext>
            </a:extLst>
          </p:cNvPr>
          <p:cNvCxnSpPr>
            <a:cxnSpLocks/>
          </p:cNvCxnSpPr>
          <p:nvPr/>
        </p:nvCxnSpPr>
        <p:spPr>
          <a:xfrm>
            <a:off x="10161889"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83" name="Isosceles Triangle 1756">
            <a:extLst>
              <a:ext uri="{FF2B5EF4-FFF2-40B4-BE49-F238E27FC236}">
                <a16:creationId xmlns:a16="http://schemas.microsoft.com/office/drawing/2014/main" id="{A268816C-ECD0-9FBB-AA07-FF46D3D11890}"/>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85" name="Rounded Rectangle 184">
            <a:extLst>
              <a:ext uri="{FF2B5EF4-FFF2-40B4-BE49-F238E27FC236}">
                <a16:creationId xmlns:a16="http://schemas.microsoft.com/office/drawing/2014/main" id="{9E134C6E-CBF6-FD28-7AD4-F5921F7EC74A}"/>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185">
            <a:extLst>
              <a:ext uri="{FF2B5EF4-FFF2-40B4-BE49-F238E27FC236}">
                <a16:creationId xmlns:a16="http://schemas.microsoft.com/office/drawing/2014/main" id="{FC9686B2-3F69-DC2D-8230-9ABE030A8EEE}"/>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186">
            <a:extLst>
              <a:ext uri="{FF2B5EF4-FFF2-40B4-BE49-F238E27FC236}">
                <a16:creationId xmlns:a16="http://schemas.microsoft.com/office/drawing/2014/main" id="{BCEBEB87-4EA3-B75A-9419-196C1AAC5566}"/>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ounded Rectangle 187">
            <a:extLst>
              <a:ext uri="{FF2B5EF4-FFF2-40B4-BE49-F238E27FC236}">
                <a16:creationId xmlns:a16="http://schemas.microsoft.com/office/drawing/2014/main" id="{CC84C559-3A58-3033-1468-1A20269DF86C}"/>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ounded Rectangle 188">
            <a:extLst>
              <a:ext uri="{FF2B5EF4-FFF2-40B4-BE49-F238E27FC236}">
                <a16:creationId xmlns:a16="http://schemas.microsoft.com/office/drawing/2014/main" id="{B21CBBA5-FCDB-4F21-2351-DBCA72C4852A}"/>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ounded Rectangle 189">
            <a:extLst>
              <a:ext uri="{FF2B5EF4-FFF2-40B4-BE49-F238E27FC236}">
                <a16:creationId xmlns:a16="http://schemas.microsoft.com/office/drawing/2014/main" id="{11DFB7E0-8E47-91F5-D135-38AD5E514F39}"/>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ounded Rectangle 190">
            <a:extLst>
              <a:ext uri="{FF2B5EF4-FFF2-40B4-BE49-F238E27FC236}">
                <a16:creationId xmlns:a16="http://schemas.microsoft.com/office/drawing/2014/main" id="{FF8D45A8-DBF4-DC57-B460-E9BF9570246B}"/>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ounded Rectangle 191">
            <a:extLst>
              <a:ext uri="{FF2B5EF4-FFF2-40B4-BE49-F238E27FC236}">
                <a16:creationId xmlns:a16="http://schemas.microsoft.com/office/drawing/2014/main" id="{E6189541-528D-3408-BE27-5CB3453B913C}"/>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ounded Rectangle 192">
            <a:extLst>
              <a:ext uri="{FF2B5EF4-FFF2-40B4-BE49-F238E27FC236}">
                <a16:creationId xmlns:a16="http://schemas.microsoft.com/office/drawing/2014/main" id="{647022E4-8196-5045-D7FB-ADA35BAFA255}"/>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ounded Rectangle 193">
            <a:extLst>
              <a:ext uri="{FF2B5EF4-FFF2-40B4-BE49-F238E27FC236}">
                <a16:creationId xmlns:a16="http://schemas.microsoft.com/office/drawing/2014/main" id="{75514BE9-43CA-22DE-3466-4B63F49EF4CE}"/>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ounded Rectangle 194">
            <a:extLst>
              <a:ext uri="{FF2B5EF4-FFF2-40B4-BE49-F238E27FC236}">
                <a16:creationId xmlns:a16="http://schemas.microsoft.com/office/drawing/2014/main" id="{13B72499-2AD3-BCE9-7A66-A6E54E1030C3}"/>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ounded Rectangle 195">
            <a:extLst>
              <a:ext uri="{FF2B5EF4-FFF2-40B4-BE49-F238E27FC236}">
                <a16:creationId xmlns:a16="http://schemas.microsoft.com/office/drawing/2014/main" id="{8809C158-B215-7B0B-8AB4-BF90196934CC}"/>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TextBox 196">
            <a:extLst>
              <a:ext uri="{FF2B5EF4-FFF2-40B4-BE49-F238E27FC236}">
                <a16:creationId xmlns:a16="http://schemas.microsoft.com/office/drawing/2014/main" id="{CC6BAE47-F117-A27C-2B6A-25E4D341ADFF}"/>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98" name="Straight Connector 197">
            <a:extLst>
              <a:ext uri="{FF2B5EF4-FFF2-40B4-BE49-F238E27FC236}">
                <a16:creationId xmlns:a16="http://schemas.microsoft.com/office/drawing/2014/main" id="{8182324E-58BA-F86A-67B7-35EF08B557CE}"/>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81FC18B5-F2A2-1DE2-C150-B4D8A899FB7C}"/>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229E7724-01EB-7D25-3AAE-BE6881DABA1C}"/>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1" name="Flowchart: Manual Operation 1572">
            <a:extLst>
              <a:ext uri="{FF2B5EF4-FFF2-40B4-BE49-F238E27FC236}">
                <a16:creationId xmlns:a16="http://schemas.microsoft.com/office/drawing/2014/main" id="{57BAB95A-4113-3B26-AE49-E5891CB91686}"/>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cxnSp>
        <p:nvCxnSpPr>
          <p:cNvPr id="203" name="Straight Connector 202">
            <a:extLst>
              <a:ext uri="{FF2B5EF4-FFF2-40B4-BE49-F238E27FC236}">
                <a16:creationId xmlns:a16="http://schemas.microsoft.com/office/drawing/2014/main" id="{BB77356D-279B-4ABD-2D52-250043C24174}"/>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4" name="Isosceles Triangle 1756">
            <a:extLst>
              <a:ext uri="{FF2B5EF4-FFF2-40B4-BE49-F238E27FC236}">
                <a16:creationId xmlns:a16="http://schemas.microsoft.com/office/drawing/2014/main" id="{F69EE7CE-FB3E-2AB1-6143-E84CB99F136F}"/>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5" name="Straight Connector 204">
            <a:extLst>
              <a:ext uri="{FF2B5EF4-FFF2-40B4-BE49-F238E27FC236}">
                <a16:creationId xmlns:a16="http://schemas.microsoft.com/office/drawing/2014/main" id="{76A9AFFA-DF39-DF15-B628-85C2169B60AC}"/>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6" name="Isosceles Triangle 1756">
            <a:extLst>
              <a:ext uri="{FF2B5EF4-FFF2-40B4-BE49-F238E27FC236}">
                <a16:creationId xmlns:a16="http://schemas.microsoft.com/office/drawing/2014/main" id="{D7B724E1-EAF6-E54C-22EF-59C11DFDBD48}"/>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7" name="Straight Connector 206">
            <a:extLst>
              <a:ext uri="{FF2B5EF4-FFF2-40B4-BE49-F238E27FC236}">
                <a16:creationId xmlns:a16="http://schemas.microsoft.com/office/drawing/2014/main" id="{7C4751E7-76E0-9F4F-A183-640BB6C4A794}"/>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8" name="Isosceles Triangle 1756">
            <a:extLst>
              <a:ext uri="{FF2B5EF4-FFF2-40B4-BE49-F238E27FC236}">
                <a16:creationId xmlns:a16="http://schemas.microsoft.com/office/drawing/2014/main" id="{85933F5E-6ABE-6170-BA2E-12183AA0C10B}"/>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9" name="Straight Connector 208">
            <a:extLst>
              <a:ext uri="{FF2B5EF4-FFF2-40B4-BE49-F238E27FC236}">
                <a16:creationId xmlns:a16="http://schemas.microsoft.com/office/drawing/2014/main" id="{9A79B735-7AEA-B199-C1D3-52A6C8F5224B}"/>
              </a:ext>
            </a:extLst>
          </p:cNvPr>
          <p:cNvCxnSpPr>
            <a:cxnSpLocks/>
          </p:cNvCxnSpPr>
          <p:nvPr/>
        </p:nvCxnSpPr>
        <p:spPr>
          <a:xfrm>
            <a:off x="8929467" y="5639630"/>
            <a:ext cx="0" cy="1508544"/>
          </a:xfrm>
          <a:prstGeom prst="line">
            <a:avLst/>
          </a:prstGeom>
          <a:ln w="53975">
            <a:solidFill>
              <a:srgbClr val="FF0000"/>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0" name="Isosceles Triangle 1756">
            <a:extLst>
              <a:ext uri="{FF2B5EF4-FFF2-40B4-BE49-F238E27FC236}">
                <a16:creationId xmlns:a16="http://schemas.microsoft.com/office/drawing/2014/main" id="{18B1BE0F-A4F7-3BDE-E229-5953CC2FFE86}"/>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1" name="Straight Connector 210">
            <a:extLst>
              <a:ext uri="{FF2B5EF4-FFF2-40B4-BE49-F238E27FC236}">
                <a16:creationId xmlns:a16="http://schemas.microsoft.com/office/drawing/2014/main" id="{424B4463-99D0-D01A-02AE-F9D0DFC2881E}"/>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2" name="Isosceles Triangle 1756">
            <a:extLst>
              <a:ext uri="{FF2B5EF4-FFF2-40B4-BE49-F238E27FC236}">
                <a16:creationId xmlns:a16="http://schemas.microsoft.com/office/drawing/2014/main" id="{3BC25F33-FAD0-EC06-98EE-C06AACD2773B}"/>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3" name="Straight Connector 212">
            <a:extLst>
              <a:ext uri="{FF2B5EF4-FFF2-40B4-BE49-F238E27FC236}">
                <a16:creationId xmlns:a16="http://schemas.microsoft.com/office/drawing/2014/main" id="{42646DC3-4076-B94D-0BA5-2271CEDF4D51}"/>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4" name="Isosceles Triangle 1756">
            <a:extLst>
              <a:ext uri="{FF2B5EF4-FFF2-40B4-BE49-F238E27FC236}">
                <a16:creationId xmlns:a16="http://schemas.microsoft.com/office/drawing/2014/main" id="{C35C88BA-466C-2E90-69FD-198C66926D3B}"/>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5" name="Straight Connector 214">
            <a:extLst>
              <a:ext uri="{FF2B5EF4-FFF2-40B4-BE49-F238E27FC236}">
                <a16:creationId xmlns:a16="http://schemas.microsoft.com/office/drawing/2014/main" id="{71C71490-F34F-263F-0862-8B7BF0F6EB4E}"/>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6" name="Isosceles Triangle 1756">
            <a:extLst>
              <a:ext uri="{FF2B5EF4-FFF2-40B4-BE49-F238E27FC236}">
                <a16:creationId xmlns:a16="http://schemas.microsoft.com/office/drawing/2014/main" id="{9E80D1A7-D616-1690-99B3-F260496B3575}"/>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18" name="Rectangle: Rounded Corners 1744">
            <a:extLst>
              <a:ext uri="{FF2B5EF4-FFF2-40B4-BE49-F238E27FC236}">
                <a16:creationId xmlns:a16="http://schemas.microsoft.com/office/drawing/2014/main" id="{14C9C0BE-7100-8133-5DD9-2807C43AAFA2}"/>
              </a:ext>
            </a:extLst>
          </p:cNvPr>
          <p:cNvSpPr/>
          <p:nvPr/>
        </p:nvSpPr>
        <p:spPr>
          <a:xfrm>
            <a:off x="9026509" y="5690159"/>
            <a:ext cx="682641" cy="1458012"/>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63" name="Rectangle 62">
            <a:extLst>
              <a:ext uri="{FF2B5EF4-FFF2-40B4-BE49-F238E27FC236}">
                <a16:creationId xmlns:a16="http://schemas.microsoft.com/office/drawing/2014/main" id="{5AF1EC29-1AB4-A0B2-8991-2D5947D47449}"/>
              </a:ext>
            </a:extLst>
          </p:cNvPr>
          <p:cNvSpPr/>
          <p:nvPr/>
        </p:nvSpPr>
        <p:spPr>
          <a:xfrm>
            <a:off x="3532506" y="5675284"/>
            <a:ext cx="1064083" cy="1363558"/>
          </a:xfrm>
          <a:prstGeom prst="rect">
            <a:avLst/>
          </a:prstGeom>
          <a:noFill/>
          <a:ln w="47625">
            <a:solidFill>
              <a:srgbClr val="FF0000"/>
            </a:solidFill>
            <a:prstDash val="solid"/>
            <a:extLst>
              <a:ext uri="{C807C97D-BFC1-408E-A445-0C87EB9F89A2}">
                <ask:lineSketchStyleProps xmlns:ask="http://schemas.microsoft.com/office/drawing/2018/sketchyshapes" sd="1219033472">
                  <a:custGeom>
                    <a:avLst/>
                    <a:gdLst>
                      <a:gd name="connsiteX0" fmla="*/ 0 w 2216692"/>
                      <a:gd name="connsiteY0" fmla="*/ 0 h 1732621"/>
                      <a:gd name="connsiteX1" fmla="*/ 532006 w 2216692"/>
                      <a:gd name="connsiteY1" fmla="*/ 0 h 1732621"/>
                      <a:gd name="connsiteX2" fmla="*/ 1019678 w 2216692"/>
                      <a:gd name="connsiteY2" fmla="*/ 0 h 1732621"/>
                      <a:gd name="connsiteX3" fmla="*/ 1618185 w 2216692"/>
                      <a:gd name="connsiteY3" fmla="*/ 0 h 1732621"/>
                      <a:gd name="connsiteX4" fmla="*/ 2216692 w 2216692"/>
                      <a:gd name="connsiteY4" fmla="*/ 0 h 1732621"/>
                      <a:gd name="connsiteX5" fmla="*/ 2216692 w 2216692"/>
                      <a:gd name="connsiteY5" fmla="*/ 560214 h 1732621"/>
                      <a:gd name="connsiteX6" fmla="*/ 2216692 w 2216692"/>
                      <a:gd name="connsiteY6" fmla="*/ 1103102 h 1732621"/>
                      <a:gd name="connsiteX7" fmla="*/ 2216692 w 2216692"/>
                      <a:gd name="connsiteY7" fmla="*/ 1732621 h 1732621"/>
                      <a:gd name="connsiteX8" fmla="*/ 1662519 w 2216692"/>
                      <a:gd name="connsiteY8" fmla="*/ 1732621 h 1732621"/>
                      <a:gd name="connsiteX9" fmla="*/ 1174847 w 2216692"/>
                      <a:gd name="connsiteY9" fmla="*/ 1732621 h 1732621"/>
                      <a:gd name="connsiteX10" fmla="*/ 620674 w 2216692"/>
                      <a:gd name="connsiteY10" fmla="*/ 1732621 h 1732621"/>
                      <a:gd name="connsiteX11" fmla="*/ 0 w 2216692"/>
                      <a:gd name="connsiteY11" fmla="*/ 1732621 h 1732621"/>
                      <a:gd name="connsiteX12" fmla="*/ 0 w 2216692"/>
                      <a:gd name="connsiteY12" fmla="*/ 1172407 h 1732621"/>
                      <a:gd name="connsiteX13" fmla="*/ 0 w 2216692"/>
                      <a:gd name="connsiteY13" fmla="*/ 612193 h 1732621"/>
                      <a:gd name="connsiteX14" fmla="*/ 0 w 2216692"/>
                      <a:gd name="connsiteY14" fmla="*/ 0 h 1732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6692" h="1732621" extrusionOk="0">
                        <a:moveTo>
                          <a:pt x="0" y="0"/>
                        </a:moveTo>
                        <a:cubicBezTo>
                          <a:pt x="239959" y="-1092"/>
                          <a:pt x="399226" y="55110"/>
                          <a:pt x="532006" y="0"/>
                        </a:cubicBezTo>
                        <a:cubicBezTo>
                          <a:pt x="664786" y="-55110"/>
                          <a:pt x="831102" y="47108"/>
                          <a:pt x="1019678" y="0"/>
                        </a:cubicBezTo>
                        <a:cubicBezTo>
                          <a:pt x="1208254" y="-47108"/>
                          <a:pt x="1344154" y="61135"/>
                          <a:pt x="1618185" y="0"/>
                        </a:cubicBezTo>
                        <a:cubicBezTo>
                          <a:pt x="1892216" y="-61135"/>
                          <a:pt x="2073405" y="60329"/>
                          <a:pt x="2216692" y="0"/>
                        </a:cubicBezTo>
                        <a:cubicBezTo>
                          <a:pt x="2237682" y="157342"/>
                          <a:pt x="2174118" y="443209"/>
                          <a:pt x="2216692" y="560214"/>
                        </a:cubicBezTo>
                        <a:cubicBezTo>
                          <a:pt x="2259266" y="677219"/>
                          <a:pt x="2159516" y="837414"/>
                          <a:pt x="2216692" y="1103102"/>
                        </a:cubicBezTo>
                        <a:cubicBezTo>
                          <a:pt x="2273868" y="1368790"/>
                          <a:pt x="2187469" y="1521752"/>
                          <a:pt x="2216692" y="1732621"/>
                        </a:cubicBezTo>
                        <a:cubicBezTo>
                          <a:pt x="1990753" y="1771611"/>
                          <a:pt x="1905753" y="1671196"/>
                          <a:pt x="1662519" y="1732621"/>
                        </a:cubicBezTo>
                        <a:cubicBezTo>
                          <a:pt x="1419285" y="1794046"/>
                          <a:pt x="1288688" y="1709171"/>
                          <a:pt x="1174847" y="1732621"/>
                        </a:cubicBezTo>
                        <a:cubicBezTo>
                          <a:pt x="1061006" y="1756071"/>
                          <a:pt x="775406" y="1699101"/>
                          <a:pt x="620674" y="1732621"/>
                        </a:cubicBezTo>
                        <a:cubicBezTo>
                          <a:pt x="465942" y="1766141"/>
                          <a:pt x="266469" y="1659777"/>
                          <a:pt x="0" y="1732621"/>
                        </a:cubicBezTo>
                        <a:cubicBezTo>
                          <a:pt x="-49594" y="1618063"/>
                          <a:pt x="41615" y="1427409"/>
                          <a:pt x="0" y="1172407"/>
                        </a:cubicBezTo>
                        <a:cubicBezTo>
                          <a:pt x="-41615" y="917405"/>
                          <a:pt x="2803" y="890995"/>
                          <a:pt x="0" y="612193"/>
                        </a:cubicBezTo>
                        <a:cubicBezTo>
                          <a:pt x="-2803" y="333391"/>
                          <a:pt x="5611" y="125549"/>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TextBox 266">
            <a:extLst>
              <a:ext uri="{FF2B5EF4-FFF2-40B4-BE49-F238E27FC236}">
                <a16:creationId xmlns:a16="http://schemas.microsoft.com/office/drawing/2014/main" id="{2F9C7C09-9833-AF63-DE8C-C56EEAB1229B}"/>
              </a:ext>
            </a:extLst>
          </p:cNvPr>
          <p:cNvSpPr txBox="1"/>
          <p:nvPr/>
        </p:nvSpPr>
        <p:spPr>
          <a:xfrm>
            <a:off x="7815523" y="7095431"/>
            <a:ext cx="3609422" cy="461665"/>
          </a:xfrm>
          <a:prstGeom prst="rect">
            <a:avLst/>
          </a:prstGeom>
          <a:noFill/>
        </p:spPr>
        <p:txBody>
          <a:bodyPr wrap="square">
            <a:spAutoFit/>
          </a:bodyPr>
          <a:lstStyle/>
          <a:p>
            <a:pPr algn="ctr"/>
            <a:r>
              <a:rPr lang="en-US" sz="2400" b="1" dirty="0">
                <a:solidFill>
                  <a:srgbClr val="FF0000"/>
                </a:solidFill>
              </a:rPr>
              <a:t>Pin [</a:t>
            </a:r>
            <a:r>
              <a:rPr lang="en-US" altLang="zh-CN" sz="2400" b="1" dirty="0">
                <a:solidFill>
                  <a:srgbClr val="FF0000"/>
                </a:solidFill>
              </a:rPr>
              <a:t>4]</a:t>
            </a:r>
            <a:r>
              <a:rPr lang="en-US" sz="2400" b="1" dirty="0">
                <a:solidFill>
                  <a:srgbClr val="FF0000"/>
                </a:solidFill>
              </a:rPr>
              <a:t>(enabled)</a:t>
            </a:r>
            <a:endParaRPr lang="en-US" sz="2800" b="1" dirty="0">
              <a:solidFill>
                <a:srgbClr val="FF0000"/>
              </a:solidFill>
            </a:endParaRPr>
          </a:p>
        </p:txBody>
      </p:sp>
      <p:sp>
        <p:nvSpPr>
          <p:cNvPr id="20" name="TextBox 19">
            <a:extLst>
              <a:ext uri="{FF2B5EF4-FFF2-40B4-BE49-F238E27FC236}">
                <a16:creationId xmlns:a16="http://schemas.microsoft.com/office/drawing/2014/main" id="{5CDAAC96-7DE4-B6BD-1042-A67875E88EE3}"/>
              </a:ext>
            </a:extLst>
          </p:cNvPr>
          <p:cNvSpPr txBox="1"/>
          <p:nvPr/>
        </p:nvSpPr>
        <p:spPr>
          <a:xfrm>
            <a:off x="2392114" y="2584757"/>
            <a:ext cx="2319866" cy="523220"/>
          </a:xfrm>
          <a:prstGeom prst="rect">
            <a:avLst/>
          </a:prstGeom>
          <a:noFill/>
        </p:spPr>
        <p:txBody>
          <a:bodyPr wrap="none" rtlCol="0">
            <a:spAutoFit/>
          </a:bodyPr>
          <a:lstStyle/>
          <a:p>
            <a:r>
              <a:rPr lang="en-US" sz="2800" b="1" dirty="0"/>
              <a:t>x4 DRAM Chip</a:t>
            </a:r>
          </a:p>
        </p:txBody>
      </p:sp>
      <p:sp>
        <p:nvSpPr>
          <p:cNvPr id="21" name="TextBox 20">
            <a:extLst>
              <a:ext uri="{FF2B5EF4-FFF2-40B4-BE49-F238E27FC236}">
                <a16:creationId xmlns:a16="http://schemas.microsoft.com/office/drawing/2014/main" id="{F601CAE4-1E15-5B2E-598D-58DFF1B020F8}"/>
              </a:ext>
            </a:extLst>
          </p:cNvPr>
          <p:cNvSpPr txBox="1"/>
          <p:nvPr/>
        </p:nvSpPr>
        <p:spPr>
          <a:xfrm>
            <a:off x="7634144" y="2584757"/>
            <a:ext cx="2319866" cy="523220"/>
          </a:xfrm>
          <a:prstGeom prst="rect">
            <a:avLst/>
          </a:prstGeom>
          <a:noFill/>
        </p:spPr>
        <p:txBody>
          <a:bodyPr wrap="none" rtlCol="0">
            <a:spAutoFit/>
          </a:bodyPr>
          <a:lstStyle/>
          <a:p>
            <a:r>
              <a:rPr lang="en-US" sz="2800" b="1" dirty="0">
                <a:solidFill>
                  <a:srgbClr val="FF0000"/>
                </a:solidFill>
              </a:rPr>
              <a:t>x5 DRAM Chip</a:t>
            </a:r>
          </a:p>
        </p:txBody>
      </p:sp>
    </p:spTree>
    <p:extLst>
      <p:ext uri="{BB962C8B-B14F-4D97-AF65-F5344CB8AC3E}">
        <p14:creationId xmlns:p14="http://schemas.microsoft.com/office/powerpoint/2010/main" val="2080097978"/>
      </p:ext>
    </p:extLst>
  </p:cSld>
  <p:clrMapOvr>
    <a:masterClrMapping/>
  </p:clrMapOvr>
  <mc:AlternateContent xmlns:mc="http://schemas.openxmlformats.org/markup-compatibility/2006" xmlns:p14="http://schemas.microsoft.com/office/powerpoint/2010/main">
    <mc:Choice Requires="p14">
      <p:transition spd="slow" p14:dur="2000" advTm="20222"/>
    </mc:Choice>
    <mc:Fallback xmlns="">
      <p:transition spd="slow" advTm="20222"/>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54BC3-3004-7AB0-E9F9-AB94D5935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C6416-66B3-47A1-4072-5F02BCAA6D6F}"/>
              </a:ext>
            </a:extLst>
          </p:cNvPr>
          <p:cNvSpPr>
            <a:spLocks noGrp="1"/>
          </p:cNvSpPr>
          <p:nvPr>
            <p:ph type="title"/>
          </p:nvPr>
        </p:nvSpPr>
        <p:spPr/>
        <p:txBody>
          <a:bodyPr/>
          <a:lstStyle/>
          <a:p>
            <a:r>
              <a:rPr lang="en-US" dirty="0"/>
              <a:t>Challenge</a:t>
            </a:r>
            <a:r>
              <a:rPr lang="zh-CN" altLang="en-US" dirty="0"/>
              <a:t> </a:t>
            </a:r>
            <a:r>
              <a:rPr lang="en-US" altLang="zh-CN" dirty="0"/>
              <a:t>I: Reassign Bandwidth</a:t>
            </a:r>
            <a:endParaRPr lang="en-US" dirty="0"/>
          </a:p>
        </p:txBody>
      </p:sp>
      <p:grpSp>
        <p:nvGrpSpPr>
          <p:cNvPr id="49" name="Group 48">
            <a:extLst>
              <a:ext uri="{FF2B5EF4-FFF2-40B4-BE49-F238E27FC236}">
                <a16:creationId xmlns:a16="http://schemas.microsoft.com/office/drawing/2014/main" id="{96F30BB7-6043-DFA6-3272-CA9BAC42A176}"/>
              </a:ext>
            </a:extLst>
          </p:cNvPr>
          <p:cNvGrpSpPr/>
          <p:nvPr/>
        </p:nvGrpSpPr>
        <p:grpSpPr>
          <a:xfrm>
            <a:off x="3001494" y="3198814"/>
            <a:ext cx="664887" cy="816769"/>
            <a:chOff x="6686285" y="2561760"/>
            <a:chExt cx="484031" cy="594599"/>
          </a:xfrm>
        </p:grpSpPr>
        <p:pic>
          <p:nvPicPr>
            <p:cNvPr id="50" name="Picture 49" descr="A chip with a black background&#10;&#10;AI-generated content may be incorrect.">
              <a:extLst>
                <a:ext uri="{FF2B5EF4-FFF2-40B4-BE49-F238E27FC236}">
                  <a16:creationId xmlns:a16="http://schemas.microsoft.com/office/drawing/2014/main" id="{E968BF15-C432-3B1E-9025-CC9ED9F2FCC3}"/>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51" name="Rounded Rectangle 50">
              <a:extLst>
                <a:ext uri="{FF2B5EF4-FFF2-40B4-BE49-F238E27FC236}">
                  <a16:creationId xmlns:a16="http://schemas.microsoft.com/office/drawing/2014/main" id="{2226A11E-968B-89F0-28AA-DAF4357203C7}"/>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52" name="Group 51">
            <a:extLst>
              <a:ext uri="{FF2B5EF4-FFF2-40B4-BE49-F238E27FC236}">
                <a16:creationId xmlns:a16="http://schemas.microsoft.com/office/drawing/2014/main" id="{7012C82B-EE47-F9D3-0BDA-0D9471147F2D}"/>
              </a:ext>
            </a:extLst>
          </p:cNvPr>
          <p:cNvGrpSpPr/>
          <p:nvPr/>
        </p:nvGrpSpPr>
        <p:grpSpPr>
          <a:xfrm>
            <a:off x="5100115" y="3198814"/>
            <a:ext cx="664887" cy="816769"/>
            <a:chOff x="6686285" y="2561760"/>
            <a:chExt cx="484031" cy="594599"/>
          </a:xfrm>
        </p:grpSpPr>
        <p:pic>
          <p:nvPicPr>
            <p:cNvPr id="53" name="Picture 52" descr="A chip with a black background&#10;&#10;AI-generated content may be incorrect.">
              <a:extLst>
                <a:ext uri="{FF2B5EF4-FFF2-40B4-BE49-F238E27FC236}">
                  <a16:creationId xmlns:a16="http://schemas.microsoft.com/office/drawing/2014/main" id="{6C7FFF14-EED9-AB83-0EF3-0B146EFEB968}"/>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54" name="Rounded Rectangle 53">
              <a:extLst>
                <a:ext uri="{FF2B5EF4-FFF2-40B4-BE49-F238E27FC236}">
                  <a16:creationId xmlns:a16="http://schemas.microsoft.com/office/drawing/2014/main" id="{FFB5427F-3107-51E9-3540-897B5ABA55B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55" name="Group 54">
            <a:extLst>
              <a:ext uri="{FF2B5EF4-FFF2-40B4-BE49-F238E27FC236}">
                <a16:creationId xmlns:a16="http://schemas.microsoft.com/office/drawing/2014/main" id="{986D5584-15A7-A76B-39CA-8B3B9E7C4928}"/>
              </a:ext>
            </a:extLst>
          </p:cNvPr>
          <p:cNvGrpSpPr/>
          <p:nvPr/>
        </p:nvGrpSpPr>
        <p:grpSpPr>
          <a:xfrm>
            <a:off x="3571000" y="4202471"/>
            <a:ext cx="664887" cy="816769"/>
            <a:chOff x="6686285" y="2561760"/>
            <a:chExt cx="484031" cy="594599"/>
          </a:xfrm>
        </p:grpSpPr>
        <p:pic>
          <p:nvPicPr>
            <p:cNvPr id="56" name="Picture 55" descr="A chip with a black background&#10;&#10;AI-generated content may be incorrect.">
              <a:extLst>
                <a:ext uri="{FF2B5EF4-FFF2-40B4-BE49-F238E27FC236}">
                  <a16:creationId xmlns:a16="http://schemas.microsoft.com/office/drawing/2014/main" id="{2B2A2D18-00F7-F755-6E14-8AD93CEFA866}"/>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57" name="Rounded Rectangle 56">
              <a:extLst>
                <a:ext uri="{FF2B5EF4-FFF2-40B4-BE49-F238E27FC236}">
                  <a16:creationId xmlns:a16="http://schemas.microsoft.com/office/drawing/2014/main" id="{AFE97544-5DA4-2401-8548-D9D503A281E7}"/>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58" name="Group 57">
            <a:extLst>
              <a:ext uri="{FF2B5EF4-FFF2-40B4-BE49-F238E27FC236}">
                <a16:creationId xmlns:a16="http://schemas.microsoft.com/office/drawing/2014/main" id="{BE0F27B7-8902-F554-F138-36F08B404330}"/>
              </a:ext>
            </a:extLst>
          </p:cNvPr>
          <p:cNvGrpSpPr/>
          <p:nvPr/>
        </p:nvGrpSpPr>
        <p:grpSpPr>
          <a:xfrm>
            <a:off x="5667478" y="4220730"/>
            <a:ext cx="664887" cy="816769"/>
            <a:chOff x="6686285" y="2561760"/>
            <a:chExt cx="484031" cy="594599"/>
          </a:xfrm>
        </p:grpSpPr>
        <p:pic>
          <p:nvPicPr>
            <p:cNvPr id="59" name="Picture 58" descr="A chip with a black background&#10;&#10;AI-generated content may be incorrect.">
              <a:extLst>
                <a:ext uri="{FF2B5EF4-FFF2-40B4-BE49-F238E27FC236}">
                  <a16:creationId xmlns:a16="http://schemas.microsoft.com/office/drawing/2014/main" id="{C500C0D8-B155-E5BF-2B5A-9FBF21FC6B8C}"/>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60" name="Rounded Rectangle 59">
              <a:extLst>
                <a:ext uri="{FF2B5EF4-FFF2-40B4-BE49-F238E27FC236}">
                  <a16:creationId xmlns:a16="http://schemas.microsoft.com/office/drawing/2014/main" id="{498A3B32-3682-3A12-AF38-9434142C894E}"/>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64" name="Group 63">
            <a:extLst>
              <a:ext uri="{FF2B5EF4-FFF2-40B4-BE49-F238E27FC236}">
                <a16:creationId xmlns:a16="http://schemas.microsoft.com/office/drawing/2014/main" id="{EE491180-57CB-1185-5A28-93210DBEF110}"/>
              </a:ext>
            </a:extLst>
          </p:cNvPr>
          <p:cNvGrpSpPr/>
          <p:nvPr/>
        </p:nvGrpSpPr>
        <p:grpSpPr>
          <a:xfrm>
            <a:off x="1951112" y="3198814"/>
            <a:ext cx="664887" cy="816769"/>
            <a:chOff x="6686285" y="2561760"/>
            <a:chExt cx="484031" cy="594599"/>
          </a:xfrm>
        </p:grpSpPr>
        <p:pic>
          <p:nvPicPr>
            <p:cNvPr id="65" name="Picture 64" descr="A chip with a black background&#10;&#10;AI-generated content may be incorrect.">
              <a:extLst>
                <a:ext uri="{FF2B5EF4-FFF2-40B4-BE49-F238E27FC236}">
                  <a16:creationId xmlns:a16="http://schemas.microsoft.com/office/drawing/2014/main" id="{3A851BA1-95C3-DAE9-6AED-5C723A0A61B7}"/>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67" name="Rounded Rectangle 66">
              <a:extLst>
                <a:ext uri="{FF2B5EF4-FFF2-40B4-BE49-F238E27FC236}">
                  <a16:creationId xmlns:a16="http://schemas.microsoft.com/office/drawing/2014/main" id="{97298889-1D85-E15C-5EF4-488C6D6BE8AE}"/>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68" name="Group 67">
            <a:extLst>
              <a:ext uri="{FF2B5EF4-FFF2-40B4-BE49-F238E27FC236}">
                <a16:creationId xmlns:a16="http://schemas.microsoft.com/office/drawing/2014/main" id="{308F313E-B121-0AD2-C6D4-B6847A8B444F}"/>
              </a:ext>
            </a:extLst>
          </p:cNvPr>
          <p:cNvGrpSpPr/>
          <p:nvPr/>
        </p:nvGrpSpPr>
        <p:grpSpPr>
          <a:xfrm>
            <a:off x="4049733" y="3198814"/>
            <a:ext cx="664887" cy="816769"/>
            <a:chOff x="6686285" y="2561760"/>
            <a:chExt cx="484031" cy="594599"/>
          </a:xfrm>
        </p:grpSpPr>
        <p:pic>
          <p:nvPicPr>
            <p:cNvPr id="69" name="Picture 68" descr="A chip with a black background&#10;&#10;AI-generated content may be incorrect.">
              <a:extLst>
                <a:ext uri="{FF2B5EF4-FFF2-40B4-BE49-F238E27FC236}">
                  <a16:creationId xmlns:a16="http://schemas.microsoft.com/office/drawing/2014/main" id="{92E93780-D30C-6911-29B7-24E350FDB8FA}"/>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70" name="Rounded Rectangle 69">
              <a:extLst>
                <a:ext uri="{FF2B5EF4-FFF2-40B4-BE49-F238E27FC236}">
                  <a16:creationId xmlns:a16="http://schemas.microsoft.com/office/drawing/2014/main" id="{D1B43DAF-BCBD-C448-A192-2D943D3B9E64}"/>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71" name="Group 70">
            <a:extLst>
              <a:ext uri="{FF2B5EF4-FFF2-40B4-BE49-F238E27FC236}">
                <a16:creationId xmlns:a16="http://schemas.microsoft.com/office/drawing/2014/main" id="{62731BC3-2F92-955F-A0B6-1E849BDF23EA}"/>
              </a:ext>
            </a:extLst>
          </p:cNvPr>
          <p:cNvGrpSpPr/>
          <p:nvPr/>
        </p:nvGrpSpPr>
        <p:grpSpPr>
          <a:xfrm>
            <a:off x="2520618" y="4202471"/>
            <a:ext cx="664887" cy="816769"/>
            <a:chOff x="6686285" y="2561760"/>
            <a:chExt cx="484031" cy="594599"/>
          </a:xfrm>
        </p:grpSpPr>
        <p:pic>
          <p:nvPicPr>
            <p:cNvPr id="72" name="Picture 71" descr="A chip with a black background&#10;&#10;AI-generated content may be incorrect.">
              <a:extLst>
                <a:ext uri="{FF2B5EF4-FFF2-40B4-BE49-F238E27FC236}">
                  <a16:creationId xmlns:a16="http://schemas.microsoft.com/office/drawing/2014/main" id="{0575F6D1-3E04-2C24-EADF-9AEB449F545C}"/>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73" name="Rounded Rectangle 72">
              <a:extLst>
                <a:ext uri="{FF2B5EF4-FFF2-40B4-BE49-F238E27FC236}">
                  <a16:creationId xmlns:a16="http://schemas.microsoft.com/office/drawing/2014/main" id="{84A2A69D-DFFE-491F-2AFA-5304AE0D1C56}"/>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74" name="Group 73">
            <a:extLst>
              <a:ext uri="{FF2B5EF4-FFF2-40B4-BE49-F238E27FC236}">
                <a16:creationId xmlns:a16="http://schemas.microsoft.com/office/drawing/2014/main" id="{7B4E4459-E5DA-5308-A9E5-4A6AE0E98120}"/>
              </a:ext>
            </a:extLst>
          </p:cNvPr>
          <p:cNvGrpSpPr/>
          <p:nvPr/>
        </p:nvGrpSpPr>
        <p:grpSpPr>
          <a:xfrm>
            <a:off x="4619239" y="4202471"/>
            <a:ext cx="664887" cy="816769"/>
            <a:chOff x="6686285" y="2561760"/>
            <a:chExt cx="484031" cy="594599"/>
          </a:xfrm>
        </p:grpSpPr>
        <p:pic>
          <p:nvPicPr>
            <p:cNvPr id="75" name="Picture 74" descr="A chip with a black background&#10;&#10;AI-generated content may be incorrect.">
              <a:extLst>
                <a:ext uri="{FF2B5EF4-FFF2-40B4-BE49-F238E27FC236}">
                  <a16:creationId xmlns:a16="http://schemas.microsoft.com/office/drawing/2014/main" id="{1D5BEC80-48DB-4379-6159-1BEB5A576D28}"/>
                </a:ext>
              </a:extLst>
            </p:cNvPr>
            <p:cNvPicPr>
              <a:picLocks noChangeAspect="1"/>
            </p:cNvPicPr>
            <p:nvPr/>
          </p:nvPicPr>
          <p:blipFill>
            <a:blip r:embed="rId3">
              <a:extLst>
                <a:ext uri="{28A0092B-C50C-407E-A947-70E740481C1C}">
                  <a14:useLocalDpi xmlns:a14="http://schemas.microsoft.com/office/drawing/2010/main" val="0"/>
                </a:ext>
              </a:extLst>
            </a:blip>
            <a:srcRect l="21261" t="87442" r="36615" b="-878"/>
            <a:stretch>
              <a:fillRect/>
            </a:stretch>
          </p:blipFill>
          <p:spPr>
            <a:xfrm>
              <a:off x="6779204" y="3061251"/>
              <a:ext cx="298191" cy="95108"/>
            </a:xfrm>
            <a:prstGeom prst="rect">
              <a:avLst/>
            </a:prstGeom>
          </p:spPr>
        </p:pic>
        <p:sp>
          <p:nvSpPr>
            <p:cNvPr id="76" name="Rounded Rectangle 75">
              <a:extLst>
                <a:ext uri="{FF2B5EF4-FFF2-40B4-BE49-F238E27FC236}">
                  <a16:creationId xmlns:a16="http://schemas.microsoft.com/office/drawing/2014/main" id="{48D9F84B-5B5E-A2BC-CCEB-087647F87FE3}"/>
                </a:ext>
              </a:extLst>
            </p:cNvPr>
            <p:cNvSpPr/>
            <p:nvPr/>
          </p:nvSpPr>
          <p:spPr>
            <a:xfrm>
              <a:off x="6686285" y="2561760"/>
              <a:ext cx="484031" cy="484031"/>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x4</a:t>
              </a:r>
            </a:p>
          </p:txBody>
        </p:sp>
      </p:grpSp>
      <p:grpSp>
        <p:nvGrpSpPr>
          <p:cNvPr id="77" name="Group 76">
            <a:extLst>
              <a:ext uri="{FF2B5EF4-FFF2-40B4-BE49-F238E27FC236}">
                <a16:creationId xmlns:a16="http://schemas.microsoft.com/office/drawing/2014/main" id="{C2EB8758-4687-FD49-18EA-B3CC5E2C87E9}"/>
              </a:ext>
            </a:extLst>
          </p:cNvPr>
          <p:cNvGrpSpPr/>
          <p:nvPr/>
        </p:nvGrpSpPr>
        <p:grpSpPr>
          <a:xfrm>
            <a:off x="7950032" y="3198814"/>
            <a:ext cx="664887" cy="839077"/>
            <a:chOff x="8384277" y="1993867"/>
            <a:chExt cx="664887" cy="839077"/>
          </a:xfrm>
        </p:grpSpPr>
        <p:sp>
          <p:nvSpPr>
            <p:cNvPr id="78" name="Rounded Rectangle 77">
              <a:extLst>
                <a:ext uri="{FF2B5EF4-FFF2-40B4-BE49-F238E27FC236}">
                  <a16:creationId xmlns:a16="http://schemas.microsoft.com/office/drawing/2014/main" id="{48A675CF-A1EB-3F8E-6D3E-142C4D318A5A}"/>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79" name="Picture 78" descr="A blue chip with black text&#10;&#10;AI-generated content may be incorrect.">
              <a:extLst>
                <a:ext uri="{FF2B5EF4-FFF2-40B4-BE49-F238E27FC236}">
                  <a16:creationId xmlns:a16="http://schemas.microsoft.com/office/drawing/2014/main" id="{CAD8EEB8-83E5-9A81-5521-2A12666842AF}"/>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80" name="Group 79">
            <a:extLst>
              <a:ext uri="{FF2B5EF4-FFF2-40B4-BE49-F238E27FC236}">
                <a16:creationId xmlns:a16="http://schemas.microsoft.com/office/drawing/2014/main" id="{4B63DB43-73B7-A0D5-2804-D1FCB1CACCAC}"/>
              </a:ext>
            </a:extLst>
          </p:cNvPr>
          <p:cNvGrpSpPr/>
          <p:nvPr/>
        </p:nvGrpSpPr>
        <p:grpSpPr>
          <a:xfrm>
            <a:off x="8469435" y="4202471"/>
            <a:ext cx="664887" cy="839077"/>
            <a:chOff x="8384277" y="1993867"/>
            <a:chExt cx="664887" cy="839077"/>
          </a:xfrm>
        </p:grpSpPr>
        <p:sp>
          <p:nvSpPr>
            <p:cNvPr id="81" name="Rounded Rectangle 80">
              <a:extLst>
                <a:ext uri="{FF2B5EF4-FFF2-40B4-BE49-F238E27FC236}">
                  <a16:creationId xmlns:a16="http://schemas.microsoft.com/office/drawing/2014/main" id="{99319F7E-15A7-77E2-C621-4A6959A693D8}"/>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82" name="Picture 81" descr="A blue chip with black text&#10;&#10;AI-generated content may be incorrect.">
              <a:extLst>
                <a:ext uri="{FF2B5EF4-FFF2-40B4-BE49-F238E27FC236}">
                  <a16:creationId xmlns:a16="http://schemas.microsoft.com/office/drawing/2014/main" id="{0E24970E-8F2D-441C-CCB1-2394D7226851}"/>
                </a:ext>
              </a:extLst>
            </p:cNvPr>
            <p:cNvPicPr>
              <a:picLocks noChangeAspect="1"/>
            </p:cNvPicPr>
            <p:nvPr/>
          </p:nvPicPr>
          <p:blipFill>
            <a:blip r:embed="rId4">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cxnSp>
        <p:nvCxnSpPr>
          <p:cNvPr id="83" name="Straight Arrow Connector 82">
            <a:extLst>
              <a:ext uri="{FF2B5EF4-FFF2-40B4-BE49-F238E27FC236}">
                <a16:creationId xmlns:a16="http://schemas.microsoft.com/office/drawing/2014/main" id="{D966FDC8-DD0C-A8D4-192A-A15C4A8E0681}"/>
              </a:ext>
            </a:extLst>
          </p:cNvPr>
          <p:cNvCxnSpPr>
            <a:cxnSpLocks/>
          </p:cNvCxnSpPr>
          <p:nvPr/>
        </p:nvCxnSpPr>
        <p:spPr>
          <a:xfrm>
            <a:off x="2315813"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780178D-8607-3F05-ABDC-7AE466A13325}"/>
              </a:ext>
            </a:extLst>
          </p:cNvPr>
          <p:cNvCxnSpPr>
            <a:cxnSpLocks/>
          </p:cNvCxnSpPr>
          <p:nvPr/>
        </p:nvCxnSpPr>
        <p:spPr>
          <a:xfrm>
            <a:off x="3366195"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E4680A5A-8C33-DAD8-595A-6B7F693FB737}"/>
              </a:ext>
            </a:extLst>
          </p:cNvPr>
          <p:cNvCxnSpPr>
            <a:cxnSpLocks/>
          </p:cNvCxnSpPr>
          <p:nvPr/>
        </p:nvCxnSpPr>
        <p:spPr>
          <a:xfrm>
            <a:off x="4414434"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C844C8E4-F729-7CA1-71D8-9B7C944781C2}"/>
              </a:ext>
            </a:extLst>
          </p:cNvPr>
          <p:cNvCxnSpPr>
            <a:cxnSpLocks/>
          </p:cNvCxnSpPr>
          <p:nvPr/>
        </p:nvCxnSpPr>
        <p:spPr>
          <a:xfrm>
            <a:off x="5464816" y="4037891"/>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A1C26C4C-7EE6-1BE2-ECCD-48EDA0617388}"/>
              </a:ext>
            </a:extLst>
          </p:cNvPr>
          <p:cNvCxnSpPr>
            <a:cxnSpLocks/>
          </p:cNvCxnSpPr>
          <p:nvPr/>
        </p:nvCxnSpPr>
        <p:spPr>
          <a:xfrm>
            <a:off x="2818169"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39A0276-B01F-2C3B-CFF1-955083BA1462}"/>
              </a:ext>
            </a:extLst>
          </p:cNvPr>
          <p:cNvCxnSpPr>
            <a:cxnSpLocks/>
          </p:cNvCxnSpPr>
          <p:nvPr/>
        </p:nvCxnSpPr>
        <p:spPr>
          <a:xfrm>
            <a:off x="3868551"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41089356-C26D-6D66-D4C4-5E76F01E2943}"/>
              </a:ext>
            </a:extLst>
          </p:cNvPr>
          <p:cNvCxnSpPr>
            <a:cxnSpLocks/>
          </p:cNvCxnSpPr>
          <p:nvPr/>
        </p:nvCxnSpPr>
        <p:spPr>
          <a:xfrm>
            <a:off x="4916790"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DDDF870E-DE52-54DC-51D9-89C7E0D5F537}"/>
              </a:ext>
            </a:extLst>
          </p:cNvPr>
          <p:cNvCxnSpPr>
            <a:cxnSpLocks/>
          </p:cNvCxnSpPr>
          <p:nvPr/>
        </p:nvCxnSpPr>
        <p:spPr>
          <a:xfrm>
            <a:off x="5967172" y="5019239"/>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6AD1836A-FE83-9B4E-9D01-B230E050AE7D}"/>
              </a:ext>
            </a:extLst>
          </p:cNvPr>
          <p:cNvCxnSpPr>
            <a:cxnSpLocks/>
          </p:cNvCxnSpPr>
          <p:nvPr/>
        </p:nvCxnSpPr>
        <p:spPr>
          <a:xfrm>
            <a:off x="8283172" y="4037891"/>
            <a:ext cx="0" cy="1938207"/>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399E6BA3-A222-E1B1-AA07-2947C3DF5B98}"/>
              </a:ext>
            </a:extLst>
          </p:cNvPr>
          <p:cNvCxnSpPr>
            <a:cxnSpLocks/>
          </p:cNvCxnSpPr>
          <p:nvPr/>
        </p:nvCxnSpPr>
        <p:spPr>
          <a:xfrm>
            <a:off x="8785528" y="5019239"/>
            <a:ext cx="0" cy="956858"/>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9676458F-5625-385B-40F3-FC05B2CB7891}"/>
              </a:ext>
            </a:extLst>
          </p:cNvPr>
          <p:cNvCxnSpPr>
            <a:cxnSpLocks/>
          </p:cNvCxnSpPr>
          <p:nvPr/>
        </p:nvCxnSpPr>
        <p:spPr>
          <a:xfrm>
            <a:off x="1200953" y="6026369"/>
            <a:ext cx="9151664" cy="0"/>
          </a:xfrm>
          <a:prstGeom prst="line">
            <a:avLst/>
          </a:prstGeom>
          <a:ln w="38100">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4" name="TextBox 93">
            <a:extLst>
              <a:ext uri="{FF2B5EF4-FFF2-40B4-BE49-F238E27FC236}">
                <a16:creationId xmlns:a16="http://schemas.microsoft.com/office/drawing/2014/main" id="{C6FE8540-4EF8-F9AE-EE16-0482400CB326}"/>
              </a:ext>
            </a:extLst>
          </p:cNvPr>
          <p:cNvSpPr txBox="1"/>
          <p:nvPr/>
        </p:nvSpPr>
        <p:spPr>
          <a:xfrm>
            <a:off x="9956628" y="4898879"/>
            <a:ext cx="1994245" cy="1077218"/>
          </a:xfrm>
          <a:prstGeom prst="rect">
            <a:avLst/>
          </a:prstGeom>
          <a:noFill/>
        </p:spPr>
        <p:txBody>
          <a:bodyPr wrap="square" rtlCol="0">
            <a:spAutoFit/>
          </a:bodyPr>
          <a:lstStyle/>
          <a:p>
            <a:r>
              <a:rPr lang="en-US" sz="3200" dirty="0"/>
              <a:t>Mem. Channel</a:t>
            </a:r>
          </a:p>
        </p:txBody>
      </p:sp>
      <p:sp>
        <p:nvSpPr>
          <p:cNvPr id="95" name="TextBox 94">
            <a:extLst>
              <a:ext uri="{FF2B5EF4-FFF2-40B4-BE49-F238E27FC236}">
                <a16:creationId xmlns:a16="http://schemas.microsoft.com/office/drawing/2014/main" id="{A6C58690-C8AB-4C1F-42E1-5DD153A6F05D}"/>
              </a:ext>
            </a:extLst>
          </p:cNvPr>
          <p:cNvSpPr txBox="1"/>
          <p:nvPr/>
        </p:nvSpPr>
        <p:spPr>
          <a:xfrm>
            <a:off x="2284717" y="6159992"/>
            <a:ext cx="3691460" cy="954107"/>
          </a:xfrm>
          <a:prstGeom prst="rect">
            <a:avLst/>
          </a:prstGeom>
          <a:noFill/>
        </p:spPr>
        <p:txBody>
          <a:bodyPr wrap="none" rtlCol="0">
            <a:spAutoFit/>
          </a:bodyPr>
          <a:lstStyle/>
          <a:p>
            <a:r>
              <a:rPr lang="en-US" sz="2800" dirty="0"/>
              <a:t>4b*BL*8chips=</a:t>
            </a:r>
            <a:r>
              <a:rPr lang="en-US" sz="2800" b="1" dirty="0"/>
              <a:t>64B data</a:t>
            </a:r>
          </a:p>
          <a:p>
            <a:r>
              <a:rPr lang="en-US" sz="2800" b="1" dirty="0"/>
              <a:t>		(</a:t>
            </a:r>
            <a:r>
              <a:rPr lang="en-US" sz="2800" b="1" dirty="0" err="1"/>
              <a:t>Cacheline</a:t>
            </a:r>
            <a:r>
              <a:rPr lang="en-US" sz="2800" b="1" dirty="0"/>
              <a:t>)</a:t>
            </a:r>
          </a:p>
        </p:txBody>
      </p:sp>
      <p:sp>
        <p:nvSpPr>
          <p:cNvPr id="96" name="TextBox 95">
            <a:extLst>
              <a:ext uri="{FF2B5EF4-FFF2-40B4-BE49-F238E27FC236}">
                <a16:creationId xmlns:a16="http://schemas.microsoft.com/office/drawing/2014/main" id="{36DB5C81-028D-17FC-1F73-0E83B8944334}"/>
              </a:ext>
            </a:extLst>
          </p:cNvPr>
          <p:cNvSpPr txBox="1"/>
          <p:nvPr/>
        </p:nvSpPr>
        <p:spPr>
          <a:xfrm>
            <a:off x="6766798" y="6159991"/>
            <a:ext cx="4044569" cy="523220"/>
          </a:xfrm>
          <a:prstGeom prst="rect">
            <a:avLst/>
          </a:prstGeom>
          <a:noFill/>
        </p:spPr>
        <p:txBody>
          <a:bodyPr wrap="none" rtlCol="0">
            <a:spAutoFit/>
          </a:bodyPr>
          <a:lstStyle/>
          <a:p>
            <a:r>
              <a:rPr lang="en-US" sz="2800" dirty="0">
                <a:solidFill>
                  <a:schemeClr val="tx2">
                    <a:lumMod val="50000"/>
                    <a:lumOff val="50000"/>
                  </a:schemeClr>
                </a:solidFill>
              </a:rPr>
              <a:t>4b*BL*2chips=128b parity</a:t>
            </a:r>
          </a:p>
        </p:txBody>
      </p:sp>
      <p:sp>
        <p:nvSpPr>
          <p:cNvPr id="97" name="TextBox 96">
            <a:extLst>
              <a:ext uri="{FF2B5EF4-FFF2-40B4-BE49-F238E27FC236}">
                <a16:creationId xmlns:a16="http://schemas.microsoft.com/office/drawing/2014/main" id="{29EFE6A6-5640-88F5-CE1F-913DE692A73B}"/>
              </a:ext>
            </a:extLst>
          </p:cNvPr>
          <p:cNvSpPr txBox="1"/>
          <p:nvPr/>
        </p:nvSpPr>
        <p:spPr>
          <a:xfrm>
            <a:off x="4682518" y="7461930"/>
            <a:ext cx="3126562" cy="523220"/>
          </a:xfrm>
          <a:prstGeom prst="rect">
            <a:avLst/>
          </a:prstGeom>
          <a:noFill/>
        </p:spPr>
        <p:txBody>
          <a:bodyPr wrap="none" rtlCol="0">
            <a:spAutoFit/>
          </a:bodyPr>
          <a:lstStyle/>
          <a:p>
            <a:r>
              <a:rPr lang="en-US" sz="2800" dirty="0"/>
              <a:t>BL(Burst Length)=16</a:t>
            </a:r>
          </a:p>
        </p:txBody>
      </p:sp>
    </p:spTree>
    <p:extLst>
      <p:ext uri="{BB962C8B-B14F-4D97-AF65-F5344CB8AC3E}">
        <p14:creationId xmlns:p14="http://schemas.microsoft.com/office/powerpoint/2010/main" val="114959662"/>
      </p:ext>
    </p:extLst>
  </p:cSld>
  <p:clrMapOvr>
    <a:masterClrMapping/>
  </p:clrMapOvr>
  <mc:AlternateContent xmlns:mc="http://schemas.openxmlformats.org/markup-compatibility/2006" xmlns:p14="http://schemas.microsoft.com/office/powerpoint/2010/main">
    <mc:Choice Requires="p14">
      <p:transition spd="slow" p14:dur="2000" advTm="11098"/>
    </mc:Choice>
    <mc:Fallback xmlns="">
      <p:transition spd="slow" advTm="11098"/>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E18E2-71E8-141C-8A96-C638B0A9F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583DC-B8B4-84BC-C5E6-BCBFFA6C26B1}"/>
              </a:ext>
            </a:extLst>
          </p:cNvPr>
          <p:cNvSpPr>
            <a:spLocks noGrp="1"/>
          </p:cNvSpPr>
          <p:nvPr>
            <p:ph type="title"/>
          </p:nvPr>
        </p:nvSpPr>
        <p:spPr/>
        <p:txBody>
          <a:bodyPr/>
          <a:lstStyle/>
          <a:p>
            <a:r>
              <a:rPr lang="en-US" dirty="0"/>
              <a:t>Challenge</a:t>
            </a:r>
            <a:r>
              <a:rPr lang="zh-CN" altLang="en-US" dirty="0"/>
              <a:t> </a:t>
            </a:r>
            <a:r>
              <a:rPr lang="en-US" altLang="zh-CN" dirty="0"/>
              <a:t>I: Reassign Bandwidth</a:t>
            </a:r>
            <a:endParaRPr lang="en-US" dirty="0"/>
          </a:p>
        </p:txBody>
      </p:sp>
      <p:grpSp>
        <p:nvGrpSpPr>
          <p:cNvPr id="122" name="Group 121">
            <a:extLst>
              <a:ext uri="{FF2B5EF4-FFF2-40B4-BE49-F238E27FC236}">
                <a16:creationId xmlns:a16="http://schemas.microsoft.com/office/drawing/2014/main" id="{7472385B-A980-900B-7C2D-5CA61459DEAA}"/>
              </a:ext>
            </a:extLst>
          </p:cNvPr>
          <p:cNvGrpSpPr/>
          <p:nvPr/>
        </p:nvGrpSpPr>
        <p:grpSpPr>
          <a:xfrm>
            <a:off x="7950032" y="3164358"/>
            <a:ext cx="664887" cy="839077"/>
            <a:chOff x="8384277" y="1993867"/>
            <a:chExt cx="664887" cy="839077"/>
          </a:xfrm>
        </p:grpSpPr>
        <p:sp>
          <p:nvSpPr>
            <p:cNvPr id="123" name="Rounded Rectangle 122">
              <a:extLst>
                <a:ext uri="{FF2B5EF4-FFF2-40B4-BE49-F238E27FC236}">
                  <a16:creationId xmlns:a16="http://schemas.microsoft.com/office/drawing/2014/main" id="{07229610-2956-0FC0-160C-1D3FEEB0AD94}"/>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24" name="Picture 123" descr="A blue chip with black text&#10;&#10;AI-generated content may be incorrect.">
              <a:extLst>
                <a:ext uri="{FF2B5EF4-FFF2-40B4-BE49-F238E27FC236}">
                  <a16:creationId xmlns:a16="http://schemas.microsoft.com/office/drawing/2014/main" id="{1F8FF486-1A4A-608D-F12E-B944248D5951}"/>
                </a:ext>
              </a:extLst>
            </p:cNvPr>
            <p:cNvPicPr>
              <a:picLocks noChangeAspect="1"/>
            </p:cNvPicPr>
            <p:nvPr/>
          </p:nvPicPr>
          <p:blipFill>
            <a:blip r:embed="rId3">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125" name="Group 124">
            <a:extLst>
              <a:ext uri="{FF2B5EF4-FFF2-40B4-BE49-F238E27FC236}">
                <a16:creationId xmlns:a16="http://schemas.microsoft.com/office/drawing/2014/main" id="{E5FC0D47-286D-CA83-02F1-9F6BFFBCD30A}"/>
              </a:ext>
            </a:extLst>
          </p:cNvPr>
          <p:cNvGrpSpPr/>
          <p:nvPr/>
        </p:nvGrpSpPr>
        <p:grpSpPr>
          <a:xfrm>
            <a:off x="8469435" y="4168015"/>
            <a:ext cx="664887" cy="839077"/>
            <a:chOff x="8384277" y="1993867"/>
            <a:chExt cx="664887" cy="839077"/>
          </a:xfrm>
        </p:grpSpPr>
        <p:sp>
          <p:nvSpPr>
            <p:cNvPr id="126" name="Rounded Rectangle 125">
              <a:extLst>
                <a:ext uri="{FF2B5EF4-FFF2-40B4-BE49-F238E27FC236}">
                  <a16:creationId xmlns:a16="http://schemas.microsoft.com/office/drawing/2014/main" id="{C73AEAD2-8C97-398F-BFEF-B64DA2080B6A}"/>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x4</a:t>
              </a:r>
            </a:p>
          </p:txBody>
        </p:sp>
        <p:pic>
          <p:nvPicPr>
            <p:cNvPr id="127" name="Picture 126" descr="A blue chip with black text&#10;&#10;AI-generated content may be incorrect.">
              <a:extLst>
                <a:ext uri="{FF2B5EF4-FFF2-40B4-BE49-F238E27FC236}">
                  <a16:creationId xmlns:a16="http://schemas.microsoft.com/office/drawing/2014/main" id="{81DF96AB-CF82-99A8-8147-5965C7822A60}"/>
                </a:ext>
              </a:extLst>
            </p:cNvPr>
            <p:cNvPicPr>
              <a:picLocks noChangeAspect="1"/>
            </p:cNvPicPr>
            <p:nvPr/>
          </p:nvPicPr>
          <p:blipFill>
            <a:blip r:embed="rId3">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cxnSp>
        <p:nvCxnSpPr>
          <p:cNvPr id="128" name="Straight Arrow Connector 127">
            <a:extLst>
              <a:ext uri="{FF2B5EF4-FFF2-40B4-BE49-F238E27FC236}">
                <a16:creationId xmlns:a16="http://schemas.microsoft.com/office/drawing/2014/main" id="{EB8A1204-A624-DF47-94A9-63DC4A23E7CE}"/>
              </a:ext>
            </a:extLst>
          </p:cNvPr>
          <p:cNvCxnSpPr>
            <a:cxnSpLocks/>
          </p:cNvCxnSpPr>
          <p:nvPr/>
        </p:nvCxnSpPr>
        <p:spPr>
          <a:xfrm>
            <a:off x="2315813" y="4003435"/>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9" name="Straight Arrow Connector 128">
            <a:extLst>
              <a:ext uri="{FF2B5EF4-FFF2-40B4-BE49-F238E27FC236}">
                <a16:creationId xmlns:a16="http://schemas.microsoft.com/office/drawing/2014/main" id="{BF982E9D-5802-E879-39FA-78994168271B}"/>
              </a:ext>
            </a:extLst>
          </p:cNvPr>
          <p:cNvCxnSpPr>
            <a:cxnSpLocks/>
          </p:cNvCxnSpPr>
          <p:nvPr/>
        </p:nvCxnSpPr>
        <p:spPr>
          <a:xfrm>
            <a:off x="3366195" y="4003435"/>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D4E05A83-7600-24C1-F276-8130D4504AF6}"/>
              </a:ext>
            </a:extLst>
          </p:cNvPr>
          <p:cNvCxnSpPr>
            <a:cxnSpLocks/>
          </p:cNvCxnSpPr>
          <p:nvPr/>
        </p:nvCxnSpPr>
        <p:spPr>
          <a:xfrm>
            <a:off x="4414434" y="4003435"/>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Straight Arrow Connector 130">
            <a:extLst>
              <a:ext uri="{FF2B5EF4-FFF2-40B4-BE49-F238E27FC236}">
                <a16:creationId xmlns:a16="http://schemas.microsoft.com/office/drawing/2014/main" id="{E9733463-F9BE-CA28-35A4-0A66BDA0D7BE}"/>
              </a:ext>
            </a:extLst>
          </p:cNvPr>
          <p:cNvCxnSpPr>
            <a:cxnSpLocks/>
          </p:cNvCxnSpPr>
          <p:nvPr/>
        </p:nvCxnSpPr>
        <p:spPr>
          <a:xfrm>
            <a:off x="5464816" y="4003435"/>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2" name="Straight Arrow Connector 131">
            <a:extLst>
              <a:ext uri="{FF2B5EF4-FFF2-40B4-BE49-F238E27FC236}">
                <a16:creationId xmlns:a16="http://schemas.microsoft.com/office/drawing/2014/main" id="{0BF041B9-6C99-AB5B-BB54-313E5DF6E697}"/>
              </a:ext>
            </a:extLst>
          </p:cNvPr>
          <p:cNvCxnSpPr>
            <a:cxnSpLocks/>
          </p:cNvCxnSpPr>
          <p:nvPr/>
        </p:nvCxnSpPr>
        <p:spPr>
          <a:xfrm>
            <a:off x="2818169" y="4984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917508D7-047A-04A2-B116-B923E814EA79}"/>
              </a:ext>
            </a:extLst>
          </p:cNvPr>
          <p:cNvCxnSpPr>
            <a:cxnSpLocks/>
          </p:cNvCxnSpPr>
          <p:nvPr/>
        </p:nvCxnSpPr>
        <p:spPr>
          <a:xfrm>
            <a:off x="3868551" y="4984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4" name="Straight Arrow Connector 133">
            <a:extLst>
              <a:ext uri="{FF2B5EF4-FFF2-40B4-BE49-F238E27FC236}">
                <a16:creationId xmlns:a16="http://schemas.microsoft.com/office/drawing/2014/main" id="{BCD8056E-D58E-CB47-BA98-B6194DCDBBBF}"/>
              </a:ext>
            </a:extLst>
          </p:cNvPr>
          <p:cNvCxnSpPr>
            <a:cxnSpLocks/>
          </p:cNvCxnSpPr>
          <p:nvPr/>
        </p:nvCxnSpPr>
        <p:spPr>
          <a:xfrm>
            <a:off x="4916790" y="4984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Straight Arrow Connector 134">
            <a:extLst>
              <a:ext uri="{FF2B5EF4-FFF2-40B4-BE49-F238E27FC236}">
                <a16:creationId xmlns:a16="http://schemas.microsoft.com/office/drawing/2014/main" id="{74438CBE-CDBA-60FA-814D-753688F79CB2}"/>
              </a:ext>
            </a:extLst>
          </p:cNvPr>
          <p:cNvCxnSpPr>
            <a:cxnSpLocks/>
          </p:cNvCxnSpPr>
          <p:nvPr/>
        </p:nvCxnSpPr>
        <p:spPr>
          <a:xfrm>
            <a:off x="5967172" y="4984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FC765C19-BC59-0596-E1C3-7434E9324BF8}"/>
              </a:ext>
            </a:extLst>
          </p:cNvPr>
          <p:cNvCxnSpPr>
            <a:cxnSpLocks/>
          </p:cNvCxnSpPr>
          <p:nvPr/>
        </p:nvCxnSpPr>
        <p:spPr>
          <a:xfrm>
            <a:off x="8283172" y="4003435"/>
            <a:ext cx="0" cy="1938207"/>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17F66CB8-609A-FF32-C903-CC792828169E}"/>
              </a:ext>
            </a:extLst>
          </p:cNvPr>
          <p:cNvCxnSpPr>
            <a:cxnSpLocks/>
          </p:cNvCxnSpPr>
          <p:nvPr/>
        </p:nvCxnSpPr>
        <p:spPr>
          <a:xfrm>
            <a:off x="8785528" y="4984783"/>
            <a:ext cx="0" cy="956858"/>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7EEB4656-CC00-F511-5241-D35A42FB5506}"/>
              </a:ext>
            </a:extLst>
          </p:cNvPr>
          <p:cNvCxnSpPr>
            <a:cxnSpLocks/>
          </p:cNvCxnSpPr>
          <p:nvPr/>
        </p:nvCxnSpPr>
        <p:spPr>
          <a:xfrm>
            <a:off x="1200953" y="5991913"/>
            <a:ext cx="9151664" cy="0"/>
          </a:xfrm>
          <a:prstGeom prst="line">
            <a:avLst/>
          </a:prstGeom>
          <a:ln w="38100">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139" name="TextBox 138">
            <a:extLst>
              <a:ext uri="{FF2B5EF4-FFF2-40B4-BE49-F238E27FC236}">
                <a16:creationId xmlns:a16="http://schemas.microsoft.com/office/drawing/2014/main" id="{1308F1DD-984E-0EAC-E65B-ABFDFD4D9C6A}"/>
              </a:ext>
            </a:extLst>
          </p:cNvPr>
          <p:cNvSpPr txBox="1"/>
          <p:nvPr/>
        </p:nvSpPr>
        <p:spPr>
          <a:xfrm>
            <a:off x="9956628" y="4864423"/>
            <a:ext cx="1994245" cy="1077218"/>
          </a:xfrm>
          <a:prstGeom prst="rect">
            <a:avLst/>
          </a:prstGeom>
          <a:noFill/>
        </p:spPr>
        <p:txBody>
          <a:bodyPr wrap="square" rtlCol="0">
            <a:spAutoFit/>
          </a:bodyPr>
          <a:lstStyle/>
          <a:p>
            <a:r>
              <a:rPr lang="en-US" sz="3200" dirty="0"/>
              <a:t>Mem. Channel</a:t>
            </a:r>
          </a:p>
        </p:txBody>
      </p:sp>
      <p:sp>
        <p:nvSpPr>
          <p:cNvPr id="140" name="TextBox 139">
            <a:extLst>
              <a:ext uri="{FF2B5EF4-FFF2-40B4-BE49-F238E27FC236}">
                <a16:creationId xmlns:a16="http://schemas.microsoft.com/office/drawing/2014/main" id="{73A1908F-7D25-2553-B95B-7DD6D0261E1C}"/>
              </a:ext>
            </a:extLst>
          </p:cNvPr>
          <p:cNvSpPr txBox="1"/>
          <p:nvPr/>
        </p:nvSpPr>
        <p:spPr>
          <a:xfrm>
            <a:off x="2284717" y="6125536"/>
            <a:ext cx="3874202" cy="954107"/>
          </a:xfrm>
          <a:prstGeom prst="rect">
            <a:avLst/>
          </a:prstGeom>
          <a:noFill/>
        </p:spPr>
        <p:txBody>
          <a:bodyPr wrap="none" rtlCol="0">
            <a:spAutoFit/>
          </a:bodyPr>
          <a:lstStyle/>
          <a:p>
            <a:r>
              <a:rPr lang="en-US" sz="2800" dirty="0"/>
              <a:t>5b*BL*8chips=</a:t>
            </a:r>
            <a:r>
              <a:rPr lang="en-US" sz="2800" b="1" dirty="0"/>
              <a:t>130B data</a:t>
            </a:r>
          </a:p>
          <a:p>
            <a:r>
              <a:rPr lang="en-US" sz="2800" b="1" dirty="0"/>
              <a:t>	</a:t>
            </a:r>
            <a:r>
              <a:rPr lang="en-US" sz="2800" b="1" dirty="0">
                <a:solidFill>
                  <a:srgbClr val="FF0000"/>
                </a:solidFill>
              </a:rPr>
              <a:t>         (2 </a:t>
            </a:r>
            <a:r>
              <a:rPr lang="en-US" sz="2800" b="1" dirty="0" err="1">
                <a:solidFill>
                  <a:srgbClr val="FF0000"/>
                </a:solidFill>
              </a:rPr>
              <a:t>Cachelines</a:t>
            </a:r>
            <a:r>
              <a:rPr lang="en-US" sz="2800" b="1" dirty="0">
                <a:solidFill>
                  <a:srgbClr val="FF0000"/>
                </a:solidFill>
              </a:rPr>
              <a:t>)</a:t>
            </a:r>
          </a:p>
        </p:txBody>
      </p:sp>
      <p:sp>
        <p:nvSpPr>
          <p:cNvPr id="141" name="TextBox 140">
            <a:extLst>
              <a:ext uri="{FF2B5EF4-FFF2-40B4-BE49-F238E27FC236}">
                <a16:creationId xmlns:a16="http://schemas.microsoft.com/office/drawing/2014/main" id="{87C036AE-A180-E592-3140-0659128E5CE1}"/>
              </a:ext>
            </a:extLst>
          </p:cNvPr>
          <p:cNvSpPr txBox="1"/>
          <p:nvPr/>
        </p:nvSpPr>
        <p:spPr>
          <a:xfrm>
            <a:off x="6766798" y="6125535"/>
            <a:ext cx="4044569" cy="523220"/>
          </a:xfrm>
          <a:prstGeom prst="rect">
            <a:avLst/>
          </a:prstGeom>
          <a:noFill/>
        </p:spPr>
        <p:txBody>
          <a:bodyPr wrap="none" rtlCol="0">
            <a:spAutoFit/>
          </a:bodyPr>
          <a:lstStyle/>
          <a:p>
            <a:r>
              <a:rPr lang="en-US" sz="2800" dirty="0">
                <a:solidFill>
                  <a:schemeClr val="tx2">
                    <a:lumMod val="10000"/>
                    <a:lumOff val="90000"/>
                  </a:schemeClr>
                </a:solidFill>
              </a:rPr>
              <a:t>4b*BL*2chips=128b parity</a:t>
            </a:r>
          </a:p>
        </p:txBody>
      </p:sp>
      <p:sp>
        <p:nvSpPr>
          <p:cNvPr id="142" name="TextBox 141">
            <a:extLst>
              <a:ext uri="{FF2B5EF4-FFF2-40B4-BE49-F238E27FC236}">
                <a16:creationId xmlns:a16="http://schemas.microsoft.com/office/drawing/2014/main" id="{1A40FEC5-E0BD-C612-1B16-1FBF828CB97E}"/>
              </a:ext>
            </a:extLst>
          </p:cNvPr>
          <p:cNvSpPr txBox="1"/>
          <p:nvPr/>
        </p:nvSpPr>
        <p:spPr>
          <a:xfrm>
            <a:off x="4682518" y="7461930"/>
            <a:ext cx="3126562" cy="523220"/>
          </a:xfrm>
          <a:prstGeom prst="rect">
            <a:avLst/>
          </a:prstGeom>
          <a:noFill/>
        </p:spPr>
        <p:txBody>
          <a:bodyPr wrap="none" rtlCol="0">
            <a:spAutoFit/>
          </a:bodyPr>
          <a:lstStyle/>
          <a:p>
            <a:r>
              <a:rPr lang="en-US" sz="2800" dirty="0">
                <a:solidFill>
                  <a:srgbClr val="FF0000"/>
                </a:solidFill>
              </a:rPr>
              <a:t>BL(Burst Length)=26</a:t>
            </a:r>
          </a:p>
        </p:txBody>
      </p:sp>
      <p:sp>
        <p:nvSpPr>
          <p:cNvPr id="143" name="Rectangle: Rounded Corners 1744">
            <a:extLst>
              <a:ext uri="{FF2B5EF4-FFF2-40B4-BE49-F238E27FC236}">
                <a16:creationId xmlns:a16="http://schemas.microsoft.com/office/drawing/2014/main" id="{1DC375E4-D56C-A7C8-B4DF-2ED4C331ED2F}"/>
              </a:ext>
            </a:extLst>
          </p:cNvPr>
          <p:cNvSpPr/>
          <p:nvPr/>
        </p:nvSpPr>
        <p:spPr>
          <a:xfrm>
            <a:off x="7775657" y="2833689"/>
            <a:ext cx="1556247" cy="3107641"/>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grpSp>
        <p:nvGrpSpPr>
          <p:cNvPr id="144" name="Group 143">
            <a:extLst>
              <a:ext uri="{FF2B5EF4-FFF2-40B4-BE49-F238E27FC236}">
                <a16:creationId xmlns:a16="http://schemas.microsoft.com/office/drawing/2014/main" id="{3CAD4C3E-8708-582C-E5FA-55530EB7DFEB}"/>
              </a:ext>
            </a:extLst>
          </p:cNvPr>
          <p:cNvGrpSpPr/>
          <p:nvPr/>
        </p:nvGrpSpPr>
        <p:grpSpPr>
          <a:xfrm>
            <a:off x="2002167" y="3162137"/>
            <a:ext cx="664887" cy="816769"/>
            <a:chOff x="1766738" y="6531780"/>
            <a:chExt cx="664887" cy="816769"/>
          </a:xfrm>
        </p:grpSpPr>
        <p:pic>
          <p:nvPicPr>
            <p:cNvPr id="145" name="Picture 144" descr="A chip with a black background&#10;&#10;AI-generated content may be incorrect.">
              <a:extLst>
                <a:ext uri="{FF2B5EF4-FFF2-40B4-BE49-F238E27FC236}">
                  <a16:creationId xmlns:a16="http://schemas.microsoft.com/office/drawing/2014/main" id="{BD3CBA14-B624-AA72-4DC8-4CCFC5562D3C}"/>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46" name="Rounded Rectangle 145">
              <a:extLst>
                <a:ext uri="{FF2B5EF4-FFF2-40B4-BE49-F238E27FC236}">
                  <a16:creationId xmlns:a16="http://schemas.microsoft.com/office/drawing/2014/main" id="{6E9F3079-4F33-50ED-2E14-8CABDC8F3E38}"/>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47" name="Picture 146" descr="A chip with a black background&#10;&#10;AI-generated content may be incorrect.">
              <a:extLst>
                <a:ext uri="{FF2B5EF4-FFF2-40B4-BE49-F238E27FC236}">
                  <a16:creationId xmlns:a16="http://schemas.microsoft.com/office/drawing/2014/main" id="{66C667F1-3E01-266E-4DC7-2BABC6D40F68}"/>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148" name="Group 147">
            <a:extLst>
              <a:ext uri="{FF2B5EF4-FFF2-40B4-BE49-F238E27FC236}">
                <a16:creationId xmlns:a16="http://schemas.microsoft.com/office/drawing/2014/main" id="{F896DF36-46DE-6C82-FD87-3A044A58F1E5}"/>
              </a:ext>
            </a:extLst>
          </p:cNvPr>
          <p:cNvGrpSpPr/>
          <p:nvPr/>
        </p:nvGrpSpPr>
        <p:grpSpPr>
          <a:xfrm>
            <a:off x="3045154" y="3162137"/>
            <a:ext cx="664887" cy="816769"/>
            <a:chOff x="1766738" y="6531780"/>
            <a:chExt cx="664887" cy="816769"/>
          </a:xfrm>
        </p:grpSpPr>
        <p:pic>
          <p:nvPicPr>
            <p:cNvPr id="149" name="Picture 148" descr="A chip with a black background&#10;&#10;AI-generated content may be incorrect.">
              <a:extLst>
                <a:ext uri="{FF2B5EF4-FFF2-40B4-BE49-F238E27FC236}">
                  <a16:creationId xmlns:a16="http://schemas.microsoft.com/office/drawing/2014/main" id="{F596E108-C301-C759-D349-000B5593E448}"/>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50" name="Rounded Rectangle 149">
              <a:extLst>
                <a:ext uri="{FF2B5EF4-FFF2-40B4-BE49-F238E27FC236}">
                  <a16:creationId xmlns:a16="http://schemas.microsoft.com/office/drawing/2014/main" id="{E1070B4E-F94C-8352-DCAD-D203F24C8BA8}"/>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51" name="Picture 150" descr="A chip with a black background&#10;&#10;AI-generated content may be incorrect.">
              <a:extLst>
                <a:ext uri="{FF2B5EF4-FFF2-40B4-BE49-F238E27FC236}">
                  <a16:creationId xmlns:a16="http://schemas.microsoft.com/office/drawing/2014/main" id="{B9C2C800-E15A-3171-1466-374FB3A298BA}"/>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152" name="Group 151">
            <a:extLst>
              <a:ext uri="{FF2B5EF4-FFF2-40B4-BE49-F238E27FC236}">
                <a16:creationId xmlns:a16="http://schemas.microsoft.com/office/drawing/2014/main" id="{37AB089D-376C-6932-A4BF-EDA006E8220E}"/>
              </a:ext>
            </a:extLst>
          </p:cNvPr>
          <p:cNvGrpSpPr/>
          <p:nvPr/>
        </p:nvGrpSpPr>
        <p:grpSpPr>
          <a:xfrm>
            <a:off x="4088141" y="3162137"/>
            <a:ext cx="664887" cy="816769"/>
            <a:chOff x="1766738" y="6531780"/>
            <a:chExt cx="664887" cy="816769"/>
          </a:xfrm>
        </p:grpSpPr>
        <p:pic>
          <p:nvPicPr>
            <p:cNvPr id="153" name="Picture 152" descr="A chip with a black background&#10;&#10;AI-generated content may be incorrect.">
              <a:extLst>
                <a:ext uri="{FF2B5EF4-FFF2-40B4-BE49-F238E27FC236}">
                  <a16:creationId xmlns:a16="http://schemas.microsoft.com/office/drawing/2014/main" id="{5CD9AEBC-C3EB-F453-4B75-798488A6D586}"/>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54" name="Rounded Rectangle 153">
              <a:extLst>
                <a:ext uri="{FF2B5EF4-FFF2-40B4-BE49-F238E27FC236}">
                  <a16:creationId xmlns:a16="http://schemas.microsoft.com/office/drawing/2014/main" id="{189446E3-33C8-D104-2615-2C153375E7C7}"/>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55" name="Picture 154" descr="A chip with a black background&#10;&#10;AI-generated content may be incorrect.">
              <a:extLst>
                <a:ext uri="{FF2B5EF4-FFF2-40B4-BE49-F238E27FC236}">
                  <a16:creationId xmlns:a16="http://schemas.microsoft.com/office/drawing/2014/main" id="{7130E803-1C6A-8970-11BA-94066C22C37D}"/>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156" name="Group 155">
            <a:extLst>
              <a:ext uri="{FF2B5EF4-FFF2-40B4-BE49-F238E27FC236}">
                <a16:creationId xmlns:a16="http://schemas.microsoft.com/office/drawing/2014/main" id="{E0973563-9764-6DB4-F227-FC25202EDDDA}"/>
              </a:ext>
            </a:extLst>
          </p:cNvPr>
          <p:cNvGrpSpPr/>
          <p:nvPr/>
        </p:nvGrpSpPr>
        <p:grpSpPr>
          <a:xfrm>
            <a:off x="5145415" y="3162137"/>
            <a:ext cx="664887" cy="816769"/>
            <a:chOff x="1766738" y="6531780"/>
            <a:chExt cx="664887" cy="816769"/>
          </a:xfrm>
        </p:grpSpPr>
        <p:pic>
          <p:nvPicPr>
            <p:cNvPr id="157" name="Picture 156" descr="A chip with a black background&#10;&#10;AI-generated content may be incorrect.">
              <a:extLst>
                <a:ext uri="{FF2B5EF4-FFF2-40B4-BE49-F238E27FC236}">
                  <a16:creationId xmlns:a16="http://schemas.microsoft.com/office/drawing/2014/main" id="{2C037EF4-53B8-D9E0-8B47-636A45D400F9}"/>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58" name="Rounded Rectangle 157">
              <a:extLst>
                <a:ext uri="{FF2B5EF4-FFF2-40B4-BE49-F238E27FC236}">
                  <a16:creationId xmlns:a16="http://schemas.microsoft.com/office/drawing/2014/main" id="{BC216468-69B7-8F20-6607-F7AAC59602F1}"/>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59" name="Picture 158" descr="A chip with a black background&#10;&#10;AI-generated content may be incorrect.">
              <a:extLst>
                <a:ext uri="{FF2B5EF4-FFF2-40B4-BE49-F238E27FC236}">
                  <a16:creationId xmlns:a16="http://schemas.microsoft.com/office/drawing/2014/main" id="{9AF79B05-72D0-882B-142C-318987C22735}"/>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160" name="Group 159">
            <a:extLst>
              <a:ext uri="{FF2B5EF4-FFF2-40B4-BE49-F238E27FC236}">
                <a16:creationId xmlns:a16="http://schemas.microsoft.com/office/drawing/2014/main" id="{DB61B422-7698-51A5-B350-FAD506B0CC4B}"/>
              </a:ext>
            </a:extLst>
          </p:cNvPr>
          <p:cNvGrpSpPr/>
          <p:nvPr/>
        </p:nvGrpSpPr>
        <p:grpSpPr>
          <a:xfrm>
            <a:off x="2487949" y="4142723"/>
            <a:ext cx="664887" cy="816769"/>
            <a:chOff x="1766738" y="6531780"/>
            <a:chExt cx="664887" cy="816769"/>
          </a:xfrm>
        </p:grpSpPr>
        <p:pic>
          <p:nvPicPr>
            <p:cNvPr id="161" name="Picture 160" descr="A chip with a black background&#10;&#10;AI-generated content may be incorrect.">
              <a:extLst>
                <a:ext uri="{FF2B5EF4-FFF2-40B4-BE49-F238E27FC236}">
                  <a16:creationId xmlns:a16="http://schemas.microsoft.com/office/drawing/2014/main" id="{DC138AE1-08B6-1DC6-2233-6CC14F081862}"/>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62" name="Rounded Rectangle 161">
              <a:extLst>
                <a:ext uri="{FF2B5EF4-FFF2-40B4-BE49-F238E27FC236}">
                  <a16:creationId xmlns:a16="http://schemas.microsoft.com/office/drawing/2014/main" id="{113F0FD6-3BD9-7898-9C7C-35BBB55E1452}"/>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63" name="Picture 162" descr="A chip with a black background&#10;&#10;AI-generated content may be incorrect.">
              <a:extLst>
                <a:ext uri="{FF2B5EF4-FFF2-40B4-BE49-F238E27FC236}">
                  <a16:creationId xmlns:a16="http://schemas.microsoft.com/office/drawing/2014/main" id="{EDA1A900-98A2-4832-E38D-DC15E3D2482F}"/>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164" name="Group 163">
            <a:extLst>
              <a:ext uri="{FF2B5EF4-FFF2-40B4-BE49-F238E27FC236}">
                <a16:creationId xmlns:a16="http://schemas.microsoft.com/office/drawing/2014/main" id="{7F37BD0D-7D6F-5AB0-9F26-610F66F0D208}"/>
              </a:ext>
            </a:extLst>
          </p:cNvPr>
          <p:cNvGrpSpPr/>
          <p:nvPr/>
        </p:nvGrpSpPr>
        <p:grpSpPr>
          <a:xfrm>
            <a:off x="3545502" y="4142723"/>
            <a:ext cx="664887" cy="816769"/>
            <a:chOff x="1766738" y="6531780"/>
            <a:chExt cx="664887" cy="816769"/>
          </a:xfrm>
        </p:grpSpPr>
        <p:pic>
          <p:nvPicPr>
            <p:cNvPr id="165" name="Picture 164" descr="A chip with a black background&#10;&#10;AI-generated content may be incorrect.">
              <a:extLst>
                <a:ext uri="{FF2B5EF4-FFF2-40B4-BE49-F238E27FC236}">
                  <a16:creationId xmlns:a16="http://schemas.microsoft.com/office/drawing/2014/main" id="{F2AE463C-477C-47BE-C1CE-6464B578F3D5}"/>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66" name="Rounded Rectangle 165">
              <a:extLst>
                <a:ext uri="{FF2B5EF4-FFF2-40B4-BE49-F238E27FC236}">
                  <a16:creationId xmlns:a16="http://schemas.microsoft.com/office/drawing/2014/main" id="{4294EBAD-5D3D-9BC2-EA98-882AA1375FED}"/>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67" name="Picture 166" descr="A chip with a black background&#10;&#10;AI-generated content may be incorrect.">
              <a:extLst>
                <a:ext uri="{FF2B5EF4-FFF2-40B4-BE49-F238E27FC236}">
                  <a16:creationId xmlns:a16="http://schemas.microsoft.com/office/drawing/2014/main" id="{E8F3D1BB-4FAC-DFFF-4478-C0103D5E83DD}"/>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168" name="Group 167">
            <a:extLst>
              <a:ext uri="{FF2B5EF4-FFF2-40B4-BE49-F238E27FC236}">
                <a16:creationId xmlns:a16="http://schemas.microsoft.com/office/drawing/2014/main" id="{D339E2D0-21B0-91E1-A3C9-A6D55A99D244}"/>
              </a:ext>
            </a:extLst>
          </p:cNvPr>
          <p:cNvGrpSpPr/>
          <p:nvPr/>
        </p:nvGrpSpPr>
        <p:grpSpPr>
          <a:xfrm>
            <a:off x="4587463" y="4142723"/>
            <a:ext cx="664887" cy="816769"/>
            <a:chOff x="1766738" y="6531780"/>
            <a:chExt cx="664887" cy="816769"/>
          </a:xfrm>
        </p:grpSpPr>
        <p:pic>
          <p:nvPicPr>
            <p:cNvPr id="169" name="Picture 168" descr="A chip with a black background&#10;&#10;AI-generated content may be incorrect.">
              <a:extLst>
                <a:ext uri="{FF2B5EF4-FFF2-40B4-BE49-F238E27FC236}">
                  <a16:creationId xmlns:a16="http://schemas.microsoft.com/office/drawing/2014/main" id="{BBC288FF-4E1D-6646-90D0-AD8DA7DEDBA6}"/>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70" name="Rounded Rectangle 169">
              <a:extLst>
                <a:ext uri="{FF2B5EF4-FFF2-40B4-BE49-F238E27FC236}">
                  <a16:creationId xmlns:a16="http://schemas.microsoft.com/office/drawing/2014/main" id="{3665B6C4-7121-BDDD-954A-A3DEDA441D5D}"/>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71" name="Picture 170" descr="A chip with a black background&#10;&#10;AI-generated content may be incorrect.">
              <a:extLst>
                <a:ext uri="{FF2B5EF4-FFF2-40B4-BE49-F238E27FC236}">
                  <a16:creationId xmlns:a16="http://schemas.microsoft.com/office/drawing/2014/main" id="{FB357E27-8117-865A-9A77-2606829E860A}"/>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177" name="Group 176">
            <a:extLst>
              <a:ext uri="{FF2B5EF4-FFF2-40B4-BE49-F238E27FC236}">
                <a16:creationId xmlns:a16="http://schemas.microsoft.com/office/drawing/2014/main" id="{58F63D6A-8B82-9203-D0FB-DAAF93C507C3}"/>
              </a:ext>
            </a:extLst>
          </p:cNvPr>
          <p:cNvGrpSpPr/>
          <p:nvPr/>
        </p:nvGrpSpPr>
        <p:grpSpPr>
          <a:xfrm>
            <a:off x="5628510" y="4142723"/>
            <a:ext cx="664887" cy="816769"/>
            <a:chOff x="1766738" y="6531780"/>
            <a:chExt cx="664887" cy="816769"/>
          </a:xfrm>
        </p:grpSpPr>
        <p:pic>
          <p:nvPicPr>
            <p:cNvPr id="178" name="Picture 177" descr="A chip with a black background&#10;&#10;AI-generated content may be incorrect.">
              <a:extLst>
                <a:ext uri="{FF2B5EF4-FFF2-40B4-BE49-F238E27FC236}">
                  <a16:creationId xmlns:a16="http://schemas.microsoft.com/office/drawing/2014/main" id="{5981A7F5-5E57-0D20-1CDE-2A3DC524DBF6}"/>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79" name="Rounded Rectangle 178">
              <a:extLst>
                <a:ext uri="{FF2B5EF4-FFF2-40B4-BE49-F238E27FC236}">
                  <a16:creationId xmlns:a16="http://schemas.microsoft.com/office/drawing/2014/main" id="{E52F3C5C-F0BC-5FB7-4E78-839188B3A2FA}"/>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x5</a:t>
              </a:r>
            </a:p>
          </p:txBody>
        </p:sp>
        <p:pic>
          <p:nvPicPr>
            <p:cNvPr id="180" name="Picture 179" descr="A chip with a black background&#10;&#10;AI-generated content may be incorrect.">
              <a:extLst>
                <a:ext uri="{FF2B5EF4-FFF2-40B4-BE49-F238E27FC236}">
                  <a16:creationId xmlns:a16="http://schemas.microsoft.com/office/drawing/2014/main" id="{6446176D-31AD-9BC9-18DB-6720CCE6FAF4}"/>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sp>
        <p:nvSpPr>
          <p:cNvPr id="3" name="TextBox 2">
            <a:extLst>
              <a:ext uri="{FF2B5EF4-FFF2-40B4-BE49-F238E27FC236}">
                <a16:creationId xmlns:a16="http://schemas.microsoft.com/office/drawing/2014/main" id="{5ED24E24-976E-8E38-1EF1-F183D3683C72}"/>
              </a:ext>
            </a:extLst>
          </p:cNvPr>
          <p:cNvSpPr txBox="1"/>
          <p:nvPr/>
        </p:nvSpPr>
        <p:spPr>
          <a:xfrm>
            <a:off x="6963251" y="2669452"/>
            <a:ext cx="4003788" cy="1938992"/>
          </a:xfrm>
          <a:prstGeom prst="rect">
            <a:avLst/>
          </a:prstGeom>
          <a:noFill/>
        </p:spPr>
        <p:txBody>
          <a:bodyPr wrap="none" rtlCol="0">
            <a:spAutoFit/>
          </a:bodyPr>
          <a:lstStyle/>
          <a:p>
            <a:r>
              <a:rPr lang="en-US" altLang="zh-CN" sz="2400" b="1" dirty="0">
                <a:solidFill>
                  <a:schemeClr val="tx2">
                    <a:lumMod val="50000"/>
                    <a:lumOff val="50000"/>
                  </a:schemeClr>
                </a:solidFill>
              </a:rPr>
              <a:t>Baseline</a:t>
            </a:r>
          </a:p>
          <a:p>
            <a:pPr marL="342900" indent="-342900">
              <a:buFontTx/>
              <a:buChar char="-"/>
            </a:pPr>
            <a:r>
              <a:rPr lang="en-US" altLang="zh-CN" sz="2400" b="1" dirty="0">
                <a:solidFill>
                  <a:schemeClr val="tx2">
                    <a:lumMod val="50000"/>
                    <a:lumOff val="50000"/>
                  </a:schemeClr>
                </a:solidFill>
              </a:rPr>
              <a:t>16</a:t>
            </a:r>
            <a:r>
              <a:rPr lang="zh-CN" altLang="en-US" sz="2400" b="1" dirty="0">
                <a:solidFill>
                  <a:schemeClr val="tx2">
                    <a:lumMod val="50000"/>
                    <a:lumOff val="50000"/>
                  </a:schemeClr>
                </a:solidFill>
              </a:rPr>
              <a:t> </a:t>
            </a:r>
            <a:r>
              <a:rPr lang="en-US" altLang="zh-CN" sz="2400" b="1" dirty="0">
                <a:solidFill>
                  <a:schemeClr val="tx2">
                    <a:lumMod val="50000"/>
                    <a:lumOff val="50000"/>
                  </a:schemeClr>
                </a:solidFill>
              </a:rPr>
              <a:t>transfers = 1 </a:t>
            </a:r>
            <a:r>
              <a:rPr lang="en-US" altLang="zh-CN" sz="2400" b="1" dirty="0" err="1">
                <a:solidFill>
                  <a:schemeClr val="tx2">
                    <a:lumMod val="50000"/>
                    <a:lumOff val="50000"/>
                  </a:schemeClr>
                </a:solidFill>
              </a:rPr>
              <a:t>Cacheline</a:t>
            </a:r>
            <a:endParaRPr lang="en-US" altLang="zh-CN" sz="2400" b="1" dirty="0">
              <a:solidFill>
                <a:schemeClr val="tx2">
                  <a:lumMod val="50000"/>
                  <a:lumOff val="50000"/>
                </a:schemeClr>
              </a:solidFill>
            </a:endParaRPr>
          </a:p>
          <a:p>
            <a:pPr marL="342900" indent="-342900">
              <a:buFontTx/>
              <a:buChar char="-"/>
            </a:pPr>
            <a:endParaRPr lang="en-US" altLang="zh-CN" sz="2400" b="1" dirty="0">
              <a:solidFill>
                <a:schemeClr val="tx2">
                  <a:lumMod val="50000"/>
                  <a:lumOff val="50000"/>
                </a:schemeClr>
              </a:solidFill>
            </a:endParaRPr>
          </a:p>
          <a:p>
            <a:r>
              <a:rPr lang="en-US" altLang="zh-CN" sz="2400" b="1" dirty="0">
                <a:solidFill>
                  <a:schemeClr val="tx2">
                    <a:lumMod val="50000"/>
                    <a:lumOff val="50000"/>
                  </a:schemeClr>
                </a:solidFill>
              </a:rPr>
              <a:t>ASPA</a:t>
            </a:r>
          </a:p>
          <a:p>
            <a:r>
              <a:rPr lang="en-US" sz="2400" b="1" dirty="0">
                <a:solidFill>
                  <a:schemeClr val="tx2">
                    <a:lumMod val="50000"/>
                    <a:lumOff val="50000"/>
                  </a:schemeClr>
                </a:solidFill>
              </a:rPr>
              <a:t>-     26 transfers = 2 </a:t>
            </a:r>
            <a:r>
              <a:rPr lang="en-US" sz="2400" b="1" dirty="0" err="1">
                <a:solidFill>
                  <a:schemeClr val="tx2">
                    <a:lumMod val="50000"/>
                    <a:lumOff val="50000"/>
                  </a:schemeClr>
                </a:solidFill>
              </a:rPr>
              <a:t>Cachelines</a:t>
            </a:r>
            <a:endParaRPr lang="en-US" sz="2400" b="1" dirty="0">
              <a:solidFill>
                <a:schemeClr val="tx2">
                  <a:lumMod val="50000"/>
                  <a:lumOff val="50000"/>
                </a:schemeClr>
              </a:solidFill>
            </a:endParaRPr>
          </a:p>
        </p:txBody>
      </p:sp>
    </p:spTree>
    <p:extLst>
      <p:ext uri="{BB962C8B-B14F-4D97-AF65-F5344CB8AC3E}">
        <p14:creationId xmlns:p14="http://schemas.microsoft.com/office/powerpoint/2010/main" val="1350622694"/>
      </p:ext>
    </p:extLst>
  </p:cSld>
  <p:clrMapOvr>
    <a:masterClrMapping/>
  </p:clrMapOvr>
  <mc:AlternateContent xmlns:mc="http://schemas.openxmlformats.org/markup-compatibility/2006" xmlns:p14="http://schemas.microsoft.com/office/powerpoint/2010/main">
    <mc:Choice Requires="p14">
      <p:transition spd="slow" p14:dur="2000" advTm="18131"/>
    </mc:Choice>
    <mc:Fallback xmlns="">
      <p:transition spd="slow" advTm="18131"/>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6891D-6BE0-39E6-2B41-2288F52FE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3CE68-7E58-7D35-F6B6-CD7429F9A250}"/>
              </a:ext>
            </a:extLst>
          </p:cNvPr>
          <p:cNvSpPr>
            <a:spLocks noGrp="1"/>
          </p:cNvSpPr>
          <p:nvPr>
            <p:ph type="title"/>
          </p:nvPr>
        </p:nvSpPr>
        <p:spPr/>
        <p:txBody>
          <a:bodyPr/>
          <a:lstStyle/>
          <a:p>
            <a:r>
              <a:rPr lang="en-US" dirty="0"/>
              <a:t>ASPA -- Fixed Buffering</a:t>
            </a:r>
          </a:p>
        </p:txBody>
      </p:sp>
      <p:sp>
        <p:nvSpPr>
          <p:cNvPr id="85" name="TextBox 84">
            <a:extLst>
              <a:ext uri="{FF2B5EF4-FFF2-40B4-BE49-F238E27FC236}">
                <a16:creationId xmlns:a16="http://schemas.microsoft.com/office/drawing/2014/main" id="{9C578BB2-0480-A8B8-252E-F0028A4CE5E8}"/>
              </a:ext>
            </a:extLst>
          </p:cNvPr>
          <p:cNvSpPr txBox="1"/>
          <p:nvPr/>
        </p:nvSpPr>
        <p:spPr>
          <a:xfrm>
            <a:off x="6902133" y="261622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sp>
        <p:nvSpPr>
          <p:cNvPr id="103" name="TextBox 102">
            <a:extLst>
              <a:ext uri="{FF2B5EF4-FFF2-40B4-BE49-F238E27FC236}">
                <a16:creationId xmlns:a16="http://schemas.microsoft.com/office/drawing/2014/main" id="{9C9A9CB1-BAB0-CCD2-2B78-9B296A6A3394}"/>
              </a:ext>
            </a:extLst>
          </p:cNvPr>
          <p:cNvSpPr txBox="1"/>
          <p:nvPr/>
        </p:nvSpPr>
        <p:spPr>
          <a:xfrm>
            <a:off x="9321638" y="262020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BL=26</a:t>
            </a:r>
          </a:p>
        </p:txBody>
      </p:sp>
      <p:grpSp>
        <p:nvGrpSpPr>
          <p:cNvPr id="7" name="Group 6">
            <a:extLst>
              <a:ext uri="{FF2B5EF4-FFF2-40B4-BE49-F238E27FC236}">
                <a16:creationId xmlns:a16="http://schemas.microsoft.com/office/drawing/2014/main" id="{91350568-A2D8-B890-6553-BCA061D66F63}"/>
              </a:ext>
            </a:extLst>
          </p:cNvPr>
          <p:cNvGrpSpPr/>
          <p:nvPr/>
        </p:nvGrpSpPr>
        <p:grpSpPr>
          <a:xfrm>
            <a:off x="703324" y="5502348"/>
            <a:ext cx="5149334" cy="1777026"/>
            <a:chOff x="1200953" y="1690688"/>
            <a:chExt cx="9151664" cy="3158225"/>
          </a:xfrm>
        </p:grpSpPr>
        <p:grpSp>
          <p:nvGrpSpPr>
            <p:cNvPr id="8" name="Group 7">
              <a:extLst>
                <a:ext uri="{FF2B5EF4-FFF2-40B4-BE49-F238E27FC236}">
                  <a16:creationId xmlns:a16="http://schemas.microsoft.com/office/drawing/2014/main" id="{3699839A-7BB1-CA8D-F08B-1F3A3C4FDA4A}"/>
                </a:ext>
              </a:extLst>
            </p:cNvPr>
            <p:cNvGrpSpPr/>
            <p:nvPr/>
          </p:nvGrpSpPr>
          <p:grpSpPr>
            <a:xfrm>
              <a:off x="7950031" y="2021357"/>
              <a:ext cx="664887" cy="839077"/>
              <a:chOff x="8384277" y="1993867"/>
              <a:chExt cx="664887" cy="839077"/>
            </a:xfrm>
          </p:grpSpPr>
          <p:sp>
            <p:nvSpPr>
              <p:cNvPr id="114" name="Rounded Rectangle 113">
                <a:extLst>
                  <a:ext uri="{FF2B5EF4-FFF2-40B4-BE49-F238E27FC236}">
                    <a16:creationId xmlns:a16="http://schemas.microsoft.com/office/drawing/2014/main" id="{B0CB3791-065C-C07A-057C-611C80D55761}"/>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x4</a:t>
                </a:r>
              </a:p>
            </p:txBody>
          </p:sp>
          <p:pic>
            <p:nvPicPr>
              <p:cNvPr id="115" name="Picture 114" descr="A blue chip with black text&#10;&#10;AI-generated content may be incorrect.">
                <a:extLst>
                  <a:ext uri="{FF2B5EF4-FFF2-40B4-BE49-F238E27FC236}">
                    <a16:creationId xmlns:a16="http://schemas.microsoft.com/office/drawing/2014/main" id="{CC3A40E0-FFF0-B65E-2B20-B6D73E51DE43}"/>
                  </a:ext>
                </a:extLst>
              </p:cNvPr>
              <p:cNvPicPr>
                <a:picLocks noChangeAspect="1"/>
              </p:cNvPicPr>
              <p:nvPr/>
            </p:nvPicPr>
            <p:blipFill>
              <a:blip r:embed="rId3">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9" name="Group 8">
              <a:extLst>
                <a:ext uri="{FF2B5EF4-FFF2-40B4-BE49-F238E27FC236}">
                  <a16:creationId xmlns:a16="http://schemas.microsoft.com/office/drawing/2014/main" id="{B7918EF0-453B-E710-55FA-10D0B1A67487}"/>
                </a:ext>
              </a:extLst>
            </p:cNvPr>
            <p:cNvGrpSpPr/>
            <p:nvPr/>
          </p:nvGrpSpPr>
          <p:grpSpPr>
            <a:xfrm>
              <a:off x="8469434" y="3025014"/>
              <a:ext cx="664887" cy="839077"/>
              <a:chOff x="8384277" y="1993867"/>
              <a:chExt cx="664887" cy="839077"/>
            </a:xfrm>
          </p:grpSpPr>
          <p:sp>
            <p:nvSpPr>
              <p:cNvPr id="112" name="Rounded Rectangle 111">
                <a:extLst>
                  <a:ext uri="{FF2B5EF4-FFF2-40B4-BE49-F238E27FC236}">
                    <a16:creationId xmlns:a16="http://schemas.microsoft.com/office/drawing/2014/main" id="{C3EEF40A-79F9-B9DA-15DE-FD2EC0CCD3C6}"/>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x4</a:t>
                </a:r>
              </a:p>
            </p:txBody>
          </p:sp>
          <p:pic>
            <p:nvPicPr>
              <p:cNvPr id="113" name="Picture 112" descr="A blue chip with black text&#10;&#10;AI-generated content may be incorrect.">
                <a:extLst>
                  <a:ext uri="{FF2B5EF4-FFF2-40B4-BE49-F238E27FC236}">
                    <a16:creationId xmlns:a16="http://schemas.microsoft.com/office/drawing/2014/main" id="{D99E5765-9261-0D87-61D4-887135293D8E}"/>
                  </a:ext>
                </a:extLst>
              </p:cNvPr>
              <p:cNvPicPr>
                <a:picLocks noChangeAspect="1"/>
              </p:cNvPicPr>
              <p:nvPr/>
            </p:nvPicPr>
            <p:blipFill>
              <a:blip r:embed="rId3">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cxnSp>
          <p:nvCxnSpPr>
            <p:cNvPr id="11" name="Straight Arrow Connector 10">
              <a:extLst>
                <a:ext uri="{FF2B5EF4-FFF2-40B4-BE49-F238E27FC236}">
                  <a16:creationId xmlns:a16="http://schemas.microsoft.com/office/drawing/2014/main" id="{30CFD6B9-BA44-3B08-8031-DD209F7FF0B5}"/>
                </a:ext>
              </a:extLst>
            </p:cNvPr>
            <p:cNvCxnSpPr>
              <a:cxnSpLocks/>
            </p:cNvCxnSpPr>
            <p:nvPr/>
          </p:nvCxnSpPr>
          <p:spPr>
            <a:xfrm>
              <a:off x="2315813"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077F93D-6659-C53D-064D-939EDC33EC52}"/>
                </a:ext>
              </a:extLst>
            </p:cNvPr>
            <p:cNvCxnSpPr>
              <a:cxnSpLocks/>
            </p:cNvCxnSpPr>
            <p:nvPr/>
          </p:nvCxnSpPr>
          <p:spPr>
            <a:xfrm>
              <a:off x="3366195"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2908DAA2-2E7D-3495-97A7-B73077A8CB71}"/>
                </a:ext>
              </a:extLst>
            </p:cNvPr>
            <p:cNvCxnSpPr>
              <a:cxnSpLocks/>
            </p:cNvCxnSpPr>
            <p:nvPr/>
          </p:nvCxnSpPr>
          <p:spPr>
            <a:xfrm>
              <a:off x="4414434"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9E8E7F8-FAAF-4B12-78AB-EABBA1DF15EE}"/>
                </a:ext>
              </a:extLst>
            </p:cNvPr>
            <p:cNvCxnSpPr>
              <a:cxnSpLocks/>
            </p:cNvCxnSpPr>
            <p:nvPr/>
          </p:nvCxnSpPr>
          <p:spPr>
            <a:xfrm>
              <a:off x="5464816"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E2942F2-CBE3-7E60-E9A8-5B24B5CDEE2B}"/>
                </a:ext>
              </a:extLst>
            </p:cNvPr>
            <p:cNvCxnSpPr>
              <a:cxnSpLocks/>
            </p:cNvCxnSpPr>
            <p:nvPr/>
          </p:nvCxnSpPr>
          <p:spPr>
            <a:xfrm>
              <a:off x="2818169"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31AC156-7D8E-02D2-139D-D96849FFA5B0}"/>
                </a:ext>
              </a:extLst>
            </p:cNvPr>
            <p:cNvCxnSpPr>
              <a:cxnSpLocks/>
            </p:cNvCxnSpPr>
            <p:nvPr/>
          </p:nvCxnSpPr>
          <p:spPr>
            <a:xfrm>
              <a:off x="3868551"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3B36E4F-B0DD-8B92-BFCF-2A4579AAA346}"/>
                </a:ext>
              </a:extLst>
            </p:cNvPr>
            <p:cNvCxnSpPr>
              <a:cxnSpLocks/>
            </p:cNvCxnSpPr>
            <p:nvPr/>
          </p:nvCxnSpPr>
          <p:spPr>
            <a:xfrm>
              <a:off x="4916790"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21A91BA-B1E9-886C-D33F-1FE7713E3B52}"/>
                </a:ext>
              </a:extLst>
            </p:cNvPr>
            <p:cNvCxnSpPr>
              <a:cxnSpLocks/>
            </p:cNvCxnSpPr>
            <p:nvPr/>
          </p:nvCxnSpPr>
          <p:spPr>
            <a:xfrm>
              <a:off x="5967172"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27C3735-B940-E8DE-02AC-BED8AEB96AE7}"/>
                </a:ext>
              </a:extLst>
            </p:cNvPr>
            <p:cNvCxnSpPr>
              <a:cxnSpLocks/>
            </p:cNvCxnSpPr>
            <p:nvPr/>
          </p:nvCxnSpPr>
          <p:spPr>
            <a:xfrm>
              <a:off x="8283172" y="2860434"/>
              <a:ext cx="0" cy="1938207"/>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A194D2C-8DF6-1578-1F84-53A84C1EA3E4}"/>
                </a:ext>
              </a:extLst>
            </p:cNvPr>
            <p:cNvCxnSpPr>
              <a:cxnSpLocks/>
            </p:cNvCxnSpPr>
            <p:nvPr/>
          </p:nvCxnSpPr>
          <p:spPr>
            <a:xfrm>
              <a:off x="8785528" y="3841783"/>
              <a:ext cx="0" cy="956858"/>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89383DA-3D43-4DBE-2ED4-D3086D024105}"/>
                </a:ext>
              </a:extLst>
            </p:cNvPr>
            <p:cNvCxnSpPr>
              <a:cxnSpLocks/>
            </p:cNvCxnSpPr>
            <p:nvPr/>
          </p:nvCxnSpPr>
          <p:spPr>
            <a:xfrm>
              <a:off x="1200953" y="4848913"/>
              <a:ext cx="9151664" cy="0"/>
            </a:xfrm>
            <a:prstGeom prst="line">
              <a:avLst/>
            </a:prstGeom>
            <a:ln w="38100">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30" name="Rectangle: Rounded Corners 1744">
              <a:extLst>
                <a:ext uri="{FF2B5EF4-FFF2-40B4-BE49-F238E27FC236}">
                  <a16:creationId xmlns:a16="http://schemas.microsoft.com/office/drawing/2014/main" id="{41DC138C-EF41-A1EE-5B41-8D361A36C16D}"/>
                </a:ext>
              </a:extLst>
            </p:cNvPr>
            <p:cNvSpPr/>
            <p:nvPr/>
          </p:nvSpPr>
          <p:spPr>
            <a:xfrm>
              <a:off x="7775656" y="1690688"/>
              <a:ext cx="1556247" cy="3107641"/>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000">
                <a:solidFill>
                  <a:srgbClr val="D9D9D9"/>
                </a:solidFill>
              </a:endParaRPr>
            </a:p>
          </p:txBody>
        </p:sp>
        <p:grpSp>
          <p:nvGrpSpPr>
            <p:cNvPr id="31" name="Group 30">
              <a:extLst>
                <a:ext uri="{FF2B5EF4-FFF2-40B4-BE49-F238E27FC236}">
                  <a16:creationId xmlns:a16="http://schemas.microsoft.com/office/drawing/2014/main" id="{9F160029-D023-2CD2-1E4F-38C831A70482}"/>
                </a:ext>
              </a:extLst>
            </p:cNvPr>
            <p:cNvGrpSpPr/>
            <p:nvPr/>
          </p:nvGrpSpPr>
          <p:grpSpPr>
            <a:xfrm>
              <a:off x="2002166" y="2019136"/>
              <a:ext cx="664887" cy="816769"/>
              <a:chOff x="1766738" y="6531780"/>
              <a:chExt cx="664887" cy="816769"/>
            </a:xfrm>
          </p:grpSpPr>
          <p:pic>
            <p:nvPicPr>
              <p:cNvPr id="109" name="Picture 108" descr="A chip with a black background&#10;&#10;AI-generated content may be incorrect.">
                <a:extLst>
                  <a:ext uri="{FF2B5EF4-FFF2-40B4-BE49-F238E27FC236}">
                    <a16:creationId xmlns:a16="http://schemas.microsoft.com/office/drawing/2014/main" id="{5C986B0B-4408-90A8-E926-2B1F82E4545E}"/>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10" name="Rounded Rectangle 109">
                <a:extLst>
                  <a:ext uri="{FF2B5EF4-FFF2-40B4-BE49-F238E27FC236}">
                    <a16:creationId xmlns:a16="http://schemas.microsoft.com/office/drawing/2014/main" id="{8067376D-B923-E002-D99A-BAF6DF824436}"/>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111" name="Picture 110" descr="A chip with a black background&#10;&#10;AI-generated content may be incorrect.">
                <a:extLst>
                  <a:ext uri="{FF2B5EF4-FFF2-40B4-BE49-F238E27FC236}">
                    <a16:creationId xmlns:a16="http://schemas.microsoft.com/office/drawing/2014/main" id="{9E0D0A03-E704-FEF2-B27F-90CB67309867}"/>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33" name="Group 32">
              <a:extLst>
                <a:ext uri="{FF2B5EF4-FFF2-40B4-BE49-F238E27FC236}">
                  <a16:creationId xmlns:a16="http://schemas.microsoft.com/office/drawing/2014/main" id="{05BCACD1-5DCE-2D3D-633D-1DCD128885C4}"/>
                </a:ext>
              </a:extLst>
            </p:cNvPr>
            <p:cNvGrpSpPr/>
            <p:nvPr/>
          </p:nvGrpSpPr>
          <p:grpSpPr>
            <a:xfrm>
              <a:off x="3045153" y="2019136"/>
              <a:ext cx="664887" cy="816769"/>
              <a:chOff x="1766738" y="6531780"/>
              <a:chExt cx="664887" cy="816769"/>
            </a:xfrm>
          </p:grpSpPr>
          <p:pic>
            <p:nvPicPr>
              <p:cNvPr id="88" name="Picture 87" descr="A chip with a black background&#10;&#10;AI-generated content may be incorrect.">
                <a:extLst>
                  <a:ext uri="{FF2B5EF4-FFF2-40B4-BE49-F238E27FC236}">
                    <a16:creationId xmlns:a16="http://schemas.microsoft.com/office/drawing/2014/main" id="{8F3F917F-3EB2-4637-B1BC-839A2C1AA4BD}"/>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07" name="Rounded Rectangle 106">
                <a:extLst>
                  <a:ext uri="{FF2B5EF4-FFF2-40B4-BE49-F238E27FC236}">
                    <a16:creationId xmlns:a16="http://schemas.microsoft.com/office/drawing/2014/main" id="{E8E5D46D-6F01-F050-29F6-31622CBF6B13}"/>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108" name="Picture 107" descr="A chip with a black background&#10;&#10;AI-generated content may be incorrect.">
                <a:extLst>
                  <a:ext uri="{FF2B5EF4-FFF2-40B4-BE49-F238E27FC236}">
                    <a16:creationId xmlns:a16="http://schemas.microsoft.com/office/drawing/2014/main" id="{E43B5AAA-2758-3165-B212-0914E9726F6C}"/>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49" name="Group 48">
              <a:extLst>
                <a:ext uri="{FF2B5EF4-FFF2-40B4-BE49-F238E27FC236}">
                  <a16:creationId xmlns:a16="http://schemas.microsoft.com/office/drawing/2014/main" id="{AAB0F94D-686F-EDF7-6285-FB1ECA448E5D}"/>
                </a:ext>
              </a:extLst>
            </p:cNvPr>
            <p:cNvGrpSpPr/>
            <p:nvPr/>
          </p:nvGrpSpPr>
          <p:grpSpPr>
            <a:xfrm>
              <a:off x="4088140" y="2019136"/>
              <a:ext cx="664887" cy="816769"/>
              <a:chOff x="1766738" y="6531780"/>
              <a:chExt cx="664887" cy="816769"/>
            </a:xfrm>
          </p:grpSpPr>
          <p:pic>
            <p:nvPicPr>
              <p:cNvPr id="78" name="Picture 77" descr="A chip with a black background&#10;&#10;AI-generated content may be incorrect.">
                <a:extLst>
                  <a:ext uri="{FF2B5EF4-FFF2-40B4-BE49-F238E27FC236}">
                    <a16:creationId xmlns:a16="http://schemas.microsoft.com/office/drawing/2014/main" id="{2FADDC75-54FB-FD9F-A3F0-12EDCFB62465}"/>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9" name="Rounded Rectangle 78">
                <a:extLst>
                  <a:ext uri="{FF2B5EF4-FFF2-40B4-BE49-F238E27FC236}">
                    <a16:creationId xmlns:a16="http://schemas.microsoft.com/office/drawing/2014/main" id="{A4BC76B7-5077-EC97-3322-8F8F2FB7D809}"/>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80" name="Picture 79" descr="A chip with a black background&#10;&#10;AI-generated content may be incorrect.">
                <a:extLst>
                  <a:ext uri="{FF2B5EF4-FFF2-40B4-BE49-F238E27FC236}">
                    <a16:creationId xmlns:a16="http://schemas.microsoft.com/office/drawing/2014/main" id="{1C822CF2-9FFE-0801-49F1-746ECC3216F8}"/>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0" name="Group 49">
              <a:extLst>
                <a:ext uri="{FF2B5EF4-FFF2-40B4-BE49-F238E27FC236}">
                  <a16:creationId xmlns:a16="http://schemas.microsoft.com/office/drawing/2014/main" id="{96CCA50E-A5C8-2E7A-AD8F-58FB67734502}"/>
                </a:ext>
              </a:extLst>
            </p:cNvPr>
            <p:cNvGrpSpPr/>
            <p:nvPr/>
          </p:nvGrpSpPr>
          <p:grpSpPr>
            <a:xfrm>
              <a:off x="5145414" y="2019136"/>
              <a:ext cx="664887" cy="816769"/>
              <a:chOff x="1766738" y="6531780"/>
              <a:chExt cx="664887" cy="816769"/>
            </a:xfrm>
          </p:grpSpPr>
          <p:pic>
            <p:nvPicPr>
              <p:cNvPr id="75" name="Picture 74" descr="A chip with a black background&#10;&#10;AI-generated content may be incorrect.">
                <a:extLst>
                  <a:ext uri="{FF2B5EF4-FFF2-40B4-BE49-F238E27FC236}">
                    <a16:creationId xmlns:a16="http://schemas.microsoft.com/office/drawing/2014/main" id="{A800A16E-D938-136A-9B8D-DC05858F3297}"/>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6" name="Rounded Rectangle 75">
                <a:extLst>
                  <a:ext uri="{FF2B5EF4-FFF2-40B4-BE49-F238E27FC236}">
                    <a16:creationId xmlns:a16="http://schemas.microsoft.com/office/drawing/2014/main" id="{8FC1CED3-45A7-1E97-9D8D-4C6A72A0A48E}"/>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77" name="Picture 76" descr="A chip with a black background&#10;&#10;AI-generated content may be incorrect.">
                <a:extLst>
                  <a:ext uri="{FF2B5EF4-FFF2-40B4-BE49-F238E27FC236}">
                    <a16:creationId xmlns:a16="http://schemas.microsoft.com/office/drawing/2014/main" id="{3D08C0AE-A556-8CD3-58CA-58328A5AE754}"/>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1" name="Group 50">
              <a:extLst>
                <a:ext uri="{FF2B5EF4-FFF2-40B4-BE49-F238E27FC236}">
                  <a16:creationId xmlns:a16="http://schemas.microsoft.com/office/drawing/2014/main" id="{D070DC51-92E4-D394-5AF1-B230E317BE79}"/>
                </a:ext>
              </a:extLst>
            </p:cNvPr>
            <p:cNvGrpSpPr/>
            <p:nvPr/>
          </p:nvGrpSpPr>
          <p:grpSpPr>
            <a:xfrm>
              <a:off x="2487948" y="2999722"/>
              <a:ext cx="664887" cy="816769"/>
              <a:chOff x="1766738" y="6531780"/>
              <a:chExt cx="664887" cy="816769"/>
            </a:xfrm>
          </p:grpSpPr>
          <p:pic>
            <p:nvPicPr>
              <p:cNvPr id="72" name="Picture 71" descr="A chip with a black background&#10;&#10;AI-generated content may be incorrect.">
                <a:extLst>
                  <a:ext uri="{FF2B5EF4-FFF2-40B4-BE49-F238E27FC236}">
                    <a16:creationId xmlns:a16="http://schemas.microsoft.com/office/drawing/2014/main" id="{14E1F7E1-068F-B829-6798-9FF084C833BB}"/>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3" name="Rounded Rectangle 72">
                <a:extLst>
                  <a:ext uri="{FF2B5EF4-FFF2-40B4-BE49-F238E27FC236}">
                    <a16:creationId xmlns:a16="http://schemas.microsoft.com/office/drawing/2014/main" id="{9B871A4D-A45F-854E-0A56-4C318330FFEB}"/>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74" name="Picture 73" descr="A chip with a black background&#10;&#10;AI-generated content may be incorrect.">
                <a:extLst>
                  <a:ext uri="{FF2B5EF4-FFF2-40B4-BE49-F238E27FC236}">
                    <a16:creationId xmlns:a16="http://schemas.microsoft.com/office/drawing/2014/main" id="{A320EC31-5B7B-43D3-B5C0-2A34797DC056}"/>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4" name="Group 53">
              <a:extLst>
                <a:ext uri="{FF2B5EF4-FFF2-40B4-BE49-F238E27FC236}">
                  <a16:creationId xmlns:a16="http://schemas.microsoft.com/office/drawing/2014/main" id="{FAAF299B-5435-2F24-E81E-F1F8AFE5528B}"/>
                </a:ext>
              </a:extLst>
            </p:cNvPr>
            <p:cNvGrpSpPr/>
            <p:nvPr/>
          </p:nvGrpSpPr>
          <p:grpSpPr>
            <a:xfrm>
              <a:off x="3545501" y="2999722"/>
              <a:ext cx="664887" cy="816769"/>
              <a:chOff x="1766738" y="6531780"/>
              <a:chExt cx="664887" cy="816769"/>
            </a:xfrm>
          </p:grpSpPr>
          <p:pic>
            <p:nvPicPr>
              <p:cNvPr id="69" name="Picture 68" descr="A chip with a black background&#10;&#10;AI-generated content may be incorrect.">
                <a:extLst>
                  <a:ext uri="{FF2B5EF4-FFF2-40B4-BE49-F238E27FC236}">
                    <a16:creationId xmlns:a16="http://schemas.microsoft.com/office/drawing/2014/main" id="{A9F47096-2EE9-8BB6-B928-6B9FB645B405}"/>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0" name="Rounded Rectangle 69">
                <a:extLst>
                  <a:ext uri="{FF2B5EF4-FFF2-40B4-BE49-F238E27FC236}">
                    <a16:creationId xmlns:a16="http://schemas.microsoft.com/office/drawing/2014/main" id="{67DF4610-4081-7A2A-EBA6-520606306655}"/>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71" name="Picture 70" descr="A chip with a black background&#10;&#10;AI-generated content may be incorrect.">
                <a:extLst>
                  <a:ext uri="{FF2B5EF4-FFF2-40B4-BE49-F238E27FC236}">
                    <a16:creationId xmlns:a16="http://schemas.microsoft.com/office/drawing/2014/main" id="{1EF76EAA-1C84-D8AD-A50C-1B99F1687F6E}"/>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5" name="Group 54">
              <a:extLst>
                <a:ext uri="{FF2B5EF4-FFF2-40B4-BE49-F238E27FC236}">
                  <a16:creationId xmlns:a16="http://schemas.microsoft.com/office/drawing/2014/main" id="{363D08AB-1642-0DD7-9E82-6B699EF7B462}"/>
                </a:ext>
              </a:extLst>
            </p:cNvPr>
            <p:cNvGrpSpPr/>
            <p:nvPr/>
          </p:nvGrpSpPr>
          <p:grpSpPr>
            <a:xfrm>
              <a:off x="4587462" y="2999722"/>
              <a:ext cx="664887" cy="816769"/>
              <a:chOff x="1766738" y="6531780"/>
              <a:chExt cx="664887" cy="816769"/>
            </a:xfrm>
          </p:grpSpPr>
          <p:pic>
            <p:nvPicPr>
              <p:cNvPr id="66" name="Picture 65" descr="A chip with a black background&#10;&#10;AI-generated content may be incorrect.">
                <a:extLst>
                  <a:ext uri="{FF2B5EF4-FFF2-40B4-BE49-F238E27FC236}">
                    <a16:creationId xmlns:a16="http://schemas.microsoft.com/office/drawing/2014/main" id="{EF714F58-834A-575A-5C5D-B925ED1AE906}"/>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67" name="Rounded Rectangle 66">
                <a:extLst>
                  <a:ext uri="{FF2B5EF4-FFF2-40B4-BE49-F238E27FC236}">
                    <a16:creationId xmlns:a16="http://schemas.microsoft.com/office/drawing/2014/main" id="{88C02B01-9DA3-BFF7-0A69-0218131D6535}"/>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68" name="Picture 67" descr="A chip with a black background&#10;&#10;AI-generated content may be incorrect.">
                <a:extLst>
                  <a:ext uri="{FF2B5EF4-FFF2-40B4-BE49-F238E27FC236}">
                    <a16:creationId xmlns:a16="http://schemas.microsoft.com/office/drawing/2014/main" id="{55B8894E-B451-8E05-FF82-EE672EDC308C}"/>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6" name="Group 55">
              <a:extLst>
                <a:ext uri="{FF2B5EF4-FFF2-40B4-BE49-F238E27FC236}">
                  <a16:creationId xmlns:a16="http://schemas.microsoft.com/office/drawing/2014/main" id="{938970A8-6432-0C26-2713-8508BFEAC773}"/>
                </a:ext>
              </a:extLst>
            </p:cNvPr>
            <p:cNvGrpSpPr/>
            <p:nvPr/>
          </p:nvGrpSpPr>
          <p:grpSpPr>
            <a:xfrm>
              <a:off x="5628509" y="2999722"/>
              <a:ext cx="664887" cy="816769"/>
              <a:chOff x="1766738" y="6531780"/>
              <a:chExt cx="664887" cy="816769"/>
            </a:xfrm>
          </p:grpSpPr>
          <p:pic>
            <p:nvPicPr>
              <p:cNvPr id="59" name="Picture 58" descr="A chip with a black background&#10;&#10;AI-generated content may be incorrect.">
                <a:extLst>
                  <a:ext uri="{FF2B5EF4-FFF2-40B4-BE49-F238E27FC236}">
                    <a16:creationId xmlns:a16="http://schemas.microsoft.com/office/drawing/2014/main" id="{FAFEC0B0-84B4-BCA3-AFDB-292C6B7ADD9F}"/>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61" name="Rounded Rectangle 60">
                <a:extLst>
                  <a:ext uri="{FF2B5EF4-FFF2-40B4-BE49-F238E27FC236}">
                    <a16:creationId xmlns:a16="http://schemas.microsoft.com/office/drawing/2014/main" id="{34C16D88-C64A-2B17-9038-D812E2179D96}"/>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62" name="Picture 61" descr="A chip with a black background&#10;&#10;AI-generated content may be incorrect.">
                <a:extLst>
                  <a:ext uri="{FF2B5EF4-FFF2-40B4-BE49-F238E27FC236}">
                    <a16:creationId xmlns:a16="http://schemas.microsoft.com/office/drawing/2014/main" id="{7F81C5A6-9BAA-4691-9AF6-EF7C2C9EEF82}"/>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sp>
        <p:nvSpPr>
          <p:cNvPr id="177" name="Rectangle 176">
            <a:extLst>
              <a:ext uri="{FF2B5EF4-FFF2-40B4-BE49-F238E27FC236}">
                <a16:creationId xmlns:a16="http://schemas.microsoft.com/office/drawing/2014/main" id="{1ABAB154-ED6D-B73E-49A5-30926F2CF46F}"/>
              </a:ext>
            </a:extLst>
          </p:cNvPr>
          <p:cNvSpPr/>
          <p:nvPr/>
        </p:nvSpPr>
        <p:spPr>
          <a:xfrm flipH="1">
            <a:off x="685203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78" name="Straight Connector 177">
            <a:extLst>
              <a:ext uri="{FF2B5EF4-FFF2-40B4-BE49-F238E27FC236}">
                <a16:creationId xmlns:a16="http://schemas.microsoft.com/office/drawing/2014/main" id="{AB7876E1-8047-A692-3DB8-8E228776B34F}"/>
              </a:ext>
            </a:extLst>
          </p:cNvPr>
          <p:cNvCxnSpPr>
            <a:cxnSpLocks/>
          </p:cNvCxnSpPr>
          <p:nvPr/>
        </p:nvCxnSpPr>
        <p:spPr>
          <a:xfrm rot="5400000">
            <a:off x="6986552"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E24539CC-3166-240F-9627-B2E06EB80BAC}"/>
              </a:ext>
            </a:extLst>
          </p:cNvPr>
          <p:cNvCxnSpPr>
            <a:cxnSpLocks/>
          </p:cNvCxnSpPr>
          <p:nvPr/>
        </p:nvCxnSpPr>
        <p:spPr>
          <a:xfrm rot="5400000">
            <a:off x="7118166"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22EE7F7E-9013-7760-E23C-413689649C84}"/>
              </a:ext>
            </a:extLst>
          </p:cNvPr>
          <p:cNvCxnSpPr>
            <a:cxnSpLocks/>
          </p:cNvCxnSpPr>
          <p:nvPr/>
        </p:nvCxnSpPr>
        <p:spPr>
          <a:xfrm rot="5400000">
            <a:off x="7249780"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71E51F3C-03DD-9B04-2C9B-757B0CEDBAB2}"/>
              </a:ext>
            </a:extLst>
          </p:cNvPr>
          <p:cNvCxnSpPr>
            <a:cxnSpLocks/>
          </p:cNvCxnSpPr>
          <p:nvPr/>
        </p:nvCxnSpPr>
        <p:spPr>
          <a:xfrm rot="5400000">
            <a:off x="7381394"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1A71521F-AF2F-9CF2-1C57-DB3C4A8FE251}"/>
              </a:ext>
            </a:extLst>
          </p:cNvPr>
          <p:cNvCxnSpPr>
            <a:cxnSpLocks/>
          </p:cNvCxnSpPr>
          <p:nvPr/>
        </p:nvCxnSpPr>
        <p:spPr>
          <a:xfrm>
            <a:off x="7922021" y="5734206"/>
            <a:ext cx="1104900" cy="0"/>
          </a:xfrm>
          <a:prstGeom prst="line">
            <a:avLst/>
          </a:prstGeom>
          <a:ln w="38100">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7B895541-2A10-9510-751D-6CAD5F603297}"/>
              </a:ext>
            </a:extLst>
          </p:cNvPr>
          <p:cNvCxnSpPr>
            <a:cxnSpLocks/>
          </p:cNvCxnSpPr>
          <p:nvPr/>
        </p:nvCxnSpPr>
        <p:spPr>
          <a:xfrm>
            <a:off x="6924323" y="4294317"/>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84" name="Rectangle: Rounded Corners 1571">
            <a:extLst>
              <a:ext uri="{FF2B5EF4-FFF2-40B4-BE49-F238E27FC236}">
                <a16:creationId xmlns:a16="http://schemas.microsoft.com/office/drawing/2014/main" id="{E56F7001-FF90-804A-62F7-49EA5396538B}"/>
              </a:ext>
            </a:extLst>
          </p:cNvPr>
          <p:cNvSpPr/>
          <p:nvPr/>
        </p:nvSpPr>
        <p:spPr>
          <a:xfrm>
            <a:off x="7327822" y="507276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b="1" dirty="0">
                <a:solidFill>
                  <a:schemeClr val="tx1"/>
                </a:solidFill>
              </a:rPr>
              <a:t>IO buffer</a:t>
            </a:r>
          </a:p>
        </p:txBody>
      </p:sp>
      <p:cxnSp>
        <p:nvCxnSpPr>
          <p:cNvPr id="186" name="Straight Connector 185">
            <a:extLst>
              <a:ext uri="{FF2B5EF4-FFF2-40B4-BE49-F238E27FC236}">
                <a16:creationId xmlns:a16="http://schemas.microsoft.com/office/drawing/2014/main" id="{67BB1AD8-B8C1-856D-9783-692C2717B5F7}"/>
              </a:ext>
            </a:extLst>
          </p:cNvPr>
          <p:cNvCxnSpPr>
            <a:cxnSpLocks/>
            <a:stCxn id="184" idx="0"/>
          </p:cNvCxnSpPr>
          <p:nvPr/>
        </p:nvCxnSpPr>
        <p:spPr>
          <a:xfrm flipV="1">
            <a:off x="7925487" y="4320257"/>
            <a:ext cx="0" cy="752511"/>
          </a:xfrm>
          <a:prstGeom prst="line">
            <a:avLst/>
          </a:prstGeom>
          <a:ln w="38100">
            <a:solidFill>
              <a:srgbClr val="FF0000"/>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08FBC79C-5601-8DB5-C896-D8664CD1A5A3}"/>
              </a:ext>
            </a:extLst>
          </p:cNvPr>
          <p:cNvCxnSpPr>
            <a:cxnSpLocks/>
          </p:cNvCxnSpPr>
          <p:nvPr/>
        </p:nvCxnSpPr>
        <p:spPr>
          <a:xfrm flipV="1">
            <a:off x="758375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D49B2B83-EF60-A8B6-DC8E-FDECF9710E05}"/>
              </a:ext>
            </a:extLst>
          </p:cNvPr>
          <p:cNvCxnSpPr>
            <a:cxnSpLocks/>
            <a:endCxn id="184" idx="2"/>
          </p:cNvCxnSpPr>
          <p:nvPr/>
        </p:nvCxnSpPr>
        <p:spPr>
          <a:xfrm flipV="1">
            <a:off x="7925487" y="5594861"/>
            <a:ext cx="0" cy="496533"/>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C4B2C811-BD59-6081-B16D-E7DC3BEEFEC7}"/>
              </a:ext>
            </a:extLst>
          </p:cNvPr>
          <p:cNvCxnSpPr>
            <a:cxnSpLocks/>
          </p:cNvCxnSpPr>
          <p:nvPr/>
        </p:nvCxnSpPr>
        <p:spPr>
          <a:xfrm>
            <a:off x="8528737" y="5246729"/>
            <a:ext cx="1595147" cy="0"/>
          </a:xfrm>
          <a:prstGeom prst="line">
            <a:avLst/>
          </a:prstGeom>
          <a:ln w="25400">
            <a:solidFill>
              <a:srgbClr val="D9D9D9"/>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C057531F-7AE3-2620-B9EC-9F205A09DE60}"/>
              </a:ext>
            </a:extLst>
          </p:cNvPr>
          <p:cNvGrpSpPr/>
          <p:nvPr/>
        </p:nvGrpSpPr>
        <p:grpSpPr>
          <a:xfrm>
            <a:off x="9029567" y="5135927"/>
            <a:ext cx="713316" cy="1223433"/>
            <a:chOff x="8435455" y="2690283"/>
            <a:chExt cx="713316" cy="1223433"/>
          </a:xfrm>
          <a:solidFill>
            <a:schemeClr val="bg1"/>
          </a:solidFill>
        </p:grpSpPr>
        <p:sp>
          <p:nvSpPr>
            <p:cNvPr id="191" name="Rectangle: Rounded Corners 1744">
              <a:extLst>
                <a:ext uri="{FF2B5EF4-FFF2-40B4-BE49-F238E27FC236}">
                  <a16:creationId xmlns:a16="http://schemas.microsoft.com/office/drawing/2014/main" id="{ABC687A6-9DA5-B993-3CF1-082F02CA88E8}"/>
                </a:ext>
              </a:extLst>
            </p:cNvPr>
            <p:cNvSpPr/>
            <p:nvPr/>
          </p:nvSpPr>
          <p:spPr>
            <a:xfrm>
              <a:off x="8435455" y="2690283"/>
              <a:ext cx="713316" cy="1223433"/>
            </a:xfrm>
            <a:prstGeom prst="roundRect">
              <a:avLst>
                <a:gd name="adj" fmla="val 8799"/>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92" name="Rectangle: Rounded Corners 1745">
              <a:extLst>
                <a:ext uri="{FF2B5EF4-FFF2-40B4-BE49-F238E27FC236}">
                  <a16:creationId xmlns:a16="http://schemas.microsoft.com/office/drawing/2014/main" id="{E60ED04D-0658-CE60-A34F-6DB6B97E7BBA}"/>
                </a:ext>
              </a:extLst>
            </p:cNvPr>
            <p:cNvSpPr/>
            <p:nvPr/>
          </p:nvSpPr>
          <p:spPr>
            <a:xfrm>
              <a:off x="8562515" y="2801086"/>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sp>
          <p:nvSpPr>
            <p:cNvPr id="193" name="Rectangle: Rounded Corners 1746">
              <a:extLst>
                <a:ext uri="{FF2B5EF4-FFF2-40B4-BE49-F238E27FC236}">
                  <a16:creationId xmlns:a16="http://schemas.microsoft.com/office/drawing/2014/main" id="{633D1015-152A-E401-8A16-1ED9E7281EA6}"/>
                </a:ext>
              </a:extLst>
            </p:cNvPr>
            <p:cNvSpPr/>
            <p:nvPr/>
          </p:nvSpPr>
          <p:spPr>
            <a:xfrm>
              <a:off x="8562515" y="3059670"/>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sp>
          <p:nvSpPr>
            <p:cNvPr id="194" name="Rectangle: Rounded Corners 1747">
              <a:extLst>
                <a:ext uri="{FF2B5EF4-FFF2-40B4-BE49-F238E27FC236}">
                  <a16:creationId xmlns:a16="http://schemas.microsoft.com/office/drawing/2014/main" id="{FC121B88-4E14-1F6E-EFA6-4623FFDB3AD0}"/>
                </a:ext>
              </a:extLst>
            </p:cNvPr>
            <p:cNvSpPr/>
            <p:nvPr/>
          </p:nvSpPr>
          <p:spPr>
            <a:xfrm>
              <a:off x="8562515" y="3318254"/>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sp>
          <p:nvSpPr>
            <p:cNvPr id="195" name="Rectangle: Rounded Corners 1748">
              <a:extLst>
                <a:ext uri="{FF2B5EF4-FFF2-40B4-BE49-F238E27FC236}">
                  <a16:creationId xmlns:a16="http://schemas.microsoft.com/office/drawing/2014/main" id="{33CE4378-43CD-ACB0-6A70-97A78C4B8567}"/>
                </a:ext>
              </a:extLst>
            </p:cNvPr>
            <p:cNvSpPr/>
            <p:nvPr/>
          </p:nvSpPr>
          <p:spPr>
            <a:xfrm>
              <a:off x="8562515" y="3576838"/>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grpSp>
      <p:cxnSp>
        <p:nvCxnSpPr>
          <p:cNvPr id="196" name="Straight Connector 195">
            <a:extLst>
              <a:ext uri="{FF2B5EF4-FFF2-40B4-BE49-F238E27FC236}">
                <a16:creationId xmlns:a16="http://schemas.microsoft.com/office/drawing/2014/main" id="{2C2801EE-61E1-4121-CBAD-CE7FE688E751}"/>
              </a:ext>
            </a:extLst>
          </p:cNvPr>
          <p:cNvCxnSpPr>
            <a:cxnSpLocks/>
          </p:cNvCxnSpPr>
          <p:nvPr/>
        </p:nvCxnSpPr>
        <p:spPr>
          <a:xfrm>
            <a:off x="9742356" y="5734206"/>
            <a:ext cx="389995" cy="0"/>
          </a:xfrm>
          <a:prstGeom prst="line">
            <a:avLst/>
          </a:prstGeom>
          <a:ln w="25400">
            <a:solidFill>
              <a:srgbClr val="D9D9D9"/>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172C5D97-731E-EE92-930E-238E3E78751E}"/>
              </a:ext>
            </a:extLst>
          </p:cNvPr>
          <p:cNvCxnSpPr>
            <a:cxnSpLocks/>
          </p:cNvCxnSpPr>
          <p:nvPr/>
        </p:nvCxnSpPr>
        <p:spPr>
          <a:xfrm>
            <a:off x="10122357" y="5255824"/>
            <a:ext cx="1263" cy="479120"/>
          </a:xfrm>
          <a:prstGeom prst="line">
            <a:avLst/>
          </a:prstGeom>
          <a:ln w="25400">
            <a:solidFill>
              <a:srgbClr val="D9D9D9"/>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544749C3-D10D-818E-15CB-96D32DE74708}"/>
              </a:ext>
            </a:extLst>
          </p:cNvPr>
          <p:cNvSpPr txBox="1"/>
          <p:nvPr/>
        </p:nvSpPr>
        <p:spPr>
          <a:xfrm>
            <a:off x="10102058" y="5206586"/>
            <a:ext cx="410754" cy="338554"/>
          </a:xfrm>
          <a:prstGeom prst="rect">
            <a:avLst/>
          </a:prstGeom>
          <a:noFill/>
          <a:ln>
            <a:noFill/>
          </a:ln>
        </p:spPr>
        <p:txBody>
          <a:bodyPr wrap="square">
            <a:spAutoFit/>
          </a:bodyPr>
          <a:lstStyle/>
          <a:p>
            <a:pPr defTabSz="914400">
              <a:defRPr/>
            </a:pPr>
            <a:r>
              <a:rPr lang="en-US" altLang="zh-CN" sz="1600">
                <a:solidFill>
                  <a:srgbClr val="D9D9D9"/>
                </a:solidFill>
                <a:latin typeface="Calibri" panose="020F0502020204030204"/>
              </a:rPr>
              <a:t>32</a:t>
            </a:r>
          </a:p>
        </p:txBody>
      </p:sp>
      <p:cxnSp>
        <p:nvCxnSpPr>
          <p:cNvPr id="199" name="Straight Connector 198">
            <a:extLst>
              <a:ext uri="{FF2B5EF4-FFF2-40B4-BE49-F238E27FC236}">
                <a16:creationId xmlns:a16="http://schemas.microsoft.com/office/drawing/2014/main" id="{547775AE-08CE-A0A9-ED59-E9EC9E598FA7}"/>
              </a:ext>
            </a:extLst>
          </p:cNvPr>
          <p:cNvCxnSpPr>
            <a:cxnSpLocks/>
          </p:cNvCxnSpPr>
          <p:nvPr/>
        </p:nvCxnSpPr>
        <p:spPr>
          <a:xfrm flipH="1">
            <a:off x="10064605" y="5322925"/>
            <a:ext cx="115502" cy="115502"/>
          </a:xfrm>
          <a:prstGeom prst="line">
            <a:avLst/>
          </a:prstGeom>
          <a:ln w="28575">
            <a:solidFill>
              <a:srgbClr val="D9D9D9"/>
            </a:solidFill>
          </a:ln>
        </p:spPr>
        <p:style>
          <a:lnRef idx="1">
            <a:schemeClr val="accent1"/>
          </a:lnRef>
          <a:fillRef idx="0">
            <a:schemeClr val="accent1"/>
          </a:fillRef>
          <a:effectRef idx="0">
            <a:schemeClr val="accent1"/>
          </a:effectRef>
          <a:fontRef idx="minor">
            <a:schemeClr val="tx1"/>
          </a:fontRef>
        </p:style>
      </p:cxnSp>
      <p:sp>
        <p:nvSpPr>
          <p:cNvPr id="200" name="Isosceles Triangle 1756">
            <a:extLst>
              <a:ext uri="{FF2B5EF4-FFF2-40B4-BE49-F238E27FC236}">
                <a16:creationId xmlns:a16="http://schemas.microsoft.com/office/drawing/2014/main" id="{A44D828B-D5CD-D16C-055A-F77006432AFB}"/>
              </a:ext>
            </a:extLst>
          </p:cNvPr>
          <p:cNvSpPr/>
          <p:nvPr/>
        </p:nvSpPr>
        <p:spPr>
          <a:xfrm rot="10800000">
            <a:off x="7257964"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1" name="Isosceles Triangle 1757">
            <a:extLst>
              <a:ext uri="{FF2B5EF4-FFF2-40B4-BE49-F238E27FC236}">
                <a16:creationId xmlns:a16="http://schemas.microsoft.com/office/drawing/2014/main" id="{0845CA54-1358-EEF0-691A-22EEDDB53080}"/>
              </a:ext>
            </a:extLst>
          </p:cNvPr>
          <p:cNvSpPr/>
          <p:nvPr/>
        </p:nvSpPr>
        <p:spPr>
          <a:xfrm rot="10800000">
            <a:off x="7390653"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2" name="Isosceles Triangle 1758">
            <a:extLst>
              <a:ext uri="{FF2B5EF4-FFF2-40B4-BE49-F238E27FC236}">
                <a16:creationId xmlns:a16="http://schemas.microsoft.com/office/drawing/2014/main" id="{F68B371C-B848-461A-7AD6-0B5CEF88FBD3}"/>
              </a:ext>
            </a:extLst>
          </p:cNvPr>
          <p:cNvSpPr/>
          <p:nvPr/>
        </p:nvSpPr>
        <p:spPr>
          <a:xfrm rot="10800000">
            <a:off x="7523342"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3" name="Isosceles Triangle 1759">
            <a:extLst>
              <a:ext uri="{FF2B5EF4-FFF2-40B4-BE49-F238E27FC236}">
                <a16:creationId xmlns:a16="http://schemas.microsoft.com/office/drawing/2014/main" id="{740E7C9D-6B9B-BA37-C947-92878F307248}"/>
              </a:ext>
            </a:extLst>
          </p:cNvPr>
          <p:cNvSpPr/>
          <p:nvPr/>
        </p:nvSpPr>
        <p:spPr>
          <a:xfrm rot="10800000">
            <a:off x="7656031"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4" name="TextBox 203">
            <a:extLst>
              <a:ext uri="{FF2B5EF4-FFF2-40B4-BE49-F238E27FC236}">
                <a16:creationId xmlns:a16="http://schemas.microsoft.com/office/drawing/2014/main" id="{43243DB3-2899-3BFB-194A-EA261CC615F3}"/>
              </a:ext>
            </a:extLst>
          </p:cNvPr>
          <p:cNvSpPr txBox="1"/>
          <p:nvPr/>
        </p:nvSpPr>
        <p:spPr>
          <a:xfrm>
            <a:off x="6625295" y="7163354"/>
            <a:ext cx="1516214" cy="369332"/>
          </a:xfrm>
          <a:prstGeom prst="rect">
            <a:avLst/>
          </a:prstGeom>
          <a:noFill/>
        </p:spPr>
        <p:txBody>
          <a:bodyPr wrap="square">
            <a:spAutoFit/>
          </a:bodyPr>
          <a:lstStyle/>
          <a:p>
            <a:pPr algn="ctr"/>
            <a:r>
              <a:rPr lang="en-US" b="1" dirty="0"/>
              <a:t>Pin [0-3]</a:t>
            </a:r>
          </a:p>
        </p:txBody>
      </p:sp>
      <p:sp>
        <p:nvSpPr>
          <p:cNvPr id="205" name="Rounded Rectangle 204">
            <a:extLst>
              <a:ext uri="{FF2B5EF4-FFF2-40B4-BE49-F238E27FC236}">
                <a16:creationId xmlns:a16="http://schemas.microsoft.com/office/drawing/2014/main" id="{8270FC32-CEA9-C1E6-11E1-52CEA86CB6F2}"/>
              </a:ext>
            </a:extLst>
          </p:cNvPr>
          <p:cNvSpPr/>
          <p:nvPr/>
        </p:nvSpPr>
        <p:spPr>
          <a:xfrm>
            <a:off x="704032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ounded Rectangle 205">
            <a:extLst>
              <a:ext uri="{FF2B5EF4-FFF2-40B4-BE49-F238E27FC236}">
                <a16:creationId xmlns:a16="http://schemas.microsoft.com/office/drawing/2014/main" id="{04CACC75-5343-0D49-55CA-E5683665857F}"/>
              </a:ext>
            </a:extLst>
          </p:cNvPr>
          <p:cNvSpPr/>
          <p:nvPr/>
        </p:nvSpPr>
        <p:spPr>
          <a:xfrm>
            <a:off x="700039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ounded Rectangle 206">
            <a:extLst>
              <a:ext uri="{FF2B5EF4-FFF2-40B4-BE49-F238E27FC236}">
                <a16:creationId xmlns:a16="http://schemas.microsoft.com/office/drawing/2014/main" id="{7A20A13F-F0E4-4FCB-3D84-5B40121B81A9}"/>
              </a:ext>
            </a:extLst>
          </p:cNvPr>
          <p:cNvSpPr/>
          <p:nvPr/>
        </p:nvSpPr>
        <p:spPr>
          <a:xfrm>
            <a:off x="695578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ounded Rectangle 207">
            <a:extLst>
              <a:ext uri="{FF2B5EF4-FFF2-40B4-BE49-F238E27FC236}">
                <a16:creationId xmlns:a16="http://schemas.microsoft.com/office/drawing/2014/main" id="{FB3209EE-4E87-6CDA-7DC3-61EF54D5604B}"/>
              </a:ext>
            </a:extLst>
          </p:cNvPr>
          <p:cNvSpPr/>
          <p:nvPr/>
        </p:nvSpPr>
        <p:spPr>
          <a:xfrm>
            <a:off x="691182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ounded Rectangle 208">
            <a:extLst>
              <a:ext uri="{FF2B5EF4-FFF2-40B4-BE49-F238E27FC236}">
                <a16:creationId xmlns:a16="http://schemas.microsoft.com/office/drawing/2014/main" id="{9D10F3FB-FB82-83B2-35FD-39D34A7D5E57}"/>
              </a:ext>
            </a:extLst>
          </p:cNvPr>
          <p:cNvSpPr/>
          <p:nvPr/>
        </p:nvSpPr>
        <p:spPr>
          <a:xfrm>
            <a:off x="820872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ounded Rectangle 209">
            <a:extLst>
              <a:ext uri="{FF2B5EF4-FFF2-40B4-BE49-F238E27FC236}">
                <a16:creationId xmlns:a16="http://schemas.microsoft.com/office/drawing/2014/main" id="{91ABFAC1-4F71-0D33-C9DE-E595B3E1E436}"/>
              </a:ext>
            </a:extLst>
          </p:cNvPr>
          <p:cNvSpPr/>
          <p:nvPr/>
        </p:nvSpPr>
        <p:spPr>
          <a:xfrm>
            <a:off x="816879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ounded Rectangle 210">
            <a:extLst>
              <a:ext uri="{FF2B5EF4-FFF2-40B4-BE49-F238E27FC236}">
                <a16:creationId xmlns:a16="http://schemas.microsoft.com/office/drawing/2014/main" id="{BA322EE5-8EFA-4E8E-1506-29799F6BCEBD}"/>
              </a:ext>
            </a:extLst>
          </p:cNvPr>
          <p:cNvSpPr/>
          <p:nvPr/>
        </p:nvSpPr>
        <p:spPr>
          <a:xfrm>
            <a:off x="812418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ounded Rectangle 211">
            <a:extLst>
              <a:ext uri="{FF2B5EF4-FFF2-40B4-BE49-F238E27FC236}">
                <a16:creationId xmlns:a16="http://schemas.microsoft.com/office/drawing/2014/main" id="{0BA29A48-0CDB-02AB-2A0D-9E84B252F640}"/>
              </a:ext>
            </a:extLst>
          </p:cNvPr>
          <p:cNvSpPr/>
          <p:nvPr/>
        </p:nvSpPr>
        <p:spPr>
          <a:xfrm>
            <a:off x="808022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ounded Rectangle 212">
            <a:extLst>
              <a:ext uri="{FF2B5EF4-FFF2-40B4-BE49-F238E27FC236}">
                <a16:creationId xmlns:a16="http://schemas.microsoft.com/office/drawing/2014/main" id="{67FA191A-EB77-DA77-4950-1BE5183CA2DB}"/>
              </a:ext>
            </a:extLst>
          </p:cNvPr>
          <p:cNvSpPr/>
          <p:nvPr/>
        </p:nvSpPr>
        <p:spPr>
          <a:xfrm>
            <a:off x="938559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ounded Rectangle 213">
            <a:extLst>
              <a:ext uri="{FF2B5EF4-FFF2-40B4-BE49-F238E27FC236}">
                <a16:creationId xmlns:a16="http://schemas.microsoft.com/office/drawing/2014/main" id="{35B98C40-BC1D-72A1-5E21-81B4BE750F78}"/>
              </a:ext>
            </a:extLst>
          </p:cNvPr>
          <p:cNvSpPr/>
          <p:nvPr/>
        </p:nvSpPr>
        <p:spPr>
          <a:xfrm>
            <a:off x="934565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ounded Rectangle 214">
            <a:extLst>
              <a:ext uri="{FF2B5EF4-FFF2-40B4-BE49-F238E27FC236}">
                <a16:creationId xmlns:a16="http://schemas.microsoft.com/office/drawing/2014/main" id="{5A890447-CB1B-A247-FDAA-3681CFBDC610}"/>
              </a:ext>
            </a:extLst>
          </p:cNvPr>
          <p:cNvSpPr/>
          <p:nvPr/>
        </p:nvSpPr>
        <p:spPr>
          <a:xfrm>
            <a:off x="930105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ounded Rectangle 215">
            <a:extLst>
              <a:ext uri="{FF2B5EF4-FFF2-40B4-BE49-F238E27FC236}">
                <a16:creationId xmlns:a16="http://schemas.microsoft.com/office/drawing/2014/main" id="{3F114D69-7D17-6819-34D0-0CB845EC6173}"/>
              </a:ext>
            </a:extLst>
          </p:cNvPr>
          <p:cNvSpPr/>
          <p:nvPr/>
        </p:nvSpPr>
        <p:spPr>
          <a:xfrm>
            <a:off x="925708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TextBox 216">
            <a:extLst>
              <a:ext uri="{FF2B5EF4-FFF2-40B4-BE49-F238E27FC236}">
                <a16:creationId xmlns:a16="http://schemas.microsoft.com/office/drawing/2014/main" id="{4EFC90E3-2D3D-AFAF-3DC9-6F7EE0E2022D}"/>
              </a:ext>
            </a:extLst>
          </p:cNvPr>
          <p:cNvSpPr txBox="1"/>
          <p:nvPr/>
        </p:nvSpPr>
        <p:spPr>
          <a:xfrm>
            <a:off x="7046076" y="3640670"/>
            <a:ext cx="751809" cy="369332"/>
          </a:xfrm>
          <a:prstGeom prst="rect">
            <a:avLst/>
          </a:prstGeom>
          <a:noFill/>
        </p:spPr>
        <p:txBody>
          <a:bodyPr wrap="none" rtlCol="0">
            <a:spAutoFit/>
          </a:bodyPr>
          <a:lstStyle/>
          <a:p>
            <a:r>
              <a:rPr lang="en-US" b="1" dirty="0"/>
              <a:t>Banks</a:t>
            </a:r>
          </a:p>
        </p:txBody>
      </p:sp>
      <p:cxnSp>
        <p:nvCxnSpPr>
          <p:cNvPr id="218" name="Straight Connector 217">
            <a:extLst>
              <a:ext uri="{FF2B5EF4-FFF2-40B4-BE49-F238E27FC236}">
                <a16:creationId xmlns:a16="http://schemas.microsoft.com/office/drawing/2014/main" id="{4D88F3F5-1B4E-A495-9A10-7A11987ACABA}"/>
              </a:ext>
            </a:extLst>
          </p:cNvPr>
          <p:cNvCxnSpPr>
            <a:cxnSpLocks/>
          </p:cNvCxnSpPr>
          <p:nvPr/>
        </p:nvCxnSpPr>
        <p:spPr>
          <a:xfrm flipV="1">
            <a:off x="7461489" y="3969879"/>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ED9599F9-93D0-50CB-EEBE-9720980AA15F}"/>
              </a:ext>
            </a:extLst>
          </p:cNvPr>
          <p:cNvCxnSpPr>
            <a:cxnSpLocks/>
          </p:cNvCxnSpPr>
          <p:nvPr/>
        </p:nvCxnSpPr>
        <p:spPr>
          <a:xfrm flipV="1">
            <a:off x="8589701" y="3969879"/>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BA850772-2608-84E1-46C6-84833336B64E}"/>
              </a:ext>
            </a:extLst>
          </p:cNvPr>
          <p:cNvCxnSpPr>
            <a:cxnSpLocks/>
          </p:cNvCxnSpPr>
          <p:nvPr/>
        </p:nvCxnSpPr>
        <p:spPr>
          <a:xfrm flipV="1">
            <a:off x="9742355" y="3969879"/>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E872AC1-D661-B8BD-1A40-B4E4B24EB526}"/>
              </a:ext>
            </a:extLst>
          </p:cNvPr>
          <p:cNvCxnSpPr>
            <a:cxnSpLocks/>
          </p:cNvCxnSpPr>
          <p:nvPr/>
        </p:nvCxnSpPr>
        <p:spPr>
          <a:xfrm rot="5400000">
            <a:off x="7632003" y="6708900"/>
            <a:ext cx="767171" cy="0"/>
          </a:xfrm>
          <a:prstGeom prst="line">
            <a:avLst/>
          </a:prstGeom>
          <a:ln w="38100">
            <a:solidFill>
              <a:schemeClr val="tx2">
                <a:lumMod val="50000"/>
                <a:lumOff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C998EDFE-609F-5377-F778-C8C01653F455}"/>
              </a:ext>
            </a:extLst>
          </p:cNvPr>
          <p:cNvCxnSpPr>
            <a:cxnSpLocks/>
          </p:cNvCxnSpPr>
          <p:nvPr/>
        </p:nvCxnSpPr>
        <p:spPr>
          <a:xfrm rot="5400000">
            <a:off x="7763617"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515983AA-B57F-5810-A2E1-B04514938D54}"/>
              </a:ext>
            </a:extLst>
          </p:cNvPr>
          <p:cNvCxnSpPr>
            <a:cxnSpLocks/>
          </p:cNvCxnSpPr>
          <p:nvPr/>
        </p:nvCxnSpPr>
        <p:spPr>
          <a:xfrm rot="5400000">
            <a:off x="7895231"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3A3F3FF6-F9B4-1D62-99EC-991535F371FB}"/>
              </a:ext>
            </a:extLst>
          </p:cNvPr>
          <p:cNvCxnSpPr>
            <a:cxnSpLocks/>
          </p:cNvCxnSpPr>
          <p:nvPr/>
        </p:nvCxnSpPr>
        <p:spPr>
          <a:xfrm rot="5400000">
            <a:off x="8026845"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25" name="Isosceles Triangle 1756">
            <a:extLst>
              <a:ext uri="{FF2B5EF4-FFF2-40B4-BE49-F238E27FC236}">
                <a16:creationId xmlns:a16="http://schemas.microsoft.com/office/drawing/2014/main" id="{3BD04651-1035-9817-2E80-8B2F59255DEB}"/>
              </a:ext>
            </a:extLst>
          </p:cNvPr>
          <p:cNvSpPr/>
          <p:nvPr/>
        </p:nvSpPr>
        <p:spPr>
          <a:xfrm rot="10800000">
            <a:off x="7903415"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6" name="Isosceles Triangle 1757">
            <a:extLst>
              <a:ext uri="{FF2B5EF4-FFF2-40B4-BE49-F238E27FC236}">
                <a16:creationId xmlns:a16="http://schemas.microsoft.com/office/drawing/2014/main" id="{D2D6E6B7-7C91-4EE6-AA80-A67C617C740A}"/>
              </a:ext>
            </a:extLst>
          </p:cNvPr>
          <p:cNvSpPr/>
          <p:nvPr/>
        </p:nvSpPr>
        <p:spPr>
          <a:xfrm rot="10800000">
            <a:off x="8036104" y="6631400"/>
            <a:ext cx="218011" cy="187940"/>
          </a:xfrm>
          <a:prstGeom prst="triangle">
            <a:avLst/>
          </a:prstGeom>
          <a:solidFill>
            <a:schemeClr val="accent2">
              <a:lumMod val="20000"/>
              <a:lumOff val="80000"/>
            </a:schemeClr>
          </a:solidFill>
          <a:ln w="12700" cap="flat" cmpd="sng" algn="ctr">
            <a:solidFill>
              <a:schemeClr val="bg1">
                <a:lumMod val="85000"/>
              </a:schemeClr>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7" name="Isosceles Triangle 1758">
            <a:extLst>
              <a:ext uri="{FF2B5EF4-FFF2-40B4-BE49-F238E27FC236}">
                <a16:creationId xmlns:a16="http://schemas.microsoft.com/office/drawing/2014/main" id="{24E85EEA-20CE-D12E-34C1-4462F031A3AF}"/>
              </a:ext>
            </a:extLst>
          </p:cNvPr>
          <p:cNvSpPr/>
          <p:nvPr/>
        </p:nvSpPr>
        <p:spPr>
          <a:xfrm rot="10800000">
            <a:off x="8168793"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8" name="Isosceles Triangle 1759">
            <a:extLst>
              <a:ext uri="{FF2B5EF4-FFF2-40B4-BE49-F238E27FC236}">
                <a16:creationId xmlns:a16="http://schemas.microsoft.com/office/drawing/2014/main" id="{9EE7B514-DDBF-9435-1858-5DE60323426F}"/>
              </a:ext>
            </a:extLst>
          </p:cNvPr>
          <p:cNvSpPr/>
          <p:nvPr/>
        </p:nvSpPr>
        <p:spPr>
          <a:xfrm rot="10800000">
            <a:off x="8301482"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9" name="Flowchart: Manual Operation 1572">
            <a:extLst>
              <a:ext uri="{FF2B5EF4-FFF2-40B4-BE49-F238E27FC236}">
                <a16:creationId xmlns:a16="http://schemas.microsoft.com/office/drawing/2014/main" id="{82E3D2BE-FF23-39A7-472D-99EC8DA31E4A}"/>
              </a:ext>
            </a:extLst>
          </p:cNvPr>
          <p:cNvSpPr/>
          <p:nvPr/>
        </p:nvSpPr>
        <p:spPr>
          <a:xfrm>
            <a:off x="6955788" y="6112340"/>
            <a:ext cx="1865873"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230" name="TextBox 229">
            <a:extLst>
              <a:ext uri="{FF2B5EF4-FFF2-40B4-BE49-F238E27FC236}">
                <a16:creationId xmlns:a16="http://schemas.microsoft.com/office/drawing/2014/main" id="{1B3E09E8-D369-1431-B3FF-8E54937DA8FA}"/>
              </a:ext>
            </a:extLst>
          </p:cNvPr>
          <p:cNvSpPr txBox="1"/>
          <p:nvPr/>
        </p:nvSpPr>
        <p:spPr>
          <a:xfrm>
            <a:off x="7632346" y="7163354"/>
            <a:ext cx="2432259" cy="369332"/>
          </a:xfrm>
          <a:prstGeom prst="rect">
            <a:avLst/>
          </a:prstGeom>
          <a:noFill/>
        </p:spPr>
        <p:txBody>
          <a:bodyPr wrap="square">
            <a:spAutoFit/>
          </a:bodyPr>
          <a:lstStyle/>
          <a:p>
            <a:pPr algn="ctr"/>
            <a:r>
              <a:rPr lang="en-US" b="1" dirty="0">
                <a:solidFill>
                  <a:schemeClr val="tx2">
                    <a:lumMod val="50000"/>
                    <a:lumOff val="50000"/>
                  </a:schemeClr>
                </a:solidFill>
              </a:rPr>
              <a:t>Pin [4](enabled)</a:t>
            </a:r>
          </a:p>
        </p:txBody>
      </p:sp>
      <p:sp>
        <p:nvSpPr>
          <p:cNvPr id="231" name="Rectangle: Rounded Corners 1744">
            <a:extLst>
              <a:ext uri="{FF2B5EF4-FFF2-40B4-BE49-F238E27FC236}">
                <a16:creationId xmlns:a16="http://schemas.microsoft.com/office/drawing/2014/main" id="{695013D6-61B6-122F-DAED-66797C0B58DA}"/>
              </a:ext>
            </a:extLst>
          </p:cNvPr>
          <p:cNvSpPr/>
          <p:nvPr/>
        </p:nvSpPr>
        <p:spPr>
          <a:xfrm>
            <a:off x="8116714" y="6408746"/>
            <a:ext cx="413430" cy="711616"/>
          </a:xfrm>
          <a:prstGeom prst="roundRect">
            <a:avLst>
              <a:gd name="adj" fmla="val 8799"/>
            </a:avLst>
          </a:prstGeom>
          <a:solidFill>
            <a:schemeClr val="bg1">
              <a:alpha val="74419"/>
            </a:schemeClr>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cxnSp>
        <p:nvCxnSpPr>
          <p:cNvPr id="232" name="Straight Connector 231">
            <a:extLst>
              <a:ext uri="{FF2B5EF4-FFF2-40B4-BE49-F238E27FC236}">
                <a16:creationId xmlns:a16="http://schemas.microsoft.com/office/drawing/2014/main" id="{36BCB578-AA79-42EB-B24D-31B06325E712}"/>
              </a:ext>
            </a:extLst>
          </p:cNvPr>
          <p:cNvCxnSpPr/>
          <p:nvPr/>
        </p:nvCxnSpPr>
        <p:spPr>
          <a:xfrm>
            <a:off x="7841054" y="4623241"/>
            <a:ext cx="163519" cy="139262"/>
          </a:xfrm>
          <a:prstGeom prst="line">
            <a:avLst/>
          </a:prstGeom>
          <a:ln w="31750">
            <a:solidFill>
              <a:srgbClr val="FF0000"/>
            </a:solidFill>
          </a:ln>
        </p:spPr>
        <p:style>
          <a:lnRef idx="2">
            <a:schemeClr val="accent1"/>
          </a:lnRef>
          <a:fillRef idx="0">
            <a:schemeClr val="accent1"/>
          </a:fillRef>
          <a:effectRef idx="1">
            <a:schemeClr val="accent1"/>
          </a:effectRef>
          <a:fontRef idx="minor">
            <a:schemeClr val="tx1"/>
          </a:fontRef>
        </p:style>
      </p:cxnSp>
      <p:sp>
        <p:nvSpPr>
          <p:cNvPr id="233" name="TextBox 232">
            <a:extLst>
              <a:ext uri="{FF2B5EF4-FFF2-40B4-BE49-F238E27FC236}">
                <a16:creationId xmlns:a16="http://schemas.microsoft.com/office/drawing/2014/main" id="{82CDA830-973A-B735-EB35-59DF9BFB3143}"/>
              </a:ext>
            </a:extLst>
          </p:cNvPr>
          <p:cNvSpPr txBox="1"/>
          <p:nvPr/>
        </p:nvSpPr>
        <p:spPr>
          <a:xfrm>
            <a:off x="7930782" y="4455018"/>
            <a:ext cx="816249" cy="461665"/>
          </a:xfrm>
          <a:prstGeom prst="rect">
            <a:avLst/>
          </a:prstGeom>
          <a:noFill/>
        </p:spPr>
        <p:txBody>
          <a:bodyPr wrap="none" rtlCol="0">
            <a:spAutoFit/>
          </a:bodyPr>
          <a:lstStyle/>
          <a:p>
            <a:r>
              <a:rPr lang="en-US" sz="2400" b="1" dirty="0">
                <a:solidFill>
                  <a:srgbClr val="FF0000"/>
                </a:solidFill>
              </a:rPr>
              <a:t>128b</a:t>
            </a:r>
          </a:p>
        </p:txBody>
      </p:sp>
      <p:sp>
        <p:nvSpPr>
          <p:cNvPr id="234" name="Trapezoid 233">
            <a:extLst>
              <a:ext uri="{FF2B5EF4-FFF2-40B4-BE49-F238E27FC236}">
                <a16:creationId xmlns:a16="http://schemas.microsoft.com/office/drawing/2014/main" id="{1CF45354-3CB5-461C-E439-FE30B17052E6}"/>
              </a:ext>
            </a:extLst>
          </p:cNvPr>
          <p:cNvSpPr/>
          <p:nvPr/>
        </p:nvSpPr>
        <p:spPr>
          <a:xfrm rot="10800000">
            <a:off x="7040328" y="6390861"/>
            <a:ext cx="1743571" cy="693260"/>
          </a:xfrm>
          <a:prstGeom prst="trapezoid">
            <a:avLst/>
          </a:prstGeom>
          <a:solidFill>
            <a:schemeClr val="bg1">
              <a:alpha val="21903"/>
            </a:schemeClr>
          </a:solid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5" name="Straight Arrow Connector 234">
            <a:extLst>
              <a:ext uri="{FF2B5EF4-FFF2-40B4-BE49-F238E27FC236}">
                <a16:creationId xmlns:a16="http://schemas.microsoft.com/office/drawing/2014/main" id="{ADF3BAC8-D268-37F9-ACB8-72BDB1003574}"/>
              </a:ext>
            </a:extLst>
          </p:cNvPr>
          <p:cNvCxnSpPr/>
          <p:nvPr/>
        </p:nvCxnSpPr>
        <p:spPr>
          <a:xfrm flipV="1">
            <a:off x="8783899" y="6408746"/>
            <a:ext cx="517155" cy="222654"/>
          </a:xfrm>
          <a:prstGeom prst="straightConnector1">
            <a:avLst/>
          </a:prstGeom>
          <a:ln w="412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6" name="TextBox 235">
            <a:extLst>
              <a:ext uri="{FF2B5EF4-FFF2-40B4-BE49-F238E27FC236}">
                <a16:creationId xmlns:a16="http://schemas.microsoft.com/office/drawing/2014/main" id="{C0A24EA1-71A4-D014-941B-40A822387521}"/>
              </a:ext>
            </a:extLst>
          </p:cNvPr>
          <p:cNvSpPr txBox="1"/>
          <p:nvPr/>
        </p:nvSpPr>
        <p:spPr>
          <a:xfrm>
            <a:off x="9005069" y="6004600"/>
            <a:ext cx="1428596" cy="461665"/>
          </a:xfrm>
          <a:prstGeom prst="rect">
            <a:avLst/>
          </a:prstGeom>
          <a:noFill/>
        </p:spPr>
        <p:txBody>
          <a:bodyPr wrap="none" rtlCol="0">
            <a:spAutoFit/>
          </a:bodyPr>
          <a:lstStyle/>
          <a:p>
            <a:r>
              <a:rPr lang="en-US" sz="2400" b="1" dirty="0">
                <a:solidFill>
                  <a:srgbClr val="FF0000"/>
                </a:solidFill>
              </a:rPr>
              <a:t>5BL=130b</a:t>
            </a:r>
          </a:p>
        </p:txBody>
      </p:sp>
      <p:sp>
        <p:nvSpPr>
          <p:cNvPr id="237" name="TextBox 236">
            <a:extLst>
              <a:ext uri="{FF2B5EF4-FFF2-40B4-BE49-F238E27FC236}">
                <a16:creationId xmlns:a16="http://schemas.microsoft.com/office/drawing/2014/main" id="{99FC3513-48FA-D21A-91C6-8E6BA4C56B0D}"/>
              </a:ext>
            </a:extLst>
          </p:cNvPr>
          <p:cNvSpPr txBox="1"/>
          <p:nvPr/>
        </p:nvSpPr>
        <p:spPr>
          <a:xfrm>
            <a:off x="1109423" y="3206711"/>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❶</a:t>
            </a:r>
          </a:p>
        </p:txBody>
      </p:sp>
      <p:sp>
        <p:nvSpPr>
          <p:cNvPr id="238" name="TextBox 237">
            <a:extLst>
              <a:ext uri="{FF2B5EF4-FFF2-40B4-BE49-F238E27FC236}">
                <a16:creationId xmlns:a16="http://schemas.microsoft.com/office/drawing/2014/main" id="{052C371E-CAFB-B70B-39DD-2C63D68F24E5}"/>
              </a:ext>
            </a:extLst>
          </p:cNvPr>
          <p:cNvSpPr txBox="1"/>
          <p:nvPr/>
        </p:nvSpPr>
        <p:spPr>
          <a:xfrm>
            <a:off x="1109423" y="4229023"/>
            <a:ext cx="941455" cy="461665"/>
          </a:xfrm>
          <a:prstGeom prst="rect">
            <a:avLst/>
          </a:prstGeom>
          <a:noFill/>
        </p:spPr>
        <p:txBody>
          <a:bodyPr wrap="square">
            <a:spAutoFit/>
          </a:bodyPr>
          <a:lstStyle/>
          <a:p>
            <a:r>
              <a:rPr lang="en-US" sz="2400">
                <a:latin typeface="DengXian" panose="02010600030101010101" pitchFamily="2" charset="-122"/>
                <a:ea typeface="DengXian" panose="02010600030101010101" pitchFamily="2" charset="-122"/>
              </a:rPr>
              <a:t>❷</a:t>
            </a:r>
          </a:p>
        </p:txBody>
      </p:sp>
      <p:sp>
        <p:nvSpPr>
          <p:cNvPr id="239" name="Rectangle: Rounded Corners 27">
            <a:extLst>
              <a:ext uri="{FF2B5EF4-FFF2-40B4-BE49-F238E27FC236}">
                <a16:creationId xmlns:a16="http://schemas.microsoft.com/office/drawing/2014/main" id="{3E2DA14F-957E-96EA-FA26-8D8EA8F6A402}"/>
              </a:ext>
            </a:extLst>
          </p:cNvPr>
          <p:cNvSpPr/>
          <p:nvPr/>
        </p:nvSpPr>
        <p:spPr>
          <a:xfrm>
            <a:off x="2203687" y="3401711"/>
            <a:ext cx="2461395"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400" dirty="0">
                <a:solidFill>
                  <a:schemeClr val="tx1"/>
                </a:solidFill>
                <a:latin typeface="DengXian" panose="02010600030101010101" pitchFamily="2" charset="-122"/>
                <a:ea typeface="DengXian" panose="02010600030101010101" pitchFamily="2" charset="-122"/>
              </a:rPr>
              <a:t>128b IO Buffer</a:t>
            </a:r>
          </a:p>
        </p:txBody>
      </p:sp>
      <p:sp>
        <p:nvSpPr>
          <p:cNvPr id="241" name="Rectangle: Rounded Corners 1">
            <a:extLst>
              <a:ext uri="{FF2B5EF4-FFF2-40B4-BE49-F238E27FC236}">
                <a16:creationId xmlns:a16="http://schemas.microsoft.com/office/drawing/2014/main" id="{82F9C15B-A3BA-4D87-949E-8FB53883EB2F}"/>
              </a:ext>
            </a:extLst>
          </p:cNvPr>
          <p:cNvSpPr/>
          <p:nvPr/>
        </p:nvSpPr>
        <p:spPr>
          <a:xfrm>
            <a:off x="2203687" y="4423941"/>
            <a:ext cx="2461395"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244" name="Arrow: Right 1552">
            <a:extLst>
              <a:ext uri="{FF2B5EF4-FFF2-40B4-BE49-F238E27FC236}">
                <a16:creationId xmlns:a16="http://schemas.microsoft.com/office/drawing/2014/main" id="{60B07A93-D53E-55B4-454D-4C515554C20C}"/>
              </a:ext>
            </a:extLst>
          </p:cNvPr>
          <p:cNvSpPr/>
          <p:nvPr/>
        </p:nvSpPr>
        <p:spPr>
          <a:xfrm>
            <a:off x="1429359" y="3552183"/>
            <a:ext cx="682738" cy="225967"/>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245" name="TextBox 244">
            <a:extLst>
              <a:ext uri="{FF2B5EF4-FFF2-40B4-BE49-F238E27FC236}">
                <a16:creationId xmlns:a16="http://schemas.microsoft.com/office/drawing/2014/main" id="{DE1D652D-B32A-E9C8-887D-0EA0829D36BD}"/>
              </a:ext>
            </a:extLst>
          </p:cNvPr>
          <p:cNvSpPr txBox="1"/>
          <p:nvPr/>
        </p:nvSpPr>
        <p:spPr>
          <a:xfrm>
            <a:off x="1258029" y="3684882"/>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+128b</a:t>
            </a:r>
          </a:p>
        </p:txBody>
      </p:sp>
      <p:sp>
        <p:nvSpPr>
          <p:cNvPr id="246" name="Arrow: Right 1556">
            <a:extLst>
              <a:ext uri="{FF2B5EF4-FFF2-40B4-BE49-F238E27FC236}">
                <a16:creationId xmlns:a16="http://schemas.microsoft.com/office/drawing/2014/main" id="{192104A4-3EDC-5F7A-A292-05D5F60A7715}"/>
              </a:ext>
            </a:extLst>
          </p:cNvPr>
          <p:cNvSpPr/>
          <p:nvPr/>
        </p:nvSpPr>
        <p:spPr>
          <a:xfrm>
            <a:off x="1429359" y="4626315"/>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cxnSp>
        <p:nvCxnSpPr>
          <p:cNvPr id="251" name="Straight Connector 250">
            <a:extLst>
              <a:ext uri="{FF2B5EF4-FFF2-40B4-BE49-F238E27FC236}">
                <a16:creationId xmlns:a16="http://schemas.microsoft.com/office/drawing/2014/main" id="{8DA617D5-69F5-BC06-4C7B-1F3CB4FE07A8}"/>
              </a:ext>
            </a:extLst>
          </p:cNvPr>
          <p:cNvCxnSpPr>
            <a:cxnSpLocks/>
          </p:cNvCxnSpPr>
          <p:nvPr/>
        </p:nvCxnSpPr>
        <p:spPr>
          <a:xfrm flipV="1">
            <a:off x="3384326" y="4019594"/>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49C33E43-102F-7C95-E858-DFE848CCED6C}"/>
              </a:ext>
            </a:extLst>
          </p:cNvPr>
          <p:cNvSpPr txBox="1"/>
          <p:nvPr/>
        </p:nvSpPr>
        <p:spPr>
          <a:xfrm>
            <a:off x="3405261" y="3932934"/>
            <a:ext cx="1052517"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-130b</a:t>
            </a:r>
          </a:p>
        </p:txBody>
      </p:sp>
      <p:grpSp>
        <p:nvGrpSpPr>
          <p:cNvPr id="254" name="Group 253">
            <a:extLst>
              <a:ext uri="{FF2B5EF4-FFF2-40B4-BE49-F238E27FC236}">
                <a16:creationId xmlns:a16="http://schemas.microsoft.com/office/drawing/2014/main" id="{CF20C3E2-4DD1-4F75-1704-EDA0FEBDCF9F}"/>
              </a:ext>
            </a:extLst>
          </p:cNvPr>
          <p:cNvGrpSpPr/>
          <p:nvPr/>
        </p:nvGrpSpPr>
        <p:grpSpPr>
          <a:xfrm>
            <a:off x="3390336" y="3083501"/>
            <a:ext cx="1605118" cy="2123086"/>
            <a:chOff x="7646249" y="1060450"/>
            <a:chExt cx="961176" cy="4184650"/>
          </a:xfrm>
        </p:grpSpPr>
        <p:cxnSp>
          <p:nvCxnSpPr>
            <p:cNvPr id="255" name="Straight Connector 254">
              <a:extLst>
                <a:ext uri="{FF2B5EF4-FFF2-40B4-BE49-F238E27FC236}">
                  <a16:creationId xmlns:a16="http://schemas.microsoft.com/office/drawing/2014/main" id="{3FA1510D-868E-DEC0-728E-5F04BADCFC4E}"/>
                </a:ext>
              </a:extLst>
            </p:cNvPr>
            <p:cNvCxnSpPr>
              <a:cxnSpLocks/>
              <a:stCxn id="239" idx="0"/>
            </p:cNvCxnSpPr>
            <p:nvPr/>
          </p:nvCxnSpPr>
          <p:spPr>
            <a:xfrm flipV="1">
              <a:off x="7648575" y="1060450"/>
              <a:ext cx="565" cy="627197"/>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DBC36958-E86B-7D3F-D21F-D3AEB56041AE}"/>
                </a:ext>
              </a:extLst>
            </p:cNvPr>
            <p:cNvCxnSpPr>
              <a:cxnSpLocks/>
            </p:cNvCxnSpPr>
            <p:nvPr/>
          </p:nvCxnSpPr>
          <p:spPr>
            <a:xfrm flipV="1">
              <a:off x="8604534" y="1063625"/>
              <a:ext cx="0" cy="417830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80C77273-3A1E-92CB-F331-E4004E19CC31}"/>
                </a:ext>
              </a:extLst>
            </p:cNvPr>
            <p:cNvCxnSpPr>
              <a:cxnSpLocks/>
              <a:endCxn id="241" idx="2"/>
            </p:cNvCxnSpPr>
            <p:nvPr/>
          </p:nvCxnSpPr>
          <p:spPr>
            <a:xfrm flipH="1" flipV="1">
              <a:off x="7648572" y="4731542"/>
              <a:ext cx="565" cy="51355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FD1163CF-5570-8E97-871C-936678F372FC}"/>
                </a:ext>
              </a:extLst>
            </p:cNvPr>
            <p:cNvCxnSpPr>
              <a:cxnSpLocks/>
            </p:cNvCxnSpPr>
            <p:nvPr/>
          </p:nvCxnSpPr>
          <p:spPr>
            <a:xfrm>
              <a:off x="7649140" y="5236982"/>
              <a:ext cx="95828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E86B1C48-475F-731E-48DB-A4DF8EB8C4A0}"/>
                </a:ext>
              </a:extLst>
            </p:cNvPr>
            <p:cNvCxnSpPr>
              <a:cxnSpLocks/>
            </p:cNvCxnSpPr>
            <p:nvPr/>
          </p:nvCxnSpPr>
          <p:spPr>
            <a:xfrm>
              <a:off x="7646249" y="1066302"/>
              <a:ext cx="95828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7481467"/>
      </p:ext>
    </p:extLst>
  </p:cSld>
  <p:clrMapOvr>
    <a:masterClrMapping/>
  </p:clrMapOvr>
  <mc:AlternateContent xmlns:mc="http://schemas.openxmlformats.org/markup-compatibility/2006" xmlns:p14="http://schemas.microsoft.com/office/powerpoint/2010/main">
    <mc:Choice Requires="p14">
      <p:transition spd="slow" p14:dur="2000" advTm="21863"/>
    </mc:Choice>
    <mc:Fallback xmlns="">
      <p:transition spd="slow" advTm="21863"/>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CFF6D-779B-B4FC-0AD3-7CF2B19AF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B17E76-A296-D46D-D90B-0216DD7A2AA6}"/>
              </a:ext>
            </a:extLst>
          </p:cNvPr>
          <p:cNvSpPr>
            <a:spLocks noGrp="1"/>
          </p:cNvSpPr>
          <p:nvPr>
            <p:ph type="title"/>
          </p:nvPr>
        </p:nvSpPr>
        <p:spPr/>
        <p:txBody>
          <a:bodyPr/>
          <a:lstStyle/>
          <a:p>
            <a:r>
              <a:rPr lang="en-US" dirty="0"/>
              <a:t>ASPA -- Fixed Buffering</a:t>
            </a:r>
          </a:p>
        </p:txBody>
      </p:sp>
      <p:sp>
        <p:nvSpPr>
          <p:cNvPr id="85" name="TextBox 84">
            <a:extLst>
              <a:ext uri="{FF2B5EF4-FFF2-40B4-BE49-F238E27FC236}">
                <a16:creationId xmlns:a16="http://schemas.microsoft.com/office/drawing/2014/main" id="{C4B8A86B-388E-5792-73EA-F3FD5564F3D8}"/>
              </a:ext>
            </a:extLst>
          </p:cNvPr>
          <p:cNvSpPr txBox="1"/>
          <p:nvPr/>
        </p:nvSpPr>
        <p:spPr>
          <a:xfrm>
            <a:off x="6902133" y="261622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sp>
        <p:nvSpPr>
          <p:cNvPr id="103" name="TextBox 102">
            <a:extLst>
              <a:ext uri="{FF2B5EF4-FFF2-40B4-BE49-F238E27FC236}">
                <a16:creationId xmlns:a16="http://schemas.microsoft.com/office/drawing/2014/main" id="{78B732A2-6543-9B64-F838-FEC884210295}"/>
              </a:ext>
            </a:extLst>
          </p:cNvPr>
          <p:cNvSpPr txBox="1"/>
          <p:nvPr/>
        </p:nvSpPr>
        <p:spPr>
          <a:xfrm>
            <a:off x="9321638" y="262020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BL=26</a:t>
            </a:r>
          </a:p>
        </p:txBody>
      </p:sp>
      <p:grpSp>
        <p:nvGrpSpPr>
          <p:cNvPr id="7" name="Group 6">
            <a:extLst>
              <a:ext uri="{FF2B5EF4-FFF2-40B4-BE49-F238E27FC236}">
                <a16:creationId xmlns:a16="http://schemas.microsoft.com/office/drawing/2014/main" id="{5B8245E8-54C7-E5BD-8463-1D18F602E9D5}"/>
              </a:ext>
            </a:extLst>
          </p:cNvPr>
          <p:cNvGrpSpPr/>
          <p:nvPr/>
        </p:nvGrpSpPr>
        <p:grpSpPr>
          <a:xfrm>
            <a:off x="703324" y="5502348"/>
            <a:ext cx="5149334" cy="1777026"/>
            <a:chOff x="1200953" y="1690688"/>
            <a:chExt cx="9151664" cy="3158225"/>
          </a:xfrm>
        </p:grpSpPr>
        <p:grpSp>
          <p:nvGrpSpPr>
            <p:cNvPr id="8" name="Group 7">
              <a:extLst>
                <a:ext uri="{FF2B5EF4-FFF2-40B4-BE49-F238E27FC236}">
                  <a16:creationId xmlns:a16="http://schemas.microsoft.com/office/drawing/2014/main" id="{3E31B11B-7CD2-C3D1-D501-E66816739921}"/>
                </a:ext>
              </a:extLst>
            </p:cNvPr>
            <p:cNvGrpSpPr/>
            <p:nvPr/>
          </p:nvGrpSpPr>
          <p:grpSpPr>
            <a:xfrm>
              <a:off x="7950031" y="2021357"/>
              <a:ext cx="664887" cy="839077"/>
              <a:chOff x="8384277" y="1993867"/>
              <a:chExt cx="664887" cy="839077"/>
            </a:xfrm>
          </p:grpSpPr>
          <p:sp>
            <p:nvSpPr>
              <p:cNvPr id="114" name="Rounded Rectangle 113">
                <a:extLst>
                  <a:ext uri="{FF2B5EF4-FFF2-40B4-BE49-F238E27FC236}">
                    <a16:creationId xmlns:a16="http://schemas.microsoft.com/office/drawing/2014/main" id="{E9E28182-E1E7-3723-4B65-A91AC3F06146}"/>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x4</a:t>
                </a:r>
              </a:p>
            </p:txBody>
          </p:sp>
          <p:pic>
            <p:nvPicPr>
              <p:cNvPr id="115" name="Picture 114" descr="A blue chip with black text&#10;&#10;AI-generated content may be incorrect.">
                <a:extLst>
                  <a:ext uri="{FF2B5EF4-FFF2-40B4-BE49-F238E27FC236}">
                    <a16:creationId xmlns:a16="http://schemas.microsoft.com/office/drawing/2014/main" id="{41214D29-65B7-08F1-2C3C-83852D6FAF3B}"/>
                  </a:ext>
                </a:extLst>
              </p:cNvPr>
              <p:cNvPicPr>
                <a:picLocks noChangeAspect="1"/>
              </p:cNvPicPr>
              <p:nvPr/>
            </p:nvPicPr>
            <p:blipFill>
              <a:blip r:embed="rId3">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grpSp>
          <p:nvGrpSpPr>
            <p:cNvPr id="9" name="Group 8">
              <a:extLst>
                <a:ext uri="{FF2B5EF4-FFF2-40B4-BE49-F238E27FC236}">
                  <a16:creationId xmlns:a16="http://schemas.microsoft.com/office/drawing/2014/main" id="{5AD8757E-0524-5C3A-B4C9-C869FE1876B0}"/>
                </a:ext>
              </a:extLst>
            </p:cNvPr>
            <p:cNvGrpSpPr/>
            <p:nvPr/>
          </p:nvGrpSpPr>
          <p:grpSpPr>
            <a:xfrm>
              <a:off x="8469434" y="3025014"/>
              <a:ext cx="664887" cy="839077"/>
              <a:chOff x="8384277" y="1993867"/>
              <a:chExt cx="664887" cy="839077"/>
            </a:xfrm>
          </p:grpSpPr>
          <p:sp>
            <p:nvSpPr>
              <p:cNvPr id="112" name="Rounded Rectangle 111">
                <a:extLst>
                  <a:ext uri="{FF2B5EF4-FFF2-40B4-BE49-F238E27FC236}">
                    <a16:creationId xmlns:a16="http://schemas.microsoft.com/office/drawing/2014/main" id="{5045DE20-9E6A-F5E0-65D9-1C4C67DD074A}"/>
                  </a:ext>
                </a:extLst>
              </p:cNvPr>
              <p:cNvSpPr/>
              <p:nvPr/>
            </p:nvSpPr>
            <p:spPr>
              <a:xfrm>
                <a:off x="8384277" y="1993867"/>
                <a:ext cx="664887" cy="664887"/>
              </a:xfrm>
              <a:prstGeom prst="roundRect">
                <a:avLst>
                  <a:gd name="adj" fmla="val 6595"/>
                </a:avLst>
              </a:prstGeom>
              <a:solidFill>
                <a:srgbClr val="1296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x4</a:t>
                </a:r>
              </a:p>
            </p:txBody>
          </p:sp>
          <p:pic>
            <p:nvPicPr>
              <p:cNvPr id="113" name="Picture 112" descr="A blue chip with black text&#10;&#10;AI-generated content may be incorrect.">
                <a:extLst>
                  <a:ext uri="{FF2B5EF4-FFF2-40B4-BE49-F238E27FC236}">
                    <a16:creationId xmlns:a16="http://schemas.microsoft.com/office/drawing/2014/main" id="{7737B816-E442-459B-DE88-84E521363F3D}"/>
                  </a:ext>
                </a:extLst>
              </p:cNvPr>
              <p:cNvPicPr>
                <a:picLocks noChangeAspect="1"/>
              </p:cNvPicPr>
              <p:nvPr/>
            </p:nvPicPr>
            <p:blipFill>
              <a:blip r:embed="rId3">
                <a:extLst>
                  <a:ext uri="{28A0092B-C50C-407E-A947-70E740481C1C}">
                    <a14:useLocalDpi xmlns:a14="http://schemas.microsoft.com/office/drawing/2010/main" val="0"/>
                  </a:ext>
                </a:extLst>
              </a:blip>
              <a:srcRect l="30050" t="87262" r="20796" b="-3544"/>
              <a:stretch>
                <a:fillRect/>
              </a:stretch>
            </p:blipFill>
            <p:spPr>
              <a:xfrm>
                <a:off x="8435365" y="2649878"/>
                <a:ext cx="552661" cy="183066"/>
              </a:xfrm>
              <a:prstGeom prst="rect">
                <a:avLst/>
              </a:prstGeom>
            </p:spPr>
          </p:pic>
        </p:grpSp>
        <p:cxnSp>
          <p:nvCxnSpPr>
            <p:cNvPr id="11" name="Straight Arrow Connector 10">
              <a:extLst>
                <a:ext uri="{FF2B5EF4-FFF2-40B4-BE49-F238E27FC236}">
                  <a16:creationId xmlns:a16="http://schemas.microsoft.com/office/drawing/2014/main" id="{43A58FAA-0855-AE91-861B-D3090EB67F1C}"/>
                </a:ext>
              </a:extLst>
            </p:cNvPr>
            <p:cNvCxnSpPr>
              <a:cxnSpLocks/>
            </p:cNvCxnSpPr>
            <p:nvPr/>
          </p:nvCxnSpPr>
          <p:spPr>
            <a:xfrm>
              <a:off x="2315813"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E3A5883-C417-A638-6FE1-2067BD305A80}"/>
                </a:ext>
              </a:extLst>
            </p:cNvPr>
            <p:cNvCxnSpPr>
              <a:cxnSpLocks/>
            </p:cNvCxnSpPr>
            <p:nvPr/>
          </p:nvCxnSpPr>
          <p:spPr>
            <a:xfrm>
              <a:off x="3366195"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4931206-BFBF-7A26-CAFF-E74EB8898C76}"/>
                </a:ext>
              </a:extLst>
            </p:cNvPr>
            <p:cNvCxnSpPr>
              <a:cxnSpLocks/>
            </p:cNvCxnSpPr>
            <p:nvPr/>
          </p:nvCxnSpPr>
          <p:spPr>
            <a:xfrm>
              <a:off x="4414434"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45AC706-A8D5-7F3D-3837-4CE3A04294E0}"/>
                </a:ext>
              </a:extLst>
            </p:cNvPr>
            <p:cNvCxnSpPr>
              <a:cxnSpLocks/>
            </p:cNvCxnSpPr>
            <p:nvPr/>
          </p:nvCxnSpPr>
          <p:spPr>
            <a:xfrm>
              <a:off x="5464816" y="2860434"/>
              <a:ext cx="0" cy="193820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200BF11-9D8E-DADD-30A7-9829847B8082}"/>
                </a:ext>
              </a:extLst>
            </p:cNvPr>
            <p:cNvCxnSpPr>
              <a:cxnSpLocks/>
            </p:cNvCxnSpPr>
            <p:nvPr/>
          </p:nvCxnSpPr>
          <p:spPr>
            <a:xfrm>
              <a:off x="2818169"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819B0FD-2364-58FA-4C97-6A64B46AE83E}"/>
                </a:ext>
              </a:extLst>
            </p:cNvPr>
            <p:cNvCxnSpPr>
              <a:cxnSpLocks/>
            </p:cNvCxnSpPr>
            <p:nvPr/>
          </p:nvCxnSpPr>
          <p:spPr>
            <a:xfrm>
              <a:off x="3868551"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D8894CF-634B-FDE2-D1B8-2769DC496D00}"/>
                </a:ext>
              </a:extLst>
            </p:cNvPr>
            <p:cNvCxnSpPr>
              <a:cxnSpLocks/>
            </p:cNvCxnSpPr>
            <p:nvPr/>
          </p:nvCxnSpPr>
          <p:spPr>
            <a:xfrm>
              <a:off x="4916790"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ACED209-6913-025A-4472-EA74E0AC31AE}"/>
                </a:ext>
              </a:extLst>
            </p:cNvPr>
            <p:cNvCxnSpPr>
              <a:cxnSpLocks/>
            </p:cNvCxnSpPr>
            <p:nvPr/>
          </p:nvCxnSpPr>
          <p:spPr>
            <a:xfrm>
              <a:off x="5967172" y="3841783"/>
              <a:ext cx="0" cy="956858"/>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5CA00D9-E8C8-82CC-6D02-4B26D28337F7}"/>
                </a:ext>
              </a:extLst>
            </p:cNvPr>
            <p:cNvCxnSpPr>
              <a:cxnSpLocks/>
            </p:cNvCxnSpPr>
            <p:nvPr/>
          </p:nvCxnSpPr>
          <p:spPr>
            <a:xfrm>
              <a:off x="8283172" y="2860434"/>
              <a:ext cx="0" cy="1938207"/>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94F321D-2EFF-4568-CFAF-7DCC09C77180}"/>
                </a:ext>
              </a:extLst>
            </p:cNvPr>
            <p:cNvCxnSpPr>
              <a:cxnSpLocks/>
            </p:cNvCxnSpPr>
            <p:nvPr/>
          </p:nvCxnSpPr>
          <p:spPr>
            <a:xfrm>
              <a:off x="8785528" y="3841783"/>
              <a:ext cx="0" cy="956858"/>
            </a:xfrm>
            <a:prstGeom prst="straightConnector1">
              <a:avLst/>
            </a:prstGeom>
            <a:ln w="4445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9A3025D-9D95-B1F9-9B79-7640CF572432}"/>
                </a:ext>
              </a:extLst>
            </p:cNvPr>
            <p:cNvCxnSpPr>
              <a:cxnSpLocks/>
            </p:cNvCxnSpPr>
            <p:nvPr/>
          </p:nvCxnSpPr>
          <p:spPr>
            <a:xfrm>
              <a:off x="1200953" y="4848913"/>
              <a:ext cx="9151664" cy="0"/>
            </a:xfrm>
            <a:prstGeom prst="line">
              <a:avLst/>
            </a:prstGeom>
            <a:ln w="38100">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30" name="Rectangle: Rounded Corners 1744">
              <a:extLst>
                <a:ext uri="{FF2B5EF4-FFF2-40B4-BE49-F238E27FC236}">
                  <a16:creationId xmlns:a16="http://schemas.microsoft.com/office/drawing/2014/main" id="{969F73E2-2530-8E46-260D-CBAC54C234F4}"/>
                </a:ext>
              </a:extLst>
            </p:cNvPr>
            <p:cNvSpPr/>
            <p:nvPr/>
          </p:nvSpPr>
          <p:spPr>
            <a:xfrm>
              <a:off x="7775656" y="1690688"/>
              <a:ext cx="1556247" cy="3107641"/>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000">
                <a:solidFill>
                  <a:srgbClr val="D9D9D9"/>
                </a:solidFill>
              </a:endParaRPr>
            </a:p>
          </p:txBody>
        </p:sp>
        <p:grpSp>
          <p:nvGrpSpPr>
            <p:cNvPr id="31" name="Group 30">
              <a:extLst>
                <a:ext uri="{FF2B5EF4-FFF2-40B4-BE49-F238E27FC236}">
                  <a16:creationId xmlns:a16="http://schemas.microsoft.com/office/drawing/2014/main" id="{14F8A2B5-4220-AA1B-B8E2-24BE421B65D2}"/>
                </a:ext>
              </a:extLst>
            </p:cNvPr>
            <p:cNvGrpSpPr/>
            <p:nvPr/>
          </p:nvGrpSpPr>
          <p:grpSpPr>
            <a:xfrm>
              <a:off x="2002166" y="2019136"/>
              <a:ext cx="664887" cy="816769"/>
              <a:chOff x="1766738" y="6531780"/>
              <a:chExt cx="664887" cy="816769"/>
            </a:xfrm>
          </p:grpSpPr>
          <p:pic>
            <p:nvPicPr>
              <p:cNvPr id="109" name="Picture 108" descr="A chip with a black background&#10;&#10;AI-generated content may be incorrect.">
                <a:extLst>
                  <a:ext uri="{FF2B5EF4-FFF2-40B4-BE49-F238E27FC236}">
                    <a16:creationId xmlns:a16="http://schemas.microsoft.com/office/drawing/2014/main" id="{41C74601-70CE-2F5E-A6CE-F3B92CB99C4F}"/>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10" name="Rounded Rectangle 109">
                <a:extLst>
                  <a:ext uri="{FF2B5EF4-FFF2-40B4-BE49-F238E27FC236}">
                    <a16:creationId xmlns:a16="http://schemas.microsoft.com/office/drawing/2014/main" id="{F10687C9-2F21-BC10-B1BB-4FC7BF497314}"/>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111" name="Picture 110" descr="A chip with a black background&#10;&#10;AI-generated content may be incorrect.">
                <a:extLst>
                  <a:ext uri="{FF2B5EF4-FFF2-40B4-BE49-F238E27FC236}">
                    <a16:creationId xmlns:a16="http://schemas.microsoft.com/office/drawing/2014/main" id="{CE7C2AF3-13E7-7760-523B-FE2D1F0B2521}"/>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33" name="Group 32">
              <a:extLst>
                <a:ext uri="{FF2B5EF4-FFF2-40B4-BE49-F238E27FC236}">
                  <a16:creationId xmlns:a16="http://schemas.microsoft.com/office/drawing/2014/main" id="{A70678EB-8814-3F60-8369-027204CF41C9}"/>
                </a:ext>
              </a:extLst>
            </p:cNvPr>
            <p:cNvGrpSpPr/>
            <p:nvPr/>
          </p:nvGrpSpPr>
          <p:grpSpPr>
            <a:xfrm>
              <a:off x="3045153" y="2019136"/>
              <a:ext cx="664887" cy="816769"/>
              <a:chOff x="1766738" y="6531780"/>
              <a:chExt cx="664887" cy="816769"/>
            </a:xfrm>
          </p:grpSpPr>
          <p:pic>
            <p:nvPicPr>
              <p:cNvPr id="88" name="Picture 87" descr="A chip with a black background&#10;&#10;AI-generated content may be incorrect.">
                <a:extLst>
                  <a:ext uri="{FF2B5EF4-FFF2-40B4-BE49-F238E27FC236}">
                    <a16:creationId xmlns:a16="http://schemas.microsoft.com/office/drawing/2014/main" id="{19959DBC-EC24-6C36-AD29-CBF62EEDCB58}"/>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107" name="Rounded Rectangle 106">
                <a:extLst>
                  <a:ext uri="{FF2B5EF4-FFF2-40B4-BE49-F238E27FC236}">
                    <a16:creationId xmlns:a16="http://schemas.microsoft.com/office/drawing/2014/main" id="{A789F83B-716D-A4A2-B3E3-21EBC4297BD3}"/>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108" name="Picture 107" descr="A chip with a black background&#10;&#10;AI-generated content may be incorrect.">
                <a:extLst>
                  <a:ext uri="{FF2B5EF4-FFF2-40B4-BE49-F238E27FC236}">
                    <a16:creationId xmlns:a16="http://schemas.microsoft.com/office/drawing/2014/main" id="{F4200B92-C698-B1D0-8085-822693199A0D}"/>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49" name="Group 48">
              <a:extLst>
                <a:ext uri="{FF2B5EF4-FFF2-40B4-BE49-F238E27FC236}">
                  <a16:creationId xmlns:a16="http://schemas.microsoft.com/office/drawing/2014/main" id="{F9AD39AD-B368-79A6-4BBA-F0E4F214A451}"/>
                </a:ext>
              </a:extLst>
            </p:cNvPr>
            <p:cNvGrpSpPr/>
            <p:nvPr/>
          </p:nvGrpSpPr>
          <p:grpSpPr>
            <a:xfrm>
              <a:off x="4088140" y="2019136"/>
              <a:ext cx="664887" cy="816769"/>
              <a:chOff x="1766738" y="6531780"/>
              <a:chExt cx="664887" cy="816769"/>
            </a:xfrm>
          </p:grpSpPr>
          <p:pic>
            <p:nvPicPr>
              <p:cNvPr id="78" name="Picture 77" descr="A chip with a black background&#10;&#10;AI-generated content may be incorrect.">
                <a:extLst>
                  <a:ext uri="{FF2B5EF4-FFF2-40B4-BE49-F238E27FC236}">
                    <a16:creationId xmlns:a16="http://schemas.microsoft.com/office/drawing/2014/main" id="{FA0CD084-A570-47F0-4A86-630565D18EBC}"/>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9" name="Rounded Rectangle 78">
                <a:extLst>
                  <a:ext uri="{FF2B5EF4-FFF2-40B4-BE49-F238E27FC236}">
                    <a16:creationId xmlns:a16="http://schemas.microsoft.com/office/drawing/2014/main" id="{20CAED4B-3141-F0E2-9F01-E2249EAB1BE5}"/>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80" name="Picture 79" descr="A chip with a black background&#10;&#10;AI-generated content may be incorrect.">
                <a:extLst>
                  <a:ext uri="{FF2B5EF4-FFF2-40B4-BE49-F238E27FC236}">
                    <a16:creationId xmlns:a16="http://schemas.microsoft.com/office/drawing/2014/main" id="{1E03A7D3-55FC-327F-2190-D632A87802C9}"/>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0" name="Group 49">
              <a:extLst>
                <a:ext uri="{FF2B5EF4-FFF2-40B4-BE49-F238E27FC236}">
                  <a16:creationId xmlns:a16="http://schemas.microsoft.com/office/drawing/2014/main" id="{40D65C93-BFF5-9A06-8133-50AAA51A545A}"/>
                </a:ext>
              </a:extLst>
            </p:cNvPr>
            <p:cNvGrpSpPr/>
            <p:nvPr/>
          </p:nvGrpSpPr>
          <p:grpSpPr>
            <a:xfrm>
              <a:off x="5145414" y="2019136"/>
              <a:ext cx="664887" cy="816769"/>
              <a:chOff x="1766738" y="6531780"/>
              <a:chExt cx="664887" cy="816769"/>
            </a:xfrm>
          </p:grpSpPr>
          <p:pic>
            <p:nvPicPr>
              <p:cNvPr id="75" name="Picture 74" descr="A chip with a black background&#10;&#10;AI-generated content may be incorrect.">
                <a:extLst>
                  <a:ext uri="{FF2B5EF4-FFF2-40B4-BE49-F238E27FC236}">
                    <a16:creationId xmlns:a16="http://schemas.microsoft.com/office/drawing/2014/main" id="{10C6D79F-E1D4-638A-89AD-84B3D28C3626}"/>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6" name="Rounded Rectangle 75">
                <a:extLst>
                  <a:ext uri="{FF2B5EF4-FFF2-40B4-BE49-F238E27FC236}">
                    <a16:creationId xmlns:a16="http://schemas.microsoft.com/office/drawing/2014/main" id="{FD7853A8-A4FB-5FFB-1526-160BC4E8F30A}"/>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77" name="Picture 76" descr="A chip with a black background&#10;&#10;AI-generated content may be incorrect.">
                <a:extLst>
                  <a:ext uri="{FF2B5EF4-FFF2-40B4-BE49-F238E27FC236}">
                    <a16:creationId xmlns:a16="http://schemas.microsoft.com/office/drawing/2014/main" id="{B568C92D-2012-F182-631B-901B125C2D53}"/>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1" name="Group 50">
              <a:extLst>
                <a:ext uri="{FF2B5EF4-FFF2-40B4-BE49-F238E27FC236}">
                  <a16:creationId xmlns:a16="http://schemas.microsoft.com/office/drawing/2014/main" id="{D37AE48B-25F6-B214-6225-2D549734C44A}"/>
                </a:ext>
              </a:extLst>
            </p:cNvPr>
            <p:cNvGrpSpPr/>
            <p:nvPr/>
          </p:nvGrpSpPr>
          <p:grpSpPr>
            <a:xfrm>
              <a:off x="2487948" y="2999722"/>
              <a:ext cx="664887" cy="816769"/>
              <a:chOff x="1766738" y="6531780"/>
              <a:chExt cx="664887" cy="816769"/>
            </a:xfrm>
          </p:grpSpPr>
          <p:pic>
            <p:nvPicPr>
              <p:cNvPr id="72" name="Picture 71" descr="A chip with a black background&#10;&#10;AI-generated content may be incorrect.">
                <a:extLst>
                  <a:ext uri="{FF2B5EF4-FFF2-40B4-BE49-F238E27FC236}">
                    <a16:creationId xmlns:a16="http://schemas.microsoft.com/office/drawing/2014/main" id="{048BB77C-5FCE-900E-4E25-D003F768FF5D}"/>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3" name="Rounded Rectangle 72">
                <a:extLst>
                  <a:ext uri="{FF2B5EF4-FFF2-40B4-BE49-F238E27FC236}">
                    <a16:creationId xmlns:a16="http://schemas.microsoft.com/office/drawing/2014/main" id="{55FD1FC5-2A0C-3923-E5C4-B62D1C14670C}"/>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74" name="Picture 73" descr="A chip with a black background&#10;&#10;AI-generated content may be incorrect.">
                <a:extLst>
                  <a:ext uri="{FF2B5EF4-FFF2-40B4-BE49-F238E27FC236}">
                    <a16:creationId xmlns:a16="http://schemas.microsoft.com/office/drawing/2014/main" id="{E207183F-92AF-5045-9276-6CB3F368FDE3}"/>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4" name="Group 53">
              <a:extLst>
                <a:ext uri="{FF2B5EF4-FFF2-40B4-BE49-F238E27FC236}">
                  <a16:creationId xmlns:a16="http://schemas.microsoft.com/office/drawing/2014/main" id="{3ACAFFB6-D2F2-603F-A1AC-48C0D57DCB49}"/>
                </a:ext>
              </a:extLst>
            </p:cNvPr>
            <p:cNvGrpSpPr/>
            <p:nvPr/>
          </p:nvGrpSpPr>
          <p:grpSpPr>
            <a:xfrm>
              <a:off x="3545501" y="2999722"/>
              <a:ext cx="664887" cy="816769"/>
              <a:chOff x="1766738" y="6531780"/>
              <a:chExt cx="664887" cy="816769"/>
            </a:xfrm>
          </p:grpSpPr>
          <p:pic>
            <p:nvPicPr>
              <p:cNvPr id="69" name="Picture 68" descr="A chip with a black background&#10;&#10;AI-generated content may be incorrect.">
                <a:extLst>
                  <a:ext uri="{FF2B5EF4-FFF2-40B4-BE49-F238E27FC236}">
                    <a16:creationId xmlns:a16="http://schemas.microsoft.com/office/drawing/2014/main" id="{1D442A86-1212-B255-0EE4-D542550ED829}"/>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70" name="Rounded Rectangle 69">
                <a:extLst>
                  <a:ext uri="{FF2B5EF4-FFF2-40B4-BE49-F238E27FC236}">
                    <a16:creationId xmlns:a16="http://schemas.microsoft.com/office/drawing/2014/main" id="{6BB51D26-C10E-E61B-82A2-17754B36F3FF}"/>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71" name="Picture 70" descr="A chip with a black background&#10;&#10;AI-generated content may be incorrect.">
                <a:extLst>
                  <a:ext uri="{FF2B5EF4-FFF2-40B4-BE49-F238E27FC236}">
                    <a16:creationId xmlns:a16="http://schemas.microsoft.com/office/drawing/2014/main" id="{310711B7-F892-1BD9-3367-B921936BA600}"/>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5" name="Group 54">
              <a:extLst>
                <a:ext uri="{FF2B5EF4-FFF2-40B4-BE49-F238E27FC236}">
                  <a16:creationId xmlns:a16="http://schemas.microsoft.com/office/drawing/2014/main" id="{D398A417-D230-5DF8-8D75-8A0A40C11183}"/>
                </a:ext>
              </a:extLst>
            </p:cNvPr>
            <p:cNvGrpSpPr/>
            <p:nvPr/>
          </p:nvGrpSpPr>
          <p:grpSpPr>
            <a:xfrm>
              <a:off x="4587462" y="2999722"/>
              <a:ext cx="664887" cy="816769"/>
              <a:chOff x="1766738" y="6531780"/>
              <a:chExt cx="664887" cy="816769"/>
            </a:xfrm>
          </p:grpSpPr>
          <p:pic>
            <p:nvPicPr>
              <p:cNvPr id="66" name="Picture 65" descr="A chip with a black background&#10;&#10;AI-generated content may be incorrect.">
                <a:extLst>
                  <a:ext uri="{FF2B5EF4-FFF2-40B4-BE49-F238E27FC236}">
                    <a16:creationId xmlns:a16="http://schemas.microsoft.com/office/drawing/2014/main" id="{8B404860-FF25-E546-7717-4C2B9D4DA393}"/>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67" name="Rounded Rectangle 66">
                <a:extLst>
                  <a:ext uri="{FF2B5EF4-FFF2-40B4-BE49-F238E27FC236}">
                    <a16:creationId xmlns:a16="http://schemas.microsoft.com/office/drawing/2014/main" id="{CC991F25-8868-0520-C334-1E7EB771E68A}"/>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68" name="Picture 67" descr="A chip with a black background&#10;&#10;AI-generated content may be incorrect.">
                <a:extLst>
                  <a:ext uri="{FF2B5EF4-FFF2-40B4-BE49-F238E27FC236}">
                    <a16:creationId xmlns:a16="http://schemas.microsoft.com/office/drawing/2014/main" id="{436F1A8E-E0BB-0BC7-7CE2-C4E60E45CB2A}"/>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nvGrpSpPr>
            <p:cNvPr id="56" name="Group 55">
              <a:extLst>
                <a:ext uri="{FF2B5EF4-FFF2-40B4-BE49-F238E27FC236}">
                  <a16:creationId xmlns:a16="http://schemas.microsoft.com/office/drawing/2014/main" id="{7BC0ECD5-5A8E-9F53-A86F-229DA1629366}"/>
                </a:ext>
              </a:extLst>
            </p:cNvPr>
            <p:cNvGrpSpPr/>
            <p:nvPr/>
          </p:nvGrpSpPr>
          <p:grpSpPr>
            <a:xfrm>
              <a:off x="5628509" y="2999722"/>
              <a:ext cx="664887" cy="816769"/>
              <a:chOff x="1766738" y="6531780"/>
              <a:chExt cx="664887" cy="816769"/>
            </a:xfrm>
          </p:grpSpPr>
          <p:pic>
            <p:nvPicPr>
              <p:cNvPr id="59" name="Picture 58" descr="A chip with a black background&#10;&#10;AI-generated content may be incorrect.">
                <a:extLst>
                  <a:ext uri="{FF2B5EF4-FFF2-40B4-BE49-F238E27FC236}">
                    <a16:creationId xmlns:a16="http://schemas.microsoft.com/office/drawing/2014/main" id="{B0820E66-AD4C-8C60-9C85-DC3B1F5BAFC8}"/>
                  </a:ext>
                </a:extLst>
              </p:cNvPr>
              <p:cNvPicPr>
                <a:picLocks noChangeAspect="1"/>
              </p:cNvPicPr>
              <p:nvPr/>
            </p:nvPicPr>
            <p:blipFill>
              <a:blip r:embed="rId4">
                <a:extLst>
                  <a:ext uri="{28A0092B-C50C-407E-A947-70E740481C1C}">
                    <a14:useLocalDpi xmlns:a14="http://schemas.microsoft.com/office/drawing/2010/main" val="0"/>
                  </a:ext>
                </a:extLst>
              </a:blip>
              <a:srcRect l="21261" t="87442" r="36615" b="-878"/>
              <a:stretch>
                <a:fillRect/>
              </a:stretch>
            </p:blipFill>
            <p:spPr>
              <a:xfrm>
                <a:off x="1828026" y="7217904"/>
                <a:ext cx="409609" cy="130645"/>
              </a:xfrm>
              <a:prstGeom prst="rect">
                <a:avLst/>
              </a:prstGeom>
            </p:spPr>
          </p:pic>
          <p:sp>
            <p:nvSpPr>
              <p:cNvPr id="61" name="Rounded Rectangle 60">
                <a:extLst>
                  <a:ext uri="{FF2B5EF4-FFF2-40B4-BE49-F238E27FC236}">
                    <a16:creationId xmlns:a16="http://schemas.microsoft.com/office/drawing/2014/main" id="{C1256290-2CC6-3A46-66EB-0E1B73E2F2E7}"/>
                  </a:ext>
                </a:extLst>
              </p:cNvPr>
              <p:cNvSpPr/>
              <p:nvPr/>
            </p:nvSpPr>
            <p:spPr>
              <a:xfrm>
                <a:off x="1766738" y="6531780"/>
                <a:ext cx="664887" cy="664888"/>
              </a:xfrm>
              <a:prstGeom prst="roundRect">
                <a:avLst>
                  <a:gd name="adj" fmla="val 6595"/>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x5</a:t>
                </a:r>
              </a:p>
            </p:txBody>
          </p:sp>
          <p:pic>
            <p:nvPicPr>
              <p:cNvPr id="62" name="Picture 61" descr="A chip with a black background&#10;&#10;AI-generated content may be incorrect.">
                <a:extLst>
                  <a:ext uri="{FF2B5EF4-FFF2-40B4-BE49-F238E27FC236}">
                    <a16:creationId xmlns:a16="http://schemas.microsoft.com/office/drawing/2014/main" id="{BA94AD28-0C6A-D0C5-FFA1-B3C74E6C4E7E}"/>
                  </a:ext>
                </a:extLst>
              </p:cNvPr>
              <p:cNvPicPr>
                <a:picLocks noChangeAspect="1"/>
              </p:cNvPicPr>
              <p:nvPr/>
            </p:nvPicPr>
            <p:blipFill>
              <a:blip r:embed="rId4">
                <a:extLst>
                  <a:ext uri="{28A0092B-C50C-407E-A947-70E740481C1C}">
                    <a14:useLocalDpi xmlns:a14="http://schemas.microsoft.com/office/drawing/2010/main" val="0"/>
                  </a:ext>
                </a:extLst>
              </a:blip>
              <a:srcRect l="21261" t="87442" r="71141" b="583"/>
              <a:stretch>
                <a:fillRect/>
              </a:stretch>
            </p:blipFill>
            <p:spPr>
              <a:xfrm>
                <a:off x="2299649" y="7217903"/>
                <a:ext cx="73882" cy="116434"/>
              </a:xfrm>
              <a:prstGeom prst="rect">
                <a:avLst/>
              </a:prstGeom>
            </p:spPr>
          </p:pic>
        </p:grpSp>
      </p:grpSp>
      <p:sp>
        <p:nvSpPr>
          <p:cNvPr id="177" name="Rectangle 176">
            <a:extLst>
              <a:ext uri="{FF2B5EF4-FFF2-40B4-BE49-F238E27FC236}">
                <a16:creationId xmlns:a16="http://schemas.microsoft.com/office/drawing/2014/main" id="{70C5AD04-A84A-0327-6A4C-17D710FEB4BC}"/>
              </a:ext>
            </a:extLst>
          </p:cNvPr>
          <p:cNvSpPr/>
          <p:nvPr/>
        </p:nvSpPr>
        <p:spPr>
          <a:xfrm flipH="1">
            <a:off x="685203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78" name="Straight Connector 177">
            <a:extLst>
              <a:ext uri="{FF2B5EF4-FFF2-40B4-BE49-F238E27FC236}">
                <a16:creationId xmlns:a16="http://schemas.microsoft.com/office/drawing/2014/main" id="{56E09F50-6C38-5B06-79A7-9A72C4B69E04}"/>
              </a:ext>
            </a:extLst>
          </p:cNvPr>
          <p:cNvCxnSpPr>
            <a:cxnSpLocks/>
          </p:cNvCxnSpPr>
          <p:nvPr/>
        </p:nvCxnSpPr>
        <p:spPr>
          <a:xfrm rot="5400000">
            <a:off x="6986552"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BFCC1357-EB2C-9C9D-AE13-2C0F63319F70}"/>
              </a:ext>
            </a:extLst>
          </p:cNvPr>
          <p:cNvCxnSpPr>
            <a:cxnSpLocks/>
          </p:cNvCxnSpPr>
          <p:nvPr/>
        </p:nvCxnSpPr>
        <p:spPr>
          <a:xfrm rot="5400000">
            <a:off x="7118166"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B3626736-B69A-6ACE-2117-83A6D2B9CA49}"/>
              </a:ext>
            </a:extLst>
          </p:cNvPr>
          <p:cNvCxnSpPr>
            <a:cxnSpLocks/>
          </p:cNvCxnSpPr>
          <p:nvPr/>
        </p:nvCxnSpPr>
        <p:spPr>
          <a:xfrm rot="5400000">
            <a:off x="7249780"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086BFF70-5FE6-F22B-3A11-FCD46A9963A5}"/>
              </a:ext>
            </a:extLst>
          </p:cNvPr>
          <p:cNvCxnSpPr>
            <a:cxnSpLocks/>
          </p:cNvCxnSpPr>
          <p:nvPr/>
        </p:nvCxnSpPr>
        <p:spPr>
          <a:xfrm rot="5400000">
            <a:off x="7381394"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A8B9BA1-D84E-BA6C-7AD7-AC953C005D30}"/>
              </a:ext>
            </a:extLst>
          </p:cNvPr>
          <p:cNvCxnSpPr>
            <a:cxnSpLocks/>
          </p:cNvCxnSpPr>
          <p:nvPr/>
        </p:nvCxnSpPr>
        <p:spPr>
          <a:xfrm>
            <a:off x="7922021" y="5734206"/>
            <a:ext cx="1104900" cy="0"/>
          </a:xfrm>
          <a:prstGeom prst="line">
            <a:avLst/>
          </a:prstGeom>
          <a:ln w="38100">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E1A84223-46AE-0428-C3F6-F3CE62330DFA}"/>
              </a:ext>
            </a:extLst>
          </p:cNvPr>
          <p:cNvCxnSpPr>
            <a:cxnSpLocks/>
          </p:cNvCxnSpPr>
          <p:nvPr/>
        </p:nvCxnSpPr>
        <p:spPr>
          <a:xfrm>
            <a:off x="6924323" y="4294317"/>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84" name="Rectangle: Rounded Corners 1571">
            <a:extLst>
              <a:ext uri="{FF2B5EF4-FFF2-40B4-BE49-F238E27FC236}">
                <a16:creationId xmlns:a16="http://schemas.microsoft.com/office/drawing/2014/main" id="{D903C0BA-0C42-0753-3184-7E79C84F8BA7}"/>
              </a:ext>
            </a:extLst>
          </p:cNvPr>
          <p:cNvSpPr/>
          <p:nvPr/>
        </p:nvSpPr>
        <p:spPr>
          <a:xfrm>
            <a:off x="7327822" y="507276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b="1" dirty="0">
                <a:solidFill>
                  <a:schemeClr val="tx1"/>
                </a:solidFill>
              </a:rPr>
              <a:t>IO buffer</a:t>
            </a:r>
          </a:p>
        </p:txBody>
      </p:sp>
      <p:cxnSp>
        <p:nvCxnSpPr>
          <p:cNvPr id="186" name="Straight Connector 185">
            <a:extLst>
              <a:ext uri="{FF2B5EF4-FFF2-40B4-BE49-F238E27FC236}">
                <a16:creationId xmlns:a16="http://schemas.microsoft.com/office/drawing/2014/main" id="{E5DFD6BC-296A-72C1-AFED-F61A744B8A0B}"/>
              </a:ext>
            </a:extLst>
          </p:cNvPr>
          <p:cNvCxnSpPr>
            <a:cxnSpLocks/>
            <a:stCxn id="184" idx="0"/>
          </p:cNvCxnSpPr>
          <p:nvPr/>
        </p:nvCxnSpPr>
        <p:spPr>
          <a:xfrm flipV="1">
            <a:off x="7925487" y="4320257"/>
            <a:ext cx="0" cy="752511"/>
          </a:xfrm>
          <a:prstGeom prst="line">
            <a:avLst/>
          </a:prstGeom>
          <a:ln w="38100">
            <a:solidFill>
              <a:srgbClr val="FF0000"/>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79DA247-3195-E23F-4D24-82CDF2CEAF0F}"/>
              </a:ext>
            </a:extLst>
          </p:cNvPr>
          <p:cNvCxnSpPr>
            <a:cxnSpLocks/>
          </p:cNvCxnSpPr>
          <p:nvPr/>
        </p:nvCxnSpPr>
        <p:spPr>
          <a:xfrm flipV="1">
            <a:off x="758375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467E3D83-844A-334B-1D96-C442CDA7CCB8}"/>
              </a:ext>
            </a:extLst>
          </p:cNvPr>
          <p:cNvCxnSpPr>
            <a:cxnSpLocks/>
            <a:endCxn id="184" idx="2"/>
          </p:cNvCxnSpPr>
          <p:nvPr/>
        </p:nvCxnSpPr>
        <p:spPr>
          <a:xfrm flipV="1">
            <a:off x="7925487" y="5594861"/>
            <a:ext cx="0" cy="496533"/>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AA1AD870-275E-7EEB-32FF-C90E5F977403}"/>
              </a:ext>
            </a:extLst>
          </p:cNvPr>
          <p:cNvCxnSpPr>
            <a:cxnSpLocks/>
          </p:cNvCxnSpPr>
          <p:nvPr/>
        </p:nvCxnSpPr>
        <p:spPr>
          <a:xfrm>
            <a:off x="8528737" y="5246729"/>
            <a:ext cx="1595147" cy="0"/>
          </a:xfrm>
          <a:prstGeom prst="line">
            <a:avLst/>
          </a:prstGeom>
          <a:ln w="25400">
            <a:solidFill>
              <a:srgbClr val="D9D9D9"/>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C6CDB699-58E5-BE57-5060-AC79B9929ACA}"/>
              </a:ext>
            </a:extLst>
          </p:cNvPr>
          <p:cNvGrpSpPr/>
          <p:nvPr/>
        </p:nvGrpSpPr>
        <p:grpSpPr>
          <a:xfrm>
            <a:off x="9029567" y="5135927"/>
            <a:ext cx="713316" cy="1223433"/>
            <a:chOff x="8435455" y="2690283"/>
            <a:chExt cx="713316" cy="1223433"/>
          </a:xfrm>
          <a:solidFill>
            <a:schemeClr val="bg1"/>
          </a:solidFill>
        </p:grpSpPr>
        <p:sp>
          <p:nvSpPr>
            <p:cNvPr id="191" name="Rectangle: Rounded Corners 1744">
              <a:extLst>
                <a:ext uri="{FF2B5EF4-FFF2-40B4-BE49-F238E27FC236}">
                  <a16:creationId xmlns:a16="http://schemas.microsoft.com/office/drawing/2014/main" id="{09A1972D-D898-5B2A-55A8-0A0DC86D0F33}"/>
                </a:ext>
              </a:extLst>
            </p:cNvPr>
            <p:cNvSpPr/>
            <p:nvPr/>
          </p:nvSpPr>
          <p:spPr>
            <a:xfrm>
              <a:off x="8435455" y="2690283"/>
              <a:ext cx="713316" cy="1223433"/>
            </a:xfrm>
            <a:prstGeom prst="roundRect">
              <a:avLst>
                <a:gd name="adj" fmla="val 8799"/>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92" name="Rectangle: Rounded Corners 1745">
              <a:extLst>
                <a:ext uri="{FF2B5EF4-FFF2-40B4-BE49-F238E27FC236}">
                  <a16:creationId xmlns:a16="http://schemas.microsoft.com/office/drawing/2014/main" id="{1DAF5566-F174-96B1-2A17-D9A05B4C712E}"/>
                </a:ext>
              </a:extLst>
            </p:cNvPr>
            <p:cNvSpPr/>
            <p:nvPr/>
          </p:nvSpPr>
          <p:spPr>
            <a:xfrm>
              <a:off x="8562515" y="2801086"/>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sp>
          <p:nvSpPr>
            <p:cNvPr id="193" name="Rectangle: Rounded Corners 1746">
              <a:extLst>
                <a:ext uri="{FF2B5EF4-FFF2-40B4-BE49-F238E27FC236}">
                  <a16:creationId xmlns:a16="http://schemas.microsoft.com/office/drawing/2014/main" id="{5FDF4351-9CA0-7F40-BF25-127FD335467C}"/>
                </a:ext>
              </a:extLst>
            </p:cNvPr>
            <p:cNvSpPr/>
            <p:nvPr/>
          </p:nvSpPr>
          <p:spPr>
            <a:xfrm>
              <a:off x="8562515" y="3059670"/>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sp>
          <p:nvSpPr>
            <p:cNvPr id="194" name="Rectangle: Rounded Corners 1747">
              <a:extLst>
                <a:ext uri="{FF2B5EF4-FFF2-40B4-BE49-F238E27FC236}">
                  <a16:creationId xmlns:a16="http://schemas.microsoft.com/office/drawing/2014/main" id="{902A8B34-209F-18A9-C0AB-3232C33C45D0}"/>
                </a:ext>
              </a:extLst>
            </p:cNvPr>
            <p:cNvSpPr/>
            <p:nvPr/>
          </p:nvSpPr>
          <p:spPr>
            <a:xfrm>
              <a:off x="8562515" y="3318254"/>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sp>
          <p:nvSpPr>
            <p:cNvPr id="195" name="Rectangle: Rounded Corners 1748">
              <a:extLst>
                <a:ext uri="{FF2B5EF4-FFF2-40B4-BE49-F238E27FC236}">
                  <a16:creationId xmlns:a16="http://schemas.microsoft.com/office/drawing/2014/main" id="{2FD32FDE-F2AA-2C98-D55D-0D031954A4E7}"/>
                </a:ext>
              </a:extLst>
            </p:cNvPr>
            <p:cNvSpPr/>
            <p:nvPr/>
          </p:nvSpPr>
          <p:spPr>
            <a:xfrm>
              <a:off x="8562515" y="3576838"/>
              <a:ext cx="465077" cy="206428"/>
            </a:xfrm>
            <a:prstGeom prst="roundRect">
              <a:avLst>
                <a:gd name="adj" fmla="val 0"/>
              </a:avLst>
            </a:prstGeom>
            <a:grpFill/>
            <a:ln>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rgbClr val="D9D9D9"/>
                  </a:solidFill>
                </a:rPr>
                <a:t>CRC8</a:t>
              </a:r>
            </a:p>
          </p:txBody>
        </p:sp>
      </p:grpSp>
      <p:cxnSp>
        <p:nvCxnSpPr>
          <p:cNvPr id="196" name="Straight Connector 195">
            <a:extLst>
              <a:ext uri="{FF2B5EF4-FFF2-40B4-BE49-F238E27FC236}">
                <a16:creationId xmlns:a16="http://schemas.microsoft.com/office/drawing/2014/main" id="{954D0616-A16E-56DB-10DE-22BF816D9132}"/>
              </a:ext>
            </a:extLst>
          </p:cNvPr>
          <p:cNvCxnSpPr>
            <a:cxnSpLocks/>
          </p:cNvCxnSpPr>
          <p:nvPr/>
        </p:nvCxnSpPr>
        <p:spPr>
          <a:xfrm>
            <a:off x="9742356" y="5734206"/>
            <a:ext cx="389995" cy="0"/>
          </a:xfrm>
          <a:prstGeom prst="line">
            <a:avLst/>
          </a:prstGeom>
          <a:ln w="25400">
            <a:solidFill>
              <a:srgbClr val="D9D9D9"/>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78C09E07-78DC-243B-5F7B-FFCCBC4DA6B8}"/>
              </a:ext>
            </a:extLst>
          </p:cNvPr>
          <p:cNvCxnSpPr>
            <a:cxnSpLocks/>
          </p:cNvCxnSpPr>
          <p:nvPr/>
        </p:nvCxnSpPr>
        <p:spPr>
          <a:xfrm>
            <a:off x="10122357" y="5255824"/>
            <a:ext cx="1263" cy="479120"/>
          </a:xfrm>
          <a:prstGeom prst="line">
            <a:avLst/>
          </a:prstGeom>
          <a:ln w="25400">
            <a:solidFill>
              <a:srgbClr val="D9D9D9"/>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DAB4988B-193E-6241-A639-DC1BCA029FF7}"/>
              </a:ext>
            </a:extLst>
          </p:cNvPr>
          <p:cNvSpPr txBox="1"/>
          <p:nvPr/>
        </p:nvSpPr>
        <p:spPr>
          <a:xfrm>
            <a:off x="10102058" y="5206586"/>
            <a:ext cx="410754" cy="338554"/>
          </a:xfrm>
          <a:prstGeom prst="rect">
            <a:avLst/>
          </a:prstGeom>
          <a:noFill/>
          <a:ln>
            <a:noFill/>
          </a:ln>
        </p:spPr>
        <p:txBody>
          <a:bodyPr wrap="square">
            <a:spAutoFit/>
          </a:bodyPr>
          <a:lstStyle/>
          <a:p>
            <a:pPr defTabSz="914400">
              <a:defRPr/>
            </a:pPr>
            <a:r>
              <a:rPr lang="en-US" altLang="zh-CN" sz="1600">
                <a:solidFill>
                  <a:srgbClr val="D9D9D9"/>
                </a:solidFill>
                <a:latin typeface="Calibri" panose="020F0502020204030204"/>
              </a:rPr>
              <a:t>32</a:t>
            </a:r>
          </a:p>
        </p:txBody>
      </p:sp>
      <p:cxnSp>
        <p:nvCxnSpPr>
          <p:cNvPr id="199" name="Straight Connector 198">
            <a:extLst>
              <a:ext uri="{FF2B5EF4-FFF2-40B4-BE49-F238E27FC236}">
                <a16:creationId xmlns:a16="http://schemas.microsoft.com/office/drawing/2014/main" id="{18B95C39-8146-F0DC-6213-F218A6A26A0A}"/>
              </a:ext>
            </a:extLst>
          </p:cNvPr>
          <p:cNvCxnSpPr>
            <a:cxnSpLocks/>
          </p:cNvCxnSpPr>
          <p:nvPr/>
        </p:nvCxnSpPr>
        <p:spPr>
          <a:xfrm flipH="1">
            <a:off x="10064605" y="5322925"/>
            <a:ext cx="115502" cy="115502"/>
          </a:xfrm>
          <a:prstGeom prst="line">
            <a:avLst/>
          </a:prstGeom>
          <a:ln w="28575">
            <a:solidFill>
              <a:srgbClr val="D9D9D9"/>
            </a:solidFill>
          </a:ln>
        </p:spPr>
        <p:style>
          <a:lnRef idx="1">
            <a:schemeClr val="accent1"/>
          </a:lnRef>
          <a:fillRef idx="0">
            <a:schemeClr val="accent1"/>
          </a:fillRef>
          <a:effectRef idx="0">
            <a:schemeClr val="accent1"/>
          </a:effectRef>
          <a:fontRef idx="minor">
            <a:schemeClr val="tx1"/>
          </a:fontRef>
        </p:style>
      </p:cxnSp>
      <p:sp>
        <p:nvSpPr>
          <p:cNvPr id="200" name="Isosceles Triangle 1756">
            <a:extLst>
              <a:ext uri="{FF2B5EF4-FFF2-40B4-BE49-F238E27FC236}">
                <a16:creationId xmlns:a16="http://schemas.microsoft.com/office/drawing/2014/main" id="{D12EA688-3970-C214-AF17-EFAB48FFE0A5}"/>
              </a:ext>
            </a:extLst>
          </p:cNvPr>
          <p:cNvSpPr/>
          <p:nvPr/>
        </p:nvSpPr>
        <p:spPr>
          <a:xfrm rot="10800000">
            <a:off x="7257964"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1" name="Isosceles Triangle 1757">
            <a:extLst>
              <a:ext uri="{FF2B5EF4-FFF2-40B4-BE49-F238E27FC236}">
                <a16:creationId xmlns:a16="http://schemas.microsoft.com/office/drawing/2014/main" id="{9B496047-7D44-F24A-1650-D95C4C9A5C00}"/>
              </a:ext>
            </a:extLst>
          </p:cNvPr>
          <p:cNvSpPr/>
          <p:nvPr/>
        </p:nvSpPr>
        <p:spPr>
          <a:xfrm rot="10800000">
            <a:off x="7390653"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2" name="Isosceles Triangle 1758">
            <a:extLst>
              <a:ext uri="{FF2B5EF4-FFF2-40B4-BE49-F238E27FC236}">
                <a16:creationId xmlns:a16="http://schemas.microsoft.com/office/drawing/2014/main" id="{18D5C88E-8032-982D-CF1A-CE299B4A77F9}"/>
              </a:ext>
            </a:extLst>
          </p:cNvPr>
          <p:cNvSpPr/>
          <p:nvPr/>
        </p:nvSpPr>
        <p:spPr>
          <a:xfrm rot="10800000">
            <a:off x="7523342"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3" name="Isosceles Triangle 1759">
            <a:extLst>
              <a:ext uri="{FF2B5EF4-FFF2-40B4-BE49-F238E27FC236}">
                <a16:creationId xmlns:a16="http://schemas.microsoft.com/office/drawing/2014/main" id="{EDDAEC6A-8E4E-8DDD-7C64-5934B0710419}"/>
              </a:ext>
            </a:extLst>
          </p:cNvPr>
          <p:cNvSpPr/>
          <p:nvPr/>
        </p:nvSpPr>
        <p:spPr>
          <a:xfrm rot="10800000">
            <a:off x="7656031"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04" name="TextBox 203">
            <a:extLst>
              <a:ext uri="{FF2B5EF4-FFF2-40B4-BE49-F238E27FC236}">
                <a16:creationId xmlns:a16="http://schemas.microsoft.com/office/drawing/2014/main" id="{1509BC1C-FE9C-FAFE-58AA-DD5046084DEA}"/>
              </a:ext>
            </a:extLst>
          </p:cNvPr>
          <p:cNvSpPr txBox="1"/>
          <p:nvPr/>
        </p:nvSpPr>
        <p:spPr>
          <a:xfrm>
            <a:off x="6625295" y="7163354"/>
            <a:ext cx="1516214" cy="369332"/>
          </a:xfrm>
          <a:prstGeom prst="rect">
            <a:avLst/>
          </a:prstGeom>
          <a:noFill/>
        </p:spPr>
        <p:txBody>
          <a:bodyPr wrap="square">
            <a:spAutoFit/>
          </a:bodyPr>
          <a:lstStyle/>
          <a:p>
            <a:pPr algn="ctr"/>
            <a:r>
              <a:rPr lang="en-US" b="1" dirty="0"/>
              <a:t>Pin [0-3]</a:t>
            </a:r>
          </a:p>
        </p:txBody>
      </p:sp>
      <p:sp>
        <p:nvSpPr>
          <p:cNvPr id="205" name="Rounded Rectangle 204">
            <a:extLst>
              <a:ext uri="{FF2B5EF4-FFF2-40B4-BE49-F238E27FC236}">
                <a16:creationId xmlns:a16="http://schemas.microsoft.com/office/drawing/2014/main" id="{AADB3BA6-5F6A-3147-FDB1-0A00227DA41A}"/>
              </a:ext>
            </a:extLst>
          </p:cNvPr>
          <p:cNvSpPr/>
          <p:nvPr/>
        </p:nvSpPr>
        <p:spPr>
          <a:xfrm>
            <a:off x="704032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ounded Rectangle 205">
            <a:extLst>
              <a:ext uri="{FF2B5EF4-FFF2-40B4-BE49-F238E27FC236}">
                <a16:creationId xmlns:a16="http://schemas.microsoft.com/office/drawing/2014/main" id="{F9E365EE-9A07-2F5F-FEC0-5BD4C1EAF9C9}"/>
              </a:ext>
            </a:extLst>
          </p:cNvPr>
          <p:cNvSpPr/>
          <p:nvPr/>
        </p:nvSpPr>
        <p:spPr>
          <a:xfrm>
            <a:off x="700039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ounded Rectangle 206">
            <a:extLst>
              <a:ext uri="{FF2B5EF4-FFF2-40B4-BE49-F238E27FC236}">
                <a16:creationId xmlns:a16="http://schemas.microsoft.com/office/drawing/2014/main" id="{28363B4E-1692-0A80-5ECE-488ADE45160E}"/>
              </a:ext>
            </a:extLst>
          </p:cNvPr>
          <p:cNvSpPr/>
          <p:nvPr/>
        </p:nvSpPr>
        <p:spPr>
          <a:xfrm>
            <a:off x="695578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ounded Rectangle 207">
            <a:extLst>
              <a:ext uri="{FF2B5EF4-FFF2-40B4-BE49-F238E27FC236}">
                <a16:creationId xmlns:a16="http://schemas.microsoft.com/office/drawing/2014/main" id="{1D4B22CE-6896-35B4-486A-F7B08BCCC1CF}"/>
              </a:ext>
            </a:extLst>
          </p:cNvPr>
          <p:cNvSpPr/>
          <p:nvPr/>
        </p:nvSpPr>
        <p:spPr>
          <a:xfrm>
            <a:off x="691182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ounded Rectangle 208">
            <a:extLst>
              <a:ext uri="{FF2B5EF4-FFF2-40B4-BE49-F238E27FC236}">
                <a16:creationId xmlns:a16="http://schemas.microsoft.com/office/drawing/2014/main" id="{FD95C962-371B-5982-31BD-5E4C6D5A9FCF}"/>
              </a:ext>
            </a:extLst>
          </p:cNvPr>
          <p:cNvSpPr/>
          <p:nvPr/>
        </p:nvSpPr>
        <p:spPr>
          <a:xfrm>
            <a:off x="820872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ounded Rectangle 209">
            <a:extLst>
              <a:ext uri="{FF2B5EF4-FFF2-40B4-BE49-F238E27FC236}">
                <a16:creationId xmlns:a16="http://schemas.microsoft.com/office/drawing/2014/main" id="{83E1A7A2-7C49-EC2D-B46A-779E36C3F114}"/>
              </a:ext>
            </a:extLst>
          </p:cNvPr>
          <p:cNvSpPr/>
          <p:nvPr/>
        </p:nvSpPr>
        <p:spPr>
          <a:xfrm>
            <a:off x="816879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ounded Rectangle 210">
            <a:extLst>
              <a:ext uri="{FF2B5EF4-FFF2-40B4-BE49-F238E27FC236}">
                <a16:creationId xmlns:a16="http://schemas.microsoft.com/office/drawing/2014/main" id="{B3C402F5-D391-302D-C297-89C7DD23479E}"/>
              </a:ext>
            </a:extLst>
          </p:cNvPr>
          <p:cNvSpPr/>
          <p:nvPr/>
        </p:nvSpPr>
        <p:spPr>
          <a:xfrm>
            <a:off x="812418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ounded Rectangle 211">
            <a:extLst>
              <a:ext uri="{FF2B5EF4-FFF2-40B4-BE49-F238E27FC236}">
                <a16:creationId xmlns:a16="http://schemas.microsoft.com/office/drawing/2014/main" id="{B614869D-6137-C53F-37D3-A17DDD0A2277}"/>
              </a:ext>
            </a:extLst>
          </p:cNvPr>
          <p:cNvSpPr/>
          <p:nvPr/>
        </p:nvSpPr>
        <p:spPr>
          <a:xfrm>
            <a:off x="808022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ounded Rectangle 212">
            <a:extLst>
              <a:ext uri="{FF2B5EF4-FFF2-40B4-BE49-F238E27FC236}">
                <a16:creationId xmlns:a16="http://schemas.microsoft.com/office/drawing/2014/main" id="{954D200C-8460-2EDB-6699-2AE96F5F9B65}"/>
              </a:ext>
            </a:extLst>
          </p:cNvPr>
          <p:cNvSpPr/>
          <p:nvPr/>
        </p:nvSpPr>
        <p:spPr>
          <a:xfrm>
            <a:off x="938559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ounded Rectangle 213">
            <a:extLst>
              <a:ext uri="{FF2B5EF4-FFF2-40B4-BE49-F238E27FC236}">
                <a16:creationId xmlns:a16="http://schemas.microsoft.com/office/drawing/2014/main" id="{37DEC352-B52D-41AF-7F3E-2ECFD089A62F}"/>
              </a:ext>
            </a:extLst>
          </p:cNvPr>
          <p:cNvSpPr/>
          <p:nvPr/>
        </p:nvSpPr>
        <p:spPr>
          <a:xfrm>
            <a:off x="934565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ounded Rectangle 214">
            <a:extLst>
              <a:ext uri="{FF2B5EF4-FFF2-40B4-BE49-F238E27FC236}">
                <a16:creationId xmlns:a16="http://schemas.microsoft.com/office/drawing/2014/main" id="{3A663599-35C2-8351-E31C-C0BF944AED8F}"/>
              </a:ext>
            </a:extLst>
          </p:cNvPr>
          <p:cNvSpPr/>
          <p:nvPr/>
        </p:nvSpPr>
        <p:spPr>
          <a:xfrm>
            <a:off x="930105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ounded Rectangle 215">
            <a:extLst>
              <a:ext uri="{FF2B5EF4-FFF2-40B4-BE49-F238E27FC236}">
                <a16:creationId xmlns:a16="http://schemas.microsoft.com/office/drawing/2014/main" id="{3C770552-2498-37EC-F85B-AF6682A70372}"/>
              </a:ext>
            </a:extLst>
          </p:cNvPr>
          <p:cNvSpPr/>
          <p:nvPr/>
        </p:nvSpPr>
        <p:spPr>
          <a:xfrm>
            <a:off x="925708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TextBox 216">
            <a:extLst>
              <a:ext uri="{FF2B5EF4-FFF2-40B4-BE49-F238E27FC236}">
                <a16:creationId xmlns:a16="http://schemas.microsoft.com/office/drawing/2014/main" id="{90AB942E-0029-762E-7802-B53FA82764F2}"/>
              </a:ext>
            </a:extLst>
          </p:cNvPr>
          <p:cNvSpPr txBox="1"/>
          <p:nvPr/>
        </p:nvSpPr>
        <p:spPr>
          <a:xfrm>
            <a:off x="7046076" y="3640670"/>
            <a:ext cx="751809" cy="369332"/>
          </a:xfrm>
          <a:prstGeom prst="rect">
            <a:avLst/>
          </a:prstGeom>
          <a:noFill/>
        </p:spPr>
        <p:txBody>
          <a:bodyPr wrap="none" rtlCol="0">
            <a:spAutoFit/>
          </a:bodyPr>
          <a:lstStyle/>
          <a:p>
            <a:r>
              <a:rPr lang="en-US" b="1" dirty="0"/>
              <a:t>Banks</a:t>
            </a:r>
          </a:p>
        </p:txBody>
      </p:sp>
      <p:cxnSp>
        <p:nvCxnSpPr>
          <p:cNvPr id="218" name="Straight Connector 217">
            <a:extLst>
              <a:ext uri="{FF2B5EF4-FFF2-40B4-BE49-F238E27FC236}">
                <a16:creationId xmlns:a16="http://schemas.microsoft.com/office/drawing/2014/main" id="{0B076792-4754-95BD-718F-0C8AE6CAF0C3}"/>
              </a:ext>
            </a:extLst>
          </p:cNvPr>
          <p:cNvCxnSpPr>
            <a:cxnSpLocks/>
          </p:cNvCxnSpPr>
          <p:nvPr/>
        </p:nvCxnSpPr>
        <p:spPr>
          <a:xfrm flipV="1">
            <a:off x="7461489" y="3969879"/>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2879A5F0-8E4F-332F-7638-BEC4FEE366B4}"/>
              </a:ext>
            </a:extLst>
          </p:cNvPr>
          <p:cNvCxnSpPr>
            <a:cxnSpLocks/>
          </p:cNvCxnSpPr>
          <p:nvPr/>
        </p:nvCxnSpPr>
        <p:spPr>
          <a:xfrm flipV="1">
            <a:off x="8589701" y="3969879"/>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9F1A1314-C92B-437F-E3CF-F699A903C2C6}"/>
              </a:ext>
            </a:extLst>
          </p:cNvPr>
          <p:cNvCxnSpPr>
            <a:cxnSpLocks/>
          </p:cNvCxnSpPr>
          <p:nvPr/>
        </p:nvCxnSpPr>
        <p:spPr>
          <a:xfrm flipV="1">
            <a:off x="9742355" y="3969879"/>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46BA6350-AD4C-C825-3E1D-5ADB999D88EC}"/>
              </a:ext>
            </a:extLst>
          </p:cNvPr>
          <p:cNvCxnSpPr>
            <a:cxnSpLocks/>
          </p:cNvCxnSpPr>
          <p:nvPr/>
        </p:nvCxnSpPr>
        <p:spPr>
          <a:xfrm rot="5400000">
            <a:off x="7632003" y="6708900"/>
            <a:ext cx="767171" cy="0"/>
          </a:xfrm>
          <a:prstGeom prst="line">
            <a:avLst/>
          </a:prstGeom>
          <a:ln w="38100">
            <a:solidFill>
              <a:schemeClr val="tx2">
                <a:lumMod val="50000"/>
                <a:lumOff val="50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9DB93A38-561C-479E-E2E4-FBB62F954513}"/>
              </a:ext>
            </a:extLst>
          </p:cNvPr>
          <p:cNvCxnSpPr>
            <a:cxnSpLocks/>
          </p:cNvCxnSpPr>
          <p:nvPr/>
        </p:nvCxnSpPr>
        <p:spPr>
          <a:xfrm rot="5400000">
            <a:off x="7763617"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B79F4A5-4050-9282-FB59-DF96DA34DDD5}"/>
              </a:ext>
            </a:extLst>
          </p:cNvPr>
          <p:cNvCxnSpPr>
            <a:cxnSpLocks/>
          </p:cNvCxnSpPr>
          <p:nvPr/>
        </p:nvCxnSpPr>
        <p:spPr>
          <a:xfrm rot="5400000">
            <a:off x="7895231"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C6C6BBFD-05D8-1EFD-8F7E-7FCE4A0C91EC}"/>
              </a:ext>
            </a:extLst>
          </p:cNvPr>
          <p:cNvCxnSpPr>
            <a:cxnSpLocks/>
          </p:cNvCxnSpPr>
          <p:nvPr/>
        </p:nvCxnSpPr>
        <p:spPr>
          <a:xfrm rot="5400000">
            <a:off x="8026845" y="6708900"/>
            <a:ext cx="767171" cy="0"/>
          </a:xfrm>
          <a:prstGeom prst="line">
            <a:avLst/>
          </a:prstGeom>
          <a:ln w="1905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25" name="Isosceles Triangle 1756">
            <a:extLst>
              <a:ext uri="{FF2B5EF4-FFF2-40B4-BE49-F238E27FC236}">
                <a16:creationId xmlns:a16="http://schemas.microsoft.com/office/drawing/2014/main" id="{1AB2E80D-754A-EB14-3CFC-F1A56BC572D1}"/>
              </a:ext>
            </a:extLst>
          </p:cNvPr>
          <p:cNvSpPr/>
          <p:nvPr/>
        </p:nvSpPr>
        <p:spPr>
          <a:xfrm rot="10800000">
            <a:off x="7903415"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6" name="Isosceles Triangle 1757">
            <a:extLst>
              <a:ext uri="{FF2B5EF4-FFF2-40B4-BE49-F238E27FC236}">
                <a16:creationId xmlns:a16="http://schemas.microsoft.com/office/drawing/2014/main" id="{C03E224F-1FE9-2DB3-5F7B-332977743D7D}"/>
              </a:ext>
            </a:extLst>
          </p:cNvPr>
          <p:cNvSpPr/>
          <p:nvPr/>
        </p:nvSpPr>
        <p:spPr>
          <a:xfrm rot="10800000">
            <a:off x="8036104" y="6631400"/>
            <a:ext cx="218011" cy="187940"/>
          </a:xfrm>
          <a:prstGeom prst="triangle">
            <a:avLst/>
          </a:prstGeom>
          <a:solidFill>
            <a:schemeClr val="accent2">
              <a:lumMod val="20000"/>
              <a:lumOff val="80000"/>
            </a:schemeClr>
          </a:solidFill>
          <a:ln w="12700" cap="flat" cmpd="sng" algn="ctr">
            <a:solidFill>
              <a:schemeClr val="bg1">
                <a:lumMod val="85000"/>
              </a:schemeClr>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7" name="Isosceles Triangle 1758">
            <a:extLst>
              <a:ext uri="{FF2B5EF4-FFF2-40B4-BE49-F238E27FC236}">
                <a16:creationId xmlns:a16="http://schemas.microsoft.com/office/drawing/2014/main" id="{CDFDB76A-E3AB-73A2-2556-9C31452A5A35}"/>
              </a:ext>
            </a:extLst>
          </p:cNvPr>
          <p:cNvSpPr/>
          <p:nvPr/>
        </p:nvSpPr>
        <p:spPr>
          <a:xfrm rot="10800000">
            <a:off x="8168793"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8" name="Isosceles Triangle 1759">
            <a:extLst>
              <a:ext uri="{FF2B5EF4-FFF2-40B4-BE49-F238E27FC236}">
                <a16:creationId xmlns:a16="http://schemas.microsoft.com/office/drawing/2014/main" id="{22733A89-56A7-E51A-277E-D551C05E5A1F}"/>
              </a:ext>
            </a:extLst>
          </p:cNvPr>
          <p:cNvSpPr/>
          <p:nvPr/>
        </p:nvSpPr>
        <p:spPr>
          <a:xfrm rot="10800000">
            <a:off x="8301482" y="6631400"/>
            <a:ext cx="218011" cy="187940"/>
          </a:xfrm>
          <a:prstGeom prst="triangle">
            <a:avLst/>
          </a:prstGeom>
          <a:solidFill>
            <a:srgbClr val="FBE5D6"/>
          </a:solidFill>
          <a:ln w="12700" cap="flat" cmpd="sng" algn="ctr">
            <a:solidFill>
              <a:sysClr val="windowText" lastClr="000000"/>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29" name="Flowchart: Manual Operation 1572">
            <a:extLst>
              <a:ext uri="{FF2B5EF4-FFF2-40B4-BE49-F238E27FC236}">
                <a16:creationId xmlns:a16="http://schemas.microsoft.com/office/drawing/2014/main" id="{317312CF-476F-2AE3-43A8-F78509B5B203}"/>
              </a:ext>
            </a:extLst>
          </p:cNvPr>
          <p:cNvSpPr/>
          <p:nvPr/>
        </p:nvSpPr>
        <p:spPr>
          <a:xfrm>
            <a:off x="6955788" y="6112340"/>
            <a:ext cx="1865873"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230" name="TextBox 229">
            <a:extLst>
              <a:ext uri="{FF2B5EF4-FFF2-40B4-BE49-F238E27FC236}">
                <a16:creationId xmlns:a16="http://schemas.microsoft.com/office/drawing/2014/main" id="{B49D10A0-EFE7-4645-C1C7-100755279E57}"/>
              </a:ext>
            </a:extLst>
          </p:cNvPr>
          <p:cNvSpPr txBox="1"/>
          <p:nvPr/>
        </p:nvSpPr>
        <p:spPr>
          <a:xfrm>
            <a:off x="7632346" y="7163354"/>
            <a:ext cx="2432259" cy="369332"/>
          </a:xfrm>
          <a:prstGeom prst="rect">
            <a:avLst/>
          </a:prstGeom>
          <a:noFill/>
        </p:spPr>
        <p:txBody>
          <a:bodyPr wrap="square">
            <a:spAutoFit/>
          </a:bodyPr>
          <a:lstStyle/>
          <a:p>
            <a:pPr algn="ctr"/>
            <a:r>
              <a:rPr lang="en-US" b="1" dirty="0">
                <a:solidFill>
                  <a:schemeClr val="tx2">
                    <a:lumMod val="50000"/>
                    <a:lumOff val="50000"/>
                  </a:schemeClr>
                </a:solidFill>
              </a:rPr>
              <a:t>Pin [4](enabled)</a:t>
            </a:r>
          </a:p>
        </p:txBody>
      </p:sp>
      <p:sp>
        <p:nvSpPr>
          <p:cNvPr id="231" name="Rectangle: Rounded Corners 1744">
            <a:extLst>
              <a:ext uri="{FF2B5EF4-FFF2-40B4-BE49-F238E27FC236}">
                <a16:creationId xmlns:a16="http://schemas.microsoft.com/office/drawing/2014/main" id="{018C4590-F736-15F3-3A15-C5C77604113A}"/>
              </a:ext>
            </a:extLst>
          </p:cNvPr>
          <p:cNvSpPr/>
          <p:nvPr/>
        </p:nvSpPr>
        <p:spPr>
          <a:xfrm>
            <a:off x="8116714" y="6408746"/>
            <a:ext cx="413430" cy="711616"/>
          </a:xfrm>
          <a:prstGeom prst="roundRect">
            <a:avLst>
              <a:gd name="adj" fmla="val 8799"/>
            </a:avLst>
          </a:prstGeom>
          <a:solidFill>
            <a:schemeClr val="bg1">
              <a:alpha val="74419"/>
            </a:schemeClr>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cxnSp>
        <p:nvCxnSpPr>
          <p:cNvPr id="232" name="Straight Connector 231">
            <a:extLst>
              <a:ext uri="{FF2B5EF4-FFF2-40B4-BE49-F238E27FC236}">
                <a16:creationId xmlns:a16="http://schemas.microsoft.com/office/drawing/2014/main" id="{09241049-68C4-7370-E790-E4EA5752CB54}"/>
              </a:ext>
            </a:extLst>
          </p:cNvPr>
          <p:cNvCxnSpPr/>
          <p:nvPr/>
        </p:nvCxnSpPr>
        <p:spPr>
          <a:xfrm>
            <a:off x="7841054" y="4623241"/>
            <a:ext cx="163519" cy="139262"/>
          </a:xfrm>
          <a:prstGeom prst="line">
            <a:avLst/>
          </a:prstGeom>
          <a:ln w="31750">
            <a:solidFill>
              <a:srgbClr val="FF0000"/>
            </a:solidFill>
          </a:ln>
        </p:spPr>
        <p:style>
          <a:lnRef idx="2">
            <a:schemeClr val="accent1"/>
          </a:lnRef>
          <a:fillRef idx="0">
            <a:schemeClr val="accent1"/>
          </a:fillRef>
          <a:effectRef idx="1">
            <a:schemeClr val="accent1"/>
          </a:effectRef>
          <a:fontRef idx="minor">
            <a:schemeClr val="tx1"/>
          </a:fontRef>
        </p:style>
      </p:cxnSp>
      <p:sp>
        <p:nvSpPr>
          <p:cNvPr id="233" name="TextBox 232">
            <a:extLst>
              <a:ext uri="{FF2B5EF4-FFF2-40B4-BE49-F238E27FC236}">
                <a16:creationId xmlns:a16="http://schemas.microsoft.com/office/drawing/2014/main" id="{C23644EB-5AD9-7DB1-CB31-22ABD9780C00}"/>
              </a:ext>
            </a:extLst>
          </p:cNvPr>
          <p:cNvSpPr txBox="1"/>
          <p:nvPr/>
        </p:nvSpPr>
        <p:spPr>
          <a:xfrm>
            <a:off x="7930782" y="4455018"/>
            <a:ext cx="816249" cy="461665"/>
          </a:xfrm>
          <a:prstGeom prst="rect">
            <a:avLst/>
          </a:prstGeom>
          <a:noFill/>
        </p:spPr>
        <p:txBody>
          <a:bodyPr wrap="none" rtlCol="0">
            <a:spAutoFit/>
          </a:bodyPr>
          <a:lstStyle/>
          <a:p>
            <a:r>
              <a:rPr lang="en-US" sz="2400" b="1" dirty="0">
                <a:solidFill>
                  <a:srgbClr val="FF0000"/>
                </a:solidFill>
              </a:rPr>
              <a:t>128b</a:t>
            </a:r>
          </a:p>
        </p:txBody>
      </p:sp>
      <p:sp>
        <p:nvSpPr>
          <p:cNvPr id="234" name="Trapezoid 233">
            <a:extLst>
              <a:ext uri="{FF2B5EF4-FFF2-40B4-BE49-F238E27FC236}">
                <a16:creationId xmlns:a16="http://schemas.microsoft.com/office/drawing/2014/main" id="{C50C2556-A4BF-EAD4-3185-C645B1E33DDC}"/>
              </a:ext>
            </a:extLst>
          </p:cNvPr>
          <p:cNvSpPr/>
          <p:nvPr/>
        </p:nvSpPr>
        <p:spPr>
          <a:xfrm rot="10800000">
            <a:off x="7040328" y="6390861"/>
            <a:ext cx="1743571" cy="693260"/>
          </a:xfrm>
          <a:prstGeom prst="trapezoid">
            <a:avLst/>
          </a:prstGeom>
          <a:solidFill>
            <a:schemeClr val="bg1">
              <a:alpha val="21903"/>
            </a:schemeClr>
          </a:solid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5" name="Straight Arrow Connector 234">
            <a:extLst>
              <a:ext uri="{FF2B5EF4-FFF2-40B4-BE49-F238E27FC236}">
                <a16:creationId xmlns:a16="http://schemas.microsoft.com/office/drawing/2014/main" id="{E2A3F1E1-9257-6484-5F28-0AD40066ADAF}"/>
              </a:ext>
            </a:extLst>
          </p:cNvPr>
          <p:cNvCxnSpPr/>
          <p:nvPr/>
        </p:nvCxnSpPr>
        <p:spPr>
          <a:xfrm flipV="1">
            <a:off x="8783899" y="6408746"/>
            <a:ext cx="517155" cy="222654"/>
          </a:xfrm>
          <a:prstGeom prst="straightConnector1">
            <a:avLst/>
          </a:prstGeom>
          <a:ln w="412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6" name="TextBox 235">
            <a:extLst>
              <a:ext uri="{FF2B5EF4-FFF2-40B4-BE49-F238E27FC236}">
                <a16:creationId xmlns:a16="http://schemas.microsoft.com/office/drawing/2014/main" id="{758022A9-549D-0626-FDF9-78CDE9B92267}"/>
              </a:ext>
            </a:extLst>
          </p:cNvPr>
          <p:cNvSpPr txBox="1"/>
          <p:nvPr/>
        </p:nvSpPr>
        <p:spPr>
          <a:xfrm>
            <a:off x="9005069" y="6004600"/>
            <a:ext cx="1428596" cy="461665"/>
          </a:xfrm>
          <a:prstGeom prst="rect">
            <a:avLst/>
          </a:prstGeom>
          <a:noFill/>
        </p:spPr>
        <p:txBody>
          <a:bodyPr wrap="none" rtlCol="0">
            <a:spAutoFit/>
          </a:bodyPr>
          <a:lstStyle/>
          <a:p>
            <a:r>
              <a:rPr lang="en-US" sz="2400" b="1" dirty="0">
                <a:solidFill>
                  <a:srgbClr val="FF0000"/>
                </a:solidFill>
              </a:rPr>
              <a:t>5BL=130b</a:t>
            </a:r>
          </a:p>
        </p:txBody>
      </p:sp>
      <p:sp>
        <p:nvSpPr>
          <p:cNvPr id="237" name="TextBox 236">
            <a:extLst>
              <a:ext uri="{FF2B5EF4-FFF2-40B4-BE49-F238E27FC236}">
                <a16:creationId xmlns:a16="http://schemas.microsoft.com/office/drawing/2014/main" id="{84A410FC-3736-37BF-CA06-9FED184CBFD2}"/>
              </a:ext>
            </a:extLst>
          </p:cNvPr>
          <p:cNvSpPr txBox="1"/>
          <p:nvPr/>
        </p:nvSpPr>
        <p:spPr>
          <a:xfrm>
            <a:off x="1109423" y="3206711"/>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❶</a:t>
            </a:r>
          </a:p>
        </p:txBody>
      </p:sp>
      <p:sp>
        <p:nvSpPr>
          <p:cNvPr id="238" name="TextBox 237">
            <a:extLst>
              <a:ext uri="{FF2B5EF4-FFF2-40B4-BE49-F238E27FC236}">
                <a16:creationId xmlns:a16="http://schemas.microsoft.com/office/drawing/2014/main" id="{FFD4FA34-27F8-08EA-388F-0D46D347FE28}"/>
              </a:ext>
            </a:extLst>
          </p:cNvPr>
          <p:cNvSpPr txBox="1"/>
          <p:nvPr/>
        </p:nvSpPr>
        <p:spPr>
          <a:xfrm>
            <a:off x="1109423" y="4229023"/>
            <a:ext cx="941455" cy="461665"/>
          </a:xfrm>
          <a:prstGeom prst="rect">
            <a:avLst/>
          </a:prstGeom>
          <a:noFill/>
        </p:spPr>
        <p:txBody>
          <a:bodyPr wrap="square">
            <a:spAutoFit/>
          </a:bodyPr>
          <a:lstStyle/>
          <a:p>
            <a:r>
              <a:rPr lang="en-US" sz="2400">
                <a:latin typeface="DengXian" panose="02010600030101010101" pitchFamily="2" charset="-122"/>
                <a:ea typeface="DengXian" panose="02010600030101010101" pitchFamily="2" charset="-122"/>
              </a:rPr>
              <a:t>❷</a:t>
            </a:r>
          </a:p>
        </p:txBody>
      </p:sp>
      <p:sp>
        <p:nvSpPr>
          <p:cNvPr id="239" name="Rectangle: Rounded Corners 27">
            <a:extLst>
              <a:ext uri="{FF2B5EF4-FFF2-40B4-BE49-F238E27FC236}">
                <a16:creationId xmlns:a16="http://schemas.microsoft.com/office/drawing/2014/main" id="{A81C7FB5-EEFD-6661-F9CF-684802BEBA41}"/>
              </a:ext>
            </a:extLst>
          </p:cNvPr>
          <p:cNvSpPr/>
          <p:nvPr/>
        </p:nvSpPr>
        <p:spPr>
          <a:xfrm>
            <a:off x="2203687" y="3401711"/>
            <a:ext cx="2461395"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400" dirty="0">
                <a:solidFill>
                  <a:schemeClr val="tx1"/>
                </a:solidFill>
                <a:latin typeface="DengXian" panose="02010600030101010101" pitchFamily="2" charset="-122"/>
                <a:ea typeface="DengXian" panose="02010600030101010101" pitchFamily="2" charset="-122"/>
              </a:rPr>
              <a:t>128b IO Buffer</a:t>
            </a:r>
          </a:p>
        </p:txBody>
      </p:sp>
      <p:sp>
        <p:nvSpPr>
          <p:cNvPr id="241" name="Rectangle: Rounded Corners 1">
            <a:extLst>
              <a:ext uri="{FF2B5EF4-FFF2-40B4-BE49-F238E27FC236}">
                <a16:creationId xmlns:a16="http://schemas.microsoft.com/office/drawing/2014/main" id="{EA726D8E-FB9D-C63B-1DCB-18B663AE0402}"/>
              </a:ext>
            </a:extLst>
          </p:cNvPr>
          <p:cNvSpPr/>
          <p:nvPr/>
        </p:nvSpPr>
        <p:spPr>
          <a:xfrm>
            <a:off x="2203687" y="4423941"/>
            <a:ext cx="2461395"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244" name="Arrow: Right 1552">
            <a:extLst>
              <a:ext uri="{FF2B5EF4-FFF2-40B4-BE49-F238E27FC236}">
                <a16:creationId xmlns:a16="http://schemas.microsoft.com/office/drawing/2014/main" id="{5E2ED09F-5A60-2E32-D859-E290969A80BB}"/>
              </a:ext>
            </a:extLst>
          </p:cNvPr>
          <p:cNvSpPr/>
          <p:nvPr/>
        </p:nvSpPr>
        <p:spPr>
          <a:xfrm>
            <a:off x="1429359" y="3552183"/>
            <a:ext cx="682738" cy="225967"/>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245" name="TextBox 244">
            <a:extLst>
              <a:ext uri="{FF2B5EF4-FFF2-40B4-BE49-F238E27FC236}">
                <a16:creationId xmlns:a16="http://schemas.microsoft.com/office/drawing/2014/main" id="{F9FF0D9F-B468-913B-0300-490AB52FE4CA}"/>
              </a:ext>
            </a:extLst>
          </p:cNvPr>
          <p:cNvSpPr txBox="1"/>
          <p:nvPr/>
        </p:nvSpPr>
        <p:spPr>
          <a:xfrm>
            <a:off x="1258029" y="3684882"/>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+128b</a:t>
            </a:r>
          </a:p>
        </p:txBody>
      </p:sp>
      <p:sp>
        <p:nvSpPr>
          <p:cNvPr id="246" name="Arrow: Right 1556">
            <a:extLst>
              <a:ext uri="{FF2B5EF4-FFF2-40B4-BE49-F238E27FC236}">
                <a16:creationId xmlns:a16="http://schemas.microsoft.com/office/drawing/2014/main" id="{A81AEF6C-0D74-BE3C-E492-A11F6C9CAE0D}"/>
              </a:ext>
            </a:extLst>
          </p:cNvPr>
          <p:cNvSpPr/>
          <p:nvPr/>
        </p:nvSpPr>
        <p:spPr>
          <a:xfrm>
            <a:off x="1429359" y="4626315"/>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cxnSp>
        <p:nvCxnSpPr>
          <p:cNvPr id="251" name="Straight Connector 250">
            <a:extLst>
              <a:ext uri="{FF2B5EF4-FFF2-40B4-BE49-F238E27FC236}">
                <a16:creationId xmlns:a16="http://schemas.microsoft.com/office/drawing/2014/main" id="{138BDED6-845B-8B14-D5B3-17DF96A8AA7D}"/>
              </a:ext>
            </a:extLst>
          </p:cNvPr>
          <p:cNvCxnSpPr>
            <a:cxnSpLocks/>
          </p:cNvCxnSpPr>
          <p:nvPr/>
        </p:nvCxnSpPr>
        <p:spPr>
          <a:xfrm flipV="1">
            <a:off x="3384326" y="4019594"/>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0F0D991F-DEE7-D039-39E5-9AE85813F00F}"/>
              </a:ext>
            </a:extLst>
          </p:cNvPr>
          <p:cNvSpPr txBox="1"/>
          <p:nvPr/>
        </p:nvSpPr>
        <p:spPr>
          <a:xfrm>
            <a:off x="3405261" y="3932934"/>
            <a:ext cx="1052517"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-130b</a:t>
            </a:r>
          </a:p>
        </p:txBody>
      </p:sp>
      <p:grpSp>
        <p:nvGrpSpPr>
          <p:cNvPr id="254" name="Group 253">
            <a:extLst>
              <a:ext uri="{FF2B5EF4-FFF2-40B4-BE49-F238E27FC236}">
                <a16:creationId xmlns:a16="http://schemas.microsoft.com/office/drawing/2014/main" id="{B4B8319E-A597-FD80-A3A1-6F78D7070B55}"/>
              </a:ext>
            </a:extLst>
          </p:cNvPr>
          <p:cNvGrpSpPr/>
          <p:nvPr/>
        </p:nvGrpSpPr>
        <p:grpSpPr>
          <a:xfrm>
            <a:off x="3390336" y="3083501"/>
            <a:ext cx="1605118" cy="2123086"/>
            <a:chOff x="7646249" y="1060450"/>
            <a:chExt cx="961176" cy="4184650"/>
          </a:xfrm>
        </p:grpSpPr>
        <p:cxnSp>
          <p:nvCxnSpPr>
            <p:cNvPr id="255" name="Straight Connector 254">
              <a:extLst>
                <a:ext uri="{FF2B5EF4-FFF2-40B4-BE49-F238E27FC236}">
                  <a16:creationId xmlns:a16="http://schemas.microsoft.com/office/drawing/2014/main" id="{AFFE6B6E-2791-056C-DE4A-030CED0EF676}"/>
                </a:ext>
              </a:extLst>
            </p:cNvPr>
            <p:cNvCxnSpPr>
              <a:cxnSpLocks/>
              <a:stCxn id="239" idx="0"/>
            </p:cNvCxnSpPr>
            <p:nvPr/>
          </p:nvCxnSpPr>
          <p:spPr>
            <a:xfrm flipV="1">
              <a:off x="7648575" y="1060450"/>
              <a:ext cx="565" cy="627197"/>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D1EE7AEF-2775-AF05-0034-157CA3EAAC91}"/>
                </a:ext>
              </a:extLst>
            </p:cNvPr>
            <p:cNvCxnSpPr>
              <a:cxnSpLocks/>
            </p:cNvCxnSpPr>
            <p:nvPr/>
          </p:nvCxnSpPr>
          <p:spPr>
            <a:xfrm flipV="1">
              <a:off x="8604534" y="1063625"/>
              <a:ext cx="0" cy="417830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5F694297-7086-A9C8-4068-55B9A94640FD}"/>
                </a:ext>
              </a:extLst>
            </p:cNvPr>
            <p:cNvCxnSpPr>
              <a:cxnSpLocks/>
              <a:endCxn id="241" idx="2"/>
            </p:cNvCxnSpPr>
            <p:nvPr/>
          </p:nvCxnSpPr>
          <p:spPr>
            <a:xfrm flipH="1" flipV="1">
              <a:off x="7648572" y="4731542"/>
              <a:ext cx="565" cy="51355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E2D95112-A3EF-D7CD-8C3D-2A6B30C0060B}"/>
                </a:ext>
              </a:extLst>
            </p:cNvPr>
            <p:cNvCxnSpPr>
              <a:cxnSpLocks/>
            </p:cNvCxnSpPr>
            <p:nvPr/>
          </p:nvCxnSpPr>
          <p:spPr>
            <a:xfrm>
              <a:off x="7649140" y="5236982"/>
              <a:ext cx="95828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93E20BE7-B1E7-06B1-77C9-5E771586EFE1}"/>
                </a:ext>
              </a:extLst>
            </p:cNvPr>
            <p:cNvCxnSpPr>
              <a:cxnSpLocks/>
            </p:cNvCxnSpPr>
            <p:nvPr/>
          </p:nvCxnSpPr>
          <p:spPr>
            <a:xfrm>
              <a:off x="7646249" y="1066302"/>
              <a:ext cx="95828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 name="Straight Arrow Connector 9">
            <a:extLst>
              <a:ext uri="{FF2B5EF4-FFF2-40B4-BE49-F238E27FC236}">
                <a16:creationId xmlns:a16="http://schemas.microsoft.com/office/drawing/2014/main" id="{777DB91F-FBA4-9F65-8258-693370430941}"/>
              </a:ext>
            </a:extLst>
          </p:cNvPr>
          <p:cNvCxnSpPr>
            <a:cxnSpLocks/>
          </p:cNvCxnSpPr>
          <p:nvPr/>
        </p:nvCxnSpPr>
        <p:spPr>
          <a:xfrm>
            <a:off x="4161711" y="4356250"/>
            <a:ext cx="587804" cy="779416"/>
          </a:xfrm>
          <a:prstGeom prst="straightConnector1">
            <a:avLst/>
          </a:prstGeom>
          <a:ln w="66675">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9539B49-2DCD-57F3-91D3-700340CCF15F}"/>
              </a:ext>
            </a:extLst>
          </p:cNvPr>
          <p:cNvSpPr txBox="1"/>
          <p:nvPr/>
        </p:nvSpPr>
        <p:spPr>
          <a:xfrm>
            <a:off x="2551668" y="5038651"/>
            <a:ext cx="4065280" cy="646331"/>
          </a:xfrm>
          <a:prstGeom prst="rect">
            <a:avLst/>
          </a:prstGeom>
          <a:noFill/>
          <a:ln w="53975">
            <a:noFill/>
            <a:prstDash val="dash"/>
          </a:ln>
        </p:spPr>
        <p:txBody>
          <a:bodyPr wrap="none" rtlCol="0">
            <a:spAutoFit/>
          </a:bodyPr>
          <a:lstStyle/>
          <a:p>
            <a:r>
              <a:rPr lang="en-US" sz="3600" dirty="0">
                <a:solidFill>
                  <a:srgbClr val="FF0000"/>
                </a:solidFill>
              </a:rPr>
              <a:t>2B bubbles per burst</a:t>
            </a:r>
          </a:p>
        </p:txBody>
      </p:sp>
    </p:spTree>
    <p:extLst>
      <p:ext uri="{BB962C8B-B14F-4D97-AF65-F5344CB8AC3E}">
        <p14:creationId xmlns:p14="http://schemas.microsoft.com/office/powerpoint/2010/main" val="864570396"/>
      </p:ext>
    </p:extLst>
  </p:cSld>
  <p:clrMapOvr>
    <a:masterClrMapping/>
  </p:clrMapOvr>
  <mc:AlternateContent xmlns:mc="http://schemas.openxmlformats.org/markup-compatibility/2006" xmlns:p14="http://schemas.microsoft.com/office/powerpoint/2010/main">
    <mc:Choice Requires="p14">
      <p:transition spd="slow" p14:dur="2000" advTm="21838"/>
    </mc:Choice>
    <mc:Fallback xmlns="">
      <p:transition spd="slow" advTm="21838"/>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3F704-C63F-0834-0C25-30050A605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93FD7-55A5-F0A7-6788-0DA0C674D133}"/>
              </a:ext>
            </a:extLst>
          </p:cNvPr>
          <p:cNvSpPr>
            <a:spLocks noGrp="1"/>
          </p:cNvSpPr>
          <p:nvPr>
            <p:ph type="title"/>
          </p:nvPr>
        </p:nvSpPr>
        <p:spPr/>
        <p:txBody>
          <a:bodyPr/>
          <a:lstStyle/>
          <a:p>
            <a:r>
              <a:rPr lang="en-US" dirty="0"/>
              <a:t>ASPA -- Adaptive Buffering</a:t>
            </a:r>
          </a:p>
        </p:txBody>
      </p:sp>
      <p:sp>
        <p:nvSpPr>
          <p:cNvPr id="88" name="TextBox 87">
            <a:extLst>
              <a:ext uri="{FF2B5EF4-FFF2-40B4-BE49-F238E27FC236}">
                <a16:creationId xmlns:a16="http://schemas.microsoft.com/office/drawing/2014/main" id="{5EFFEC56-DDB8-D633-BB87-C3F8FEF7BB8F}"/>
              </a:ext>
            </a:extLst>
          </p:cNvPr>
          <p:cNvSpPr txBox="1"/>
          <p:nvPr/>
        </p:nvSpPr>
        <p:spPr>
          <a:xfrm>
            <a:off x="7093333" y="7163354"/>
            <a:ext cx="1516214" cy="369332"/>
          </a:xfrm>
          <a:prstGeom prst="rect">
            <a:avLst/>
          </a:prstGeom>
          <a:noFill/>
        </p:spPr>
        <p:txBody>
          <a:bodyPr wrap="square">
            <a:spAutoFit/>
          </a:bodyPr>
          <a:lstStyle/>
          <a:p>
            <a:pPr algn="ctr"/>
            <a:r>
              <a:rPr lang="en-US" b="1" dirty="0"/>
              <a:t>Pin [0-3]</a:t>
            </a:r>
          </a:p>
        </p:txBody>
      </p:sp>
      <p:sp>
        <p:nvSpPr>
          <p:cNvPr id="171" name="Rectangle 170">
            <a:extLst>
              <a:ext uri="{FF2B5EF4-FFF2-40B4-BE49-F238E27FC236}">
                <a16:creationId xmlns:a16="http://schemas.microsoft.com/office/drawing/2014/main" id="{3E98EC0E-E137-4F3C-3C8D-3A77F4FEB00A}"/>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72" name="Straight Connector 171">
            <a:extLst>
              <a:ext uri="{FF2B5EF4-FFF2-40B4-BE49-F238E27FC236}">
                <a16:creationId xmlns:a16="http://schemas.microsoft.com/office/drawing/2014/main" id="{73C30D8F-A00F-6A1A-9270-92D653D86FE8}"/>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C65FDEE-ED72-7174-42B0-951B620D0F9E}"/>
              </a:ext>
            </a:extLst>
          </p:cNvPr>
          <p:cNvCxnSpPr>
            <a:cxnSpLocks/>
          </p:cNvCxnSpPr>
          <p:nvPr/>
        </p:nvCxnSpPr>
        <p:spPr>
          <a:xfrm>
            <a:off x="7960291" y="5147009"/>
            <a:ext cx="1104900" cy="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445B8998-21EE-01C8-A1BD-30D889E6BBAE}"/>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75" name="Rectangle: Rounded Corners 1571">
            <a:extLst>
              <a:ext uri="{FF2B5EF4-FFF2-40B4-BE49-F238E27FC236}">
                <a16:creationId xmlns:a16="http://schemas.microsoft.com/office/drawing/2014/main" id="{00E645F4-410A-FD3C-E5D9-47E6FC113297}"/>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76" name="Straight Connector 175">
            <a:extLst>
              <a:ext uri="{FF2B5EF4-FFF2-40B4-BE49-F238E27FC236}">
                <a16:creationId xmlns:a16="http://schemas.microsoft.com/office/drawing/2014/main" id="{AB9A9381-9A08-0625-329B-B2E9633F27EC}"/>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D8CE76-CAFF-717F-AC31-6F8A81E9D4B1}"/>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DB8D39E6-9092-7AB3-96E6-57C1E055650D}"/>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53E3A9E4-5A74-08C8-15D6-AB1B266B1862}"/>
              </a:ext>
            </a:extLst>
          </p:cNvPr>
          <p:cNvCxnSpPr>
            <a:cxnSpLocks/>
          </p:cNvCxnSpPr>
          <p:nvPr/>
        </p:nvCxnSpPr>
        <p:spPr>
          <a:xfrm>
            <a:off x="8567007" y="4677283"/>
            <a:ext cx="1595147" cy="0"/>
          </a:xfrm>
          <a:prstGeom prst="line">
            <a:avLst/>
          </a:prstGeom>
          <a:ln w="25400">
            <a:solidFill>
              <a:schemeClr val="tx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80" name="Rectangle: Rounded Corners 1744">
            <a:extLst>
              <a:ext uri="{FF2B5EF4-FFF2-40B4-BE49-F238E27FC236}">
                <a16:creationId xmlns:a16="http://schemas.microsoft.com/office/drawing/2014/main" id="{017E3C6E-24A5-307E-DAC5-91679B2827CF}"/>
              </a:ext>
            </a:extLst>
          </p:cNvPr>
          <p:cNvSpPr/>
          <p:nvPr/>
        </p:nvSpPr>
        <p:spPr>
          <a:xfrm>
            <a:off x="9067837" y="4953374"/>
            <a:ext cx="844131" cy="370148"/>
          </a:xfrm>
          <a:prstGeom prst="roundRect">
            <a:avLst>
              <a:gd name="adj" fmla="val 879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CRC Unit</a:t>
            </a:r>
          </a:p>
        </p:txBody>
      </p:sp>
      <p:cxnSp>
        <p:nvCxnSpPr>
          <p:cNvPr id="181" name="Straight Connector 180">
            <a:extLst>
              <a:ext uri="{FF2B5EF4-FFF2-40B4-BE49-F238E27FC236}">
                <a16:creationId xmlns:a16="http://schemas.microsoft.com/office/drawing/2014/main" id="{0CE79EE5-C06F-CD42-D151-766C4B257FD0}"/>
              </a:ext>
            </a:extLst>
          </p:cNvPr>
          <p:cNvCxnSpPr>
            <a:cxnSpLocks/>
          </p:cNvCxnSpPr>
          <p:nvPr/>
        </p:nvCxnSpPr>
        <p:spPr>
          <a:xfrm>
            <a:off x="9911967" y="5135666"/>
            <a:ext cx="257302"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7D98204C-06CF-C0CE-19FE-037FC5A33C64}"/>
              </a:ext>
            </a:extLst>
          </p:cNvPr>
          <p:cNvCxnSpPr>
            <a:cxnSpLocks/>
          </p:cNvCxnSpPr>
          <p:nvPr/>
        </p:nvCxnSpPr>
        <p:spPr>
          <a:xfrm>
            <a:off x="10161889" y="4669346"/>
            <a:ext cx="0" cy="466321"/>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83" name="Isosceles Triangle 1756">
            <a:extLst>
              <a:ext uri="{FF2B5EF4-FFF2-40B4-BE49-F238E27FC236}">
                <a16:creationId xmlns:a16="http://schemas.microsoft.com/office/drawing/2014/main" id="{C60561BC-C9CE-675F-8057-0B3AFFD9A8D6}"/>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85" name="Rounded Rectangle 184">
            <a:extLst>
              <a:ext uri="{FF2B5EF4-FFF2-40B4-BE49-F238E27FC236}">
                <a16:creationId xmlns:a16="http://schemas.microsoft.com/office/drawing/2014/main" id="{02C6F62B-CA07-7456-FE61-32A9412A1803}"/>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185">
            <a:extLst>
              <a:ext uri="{FF2B5EF4-FFF2-40B4-BE49-F238E27FC236}">
                <a16:creationId xmlns:a16="http://schemas.microsoft.com/office/drawing/2014/main" id="{507F9397-31E9-9062-43F6-8AA693AD9B51}"/>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186">
            <a:extLst>
              <a:ext uri="{FF2B5EF4-FFF2-40B4-BE49-F238E27FC236}">
                <a16:creationId xmlns:a16="http://schemas.microsoft.com/office/drawing/2014/main" id="{97F86D23-D969-1DC6-2BD6-17331450B604}"/>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ounded Rectangle 187">
            <a:extLst>
              <a:ext uri="{FF2B5EF4-FFF2-40B4-BE49-F238E27FC236}">
                <a16:creationId xmlns:a16="http://schemas.microsoft.com/office/drawing/2014/main" id="{A3DFAF0B-C81F-257F-364E-9410C9729C0B}"/>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ounded Rectangle 188">
            <a:extLst>
              <a:ext uri="{FF2B5EF4-FFF2-40B4-BE49-F238E27FC236}">
                <a16:creationId xmlns:a16="http://schemas.microsoft.com/office/drawing/2014/main" id="{CB85255F-D68B-4D2F-11B7-E785CC80EB72}"/>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ounded Rectangle 189">
            <a:extLst>
              <a:ext uri="{FF2B5EF4-FFF2-40B4-BE49-F238E27FC236}">
                <a16:creationId xmlns:a16="http://schemas.microsoft.com/office/drawing/2014/main" id="{E91DE04B-A167-ED54-1835-CB101676DD8F}"/>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ounded Rectangle 190">
            <a:extLst>
              <a:ext uri="{FF2B5EF4-FFF2-40B4-BE49-F238E27FC236}">
                <a16:creationId xmlns:a16="http://schemas.microsoft.com/office/drawing/2014/main" id="{E2E7B289-3D5F-0ADF-0CDD-116AD715EBFC}"/>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ounded Rectangle 191">
            <a:extLst>
              <a:ext uri="{FF2B5EF4-FFF2-40B4-BE49-F238E27FC236}">
                <a16:creationId xmlns:a16="http://schemas.microsoft.com/office/drawing/2014/main" id="{8503D032-0BC8-3F6D-E3CB-895EA276CEDA}"/>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ounded Rectangle 192">
            <a:extLst>
              <a:ext uri="{FF2B5EF4-FFF2-40B4-BE49-F238E27FC236}">
                <a16:creationId xmlns:a16="http://schemas.microsoft.com/office/drawing/2014/main" id="{951382B3-85D3-0BAC-DA37-D314ED513E6F}"/>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ounded Rectangle 193">
            <a:extLst>
              <a:ext uri="{FF2B5EF4-FFF2-40B4-BE49-F238E27FC236}">
                <a16:creationId xmlns:a16="http://schemas.microsoft.com/office/drawing/2014/main" id="{07C01CF2-FC3D-CC09-BB9A-7CF62B11FAF0}"/>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ounded Rectangle 194">
            <a:extLst>
              <a:ext uri="{FF2B5EF4-FFF2-40B4-BE49-F238E27FC236}">
                <a16:creationId xmlns:a16="http://schemas.microsoft.com/office/drawing/2014/main" id="{78011CE4-65EC-B245-8C77-804916B6B243}"/>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ounded Rectangle 195">
            <a:extLst>
              <a:ext uri="{FF2B5EF4-FFF2-40B4-BE49-F238E27FC236}">
                <a16:creationId xmlns:a16="http://schemas.microsoft.com/office/drawing/2014/main" id="{15CD1467-B4CC-46EB-134B-3EFB88086691}"/>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TextBox 196">
            <a:extLst>
              <a:ext uri="{FF2B5EF4-FFF2-40B4-BE49-F238E27FC236}">
                <a16:creationId xmlns:a16="http://schemas.microsoft.com/office/drawing/2014/main" id="{6D4F175D-2A15-F8FC-31C2-A5148C72C181}"/>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98" name="Straight Connector 197">
            <a:extLst>
              <a:ext uri="{FF2B5EF4-FFF2-40B4-BE49-F238E27FC236}">
                <a16:creationId xmlns:a16="http://schemas.microsoft.com/office/drawing/2014/main" id="{ECE0E357-59CA-8540-68FC-5F24629D001F}"/>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1447158-898D-FBCD-3391-0A5706C5EAD5}"/>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16DE245E-07B9-7683-D7EB-0B4497873D15}"/>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1" name="Flowchart: Manual Operation 1572">
            <a:extLst>
              <a:ext uri="{FF2B5EF4-FFF2-40B4-BE49-F238E27FC236}">
                <a16:creationId xmlns:a16="http://schemas.microsoft.com/office/drawing/2014/main" id="{FF63A462-CE6C-BC2D-C660-D42416473B77}"/>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202" name="TextBox 201">
            <a:extLst>
              <a:ext uri="{FF2B5EF4-FFF2-40B4-BE49-F238E27FC236}">
                <a16:creationId xmlns:a16="http://schemas.microsoft.com/office/drawing/2014/main" id="{D3416501-4248-BFD3-6E5D-1CA8FB2861D2}"/>
              </a:ext>
            </a:extLst>
          </p:cNvPr>
          <p:cNvSpPr txBox="1"/>
          <p:nvPr/>
        </p:nvSpPr>
        <p:spPr>
          <a:xfrm>
            <a:off x="6902133" y="266011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cxnSp>
        <p:nvCxnSpPr>
          <p:cNvPr id="203" name="Straight Connector 202">
            <a:extLst>
              <a:ext uri="{FF2B5EF4-FFF2-40B4-BE49-F238E27FC236}">
                <a16:creationId xmlns:a16="http://schemas.microsoft.com/office/drawing/2014/main" id="{CA3AA8D3-4D32-E060-0E98-8D29AD3F992E}"/>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4" name="Isosceles Triangle 1756">
            <a:extLst>
              <a:ext uri="{FF2B5EF4-FFF2-40B4-BE49-F238E27FC236}">
                <a16:creationId xmlns:a16="http://schemas.microsoft.com/office/drawing/2014/main" id="{0E671847-B95D-B5FF-02DC-9395930DC4D2}"/>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5" name="Straight Connector 204">
            <a:extLst>
              <a:ext uri="{FF2B5EF4-FFF2-40B4-BE49-F238E27FC236}">
                <a16:creationId xmlns:a16="http://schemas.microsoft.com/office/drawing/2014/main" id="{A8904459-3D6A-D711-D781-AC5EFA48FF96}"/>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6" name="Isosceles Triangle 1756">
            <a:extLst>
              <a:ext uri="{FF2B5EF4-FFF2-40B4-BE49-F238E27FC236}">
                <a16:creationId xmlns:a16="http://schemas.microsoft.com/office/drawing/2014/main" id="{EF047679-23FB-A9BD-C6C7-4C0257C58A79}"/>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7" name="Straight Connector 206">
            <a:extLst>
              <a:ext uri="{FF2B5EF4-FFF2-40B4-BE49-F238E27FC236}">
                <a16:creationId xmlns:a16="http://schemas.microsoft.com/office/drawing/2014/main" id="{82734603-7934-5A58-6EAC-50CA01DA6338}"/>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8" name="Isosceles Triangle 1756">
            <a:extLst>
              <a:ext uri="{FF2B5EF4-FFF2-40B4-BE49-F238E27FC236}">
                <a16:creationId xmlns:a16="http://schemas.microsoft.com/office/drawing/2014/main" id="{BD745989-77A4-64F0-BBE5-2EB16393D48D}"/>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9" name="Straight Connector 208">
            <a:extLst>
              <a:ext uri="{FF2B5EF4-FFF2-40B4-BE49-F238E27FC236}">
                <a16:creationId xmlns:a16="http://schemas.microsoft.com/office/drawing/2014/main" id="{350AB162-9005-6D7C-A326-23722054895F}"/>
              </a:ext>
            </a:extLst>
          </p:cNvPr>
          <p:cNvCxnSpPr>
            <a:cxnSpLocks/>
          </p:cNvCxnSpPr>
          <p:nvPr/>
        </p:nvCxnSpPr>
        <p:spPr>
          <a:xfrm>
            <a:off x="8929467" y="5639630"/>
            <a:ext cx="0" cy="1508544"/>
          </a:xfrm>
          <a:prstGeom prst="line">
            <a:avLst/>
          </a:prstGeom>
          <a:ln w="539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0" name="Isosceles Triangle 1756">
            <a:extLst>
              <a:ext uri="{FF2B5EF4-FFF2-40B4-BE49-F238E27FC236}">
                <a16:creationId xmlns:a16="http://schemas.microsoft.com/office/drawing/2014/main" id="{F46DCCD9-5487-225B-A15E-BE5897C28D49}"/>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1" name="Straight Connector 210">
            <a:extLst>
              <a:ext uri="{FF2B5EF4-FFF2-40B4-BE49-F238E27FC236}">
                <a16:creationId xmlns:a16="http://schemas.microsoft.com/office/drawing/2014/main" id="{44D0A878-7C0A-0643-3F5D-ECAC35A619FE}"/>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2" name="Isosceles Triangle 1756">
            <a:extLst>
              <a:ext uri="{FF2B5EF4-FFF2-40B4-BE49-F238E27FC236}">
                <a16:creationId xmlns:a16="http://schemas.microsoft.com/office/drawing/2014/main" id="{9C5BD682-70B2-D42B-976F-5525EE46A9D6}"/>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3" name="Straight Connector 212">
            <a:extLst>
              <a:ext uri="{FF2B5EF4-FFF2-40B4-BE49-F238E27FC236}">
                <a16:creationId xmlns:a16="http://schemas.microsoft.com/office/drawing/2014/main" id="{56089DCD-2F59-2CB7-C391-87F120729259}"/>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4" name="Isosceles Triangle 1756">
            <a:extLst>
              <a:ext uri="{FF2B5EF4-FFF2-40B4-BE49-F238E27FC236}">
                <a16:creationId xmlns:a16="http://schemas.microsoft.com/office/drawing/2014/main" id="{3D5C127F-47BE-9A02-CD50-33012BF434BD}"/>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5" name="Straight Connector 214">
            <a:extLst>
              <a:ext uri="{FF2B5EF4-FFF2-40B4-BE49-F238E27FC236}">
                <a16:creationId xmlns:a16="http://schemas.microsoft.com/office/drawing/2014/main" id="{D947133C-40BE-A53F-2027-D9A6F957E8DF}"/>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6" name="Isosceles Triangle 1756">
            <a:extLst>
              <a:ext uri="{FF2B5EF4-FFF2-40B4-BE49-F238E27FC236}">
                <a16:creationId xmlns:a16="http://schemas.microsoft.com/office/drawing/2014/main" id="{77864FC8-3489-0C17-0017-58A9A569B475}"/>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18" name="Rectangle: Rounded Corners 1744">
            <a:extLst>
              <a:ext uri="{FF2B5EF4-FFF2-40B4-BE49-F238E27FC236}">
                <a16:creationId xmlns:a16="http://schemas.microsoft.com/office/drawing/2014/main" id="{6A5B95C9-D9E7-0129-03ED-36AD89F0DAF0}"/>
              </a:ext>
            </a:extLst>
          </p:cNvPr>
          <p:cNvSpPr/>
          <p:nvPr/>
        </p:nvSpPr>
        <p:spPr>
          <a:xfrm>
            <a:off x="9026509" y="5690159"/>
            <a:ext cx="682641" cy="1458012"/>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267" name="TextBox 266">
            <a:extLst>
              <a:ext uri="{FF2B5EF4-FFF2-40B4-BE49-F238E27FC236}">
                <a16:creationId xmlns:a16="http://schemas.microsoft.com/office/drawing/2014/main" id="{10F4F17F-12EA-501A-7FA5-09341B597148}"/>
              </a:ext>
            </a:extLst>
          </p:cNvPr>
          <p:cNvSpPr txBox="1"/>
          <p:nvPr/>
        </p:nvSpPr>
        <p:spPr>
          <a:xfrm>
            <a:off x="7815523" y="7095431"/>
            <a:ext cx="3609422" cy="461665"/>
          </a:xfrm>
          <a:prstGeom prst="rect">
            <a:avLst/>
          </a:prstGeom>
          <a:noFill/>
        </p:spPr>
        <p:txBody>
          <a:bodyPr wrap="square">
            <a:spAutoFit/>
          </a:bodyPr>
          <a:lstStyle/>
          <a:p>
            <a:pPr algn="ctr"/>
            <a:r>
              <a:rPr lang="en-US" sz="2400" b="1" dirty="0"/>
              <a:t>Pin [</a:t>
            </a:r>
            <a:r>
              <a:rPr lang="en-US" altLang="zh-CN" sz="2400" b="1" dirty="0"/>
              <a:t>4]</a:t>
            </a:r>
            <a:r>
              <a:rPr lang="en-US" sz="2400" b="1" dirty="0"/>
              <a:t>(enabled)</a:t>
            </a:r>
            <a:endParaRPr lang="en-US" sz="2800" b="1" dirty="0"/>
          </a:p>
        </p:txBody>
      </p:sp>
      <p:sp>
        <p:nvSpPr>
          <p:cNvPr id="6" name="TextBox 5">
            <a:extLst>
              <a:ext uri="{FF2B5EF4-FFF2-40B4-BE49-F238E27FC236}">
                <a16:creationId xmlns:a16="http://schemas.microsoft.com/office/drawing/2014/main" id="{11899997-C657-464D-3A6D-E1C41D1413D7}"/>
              </a:ext>
            </a:extLst>
          </p:cNvPr>
          <p:cNvSpPr txBox="1"/>
          <p:nvPr/>
        </p:nvSpPr>
        <p:spPr>
          <a:xfrm>
            <a:off x="9321638" y="266409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BL=16</a:t>
            </a:r>
          </a:p>
        </p:txBody>
      </p:sp>
    </p:spTree>
    <p:extLst>
      <p:ext uri="{BB962C8B-B14F-4D97-AF65-F5344CB8AC3E}">
        <p14:creationId xmlns:p14="http://schemas.microsoft.com/office/powerpoint/2010/main" val="1627663736"/>
      </p:ext>
    </p:extLst>
  </p:cSld>
  <p:clrMapOvr>
    <a:masterClrMapping/>
  </p:clrMapOvr>
  <mc:AlternateContent xmlns:mc="http://schemas.openxmlformats.org/markup-compatibility/2006" xmlns:p14="http://schemas.microsoft.com/office/powerpoint/2010/main">
    <mc:Choice Requires="p14">
      <p:transition spd="slow" p14:dur="2000" advTm="10914"/>
    </mc:Choice>
    <mc:Fallback xmlns="">
      <p:transition spd="slow" advTm="10914"/>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6B4D6-B559-E8CF-B638-98F58988D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FCCC1-07F5-1CF7-1D90-BEAEA9F18586}"/>
              </a:ext>
            </a:extLst>
          </p:cNvPr>
          <p:cNvSpPr>
            <a:spLocks noGrp="1"/>
          </p:cNvSpPr>
          <p:nvPr>
            <p:ph type="title"/>
          </p:nvPr>
        </p:nvSpPr>
        <p:spPr/>
        <p:txBody>
          <a:bodyPr/>
          <a:lstStyle/>
          <a:p>
            <a:r>
              <a:rPr lang="en-US" dirty="0"/>
              <a:t>ASPA -- Adaptive Buffering</a:t>
            </a:r>
          </a:p>
        </p:txBody>
      </p:sp>
      <p:sp>
        <p:nvSpPr>
          <p:cNvPr id="88" name="TextBox 87">
            <a:extLst>
              <a:ext uri="{FF2B5EF4-FFF2-40B4-BE49-F238E27FC236}">
                <a16:creationId xmlns:a16="http://schemas.microsoft.com/office/drawing/2014/main" id="{F66E4262-131C-7D36-EC9F-10A009E2CA10}"/>
              </a:ext>
            </a:extLst>
          </p:cNvPr>
          <p:cNvSpPr txBox="1"/>
          <p:nvPr/>
        </p:nvSpPr>
        <p:spPr>
          <a:xfrm>
            <a:off x="7093333" y="7163354"/>
            <a:ext cx="1516214" cy="369332"/>
          </a:xfrm>
          <a:prstGeom prst="rect">
            <a:avLst/>
          </a:prstGeom>
          <a:noFill/>
        </p:spPr>
        <p:txBody>
          <a:bodyPr wrap="square">
            <a:spAutoFit/>
          </a:bodyPr>
          <a:lstStyle/>
          <a:p>
            <a:pPr algn="ctr"/>
            <a:r>
              <a:rPr lang="en-US" b="1" dirty="0"/>
              <a:t>Pin [0-3]</a:t>
            </a:r>
          </a:p>
        </p:txBody>
      </p:sp>
      <p:sp>
        <p:nvSpPr>
          <p:cNvPr id="171" name="Rectangle 170">
            <a:extLst>
              <a:ext uri="{FF2B5EF4-FFF2-40B4-BE49-F238E27FC236}">
                <a16:creationId xmlns:a16="http://schemas.microsoft.com/office/drawing/2014/main" id="{93E9E18C-6E56-5C49-ED44-7865DBF9BAE1}"/>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72" name="Straight Connector 171">
            <a:extLst>
              <a:ext uri="{FF2B5EF4-FFF2-40B4-BE49-F238E27FC236}">
                <a16:creationId xmlns:a16="http://schemas.microsoft.com/office/drawing/2014/main" id="{9AFA2CEF-250B-4BC5-82F2-3391359D52F3}"/>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46DBDC31-0F36-09F2-1501-1A612F9F50E5}"/>
              </a:ext>
            </a:extLst>
          </p:cNvPr>
          <p:cNvCxnSpPr>
            <a:cxnSpLocks/>
          </p:cNvCxnSpPr>
          <p:nvPr/>
        </p:nvCxnSpPr>
        <p:spPr>
          <a:xfrm>
            <a:off x="7960291" y="5147009"/>
            <a:ext cx="1104900" cy="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2CDC9733-AD06-8E47-5DF2-23A36E517FBF}"/>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75" name="Rectangle: Rounded Corners 1571">
            <a:extLst>
              <a:ext uri="{FF2B5EF4-FFF2-40B4-BE49-F238E27FC236}">
                <a16:creationId xmlns:a16="http://schemas.microsoft.com/office/drawing/2014/main" id="{3B183A80-0E16-1ACD-2096-B0AF44F300DC}"/>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76" name="Straight Connector 175">
            <a:extLst>
              <a:ext uri="{FF2B5EF4-FFF2-40B4-BE49-F238E27FC236}">
                <a16:creationId xmlns:a16="http://schemas.microsoft.com/office/drawing/2014/main" id="{E4326A47-82E5-808C-5ABC-664F3D74B671}"/>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68247BF3-4B4A-96B1-2940-626F1A0A0B0F}"/>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1506B2BA-B4D2-7249-B70F-3516D3686D3B}"/>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12F5948D-43AA-DDA1-9289-86941D992801}"/>
              </a:ext>
            </a:extLst>
          </p:cNvPr>
          <p:cNvCxnSpPr>
            <a:cxnSpLocks/>
          </p:cNvCxnSpPr>
          <p:nvPr/>
        </p:nvCxnSpPr>
        <p:spPr>
          <a:xfrm>
            <a:off x="8567007" y="4677283"/>
            <a:ext cx="1595147" cy="0"/>
          </a:xfrm>
          <a:prstGeom prst="line">
            <a:avLst/>
          </a:prstGeom>
          <a:ln w="25400">
            <a:solidFill>
              <a:schemeClr val="tx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80" name="Rectangle: Rounded Corners 1744">
            <a:extLst>
              <a:ext uri="{FF2B5EF4-FFF2-40B4-BE49-F238E27FC236}">
                <a16:creationId xmlns:a16="http://schemas.microsoft.com/office/drawing/2014/main" id="{C1350147-9ED5-886C-4479-87A623087252}"/>
              </a:ext>
            </a:extLst>
          </p:cNvPr>
          <p:cNvSpPr/>
          <p:nvPr/>
        </p:nvSpPr>
        <p:spPr>
          <a:xfrm>
            <a:off x="9067837" y="4953374"/>
            <a:ext cx="844131" cy="370148"/>
          </a:xfrm>
          <a:prstGeom prst="roundRect">
            <a:avLst>
              <a:gd name="adj" fmla="val 879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CRC Unit</a:t>
            </a:r>
          </a:p>
        </p:txBody>
      </p:sp>
      <p:cxnSp>
        <p:nvCxnSpPr>
          <p:cNvPr id="181" name="Straight Connector 180">
            <a:extLst>
              <a:ext uri="{FF2B5EF4-FFF2-40B4-BE49-F238E27FC236}">
                <a16:creationId xmlns:a16="http://schemas.microsoft.com/office/drawing/2014/main" id="{82FAAA9D-FABB-A1D7-689F-87A49112F519}"/>
              </a:ext>
            </a:extLst>
          </p:cNvPr>
          <p:cNvCxnSpPr>
            <a:cxnSpLocks/>
          </p:cNvCxnSpPr>
          <p:nvPr/>
        </p:nvCxnSpPr>
        <p:spPr>
          <a:xfrm>
            <a:off x="9911967" y="5135666"/>
            <a:ext cx="257302"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DF736674-3D69-FDEC-7765-862E8B8BBFFC}"/>
              </a:ext>
            </a:extLst>
          </p:cNvPr>
          <p:cNvCxnSpPr>
            <a:cxnSpLocks/>
          </p:cNvCxnSpPr>
          <p:nvPr/>
        </p:nvCxnSpPr>
        <p:spPr>
          <a:xfrm>
            <a:off x="10161889" y="4669346"/>
            <a:ext cx="0" cy="466321"/>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83" name="Isosceles Triangle 1756">
            <a:extLst>
              <a:ext uri="{FF2B5EF4-FFF2-40B4-BE49-F238E27FC236}">
                <a16:creationId xmlns:a16="http://schemas.microsoft.com/office/drawing/2014/main" id="{11498962-64A6-70F2-828D-79F2FDD68C9F}"/>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85" name="Rounded Rectangle 184">
            <a:extLst>
              <a:ext uri="{FF2B5EF4-FFF2-40B4-BE49-F238E27FC236}">
                <a16:creationId xmlns:a16="http://schemas.microsoft.com/office/drawing/2014/main" id="{26AFEB0F-739A-0A5B-6BB0-1DCCE180B4C5}"/>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185">
            <a:extLst>
              <a:ext uri="{FF2B5EF4-FFF2-40B4-BE49-F238E27FC236}">
                <a16:creationId xmlns:a16="http://schemas.microsoft.com/office/drawing/2014/main" id="{B929504F-4509-E5F9-68E2-2610107A06C3}"/>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186">
            <a:extLst>
              <a:ext uri="{FF2B5EF4-FFF2-40B4-BE49-F238E27FC236}">
                <a16:creationId xmlns:a16="http://schemas.microsoft.com/office/drawing/2014/main" id="{F1113027-206B-2F9B-116F-7FE9BCB18551}"/>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ounded Rectangle 187">
            <a:extLst>
              <a:ext uri="{FF2B5EF4-FFF2-40B4-BE49-F238E27FC236}">
                <a16:creationId xmlns:a16="http://schemas.microsoft.com/office/drawing/2014/main" id="{DB7AEE10-9130-A195-E2D4-7F9517C0AD71}"/>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ounded Rectangle 188">
            <a:extLst>
              <a:ext uri="{FF2B5EF4-FFF2-40B4-BE49-F238E27FC236}">
                <a16:creationId xmlns:a16="http://schemas.microsoft.com/office/drawing/2014/main" id="{29846FE9-DA14-B1E9-B0EE-84318D2D7935}"/>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ounded Rectangle 189">
            <a:extLst>
              <a:ext uri="{FF2B5EF4-FFF2-40B4-BE49-F238E27FC236}">
                <a16:creationId xmlns:a16="http://schemas.microsoft.com/office/drawing/2014/main" id="{BFC8FA73-F03F-1352-9545-3815354F5841}"/>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ounded Rectangle 190">
            <a:extLst>
              <a:ext uri="{FF2B5EF4-FFF2-40B4-BE49-F238E27FC236}">
                <a16:creationId xmlns:a16="http://schemas.microsoft.com/office/drawing/2014/main" id="{53677533-521C-BAE3-5055-C85681C3C041}"/>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ounded Rectangle 191">
            <a:extLst>
              <a:ext uri="{FF2B5EF4-FFF2-40B4-BE49-F238E27FC236}">
                <a16:creationId xmlns:a16="http://schemas.microsoft.com/office/drawing/2014/main" id="{E0F8E6D2-88E1-F684-E8CB-2E48BAB62968}"/>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ounded Rectangle 192">
            <a:extLst>
              <a:ext uri="{FF2B5EF4-FFF2-40B4-BE49-F238E27FC236}">
                <a16:creationId xmlns:a16="http://schemas.microsoft.com/office/drawing/2014/main" id="{1BA44A4F-C4F9-5C86-417A-365D1946109D}"/>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ounded Rectangle 193">
            <a:extLst>
              <a:ext uri="{FF2B5EF4-FFF2-40B4-BE49-F238E27FC236}">
                <a16:creationId xmlns:a16="http://schemas.microsoft.com/office/drawing/2014/main" id="{C1EE9AAC-A8AE-95C1-4867-E58D01694DE0}"/>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ounded Rectangle 194">
            <a:extLst>
              <a:ext uri="{FF2B5EF4-FFF2-40B4-BE49-F238E27FC236}">
                <a16:creationId xmlns:a16="http://schemas.microsoft.com/office/drawing/2014/main" id="{303C5AF3-3D94-DF0C-F015-BCF7CBF4DBF4}"/>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ounded Rectangle 195">
            <a:extLst>
              <a:ext uri="{FF2B5EF4-FFF2-40B4-BE49-F238E27FC236}">
                <a16:creationId xmlns:a16="http://schemas.microsoft.com/office/drawing/2014/main" id="{53C14B11-620D-5C10-3282-441CAF5F3829}"/>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TextBox 196">
            <a:extLst>
              <a:ext uri="{FF2B5EF4-FFF2-40B4-BE49-F238E27FC236}">
                <a16:creationId xmlns:a16="http://schemas.microsoft.com/office/drawing/2014/main" id="{24496F5B-E606-7AC8-080C-3FC14417FE64}"/>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98" name="Straight Connector 197">
            <a:extLst>
              <a:ext uri="{FF2B5EF4-FFF2-40B4-BE49-F238E27FC236}">
                <a16:creationId xmlns:a16="http://schemas.microsoft.com/office/drawing/2014/main" id="{2131A661-F3AF-3133-E1C3-3C850CF16E24}"/>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738C982F-13FB-D704-E2D6-BF85D2890FE4}"/>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84A5E01-BE66-1247-800A-F3376A31BAD0}"/>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1" name="Flowchart: Manual Operation 1572">
            <a:extLst>
              <a:ext uri="{FF2B5EF4-FFF2-40B4-BE49-F238E27FC236}">
                <a16:creationId xmlns:a16="http://schemas.microsoft.com/office/drawing/2014/main" id="{1F645A32-6002-E373-AEF5-589A5F48D10E}"/>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202" name="TextBox 201">
            <a:extLst>
              <a:ext uri="{FF2B5EF4-FFF2-40B4-BE49-F238E27FC236}">
                <a16:creationId xmlns:a16="http://schemas.microsoft.com/office/drawing/2014/main" id="{EE06AC7E-48AB-6C60-5FD7-06210F40D204}"/>
              </a:ext>
            </a:extLst>
          </p:cNvPr>
          <p:cNvSpPr txBox="1"/>
          <p:nvPr/>
        </p:nvSpPr>
        <p:spPr>
          <a:xfrm>
            <a:off x="6902133" y="261622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cxnSp>
        <p:nvCxnSpPr>
          <p:cNvPr id="203" name="Straight Connector 202">
            <a:extLst>
              <a:ext uri="{FF2B5EF4-FFF2-40B4-BE49-F238E27FC236}">
                <a16:creationId xmlns:a16="http://schemas.microsoft.com/office/drawing/2014/main" id="{896253D6-4D3D-4387-797E-2365AEEC4603}"/>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4" name="Isosceles Triangle 1756">
            <a:extLst>
              <a:ext uri="{FF2B5EF4-FFF2-40B4-BE49-F238E27FC236}">
                <a16:creationId xmlns:a16="http://schemas.microsoft.com/office/drawing/2014/main" id="{CEF7465D-57AF-0D91-3C9B-43C5306976D2}"/>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5" name="Straight Connector 204">
            <a:extLst>
              <a:ext uri="{FF2B5EF4-FFF2-40B4-BE49-F238E27FC236}">
                <a16:creationId xmlns:a16="http://schemas.microsoft.com/office/drawing/2014/main" id="{E5BFEF75-7C56-241F-4F12-B0E4F13354D6}"/>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6" name="Isosceles Triangle 1756">
            <a:extLst>
              <a:ext uri="{FF2B5EF4-FFF2-40B4-BE49-F238E27FC236}">
                <a16:creationId xmlns:a16="http://schemas.microsoft.com/office/drawing/2014/main" id="{0C697B90-968E-F35B-EDF2-CB721ED4A2EB}"/>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7" name="Straight Connector 206">
            <a:extLst>
              <a:ext uri="{FF2B5EF4-FFF2-40B4-BE49-F238E27FC236}">
                <a16:creationId xmlns:a16="http://schemas.microsoft.com/office/drawing/2014/main" id="{52543D90-A564-996C-B623-7AA966E88233}"/>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08" name="Isosceles Triangle 1756">
            <a:extLst>
              <a:ext uri="{FF2B5EF4-FFF2-40B4-BE49-F238E27FC236}">
                <a16:creationId xmlns:a16="http://schemas.microsoft.com/office/drawing/2014/main" id="{39ED42FB-401C-8A09-EE5C-F220ED511A4F}"/>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09" name="Straight Connector 208">
            <a:extLst>
              <a:ext uri="{FF2B5EF4-FFF2-40B4-BE49-F238E27FC236}">
                <a16:creationId xmlns:a16="http://schemas.microsoft.com/office/drawing/2014/main" id="{5DA80E34-FA8B-9379-25B9-21426991B84E}"/>
              </a:ext>
            </a:extLst>
          </p:cNvPr>
          <p:cNvCxnSpPr>
            <a:cxnSpLocks/>
          </p:cNvCxnSpPr>
          <p:nvPr/>
        </p:nvCxnSpPr>
        <p:spPr>
          <a:xfrm>
            <a:off x="8929467" y="5639630"/>
            <a:ext cx="0" cy="1508544"/>
          </a:xfrm>
          <a:prstGeom prst="line">
            <a:avLst/>
          </a:prstGeom>
          <a:ln w="539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0" name="Isosceles Triangle 1756">
            <a:extLst>
              <a:ext uri="{FF2B5EF4-FFF2-40B4-BE49-F238E27FC236}">
                <a16:creationId xmlns:a16="http://schemas.microsoft.com/office/drawing/2014/main" id="{88E69467-77ED-F880-D18A-C0C1C65CF1B2}"/>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1" name="Straight Connector 210">
            <a:extLst>
              <a:ext uri="{FF2B5EF4-FFF2-40B4-BE49-F238E27FC236}">
                <a16:creationId xmlns:a16="http://schemas.microsoft.com/office/drawing/2014/main" id="{C5BD9855-B8EC-B734-DFCD-79B2C07FD4A3}"/>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2" name="Isosceles Triangle 1756">
            <a:extLst>
              <a:ext uri="{FF2B5EF4-FFF2-40B4-BE49-F238E27FC236}">
                <a16:creationId xmlns:a16="http://schemas.microsoft.com/office/drawing/2014/main" id="{CFA79355-4C32-59AC-9231-99E518C1D6F8}"/>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3" name="Straight Connector 212">
            <a:extLst>
              <a:ext uri="{FF2B5EF4-FFF2-40B4-BE49-F238E27FC236}">
                <a16:creationId xmlns:a16="http://schemas.microsoft.com/office/drawing/2014/main" id="{2B45FA09-B50B-6B90-67D8-3710BE98A465}"/>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4" name="Isosceles Triangle 1756">
            <a:extLst>
              <a:ext uri="{FF2B5EF4-FFF2-40B4-BE49-F238E27FC236}">
                <a16:creationId xmlns:a16="http://schemas.microsoft.com/office/drawing/2014/main" id="{ABF9D928-E9BA-0D8D-A619-7339F47AC8D6}"/>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215" name="Straight Connector 214">
            <a:extLst>
              <a:ext uri="{FF2B5EF4-FFF2-40B4-BE49-F238E27FC236}">
                <a16:creationId xmlns:a16="http://schemas.microsoft.com/office/drawing/2014/main" id="{BAD18E4D-A657-F4B5-7757-13EC3BF5FE2F}"/>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216" name="Isosceles Triangle 1756">
            <a:extLst>
              <a:ext uri="{FF2B5EF4-FFF2-40B4-BE49-F238E27FC236}">
                <a16:creationId xmlns:a16="http://schemas.microsoft.com/office/drawing/2014/main" id="{DE29605D-8AB3-E188-FDAC-885B650D7763}"/>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218" name="Rectangle: Rounded Corners 1744">
            <a:extLst>
              <a:ext uri="{FF2B5EF4-FFF2-40B4-BE49-F238E27FC236}">
                <a16:creationId xmlns:a16="http://schemas.microsoft.com/office/drawing/2014/main" id="{C5BBA86D-7D24-CB0B-8E55-B6EC56506BF5}"/>
              </a:ext>
            </a:extLst>
          </p:cNvPr>
          <p:cNvSpPr/>
          <p:nvPr/>
        </p:nvSpPr>
        <p:spPr>
          <a:xfrm>
            <a:off x="9026509" y="5690159"/>
            <a:ext cx="682641" cy="1458012"/>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267" name="TextBox 266">
            <a:extLst>
              <a:ext uri="{FF2B5EF4-FFF2-40B4-BE49-F238E27FC236}">
                <a16:creationId xmlns:a16="http://schemas.microsoft.com/office/drawing/2014/main" id="{29F9D99A-C1E3-7927-2102-5992FBC64E53}"/>
              </a:ext>
            </a:extLst>
          </p:cNvPr>
          <p:cNvSpPr txBox="1"/>
          <p:nvPr/>
        </p:nvSpPr>
        <p:spPr>
          <a:xfrm>
            <a:off x="7815523" y="7095431"/>
            <a:ext cx="3609422" cy="461665"/>
          </a:xfrm>
          <a:prstGeom prst="rect">
            <a:avLst/>
          </a:prstGeom>
          <a:noFill/>
        </p:spPr>
        <p:txBody>
          <a:bodyPr wrap="square">
            <a:spAutoFit/>
          </a:bodyPr>
          <a:lstStyle/>
          <a:p>
            <a:pPr algn="ctr"/>
            <a:r>
              <a:rPr lang="en-US" sz="2400" b="1" dirty="0"/>
              <a:t>Pin [</a:t>
            </a:r>
            <a:r>
              <a:rPr lang="en-US" altLang="zh-CN" sz="2400" b="1" dirty="0"/>
              <a:t>4]</a:t>
            </a:r>
            <a:r>
              <a:rPr lang="en-US" sz="2400" b="1" dirty="0"/>
              <a:t>(enabled)</a:t>
            </a:r>
            <a:endParaRPr lang="en-US" sz="2800" b="1" dirty="0"/>
          </a:p>
        </p:txBody>
      </p:sp>
      <p:sp>
        <p:nvSpPr>
          <p:cNvPr id="6" name="TextBox 5">
            <a:extLst>
              <a:ext uri="{FF2B5EF4-FFF2-40B4-BE49-F238E27FC236}">
                <a16:creationId xmlns:a16="http://schemas.microsoft.com/office/drawing/2014/main" id="{86168C7B-D2A1-72CC-4A34-EE96778AC69F}"/>
              </a:ext>
            </a:extLst>
          </p:cNvPr>
          <p:cNvSpPr txBox="1"/>
          <p:nvPr/>
        </p:nvSpPr>
        <p:spPr>
          <a:xfrm>
            <a:off x="9321638" y="262020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BL=16</a:t>
            </a:r>
          </a:p>
        </p:txBody>
      </p:sp>
      <p:sp>
        <p:nvSpPr>
          <p:cNvPr id="3" name="Rectangle: Rounded Corners 1744">
            <a:extLst>
              <a:ext uri="{FF2B5EF4-FFF2-40B4-BE49-F238E27FC236}">
                <a16:creationId xmlns:a16="http://schemas.microsoft.com/office/drawing/2014/main" id="{6E50B3B0-7340-FFB1-AA8D-B88B2E7E9765}"/>
              </a:ext>
            </a:extLst>
          </p:cNvPr>
          <p:cNvSpPr/>
          <p:nvPr/>
        </p:nvSpPr>
        <p:spPr>
          <a:xfrm>
            <a:off x="6658160" y="3063404"/>
            <a:ext cx="4162241" cy="4469283"/>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1" name="Trapezoid 10">
            <a:extLst>
              <a:ext uri="{FF2B5EF4-FFF2-40B4-BE49-F238E27FC236}">
                <a16:creationId xmlns:a16="http://schemas.microsoft.com/office/drawing/2014/main" id="{7BE963A6-2E84-B575-0589-A0DBE038C72A}"/>
              </a:ext>
            </a:extLst>
          </p:cNvPr>
          <p:cNvSpPr/>
          <p:nvPr/>
        </p:nvSpPr>
        <p:spPr>
          <a:xfrm rot="10800000">
            <a:off x="7594848" y="5725682"/>
            <a:ext cx="2243388" cy="875370"/>
          </a:xfrm>
          <a:prstGeom prst="trapezoid">
            <a:avLst/>
          </a:prstGeom>
          <a:solidFill>
            <a:schemeClr val="bg1">
              <a:alpha val="68000"/>
            </a:schemeClr>
          </a:solid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2B369A9-4F80-0767-3ABB-595235A7E600}"/>
              </a:ext>
            </a:extLst>
          </p:cNvPr>
          <p:cNvSpPr txBox="1"/>
          <p:nvPr/>
        </p:nvSpPr>
        <p:spPr>
          <a:xfrm>
            <a:off x="7724701" y="5901757"/>
            <a:ext cx="1790875" cy="523220"/>
          </a:xfrm>
          <a:prstGeom prst="rect">
            <a:avLst/>
          </a:prstGeom>
          <a:noFill/>
        </p:spPr>
        <p:txBody>
          <a:bodyPr wrap="none" rtlCol="0">
            <a:spAutoFit/>
          </a:bodyPr>
          <a:lstStyle/>
          <a:p>
            <a:r>
              <a:rPr lang="en-US" sz="2800" dirty="0"/>
              <a:t>5BL=80bits</a:t>
            </a:r>
          </a:p>
        </p:txBody>
      </p:sp>
    </p:spTree>
    <p:extLst>
      <p:ext uri="{BB962C8B-B14F-4D97-AF65-F5344CB8AC3E}">
        <p14:creationId xmlns:p14="http://schemas.microsoft.com/office/powerpoint/2010/main" val="858973717"/>
      </p:ext>
    </p:extLst>
  </p:cSld>
  <p:clrMapOvr>
    <a:masterClrMapping/>
  </p:clrMapOvr>
  <mc:AlternateContent xmlns:mc="http://schemas.openxmlformats.org/markup-compatibility/2006" xmlns:p14="http://schemas.microsoft.com/office/powerpoint/2010/main">
    <mc:Choice Requires="p14">
      <p:transition spd="slow" p14:dur="2000" advTm="7133"/>
    </mc:Choice>
    <mc:Fallback xmlns="">
      <p:transition spd="slow" advTm="7133"/>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8EC05-AAD6-3F26-D523-EF4B83645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BA918-ED09-F496-BA49-AD439A3C72B1}"/>
              </a:ext>
            </a:extLst>
          </p:cNvPr>
          <p:cNvSpPr>
            <a:spLocks noGrp="1"/>
          </p:cNvSpPr>
          <p:nvPr>
            <p:ph type="title"/>
          </p:nvPr>
        </p:nvSpPr>
        <p:spPr/>
        <p:txBody>
          <a:bodyPr/>
          <a:lstStyle/>
          <a:p>
            <a:r>
              <a:rPr lang="en-US" dirty="0"/>
              <a:t>ASPA -- Adaptive Buffering</a:t>
            </a:r>
          </a:p>
        </p:txBody>
      </p:sp>
      <p:sp>
        <p:nvSpPr>
          <p:cNvPr id="3" name="TextBox 2">
            <a:extLst>
              <a:ext uri="{FF2B5EF4-FFF2-40B4-BE49-F238E27FC236}">
                <a16:creationId xmlns:a16="http://schemas.microsoft.com/office/drawing/2014/main" id="{2AF4CF67-40B4-A25D-9CF5-9C4237BB0C17}"/>
              </a:ext>
            </a:extLst>
          </p:cNvPr>
          <p:cNvSpPr txBox="1"/>
          <p:nvPr/>
        </p:nvSpPr>
        <p:spPr>
          <a:xfrm>
            <a:off x="1109423" y="3206711"/>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❶</a:t>
            </a:r>
          </a:p>
        </p:txBody>
      </p:sp>
      <p:sp>
        <p:nvSpPr>
          <p:cNvPr id="18" name="Rectangle: Rounded Corners 27">
            <a:extLst>
              <a:ext uri="{FF2B5EF4-FFF2-40B4-BE49-F238E27FC236}">
                <a16:creationId xmlns:a16="http://schemas.microsoft.com/office/drawing/2014/main" id="{B3D47018-B09B-13E7-1C5D-FBD53F973745}"/>
              </a:ext>
            </a:extLst>
          </p:cNvPr>
          <p:cNvSpPr/>
          <p:nvPr/>
        </p:nvSpPr>
        <p:spPr>
          <a:xfrm>
            <a:off x="2203687" y="3401711"/>
            <a:ext cx="2461395"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400" dirty="0">
                <a:solidFill>
                  <a:schemeClr val="tx1"/>
                </a:solidFill>
                <a:latin typeface="DengXian" panose="02010600030101010101" pitchFamily="2" charset="-122"/>
                <a:ea typeface="DengXian" panose="02010600030101010101" pitchFamily="2" charset="-122"/>
              </a:rPr>
              <a:t>128b IO Buffer</a:t>
            </a:r>
          </a:p>
        </p:txBody>
      </p:sp>
      <p:sp>
        <p:nvSpPr>
          <p:cNvPr id="64" name="Arrow: Right 1552">
            <a:extLst>
              <a:ext uri="{FF2B5EF4-FFF2-40B4-BE49-F238E27FC236}">
                <a16:creationId xmlns:a16="http://schemas.microsoft.com/office/drawing/2014/main" id="{1350889C-5173-6692-1FEA-EBC96BBE80F8}"/>
              </a:ext>
            </a:extLst>
          </p:cNvPr>
          <p:cNvSpPr/>
          <p:nvPr/>
        </p:nvSpPr>
        <p:spPr>
          <a:xfrm>
            <a:off x="1429359" y="3552183"/>
            <a:ext cx="682738" cy="225967"/>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5" name="TextBox 64">
            <a:extLst>
              <a:ext uri="{FF2B5EF4-FFF2-40B4-BE49-F238E27FC236}">
                <a16:creationId xmlns:a16="http://schemas.microsoft.com/office/drawing/2014/main" id="{B01A2A63-30E0-01D7-6554-CCE0D4FCB92F}"/>
              </a:ext>
            </a:extLst>
          </p:cNvPr>
          <p:cNvSpPr txBox="1"/>
          <p:nvPr/>
        </p:nvSpPr>
        <p:spPr>
          <a:xfrm>
            <a:off x="1258029" y="3684882"/>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+128b</a:t>
            </a:r>
          </a:p>
        </p:txBody>
      </p:sp>
      <p:sp>
        <p:nvSpPr>
          <p:cNvPr id="108" name="Rectangle 107">
            <a:extLst>
              <a:ext uri="{FF2B5EF4-FFF2-40B4-BE49-F238E27FC236}">
                <a16:creationId xmlns:a16="http://schemas.microsoft.com/office/drawing/2014/main" id="{069AA28E-2AD0-149D-05D4-33123E31ECBC}"/>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09" name="Straight Connector 108">
            <a:extLst>
              <a:ext uri="{FF2B5EF4-FFF2-40B4-BE49-F238E27FC236}">
                <a16:creationId xmlns:a16="http://schemas.microsoft.com/office/drawing/2014/main" id="{D2EBB8CA-2B0B-6124-CAC7-696FA85D3CE4}"/>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F048297-7371-FCBD-5732-82E87378C75E}"/>
              </a:ext>
            </a:extLst>
          </p:cNvPr>
          <p:cNvCxnSpPr>
            <a:cxnSpLocks/>
          </p:cNvCxnSpPr>
          <p:nvPr/>
        </p:nvCxnSpPr>
        <p:spPr>
          <a:xfrm>
            <a:off x="7960291"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5AD1556-7185-1CEB-0975-3EA179EF9F88}"/>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12" name="Rectangle: Rounded Corners 1571">
            <a:extLst>
              <a:ext uri="{FF2B5EF4-FFF2-40B4-BE49-F238E27FC236}">
                <a16:creationId xmlns:a16="http://schemas.microsoft.com/office/drawing/2014/main" id="{E8AAC955-37FA-E955-C5AF-1A3D917FB32A}"/>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13" name="Straight Connector 112">
            <a:extLst>
              <a:ext uri="{FF2B5EF4-FFF2-40B4-BE49-F238E27FC236}">
                <a16:creationId xmlns:a16="http://schemas.microsoft.com/office/drawing/2014/main" id="{4DCBB53C-7799-CB06-1436-5D05F99690D4}"/>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7E3032FC-8DE1-AC90-87D0-1A1825D8FACB}"/>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28FD4EED-7456-C7D3-0293-EEDDD5346110}"/>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0690AA6-0DEA-107D-EE8C-D7D7E0ED345B}"/>
              </a:ext>
            </a:extLst>
          </p:cNvPr>
          <p:cNvCxnSpPr>
            <a:cxnSpLocks/>
          </p:cNvCxnSpPr>
          <p:nvPr/>
        </p:nvCxnSpPr>
        <p:spPr>
          <a:xfrm>
            <a:off x="8567007"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17" name="Rectangle: Rounded Corners 1744">
            <a:extLst>
              <a:ext uri="{FF2B5EF4-FFF2-40B4-BE49-F238E27FC236}">
                <a16:creationId xmlns:a16="http://schemas.microsoft.com/office/drawing/2014/main" id="{D55FE9C6-D376-9C87-1C06-CBA68C3CD910}"/>
              </a:ext>
            </a:extLst>
          </p:cNvPr>
          <p:cNvSpPr/>
          <p:nvPr/>
        </p:nvSpPr>
        <p:spPr>
          <a:xfrm>
            <a:off x="9067837"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118" name="Straight Connector 117">
            <a:extLst>
              <a:ext uri="{FF2B5EF4-FFF2-40B4-BE49-F238E27FC236}">
                <a16:creationId xmlns:a16="http://schemas.microsoft.com/office/drawing/2014/main" id="{2FD6A078-7A52-D56B-B771-AC0C103EF7EE}"/>
              </a:ext>
            </a:extLst>
          </p:cNvPr>
          <p:cNvCxnSpPr>
            <a:cxnSpLocks/>
          </p:cNvCxnSpPr>
          <p:nvPr/>
        </p:nvCxnSpPr>
        <p:spPr>
          <a:xfrm>
            <a:off x="9911967" y="5135666"/>
            <a:ext cx="257302"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AAA35C1-3B58-AFBA-F1FF-350B282F1443}"/>
              </a:ext>
            </a:extLst>
          </p:cNvPr>
          <p:cNvCxnSpPr>
            <a:cxnSpLocks/>
          </p:cNvCxnSpPr>
          <p:nvPr/>
        </p:nvCxnSpPr>
        <p:spPr>
          <a:xfrm>
            <a:off x="10161889"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20" name="Isosceles Triangle 1756">
            <a:extLst>
              <a:ext uri="{FF2B5EF4-FFF2-40B4-BE49-F238E27FC236}">
                <a16:creationId xmlns:a16="http://schemas.microsoft.com/office/drawing/2014/main" id="{B51C7337-9094-FB6F-2CAB-5144DA45ED24}"/>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21" name="Rounded Rectangle 120">
            <a:extLst>
              <a:ext uri="{FF2B5EF4-FFF2-40B4-BE49-F238E27FC236}">
                <a16:creationId xmlns:a16="http://schemas.microsoft.com/office/drawing/2014/main" id="{A421CEF2-1EB1-D342-7CD8-7F1B4F94556C}"/>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ounded Rectangle 121">
            <a:extLst>
              <a:ext uri="{FF2B5EF4-FFF2-40B4-BE49-F238E27FC236}">
                <a16:creationId xmlns:a16="http://schemas.microsoft.com/office/drawing/2014/main" id="{67DD15DF-1F87-88C2-A26F-E605178AA81E}"/>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ounded Rectangle 122">
            <a:extLst>
              <a:ext uri="{FF2B5EF4-FFF2-40B4-BE49-F238E27FC236}">
                <a16:creationId xmlns:a16="http://schemas.microsoft.com/office/drawing/2014/main" id="{BEF3E6F7-EC49-F052-81B2-828D7E204D61}"/>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ounded Rectangle 123">
            <a:extLst>
              <a:ext uri="{FF2B5EF4-FFF2-40B4-BE49-F238E27FC236}">
                <a16:creationId xmlns:a16="http://schemas.microsoft.com/office/drawing/2014/main" id="{F60FB803-D0EF-2E01-AD52-617FE36C1ADA}"/>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ounded Rectangle 124">
            <a:extLst>
              <a:ext uri="{FF2B5EF4-FFF2-40B4-BE49-F238E27FC236}">
                <a16:creationId xmlns:a16="http://schemas.microsoft.com/office/drawing/2014/main" id="{56457E5C-901B-78EA-66B2-A507ACD1ADEC}"/>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ounded Rectangle 125">
            <a:extLst>
              <a:ext uri="{FF2B5EF4-FFF2-40B4-BE49-F238E27FC236}">
                <a16:creationId xmlns:a16="http://schemas.microsoft.com/office/drawing/2014/main" id="{39C4DD9D-06CA-3462-5FD8-5C466DD3B04F}"/>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ounded Rectangle 126">
            <a:extLst>
              <a:ext uri="{FF2B5EF4-FFF2-40B4-BE49-F238E27FC236}">
                <a16:creationId xmlns:a16="http://schemas.microsoft.com/office/drawing/2014/main" id="{1CE5062C-537D-6B93-D7BD-19A4DEAC917F}"/>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ounded Rectangle 127">
            <a:extLst>
              <a:ext uri="{FF2B5EF4-FFF2-40B4-BE49-F238E27FC236}">
                <a16:creationId xmlns:a16="http://schemas.microsoft.com/office/drawing/2014/main" id="{BBFD35C3-09F2-2A88-0AEE-5090EA8519EB}"/>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ounded Rectangle 128">
            <a:extLst>
              <a:ext uri="{FF2B5EF4-FFF2-40B4-BE49-F238E27FC236}">
                <a16:creationId xmlns:a16="http://schemas.microsoft.com/office/drawing/2014/main" id="{93FA0EE5-5AD8-FB17-07ED-FCF9E145A0F4}"/>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ounded Rectangle 129">
            <a:extLst>
              <a:ext uri="{FF2B5EF4-FFF2-40B4-BE49-F238E27FC236}">
                <a16:creationId xmlns:a16="http://schemas.microsoft.com/office/drawing/2014/main" id="{1258A6C3-F25C-5FE8-655C-43FC6E27A388}"/>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ounded Rectangle 130">
            <a:extLst>
              <a:ext uri="{FF2B5EF4-FFF2-40B4-BE49-F238E27FC236}">
                <a16:creationId xmlns:a16="http://schemas.microsoft.com/office/drawing/2014/main" id="{AD2A92A6-D222-ECDA-11B1-3846589C719C}"/>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ounded Rectangle 131">
            <a:extLst>
              <a:ext uri="{FF2B5EF4-FFF2-40B4-BE49-F238E27FC236}">
                <a16:creationId xmlns:a16="http://schemas.microsoft.com/office/drawing/2014/main" id="{F1B3DF3D-DC73-0417-2CB6-15B5FC6EC376}"/>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TextBox 132">
            <a:extLst>
              <a:ext uri="{FF2B5EF4-FFF2-40B4-BE49-F238E27FC236}">
                <a16:creationId xmlns:a16="http://schemas.microsoft.com/office/drawing/2014/main" id="{0E3E20C0-2994-78EF-DD88-43C56F18FE01}"/>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34" name="Straight Connector 133">
            <a:extLst>
              <a:ext uri="{FF2B5EF4-FFF2-40B4-BE49-F238E27FC236}">
                <a16:creationId xmlns:a16="http://schemas.microsoft.com/office/drawing/2014/main" id="{EA1784A5-A588-CE8E-8482-4E6B8DCCE921}"/>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6FDE7F47-F766-E3D1-88E6-99D7C739DFB2}"/>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BB7C5F2F-13C8-06CC-AABA-D5A07F68F197}"/>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37" name="Flowchart: Manual Operation 1572">
            <a:extLst>
              <a:ext uri="{FF2B5EF4-FFF2-40B4-BE49-F238E27FC236}">
                <a16:creationId xmlns:a16="http://schemas.microsoft.com/office/drawing/2014/main" id="{015F0E34-3838-DB58-C0BC-8476274577E5}"/>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138" name="TextBox 137">
            <a:extLst>
              <a:ext uri="{FF2B5EF4-FFF2-40B4-BE49-F238E27FC236}">
                <a16:creationId xmlns:a16="http://schemas.microsoft.com/office/drawing/2014/main" id="{31AF2F55-C57B-5D1E-FA79-AA02171D077D}"/>
              </a:ext>
            </a:extLst>
          </p:cNvPr>
          <p:cNvSpPr txBox="1"/>
          <p:nvPr/>
        </p:nvSpPr>
        <p:spPr>
          <a:xfrm>
            <a:off x="6902133" y="261622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cxnSp>
        <p:nvCxnSpPr>
          <p:cNvPr id="139" name="Straight Connector 138">
            <a:extLst>
              <a:ext uri="{FF2B5EF4-FFF2-40B4-BE49-F238E27FC236}">
                <a16:creationId xmlns:a16="http://schemas.microsoft.com/office/drawing/2014/main" id="{350663DF-969D-91B8-880B-EF68AA209CB7}"/>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0" name="Isosceles Triangle 1756">
            <a:extLst>
              <a:ext uri="{FF2B5EF4-FFF2-40B4-BE49-F238E27FC236}">
                <a16:creationId xmlns:a16="http://schemas.microsoft.com/office/drawing/2014/main" id="{380219B3-83CD-AED9-1F4D-A3A83585113A}"/>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1" name="Straight Connector 140">
            <a:extLst>
              <a:ext uri="{FF2B5EF4-FFF2-40B4-BE49-F238E27FC236}">
                <a16:creationId xmlns:a16="http://schemas.microsoft.com/office/drawing/2014/main" id="{3FACF77E-054B-B750-0143-06D3BD8DBA9C}"/>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2" name="Isosceles Triangle 1756">
            <a:extLst>
              <a:ext uri="{FF2B5EF4-FFF2-40B4-BE49-F238E27FC236}">
                <a16:creationId xmlns:a16="http://schemas.microsoft.com/office/drawing/2014/main" id="{BCC6F56E-D72E-B99E-5C20-EE90A221FBAB}"/>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3" name="Straight Connector 142">
            <a:extLst>
              <a:ext uri="{FF2B5EF4-FFF2-40B4-BE49-F238E27FC236}">
                <a16:creationId xmlns:a16="http://schemas.microsoft.com/office/drawing/2014/main" id="{BD157C91-B675-60A0-F856-D49C754D96D6}"/>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4" name="Isosceles Triangle 1756">
            <a:extLst>
              <a:ext uri="{FF2B5EF4-FFF2-40B4-BE49-F238E27FC236}">
                <a16:creationId xmlns:a16="http://schemas.microsoft.com/office/drawing/2014/main" id="{CFC64FDD-9B52-6C57-9667-9CF28815AA49}"/>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5" name="Straight Connector 144">
            <a:extLst>
              <a:ext uri="{FF2B5EF4-FFF2-40B4-BE49-F238E27FC236}">
                <a16:creationId xmlns:a16="http://schemas.microsoft.com/office/drawing/2014/main" id="{8D6EC841-5D9D-2015-4513-1F2074937AF4}"/>
              </a:ext>
            </a:extLst>
          </p:cNvPr>
          <p:cNvCxnSpPr>
            <a:cxnSpLocks/>
          </p:cNvCxnSpPr>
          <p:nvPr/>
        </p:nvCxnSpPr>
        <p:spPr>
          <a:xfrm>
            <a:off x="8929467" y="5639630"/>
            <a:ext cx="0" cy="1508544"/>
          </a:xfrm>
          <a:prstGeom prst="line">
            <a:avLst/>
          </a:prstGeom>
          <a:ln w="539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6" name="Isosceles Triangle 1756">
            <a:extLst>
              <a:ext uri="{FF2B5EF4-FFF2-40B4-BE49-F238E27FC236}">
                <a16:creationId xmlns:a16="http://schemas.microsoft.com/office/drawing/2014/main" id="{6D4E946B-66B3-6DCF-CE95-FF3005A97ADB}"/>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7" name="Straight Connector 146">
            <a:extLst>
              <a:ext uri="{FF2B5EF4-FFF2-40B4-BE49-F238E27FC236}">
                <a16:creationId xmlns:a16="http://schemas.microsoft.com/office/drawing/2014/main" id="{0C5CBD12-BD1A-FDA9-6506-48A5BFEFC196}"/>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8" name="Isosceles Triangle 1756">
            <a:extLst>
              <a:ext uri="{FF2B5EF4-FFF2-40B4-BE49-F238E27FC236}">
                <a16:creationId xmlns:a16="http://schemas.microsoft.com/office/drawing/2014/main" id="{45D30CC0-0C46-5B2A-A5D3-C87B83FCE58D}"/>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9" name="Straight Connector 148">
            <a:extLst>
              <a:ext uri="{FF2B5EF4-FFF2-40B4-BE49-F238E27FC236}">
                <a16:creationId xmlns:a16="http://schemas.microsoft.com/office/drawing/2014/main" id="{0B950183-96C6-7816-88CA-09BADA026C0B}"/>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0" name="Isosceles Triangle 1756">
            <a:extLst>
              <a:ext uri="{FF2B5EF4-FFF2-40B4-BE49-F238E27FC236}">
                <a16:creationId xmlns:a16="http://schemas.microsoft.com/office/drawing/2014/main" id="{D7FB49B0-99EF-226C-A677-DEFADF77B6AA}"/>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51" name="Straight Connector 150">
            <a:extLst>
              <a:ext uri="{FF2B5EF4-FFF2-40B4-BE49-F238E27FC236}">
                <a16:creationId xmlns:a16="http://schemas.microsoft.com/office/drawing/2014/main" id="{219B7EAF-0B6F-82EA-C66A-CCC5960CA0F6}"/>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2" name="Isosceles Triangle 1756">
            <a:extLst>
              <a:ext uri="{FF2B5EF4-FFF2-40B4-BE49-F238E27FC236}">
                <a16:creationId xmlns:a16="http://schemas.microsoft.com/office/drawing/2014/main" id="{DEEFA252-D071-8F34-C3EA-1C1E3DE4E60A}"/>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53" name="Rectangle: Rounded Corners 1744">
            <a:extLst>
              <a:ext uri="{FF2B5EF4-FFF2-40B4-BE49-F238E27FC236}">
                <a16:creationId xmlns:a16="http://schemas.microsoft.com/office/drawing/2014/main" id="{7F1D26E1-B372-32EB-7886-88331DB7517E}"/>
              </a:ext>
            </a:extLst>
          </p:cNvPr>
          <p:cNvSpPr/>
          <p:nvPr/>
        </p:nvSpPr>
        <p:spPr>
          <a:xfrm>
            <a:off x="9026509" y="5690159"/>
            <a:ext cx="682641" cy="1458012"/>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54" name="TextBox 153">
            <a:extLst>
              <a:ext uri="{FF2B5EF4-FFF2-40B4-BE49-F238E27FC236}">
                <a16:creationId xmlns:a16="http://schemas.microsoft.com/office/drawing/2014/main" id="{DD405B47-D23A-898F-733E-C7E6A1F01CF5}"/>
              </a:ext>
            </a:extLst>
          </p:cNvPr>
          <p:cNvSpPr txBox="1"/>
          <p:nvPr/>
        </p:nvSpPr>
        <p:spPr>
          <a:xfrm>
            <a:off x="7815523" y="7095431"/>
            <a:ext cx="3609422" cy="461665"/>
          </a:xfrm>
          <a:prstGeom prst="rect">
            <a:avLst/>
          </a:prstGeom>
          <a:noFill/>
        </p:spPr>
        <p:txBody>
          <a:bodyPr wrap="square">
            <a:spAutoFit/>
          </a:bodyPr>
          <a:lstStyle/>
          <a:p>
            <a:pPr algn="ctr"/>
            <a:r>
              <a:rPr lang="en-US" sz="2400" b="1" dirty="0"/>
              <a:t>Pin [</a:t>
            </a:r>
            <a:r>
              <a:rPr lang="en-US" altLang="zh-CN" sz="2400" b="1" dirty="0"/>
              <a:t>4]</a:t>
            </a:r>
            <a:r>
              <a:rPr lang="en-US" sz="2400" b="1" dirty="0"/>
              <a:t>(enabled)</a:t>
            </a:r>
            <a:endParaRPr lang="en-US" sz="2800" b="1" dirty="0"/>
          </a:p>
        </p:txBody>
      </p:sp>
      <p:sp>
        <p:nvSpPr>
          <p:cNvPr id="155" name="TextBox 154">
            <a:extLst>
              <a:ext uri="{FF2B5EF4-FFF2-40B4-BE49-F238E27FC236}">
                <a16:creationId xmlns:a16="http://schemas.microsoft.com/office/drawing/2014/main" id="{7D739C0E-03AD-1263-9738-2A04F3B851D0}"/>
              </a:ext>
            </a:extLst>
          </p:cNvPr>
          <p:cNvSpPr txBox="1"/>
          <p:nvPr/>
        </p:nvSpPr>
        <p:spPr>
          <a:xfrm>
            <a:off x="9321638" y="262020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BL=16</a:t>
            </a:r>
          </a:p>
        </p:txBody>
      </p:sp>
      <p:sp>
        <p:nvSpPr>
          <p:cNvPr id="157" name="Trapezoid 156">
            <a:extLst>
              <a:ext uri="{FF2B5EF4-FFF2-40B4-BE49-F238E27FC236}">
                <a16:creationId xmlns:a16="http://schemas.microsoft.com/office/drawing/2014/main" id="{45F7FFE4-DE21-36A0-5792-A70BBA8380FF}"/>
              </a:ext>
            </a:extLst>
          </p:cNvPr>
          <p:cNvSpPr/>
          <p:nvPr/>
        </p:nvSpPr>
        <p:spPr>
          <a:xfrm rot="10800000">
            <a:off x="7594848" y="5725682"/>
            <a:ext cx="2243388" cy="875370"/>
          </a:xfrm>
          <a:prstGeom prst="trapezoid">
            <a:avLst/>
          </a:prstGeom>
          <a:solidFill>
            <a:schemeClr val="bg1">
              <a:alpha val="68000"/>
            </a:schemeClr>
          </a:solid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TextBox 157">
            <a:extLst>
              <a:ext uri="{FF2B5EF4-FFF2-40B4-BE49-F238E27FC236}">
                <a16:creationId xmlns:a16="http://schemas.microsoft.com/office/drawing/2014/main" id="{EF5E261C-F34B-4D65-03E7-D8F6F698F0C4}"/>
              </a:ext>
            </a:extLst>
          </p:cNvPr>
          <p:cNvSpPr txBox="1"/>
          <p:nvPr/>
        </p:nvSpPr>
        <p:spPr>
          <a:xfrm>
            <a:off x="7724701" y="5901757"/>
            <a:ext cx="1790875" cy="523220"/>
          </a:xfrm>
          <a:prstGeom prst="rect">
            <a:avLst/>
          </a:prstGeom>
          <a:noFill/>
        </p:spPr>
        <p:txBody>
          <a:bodyPr wrap="none" rtlCol="0">
            <a:spAutoFit/>
          </a:bodyPr>
          <a:lstStyle/>
          <a:p>
            <a:r>
              <a:rPr lang="en-US" sz="2800" dirty="0"/>
              <a:t>5BL=80bits</a:t>
            </a:r>
          </a:p>
        </p:txBody>
      </p:sp>
    </p:spTree>
    <p:extLst>
      <p:ext uri="{BB962C8B-B14F-4D97-AF65-F5344CB8AC3E}">
        <p14:creationId xmlns:p14="http://schemas.microsoft.com/office/powerpoint/2010/main" val="221722903"/>
      </p:ext>
    </p:extLst>
  </p:cSld>
  <p:clrMapOvr>
    <a:masterClrMapping/>
  </p:clrMapOvr>
  <mc:AlternateContent xmlns:mc="http://schemas.openxmlformats.org/markup-compatibility/2006" xmlns:p14="http://schemas.microsoft.com/office/powerpoint/2010/main">
    <mc:Choice Requires="p14">
      <p:transition spd="slow" p14:dur="2000" advTm="7546"/>
    </mc:Choice>
    <mc:Fallback xmlns="">
      <p:transition spd="slow" advTm="7546"/>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6CA54-65CE-D091-57B4-517FA66F57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858B0-6E67-61AD-4DDB-FA2AB980426B}"/>
              </a:ext>
            </a:extLst>
          </p:cNvPr>
          <p:cNvSpPr>
            <a:spLocks noGrp="1"/>
          </p:cNvSpPr>
          <p:nvPr>
            <p:ph type="title"/>
          </p:nvPr>
        </p:nvSpPr>
        <p:spPr/>
        <p:txBody>
          <a:bodyPr/>
          <a:lstStyle/>
          <a:p>
            <a:r>
              <a:rPr lang="en-US" dirty="0"/>
              <a:t>ASPA -- Adaptive Buffering</a:t>
            </a:r>
          </a:p>
        </p:txBody>
      </p:sp>
      <p:sp>
        <p:nvSpPr>
          <p:cNvPr id="3" name="TextBox 2">
            <a:extLst>
              <a:ext uri="{FF2B5EF4-FFF2-40B4-BE49-F238E27FC236}">
                <a16:creationId xmlns:a16="http://schemas.microsoft.com/office/drawing/2014/main" id="{8A1CFD49-0EA4-D172-2FB2-B9AD17294DB6}"/>
              </a:ext>
            </a:extLst>
          </p:cNvPr>
          <p:cNvSpPr txBox="1"/>
          <p:nvPr/>
        </p:nvSpPr>
        <p:spPr>
          <a:xfrm>
            <a:off x="1109423" y="3206711"/>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❶</a:t>
            </a:r>
          </a:p>
        </p:txBody>
      </p:sp>
      <p:sp>
        <p:nvSpPr>
          <p:cNvPr id="7" name="TextBox 6">
            <a:extLst>
              <a:ext uri="{FF2B5EF4-FFF2-40B4-BE49-F238E27FC236}">
                <a16:creationId xmlns:a16="http://schemas.microsoft.com/office/drawing/2014/main" id="{ADA0C960-0D49-1EDF-B670-24435EF1001C}"/>
              </a:ext>
            </a:extLst>
          </p:cNvPr>
          <p:cNvSpPr txBox="1"/>
          <p:nvPr/>
        </p:nvSpPr>
        <p:spPr>
          <a:xfrm>
            <a:off x="1109423" y="4229023"/>
            <a:ext cx="941455" cy="461665"/>
          </a:xfrm>
          <a:prstGeom prst="rect">
            <a:avLst/>
          </a:prstGeom>
          <a:noFill/>
        </p:spPr>
        <p:txBody>
          <a:bodyPr wrap="square">
            <a:spAutoFit/>
          </a:bodyPr>
          <a:lstStyle/>
          <a:p>
            <a:r>
              <a:rPr lang="en-US" sz="2400">
                <a:latin typeface="DengXian" panose="02010600030101010101" pitchFamily="2" charset="-122"/>
                <a:ea typeface="DengXian" panose="02010600030101010101" pitchFamily="2" charset="-122"/>
              </a:rPr>
              <a:t>❷</a:t>
            </a:r>
          </a:p>
        </p:txBody>
      </p:sp>
      <p:sp>
        <p:nvSpPr>
          <p:cNvPr id="18" name="Rectangle: Rounded Corners 27">
            <a:extLst>
              <a:ext uri="{FF2B5EF4-FFF2-40B4-BE49-F238E27FC236}">
                <a16:creationId xmlns:a16="http://schemas.microsoft.com/office/drawing/2014/main" id="{9D6B585C-D3D2-F73D-4E4E-9F8090E52743}"/>
              </a:ext>
            </a:extLst>
          </p:cNvPr>
          <p:cNvSpPr/>
          <p:nvPr/>
        </p:nvSpPr>
        <p:spPr>
          <a:xfrm>
            <a:off x="2203687" y="3401711"/>
            <a:ext cx="2461395"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400" dirty="0">
                <a:solidFill>
                  <a:schemeClr val="tx1"/>
                </a:solidFill>
                <a:latin typeface="DengXian" panose="02010600030101010101" pitchFamily="2" charset="-122"/>
                <a:ea typeface="DengXian" panose="02010600030101010101" pitchFamily="2" charset="-122"/>
              </a:rPr>
              <a:t>128b IO Buffer</a:t>
            </a:r>
          </a:p>
        </p:txBody>
      </p:sp>
      <p:grpSp>
        <p:nvGrpSpPr>
          <p:cNvPr id="20" name="Group 19">
            <a:extLst>
              <a:ext uri="{FF2B5EF4-FFF2-40B4-BE49-F238E27FC236}">
                <a16:creationId xmlns:a16="http://schemas.microsoft.com/office/drawing/2014/main" id="{79D42CC8-A3B6-FFDB-7BB3-8FB6AE0A43A6}"/>
              </a:ext>
            </a:extLst>
          </p:cNvPr>
          <p:cNvGrpSpPr/>
          <p:nvPr/>
        </p:nvGrpSpPr>
        <p:grpSpPr>
          <a:xfrm>
            <a:off x="2203687" y="4423941"/>
            <a:ext cx="2461395" cy="522093"/>
            <a:chOff x="7052773" y="2412335"/>
            <a:chExt cx="1195330" cy="522093"/>
          </a:xfrm>
          <a:effectLst>
            <a:outerShdw blurRad="50800" dist="38100" dir="2700000" algn="tl" rotWithShape="0">
              <a:prstClr val="black">
                <a:alpha val="40000"/>
              </a:prstClr>
            </a:outerShdw>
          </a:effectLst>
        </p:grpSpPr>
        <p:sp>
          <p:nvSpPr>
            <p:cNvPr id="21" name="Rectangle: Rounded Corners 1">
              <a:extLst>
                <a:ext uri="{FF2B5EF4-FFF2-40B4-BE49-F238E27FC236}">
                  <a16:creationId xmlns:a16="http://schemas.microsoft.com/office/drawing/2014/main" id="{74B77BE0-2553-5F6F-6B46-ECDF8AB96F4B}"/>
                </a:ext>
              </a:extLst>
            </p:cNvPr>
            <p:cNvSpPr/>
            <p:nvPr/>
          </p:nvSpPr>
          <p:spPr>
            <a:xfrm>
              <a:off x="7052773" y="2412335"/>
              <a:ext cx="1195330"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22" name="Rectangle: Top Corners Rounded 22">
              <a:extLst>
                <a:ext uri="{FF2B5EF4-FFF2-40B4-BE49-F238E27FC236}">
                  <a16:creationId xmlns:a16="http://schemas.microsoft.com/office/drawing/2014/main" id="{6E6883C0-C5D2-F7C5-35A1-E6AF0F01C122}"/>
                </a:ext>
              </a:extLst>
            </p:cNvPr>
            <p:cNvSpPr/>
            <p:nvPr/>
          </p:nvSpPr>
          <p:spPr>
            <a:xfrm rot="5400000" flipV="1">
              <a:off x="7280026" y="2398351"/>
              <a:ext cx="502920" cy="548640"/>
            </a:xfrm>
            <a:prstGeom prst="round2SameRect">
              <a:avLst>
                <a:gd name="adj1" fmla="val 0"/>
                <a:gd name="adj2" fmla="val 0"/>
              </a:avLst>
            </a:prstGeom>
            <a:solidFill>
              <a:schemeClr val="accent2">
                <a:lumMod val="40000"/>
                <a:lumOff val="60000"/>
              </a:schemeClr>
            </a:solidFill>
            <a:ln w="12700">
              <a:solidFill>
                <a:schemeClr val="tx1"/>
              </a:solidFill>
            </a:ln>
            <a:effectLst/>
            <a:scene3d>
              <a:camera prst="orthographicFront"/>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sp>
          <p:nvSpPr>
            <p:cNvPr id="23" name="Rectangle: Top Corners Rounded 48">
              <a:extLst>
                <a:ext uri="{FF2B5EF4-FFF2-40B4-BE49-F238E27FC236}">
                  <a16:creationId xmlns:a16="http://schemas.microsoft.com/office/drawing/2014/main" id="{34E094AC-915C-14F4-AA34-72812610FBD2}"/>
                </a:ext>
              </a:extLst>
            </p:cNvPr>
            <p:cNvSpPr/>
            <p:nvPr/>
          </p:nvSpPr>
          <p:spPr>
            <a:xfrm rot="5400000">
              <a:off x="7775200" y="2455715"/>
              <a:ext cx="502920" cy="433388"/>
            </a:xfrm>
            <a:prstGeom prst="round2SameRect">
              <a:avLst>
                <a:gd name="adj1" fmla="val 18133"/>
                <a:gd name="adj2" fmla="val 0"/>
              </a:avLst>
            </a:prstGeom>
            <a:pattFill prst="wdUpDiag">
              <a:fgClr>
                <a:schemeClr val="accent2">
                  <a:lumMod val="75000"/>
                </a:schemeClr>
              </a:fgClr>
              <a:bgClr>
                <a:schemeClr val="accent2">
                  <a:lumMod val="40000"/>
                  <a:lumOff val="60000"/>
                </a:schemeClr>
              </a:bgClr>
            </a:pattFill>
            <a:ln>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grpSp>
      <p:sp>
        <p:nvSpPr>
          <p:cNvPr id="64" name="Arrow: Right 1552">
            <a:extLst>
              <a:ext uri="{FF2B5EF4-FFF2-40B4-BE49-F238E27FC236}">
                <a16:creationId xmlns:a16="http://schemas.microsoft.com/office/drawing/2014/main" id="{C4F96C4F-6472-D740-EBAB-E67782CE8EBC}"/>
              </a:ext>
            </a:extLst>
          </p:cNvPr>
          <p:cNvSpPr/>
          <p:nvPr/>
        </p:nvSpPr>
        <p:spPr>
          <a:xfrm>
            <a:off x="1429359" y="3552183"/>
            <a:ext cx="682738" cy="225967"/>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5" name="TextBox 64">
            <a:extLst>
              <a:ext uri="{FF2B5EF4-FFF2-40B4-BE49-F238E27FC236}">
                <a16:creationId xmlns:a16="http://schemas.microsoft.com/office/drawing/2014/main" id="{4C04CB52-1832-3308-BAE5-ABE302801C2F}"/>
              </a:ext>
            </a:extLst>
          </p:cNvPr>
          <p:cNvSpPr txBox="1"/>
          <p:nvPr/>
        </p:nvSpPr>
        <p:spPr>
          <a:xfrm>
            <a:off x="1258029" y="3684882"/>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+128b</a:t>
            </a:r>
          </a:p>
        </p:txBody>
      </p:sp>
      <p:sp>
        <p:nvSpPr>
          <p:cNvPr id="66" name="Arrow: Right 1556">
            <a:extLst>
              <a:ext uri="{FF2B5EF4-FFF2-40B4-BE49-F238E27FC236}">
                <a16:creationId xmlns:a16="http://schemas.microsoft.com/office/drawing/2014/main" id="{BCA8EE12-C40D-878A-048B-F4DE596DA966}"/>
              </a:ext>
            </a:extLst>
          </p:cNvPr>
          <p:cNvSpPr/>
          <p:nvPr/>
        </p:nvSpPr>
        <p:spPr>
          <a:xfrm>
            <a:off x="1429359" y="4626315"/>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7" name="TextBox 66">
            <a:extLst>
              <a:ext uri="{FF2B5EF4-FFF2-40B4-BE49-F238E27FC236}">
                <a16:creationId xmlns:a16="http://schemas.microsoft.com/office/drawing/2014/main" id="{DACBF2A1-0994-A568-CCA1-7902228166F3}"/>
              </a:ext>
            </a:extLst>
          </p:cNvPr>
          <p:cNvSpPr txBox="1"/>
          <p:nvPr/>
        </p:nvSpPr>
        <p:spPr>
          <a:xfrm>
            <a:off x="1258029" y="4696451"/>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grpSp>
        <p:nvGrpSpPr>
          <p:cNvPr id="72" name="Group 71">
            <a:extLst>
              <a:ext uri="{FF2B5EF4-FFF2-40B4-BE49-F238E27FC236}">
                <a16:creationId xmlns:a16="http://schemas.microsoft.com/office/drawing/2014/main" id="{008D9C52-5E04-A4A4-AF37-79ACC1F91DEC}"/>
              </a:ext>
            </a:extLst>
          </p:cNvPr>
          <p:cNvGrpSpPr/>
          <p:nvPr/>
        </p:nvGrpSpPr>
        <p:grpSpPr>
          <a:xfrm>
            <a:off x="3762882" y="4960117"/>
            <a:ext cx="892412" cy="442596"/>
            <a:chOff x="7915063" y="2917809"/>
            <a:chExt cx="1149785" cy="442596"/>
          </a:xfrm>
        </p:grpSpPr>
        <p:sp>
          <p:nvSpPr>
            <p:cNvPr id="73" name="Left Brace 72">
              <a:extLst>
                <a:ext uri="{FF2B5EF4-FFF2-40B4-BE49-F238E27FC236}">
                  <a16:creationId xmlns:a16="http://schemas.microsoft.com/office/drawing/2014/main" id="{C5410149-6DEE-7558-DE16-BD35CC397B97}"/>
                </a:ext>
              </a:extLst>
            </p:cNvPr>
            <p:cNvSpPr/>
            <p:nvPr/>
          </p:nvSpPr>
          <p:spPr>
            <a:xfrm rot="16200000">
              <a:off x="8434406" y="2398466"/>
              <a:ext cx="111099" cy="1149785"/>
            </a:xfrm>
            <a:prstGeom prst="leftBrace">
              <a:avLst>
                <a:gd name="adj1" fmla="val 2833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en-US" sz="2400">
                <a:latin typeface="DengXian" panose="02010600030101010101" pitchFamily="2" charset="-122"/>
                <a:ea typeface="DengXian" panose="02010600030101010101" pitchFamily="2" charset="-122"/>
              </a:endParaRPr>
            </a:p>
          </p:txBody>
        </p:sp>
        <p:sp>
          <p:nvSpPr>
            <p:cNvPr id="74" name="TextBox 73">
              <a:extLst>
                <a:ext uri="{FF2B5EF4-FFF2-40B4-BE49-F238E27FC236}">
                  <a16:creationId xmlns:a16="http://schemas.microsoft.com/office/drawing/2014/main" id="{EFCCFC38-9658-B79E-3BD2-90A8B39DF2F6}"/>
                </a:ext>
              </a:extLst>
            </p:cNvPr>
            <p:cNvSpPr txBox="1"/>
            <p:nvPr/>
          </p:nvSpPr>
          <p:spPr>
            <a:xfrm>
              <a:off x="8022037" y="2978121"/>
              <a:ext cx="923313" cy="382284"/>
            </a:xfrm>
            <a:prstGeom prst="rect">
              <a:avLst/>
            </a:prstGeom>
            <a:noFill/>
          </p:spPr>
          <p:txBody>
            <a:bodyPr wrap="square">
              <a:spAutoFit/>
            </a:bodyPr>
            <a:lstStyle/>
            <a:p>
              <a:pPr defTabSz="914400">
                <a:lnSpc>
                  <a:spcPct val="75000"/>
                </a:lnSpc>
                <a:defRPr/>
              </a:pPr>
              <a:r>
                <a:rPr lang="en-US" altLang="zh-CN" sz="2400" dirty="0">
                  <a:solidFill>
                    <a:prstClr val="black"/>
                  </a:solidFill>
                  <a:latin typeface="DengXian" panose="02010600030101010101" pitchFamily="2" charset="-122"/>
                  <a:ea typeface="DengXian" panose="02010600030101010101" pitchFamily="2" charset="-122"/>
                </a:rPr>
                <a:t>48b</a:t>
              </a:r>
            </a:p>
          </p:txBody>
        </p:sp>
      </p:grpSp>
      <p:cxnSp>
        <p:nvCxnSpPr>
          <p:cNvPr id="15" name="Straight Connector 14">
            <a:extLst>
              <a:ext uri="{FF2B5EF4-FFF2-40B4-BE49-F238E27FC236}">
                <a16:creationId xmlns:a16="http://schemas.microsoft.com/office/drawing/2014/main" id="{0871ABF9-B5DE-2F27-0ECA-2DF92912B883}"/>
              </a:ext>
            </a:extLst>
          </p:cNvPr>
          <p:cNvCxnSpPr>
            <a:cxnSpLocks/>
          </p:cNvCxnSpPr>
          <p:nvPr/>
        </p:nvCxnSpPr>
        <p:spPr>
          <a:xfrm flipV="1">
            <a:off x="2686619" y="4019594"/>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C1D0C46-2061-18AE-E659-CE269B883CF1}"/>
              </a:ext>
            </a:extLst>
          </p:cNvPr>
          <p:cNvSpPr txBox="1"/>
          <p:nvPr/>
        </p:nvSpPr>
        <p:spPr>
          <a:xfrm>
            <a:off x="2707554" y="3932934"/>
            <a:ext cx="871468"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-80b</a:t>
            </a:r>
          </a:p>
        </p:txBody>
      </p:sp>
      <p:sp>
        <p:nvSpPr>
          <p:cNvPr id="33" name="TextBox 32">
            <a:extLst>
              <a:ext uri="{FF2B5EF4-FFF2-40B4-BE49-F238E27FC236}">
                <a16:creationId xmlns:a16="http://schemas.microsoft.com/office/drawing/2014/main" id="{DD765F31-8FAD-59E3-00CE-5C8AB0D7F405}"/>
              </a:ext>
            </a:extLst>
          </p:cNvPr>
          <p:cNvSpPr txBox="1"/>
          <p:nvPr/>
        </p:nvSpPr>
        <p:spPr>
          <a:xfrm>
            <a:off x="2887273" y="4449281"/>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sp>
        <p:nvSpPr>
          <p:cNvPr id="107" name="Rectangle 106">
            <a:extLst>
              <a:ext uri="{FF2B5EF4-FFF2-40B4-BE49-F238E27FC236}">
                <a16:creationId xmlns:a16="http://schemas.microsoft.com/office/drawing/2014/main" id="{A1852E18-BA83-B235-0247-44D4E6CE608D}"/>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08" name="Straight Connector 107">
            <a:extLst>
              <a:ext uri="{FF2B5EF4-FFF2-40B4-BE49-F238E27FC236}">
                <a16:creationId xmlns:a16="http://schemas.microsoft.com/office/drawing/2014/main" id="{6E319AE0-66B8-B931-BB06-AEE681D35BD9}"/>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C0B5C7B-921C-AB3A-97C9-10EB08A2A6EE}"/>
              </a:ext>
            </a:extLst>
          </p:cNvPr>
          <p:cNvCxnSpPr>
            <a:cxnSpLocks/>
          </p:cNvCxnSpPr>
          <p:nvPr/>
        </p:nvCxnSpPr>
        <p:spPr>
          <a:xfrm>
            <a:off x="7960291"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6127EE9-C612-F7A9-58FD-7326BB49EFE3}"/>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11" name="Rectangle: Rounded Corners 1571">
            <a:extLst>
              <a:ext uri="{FF2B5EF4-FFF2-40B4-BE49-F238E27FC236}">
                <a16:creationId xmlns:a16="http://schemas.microsoft.com/office/drawing/2014/main" id="{797933B2-4AE6-BA1E-37CA-E87360926DD0}"/>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12" name="Straight Connector 111">
            <a:extLst>
              <a:ext uri="{FF2B5EF4-FFF2-40B4-BE49-F238E27FC236}">
                <a16:creationId xmlns:a16="http://schemas.microsoft.com/office/drawing/2014/main" id="{60C3CA31-427B-0AC4-F559-CD1F4CE561FA}"/>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43B50BA6-0AD1-3D21-0AAC-EE9CA7DB9D32}"/>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C18EA13-73D0-A39E-52BA-367C8F5D3B12}"/>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FA34DB0-6C4B-6CC6-26AD-994D9786B2FE}"/>
              </a:ext>
            </a:extLst>
          </p:cNvPr>
          <p:cNvCxnSpPr>
            <a:cxnSpLocks/>
          </p:cNvCxnSpPr>
          <p:nvPr/>
        </p:nvCxnSpPr>
        <p:spPr>
          <a:xfrm>
            <a:off x="8567007"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16" name="Rectangle: Rounded Corners 1744">
            <a:extLst>
              <a:ext uri="{FF2B5EF4-FFF2-40B4-BE49-F238E27FC236}">
                <a16:creationId xmlns:a16="http://schemas.microsoft.com/office/drawing/2014/main" id="{4C56A14B-471C-2993-8F15-D19E78754671}"/>
              </a:ext>
            </a:extLst>
          </p:cNvPr>
          <p:cNvSpPr/>
          <p:nvPr/>
        </p:nvSpPr>
        <p:spPr>
          <a:xfrm>
            <a:off x="9067837"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117" name="Straight Connector 116">
            <a:extLst>
              <a:ext uri="{FF2B5EF4-FFF2-40B4-BE49-F238E27FC236}">
                <a16:creationId xmlns:a16="http://schemas.microsoft.com/office/drawing/2014/main" id="{B8E107CC-086E-CDF1-F6BF-A3480F481324}"/>
              </a:ext>
            </a:extLst>
          </p:cNvPr>
          <p:cNvCxnSpPr>
            <a:cxnSpLocks/>
          </p:cNvCxnSpPr>
          <p:nvPr/>
        </p:nvCxnSpPr>
        <p:spPr>
          <a:xfrm>
            <a:off x="9911967" y="5135666"/>
            <a:ext cx="257302"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63E84294-495E-982C-A03B-A82E888497EF}"/>
              </a:ext>
            </a:extLst>
          </p:cNvPr>
          <p:cNvCxnSpPr>
            <a:cxnSpLocks/>
          </p:cNvCxnSpPr>
          <p:nvPr/>
        </p:nvCxnSpPr>
        <p:spPr>
          <a:xfrm>
            <a:off x="10161889"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19" name="Isosceles Triangle 1756">
            <a:extLst>
              <a:ext uri="{FF2B5EF4-FFF2-40B4-BE49-F238E27FC236}">
                <a16:creationId xmlns:a16="http://schemas.microsoft.com/office/drawing/2014/main" id="{BFA70B97-35A1-D0D1-C109-FA0BCF058B53}"/>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20" name="Rounded Rectangle 119">
            <a:extLst>
              <a:ext uri="{FF2B5EF4-FFF2-40B4-BE49-F238E27FC236}">
                <a16:creationId xmlns:a16="http://schemas.microsoft.com/office/drawing/2014/main" id="{FA6BBFBD-56C2-57BB-3238-8E8D434AE5C2}"/>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ounded Rectangle 120">
            <a:extLst>
              <a:ext uri="{FF2B5EF4-FFF2-40B4-BE49-F238E27FC236}">
                <a16:creationId xmlns:a16="http://schemas.microsoft.com/office/drawing/2014/main" id="{0479C6E5-AA55-B4D4-AAAE-1255621303F5}"/>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ounded Rectangle 121">
            <a:extLst>
              <a:ext uri="{FF2B5EF4-FFF2-40B4-BE49-F238E27FC236}">
                <a16:creationId xmlns:a16="http://schemas.microsoft.com/office/drawing/2014/main" id="{EFB877DE-0ACE-90EA-0956-59C2A2A63E42}"/>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ounded Rectangle 122">
            <a:extLst>
              <a:ext uri="{FF2B5EF4-FFF2-40B4-BE49-F238E27FC236}">
                <a16:creationId xmlns:a16="http://schemas.microsoft.com/office/drawing/2014/main" id="{66AE0C51-62FA-1C73-7918-325CE9A98091}"/>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ounded Rectangle 123">
            <a:extLst>
              <a:ext uri="{FF2B5EF4-FFF2-40B4-BE49-F238E27FC236}">
                <a16:creationId xmlns:a16="http://schemas.microsoft.com/office/drawing/2014/main" id="{DC44588C-09A7-4DED-53D4-770CCDA8BD74}"/>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ounded Rectangle 124">
            <a:extLst>
              <a:ext uri="{FF2B5EF4-FFF2-40B4-BE49-F238E27FC236}">
                <a16:creationId xmlns:a16="http://schemas.microsoft.com/office/drawing/2014/main" id="{10CA4D50-A74F-4463-6BA7-FC9700B7927B}"/>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ounded Rectangle 125">
            <a:extLst>
              <a:ext uri="{FF2B5EF4-FFF2-40B4-BE49-F238E27FC236}">
                <a16:creationId xmlns:a16="http://schemas.microsoft.com/office/drawing/2014/main" id="{DE0D27F6-2E94-888E-71F8-1FB9CC471E43}"/>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ounded Rectangle 126">
            <a:extLst>
              <a:ext uri="{FF2B5EF4-FFF2-40B4-BE49-F238E27FC236}">
                <a16:creationId xmlns:a16="http://schemas.microsoft.com/office/drawing/2014/main" id="{290EC995-97D1-D30A-887D-BDC2BD23ECF7}"/>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ounded Rectangle 127">
            <a:extLst>
              <a:ext uri="{FF2B5EF4-FFF2-40B4-BE49-F238E27FC236}">
                <a16:creationId xmlns:a16="http://schemas.microsoft.com/office/drawing/2014/main" id="{D348473E-0D4D-D8E2-89CC-7CD47173A56B}"/>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ounded Rectangle 128">
            <a:extLst>
              <a:ext uri="{FF2B5EF4-FFF2-40B4-BE49-F238E27FC236}">
                <a16:creationId xmlns:a16="http://schemas.microsoft.com/office/drawing/2014/main" id="{03856E92-4305-1E95-5EAA-6D4D3CB04A92}"/>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ounded Rectangle 129">
            <a:extLst>
              <a:ext uri="{FF2B5EF4-FFF2-40B4-BE49-F238E27FC236}">
                <a16:creationId xmlns:a16="http://schemas.microsoft.com/office/drawing/2014/main" id="{D93575C5-B68E-CCC6-C422-7C849FA9DE65}"/>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ounded Rectangle 130">
            <a:extLst>
              <a:ext uri="{FF2B5EF4-FFF2-40B4-BE49-F238E27FC236}">
                <a16:creationId xmlns:a16="http://schemas.microsoft.com/office/drawing/2014/main" id="{C0D3499F-99A5-4648-52E4-D09820D14A92}"/>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TextBox 131">
            <a:extLst>
              <a:ext uri="{FF2B5EF4-FFF2-40B4-BE49-F238E27FC236}">
                <a16:creationId xmlns:a16="http://schemas.microsoft.com/office/drawing/2014/main" id="{2A203707-64D9-3758-4BE8-10742F5C1753}"/>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33" name="Straight Connector 132">
            <a:extLst>
              <a:ext uri="{FF2B5EF4-FFF2-40B4-BE49-F238E27FC236}">
                <a16:creationId xmlns:a16="http://schemas.microsoft.com/office/drawing/2014/main" id="{8DE48709-98CC-F9C0-AC6A-BBE36C1286DC}"/>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07385BEB-7B7A-ECFF-1A96-D3307F5D7BD9}"/>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79A2C641-8099-FB5D-3A87-19147FAFDD88}"/>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36" name="Flowchart: Manual Operation 1572">
            <a:extLst>
              <a:ext uri="{FF2B5EF4-FFF2-40B4-BE49-F238E27FC236}">
                <a16:creationId xmlns:a16="http://schemas.microsoft.com/office/drawing/2014/main" id="{57AEF517-B5A6-63FA-54EB-867F7CC5F831}"/>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137" name="TextBox 136">
            <a:extLst>
              <a:ext uri="{FF2B5EF4-FFF2-40B4-BE49-F238E27FC236}">
                <a16:creationId xmlns:a16="http://schemas.microsoft.com/office/drawing/2014/main" id="{25885124-A236-77AC-6665-8C183089B729}"/>
              </a:ext>
            </a:extLst>
          </p:cNvPr>
          <p:cNvSpPr txBox="1"/>
          <p:nvPr/>
        </p:nvSpPr>
        <p:spPr>
          <a:xfrm>
            <a:off x="6902133" y="261622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cxnSp>
        <p:nvCxnSpPr>
          <p:cNvPr id="138" name="Straight Connector 137">
            <a:extLst>
              <a:ext uri="{FF2B5EF4-FFF2-40B4-BE49-F238E27FC236}">
                <a16:creationId xmlns:a16="http://schemas.microsoft.com/office/drawing/2014/main" id="{1CDB4EBA-F249-A399-E26F-DBF0E6923CC6}"/>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39" name="Isosceles Triangle 1756">
            <a:extLst>
              <a:ext uri="{FF2B5EF4-FFF2-40B4-BE49-F238E27FC236}">
                <a16:creationId xmlns:a16="http://schemas.microsoft.com/office/drawing/2014/main" id="{B64F43D1-77BA-657A-D193-3326311E9D59}"/>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0" name="Straight Connector 139">
            <a:extLst>
              <a:ext uri="{FF2B5EF4-FFF2-40B4-BE49-F238E27FC236}">
                <a16:creationId xmlns:a16="http://schemas.microsoft.com/office/drawing/2014/main" id="{22F1CBA4-4E22-39D8-5E01-65A94BEA9F7A}"/>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1" name="Isosceles Triangle 1756">
            <a:extLst>
              <a:ext uri="{FF2B5EF4-FFF2-40B4-BE49-F238E27FC236}">
                <a16:creationId xmlns:a16="http://schemas.microsoft.com/office/drawing/2014/main" id="{D68AFAE7-6229-74D6-0BBF-1E2D921EE733}"/>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2" name="Straight Connector 141">
            <a:extLst>
              <a:ext uri="{FF2B5EF4-FFF2-40B4-BE49-F238E27FC236}">
                <a16:creationId xmlns:a16="http://schemas.microsoft.com/office/drawing/2014/main" id="{27A774D3-9B30-02AD-78F1-4C4A8DC61D68}"/>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3" name="Isosceles Triangle 1756">
            <a:extLst>
              <a:ext uri="{FF2B5EF4-FFF2-40B4-BE49-F238E27FC236}">
                <a16:creationId xmlns:a16="http://schemas.microsoft.com/office/drawing/2014/main" id="{41AA4655-3F20-5EB8-1CA1-E20823F9BE47}"/>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4" name="Straight Connector 143">
            <a:extLst>
              <a:ext uri="{FF2B5EF4-FFF2-40B4-BE49-F238E27FC236}">
                <a16:creationId xmlns:a16="http://schemas.microsoft.com/office/drawing/2014/main" id="{609C6CD1-EBBC-5F54-B7D1-366BEF852E01}"/>
              </a:ext>
            </a:extLst>
          </p:cNvPr>
          <p:cNvCxnSpPr>
            <a:cxnSpLocks/>
          </p:cNvCxnSpPr>
          <p:nvPr/>
        </p:nvCxnSpPr>
        <p:spPr>
          <a:xfrm>
            <a:off x="8929467" y="5639630"/>
            <a:ext cx="0" cy="1508544"/>
          </a:xfrm>
          <a:prstGeom prst="line">
            <a:avLst/>
          </a:prstGeom>
          <a:ln w="539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5" name="Isosceles Triangle 1756">
            <a:extLst>
              <a:ext uri="{FF2B5EF4-FFF2-40B4-BE49-F238E27FC236}">
                <a16:creationId xmlns:a16="http://schemas.microsoft.com/office/drawing/2014/main" id="{412B0423-2756-F373-2B63-F02B25380D6D}"/>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6" name="Straight Connector 145">
            <a:extLst>
              <a:ext uri="{FF2B5EF4-FFF2-40B4-BE49-F238E27FC236}">
                <a16:creationId xmlns:a16="http://schemas.microsoft.com/office/drawing/2014/main" id="{140C007A-6C48-561A-A6C2-3CD6C2237EE5}"/>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7" name="Isosceles Triangle 1756">
            <a:extLst>
              <a:ext uri="{FF2B5EF4-FFF2-40B4-BE49-F238E27FC236}">
                <a16:creationId xmlns:a16="http://schemas.microsoft.com/office/drawing/2014/main" id="{F120F9F7-34C7-5BE6-117B-D64DA74A68F6}"/>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8" name="Straight Connector 147">
            <a:extLst>
              <a:ext uri="{FF2B5EF4-FFF2-40B4-BE49-F238E27FC236}">
                <a16:creationId xmlns:a16="http://schemas.microsoft.com/office/drawing/2014/main" id="{20844B1C-08E0-8E7D-5C92-BE5BAF55A54D}"/>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9" name="Isosceles Triangle 1756">
            <a:extLst>
              <a:ext uri="{FF2B5EF4-FFF2-40B4-BE49-F238E27FC236}">
                <a16:creationId xmlns:a16="http://schemas.microsoft.com/office/drawing/2014/main" id="{AC90492F-C955-DAEB-A7DF-5CBC60DD8128}"/>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50" name="Straight Connector 149">
            <a:extLst>
              <a:ext uri="{FF2B5EF4-FFF2-40B4-BE49-F238E27FC236}">
                <a16:creationId xmlns:a16="http://schemas.microsoft.com/office/drawing/2014/main" id="{3609B116-E9A5-5B27-0239-5D006E5F7BD4}"/>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1" name="Isosceles Triangle 1756">
            <a:extLst>
              <a:ext uri="{FF2B5EF4-FFF2-40B4-BE49-F238E27FC236}">
                <a16:creationId xmlns:a16="http://schemas.microsoft.com/office/drawing/2014/main" id="{658A0D84-BA89-840F-8F01-3EAEC7922891}"/>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52" name="Rectangle: Rounded Corners 1744">
            <a:extLst>
              <a:ext uri="{FF2B5EF4-FFF2-40B4-BE49-F238E27FC236}">
                <a16:creationId xmlns:a16="http://schemas.microsoft.com/office/drawing/2014/main" id="{55304CCA-DC29-EB77-0391-80A8FAA98CDF}"/>
              </a:ext>
            </a:extLst>
          </p:cNvPr>
          <p:cNvSpPr/>
          <p:nvPr/>
        </p:nvSpPr>
        <p:spPr>
          <a:xfrm>
            <a:off x="9026509" y="5690159"/>
            <a:ext cx="682641" cy="1458012"/>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53" name="TextBox 152">
            <a:extLst>
              <a:ext uri="{FF2B5EF4-FFF2-40B4-BE49-F238E27FC236}">
                <a16:creationId xmlns:a16="http://schemas.microsoft.com/office/drawing/2014/main" id="{11E069B1-AFED-0E1A-7518-0A128E3DAA89}"/>
              </a:ext>
            </a:extLst>
          </p:cNvPr>
          <p:cNvSpPr txBox="1"/>
          <p:nvPr/>
        </p:nvSpPr>
        <p:spPr>
          <a:xfrm>
            <a:off x="7815523" y="7095431"/>
            <a:ext cx="3609422" cy="461665"/>
          </a:xfrm>
          <a:prstGeom prst="rect">
            <a:avLst/>
          </a:prstGeom>
          <a:noFill/>
        </p:spPr>
        <p:txBody>
          <a:bodyPr wrap="square">
            <a:spAutoFit/>
          </a:bodyPr>
          <a:lstStyle/>
          <a:p>
            <a:pPr algn="ctr"/>
            <a:r>
              <a:rPr lang="en-US" sz="2400" b="1" dirty="0"/>
              <a:t>Pin [</a:t>
            </a:r>
            <a:r>
              <a:rPr lang="en-US" altLang="zh-CN" sz="2400" b="1" dirty="0"/>
              <a:t>4]</a:t>
            </a:r>
            <a:r>
              <a:rPr lang="en-US" sz="2400" b="1" dirty="0"/>
              <a:t>(enabled)</a:t>
            </a:r>
            <a:endParaRPr lang="en-US" sz="2800" b="1" dirty="0"/>
          </a:p>
        </p:txBody>
      </p:sp>
      <p:sp>
        <p:nvSpPr>
          <p:cNvPr id="154" name="TextBox 153">
            <a:extLst>
              <a:ext uri="{FF2B5EF4-FFF2-40B4-BE49-F238E27FC236}">
                <a16:creationId xmlns:a16="http://schemas.microsoft.com/office/drawing/2014/main" id="{03AD73D6-3477-5558-75A6-7F0CD964F02D}"/>
              </a:ext>
            </a:extLst>
          </p:cNvPr>
          <p:cNvSpPr txBox="1"/>
          <p:nvPr/>
        </p:nvSpPr>
        <p:spPr>
          <a:xfrm>
            <a:off x="9321638" y="262020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BL=16</a:t>
            </a:r>
          </a:p>
        </p:txBody>
      </p:sp>
      <p:sp>
        <p:nvSpPr>
          <p:cNvPr id="155" name="Trapezoid 154">
            <a:extLst>
              <a:ext uri="{FF2B5EF4-FFF2-40B4-BE49-F238E27FC236}">
                <a16:creationId xmlns:a16="http://schemas.microsoft.com/office/drawing/2014/main" id="{980DEA96-CD37-7667-BE62-9E1CBE047714}"/>
              </a:ext>
            </a:extLst>
          </p:cNvPr>
          <p:cNvSpPr/>
          <p:nvPr/>
        </p:nvSpPr>
        <p:spPr>
          <a:xfrm rot="10800000">
            <a:off x="7594848" y="5725682"/>
            <a:ext cx="2243388" cy="875370"/>
          </a:xfrm>
          <a:prstGeom prst="trapezoid">
            <a:avLst/>
          </a:prstGeom>
          <a:solidFill>
            <a:schemeClr val="bg1">
              <a:alpha val="68000"/>
            </a:schemeClr>
          </a:solid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Box 155">
            <a:extLst>
              <a:ext uri="{FF2B5EF4-FFF2-40B4-BE49-F238E27FC236}">
                <a16:creationId xmlns:a16="http://schemas.microsoft.com/office/drawing/2014/main" id="{B387F95A-7747-1749-9F8E-8E560F6BB020}"/>
              </a:ext>
            </a:extLst>
          </p:cNvPr>
          <p:cNvSpPr txBox="1"/>
          <p:nvPr/>
        </p:nvSpPr>
        <p:spPr>
          <a:xfrm>
            <a:off x="7724701" y="5901757"/>
            <a:ext cx="1790875" cy="523220"/>
          </a:xfrm>
          <a:prstGeom prst="rect">
            <a:avLst/>
          </a:prstGeom>
          <a:noFill/>
        </p:spPr>
        <p:txBody>
          <a:bodyPr wrap="none" rtlCol="0">
            <a:spAutoFit/>
          </a:bodyPr>
          <a:lstStyle/>
          <a:p>
            <a:r>
              <a:rPr lang="en-US" sz="2800" dirty="0"/>
              <a:t>5BL=80bits</a:t>
            </a:r>
          </a:p>
        </p:txBody>
      </p:sp>
    </p:spTree>
    <p:extLst>
      <p:ext uri="{BB962C8B-B14F-4D97-AF65-F5344CB8AC3E}">
        <p14:creationId xmlns:p14="http://schemas.microsoft.com/office/powerpoint/2010/main" val="2747847456"/>
      </p:ext>
    </p:extLst>
  </p:cSld>
  <p:clrMapOvr>
    <a:masterClrMapping/>
  </p:clrMapOvr>
  <mc:AlternateContent xmlns:mc="http://schemas.openxmlformats.org/markup-compatibility/2006" xmlns:p14="http://schemas.microsoft.com/office/powerpoint/2010/main">
    <mc:Choice Requires="p14">
      <p:transition spd="slow" p14:dur="2000" advTm="8675"/>
    </mc:Choice>
    <mc:Fallback xmlns="">
      <p:transition spd="slow" advTm="8675"/>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93F36-6D3F-B2BF-DB69-0833E1A01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A7EDB-C2A2-995E-4E32-1FB4193C2615}"/>
              </a:ext>
            </a:extLst>
          </p:cNvPr>
          <p:cNvSpPr>
            <a:spLocks noGrp="1"/>
          </p:cNvSpPr>
          <p:nvPr>
            <p:ph type="title"/>
          </p:nvPr>
        </p:nvSpPr>
        <p:spPr/>
        <p:txBody>
          <a:bodyPr/>
          <a:lstStyle/>
          <a:p>
            <a:r>
              <a:rPr lang="en-US" dirty="0"/>
              <a:t>ASPA -- Adaptive Buffering</a:t>
            </a:r>
          </a:p>
        </p:txBody>
      </p:sp>
      <p:sp>
        <p:nvSpPr>
          <p:cNvPr id="3" name="TextBox 2">
            <a:extLst>
              <a:ext uri="{FF2B5EF4-FFF2-40B4-BE49-F238E27FC236}">
                <a16:creationId xmlns:a16="http://schemas.microsoft.com/office/drawing/2014/main" id="{FB344009-7CC4-38FC-78FE-18B446620EF5}"/>
              </a:ext>
            </a:extLst>
          </p:cNvPr>
          <p:cNvSpPr txBox="1"/>
          <p:nvPr/>
        </p:nvSpPr>
        <p:spPr>
          <a:xfrm>
            <a:off x="1109423" y="3206711"/>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❶</a:t>
            </a:r>
          </a:p>
        </p:txBody>
      </p:sp>
      <p:sp>
        <p:nvSpPr>
          <p:cNvPr id="7" name="TextBox 6">
            <a:extLst>
              <a:ext uri="{FF2B5EF4-FFF2-40B4-BE49-F238E27FC236}">
                <a16:creationId xmlns:a16="http://schemas.microsoft.com/office/drawing/2014/main" id="{0B8AF479-3FD2-4FA0-802C-757C201D0AAA}"/>
              </a:ext>
            </a:extLst>
          </p:cNvPr>
          <p:cNvSpPr txBox="1"/>
          <p:nvPr/>
        </p:nvSpPr>
        <p:spPr>
          <a:xfrm>
            <a:off x="1109423" y="4229023"/>
            <a:ext cx="941455" cy="461665"/>
          </a:xfrm>
          <a:prstGeom prst="rect">
            <a:avLst/>
          </a:prstGeom>
          <a:noFill/>
        </p:spPr>
        <p:txBody>
          <a:bodyPr wrap="square">
            <a:spAutoFit/>
          </a:bodyPr>
          <a:lstStyle/>
          <a:p>
            <a:r>
              <a:rPr lang="en-US" sz="2400">
                <a:latin typeface="DengXian" panose="02010600030101010101" pitchFamily="2" charset="-122"/>
                <a:ea typeface="DengXian" panose="02010600030101010101" pitchFamily="2" charset="-122"/>
              </a:rPr>
              <a:t>❷</a:t>
            </a:r>
          </a:p>
        </p:txBody>
      </p:sp>
      <p:sp>
        <p:nvSpPr>
          <p:cNvPr id="8" name="TextBox 7">
            <a:extLst>
              <a:ext uri="{FF2B5EF4-FFF2-40B4-BE49-F238E27FC236}">
                <a16:creationId xmlns:a16="http://schemas.microsoft.com/office/drawing/2014/main" id="{AFC001B1-00F4-5686-BA1F-83C715B83021}"/>
              </a:ext>
            </a:extLst>
          </p:cNvPr>
          <p:cNvSpPr txBox="1"/>
          <p:nvPr/>
        </p:nvSpPr>
        <p:spPr>
          <a:xfrm>
            <a:off x="1109423" y="5251335"/>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❸</a:t>
            </a:r>
          </a:p>
        </p:txBody>
      </p:sp>
      <p:sp>
        <p:nvSpPr>
          <p:cNvPr id="18" name="Rectangle: Rounded Corners 27">
            <a:extLst>
              <a:ext uri="{FF2B5EF4-FFF2-40B4-BE49-F238E27FC236}">
                <a16:creationId xmlns:a16="http://schemas.microsoft.com/office/drawing/2014/main" id="{E57A0893-887C-649F-4CD9-AF56ED2189EF}"/>
              </a:ext>
            </a:extLst>
          </p:cNvPr>
          <p:cNvSpPr/>
          <p:nvPr/>
        </p:nvSpPr>
        <p:spPr>
          <a:xfrm>
            <a:off x="2203687" y="3401711"/>
            <a:ext cx="2461395"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400" dirty="0">
                <a:solidFill>
                  <a:schemeClr val="tx1"/>
                </a:solidFill>
                <a:latin typeface="DengXian" panose="02010600030101010101" pitchFamily="2" charset="-122"/>
                <a:ea typeface="DengXian" panose="02010600030101010101" pitchFamily="2" charset="-122"/>
              </a:rPr>
              <a:t>128b IO Buffer</a:t>
            </a:r>
          </a:p>
        </p:txBody>
      </p:sp>
      <p:grpSp>
        <p:nvGrpSpPr>
          <p:cNvPr id="20" name="Group 19">
            <a:extLst>
              <a:ext uri="{FF2B5EF4-FFF2-40B4-BE49-F238E27FC236}">
                <a16:creationId xmlns:a16="http://schemas.microsoft.com/office/drawing/2014/main" id="{C3BCEC91-92C8-9ED6-EE0C-41F227A3D432}"/>
              </a:ext>
            </a:extLst>
          </p:cNvPr>
          <p:cNvGrpSpPr/>
          <p:nvPr/>
        </p:nvGrpSpPr>
        <p:grpSpPr>
          <a:xfrm>
            <a:off x="2203687" y="4423941"/>
            <a:ext cx="2461395" cy="522093"/>
            <a:chOff x="7052773" y="2412335"/>
            <a:chExt cx="1195330" cy="522093"/>
          </a:xfrm>
          <a:effectLst>
            <a:outerShdw blurRad="50800" dist="38100" dir="2700000" algn="tl" rotWithShape="0">
              <a:prstClr val="black">
                <a:alpha val="40000"/>
              </a:prstClr>
            </a:outerShdw>
          </a:effectLst>
        </p:grpSpPr>
        <p:sp>
          <p:nvSpPr>
            <p:cNvPr id="21" name="Rectangle: Rounded Corners 1">
              <a:extLst>
                <a:ext uri="{FF2B5EF4-FFF2-40B4-BE49-F238E27FC236}">
                  <a16:creationId xmlns:a16="http://schemas.microsoft.com/office/drawing/2014/main" id="{E6264C4A-1DDD-3E48-2347-32143B6CE5A4}"/>
                </a:ext>
              </a:extLst>
            </p:cNvPr>
            <p:cNvSpPr/>
            <p:nvPr/>
          </p:nvSpPr>
          <p:spPr>
            <a:xfrm>
              <a:off x="7052773" y="2412335"/>
              <a:ext cx="1195330"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22" name="Rectangle: Top Corners Rounded 22">
              <a:extLst>
                <a:ext uri="{FF2B5EF4-FFF2-40B4-BE49-F238E27FC236}">
                  <a16:creationId xmlns:a16="http://schemas.microsoft.com/office/drawing/2014/main" id="{221387C5-7AC2-7642-FE91-1062FC31721A}"/>
                </a:ext>
              </a:extLst>
            </p:cNvPr>
            <p:cNvSpPr/>
            <p:nvPr/>
          </p:nvSpPr>
          <p:spPr>
            <a:xfrm rot="5400000" flipV="1">
              <a:off x="7280026" y="2398351"/>
              <a:ext cx="502920" cy="548640"/>
            </a:xfrm>
            <a:prstGeom prst="round2SameRect">
              <a:avLst>
                <a:gd name="adj1" fmla="val 0"/>
                <a:gd name="adj2" fmla="val 0"/>
              </a:avLst>
            </a:prstGeom>
            <a:solidFill>
              <a:schemeClr val="accent2">
                <a:lumMod val="40000"/>
                <a:lumOff val="60000"/>
              </a:schemeClr>
            </a:solidFill>
            <a:ln w="12700">
              <a:solidFill>
                <a:schemeClr val="tx1"/>
              </a:solidFill>
            </a:ln>
            <a:effectLst/>
            <a:scene3d>
              <a:camera prst="orthographicFront"/>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sp>
          <p:nvSpPr>
            <p:cNvPr id="23" name="Rectangle: Top Corners Rounded 48">
              <a:extLst>
                <a:ext uri="{FF2B5EF4-FFF2-40B4-BE49-F238E27FC236}">
                  <a16:creationId xmlns:a16="http://schemas.microsoft.com/office/drawing/2014/main" id="{C28D067E-E034-654E-F73F-EA5C5D45B9A1}"/>
                </a:ext>
              </a:extLst>
            </p:cNvPr>
            <p:cNvSpPr/>
            <p:nvPr/>
          </p:nvSpPr>
          <p:spPr>
            <a:xfrm rot="5400000">
              <a:off x="7775200" y="2455715"/>
              <a:ext cx="502920" cy="433388"/>
            </a:xfrm>
            <a:prstGeom prst="round2SameRect">
              <a:avLst>
                <a:gd name="adj1" fmla="val 18133"/>
                <a:gd name="adj2" fmla="val 0"/>
              </a:avLst>
            </a:prstGeom>
            <a:pattFill prst="wdUpDiag">
              <a:fgClr>
                <a:schemeClr val="accent2">
                  <a:lumMod val="75000"/>
                </a:schemeClr>
              </a:fgClr>
              <a:bgClr>
                <a:schemeClr val="accent2">
                  <a:lumMod val="40000"/>
                  <a:lumOff val="60000"/>
                </a:schemeClr>
              </a:bgClr>
            </a:pattFill>
            <a:ln>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grpSp>
      <p:grpSp>
        <p:nvGrpSpPr>
          <p:cNvPr id="26" name="Group 25">
            <a:extLst>
              <a:ext uri="{FF2B5EF4-FFF2-40B4-BE49-F238E27FC236}">
                <a16:creationId xmlns:a16="http://schemas.microsoft.com/office/drawing/2014/main" id="{5E0C9C40-9174-D14F-1E2F-05B0E600AE43}"/>
              </a:ext>
            </a:extLst>
          </p:cNvPr>
          <p:cNvGrpSpPr/>
          <p:nvPr/>
        </p:nvGrpSpPr>
        <p:grpSpPr>
          <a:xfrm>
            <a:off x="2203687" y="5446171"/>
            <a:ext cx="2461395" cy="522093"/>
            <a:chOff x="7052773" y="3018856"/>
            <a:chExt cx="1195330" cy="522093"/>
          </a:xfrm>
          <a:effectLst>
            <a:outerShdw blurRad="50800" dist="38100" dir="2700000" algn="tl" rotWithShape="0">
              <a:prstClr val="black">
                <a:alpha val="40000"/>
              </a:prstClr>
            </a:outerShdw>
          </a:effectLst>
        </p:grpSpPr>
        <p:sp>
          <p:nvSpPr>
            <p:cNvPr id="27" name="Rectangle: Rounded Corners 29">
              <a:extLst>
                <a:ext uri="{FF2B5EF4-FFF2-40B4-BE49-F238E27FC236}">
                  <a16:creationId xmlns:a16="http://schemas.microsoft.com/office/drawing/2014/main" id="{9F99A521-0B01-EB1C-BA52-AF06DFBBD2A9}"/>
                </a:ext>
              </a:extLst>
            </p:cNvPr>
            <p:cNvSpPr/>
            <p:nvPr/>
          </p:nvSpPr>
          <p:spPr>
            <a:xfrm>
              <a:off x="7052773" y="3018856"/>
              <a:ext cx="1195330"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29" name="Rectangle: Top Corners Rounded 52">
              <a:extLst>
                <a:ext uri="{FF2B5EF4-FFF2-40B4-BE49-F238E27FC236}">
                  <a16:creationId xmlns:a16="http://schemas.microsoft.com/office/drawing/2014/main" id="{3B0564CE-A3E4-D740-D604-BC59E5A75FF0}"/>
                </a:ext>
              </a:extLst>
            </p:cNvPr>
            <p:cNvSpPr/>
            <p:nvPr/>
          </p:nvSpPr>
          <p:spPr>
            <a:xfrm rot="5400000">
              <a:off x="7849675" y="3136709"/>
              <a:ext cx="502920" cy="284438"/>
            </a:xfrm>
            <a:prstGeom prst="round2SameRect">
              <a:avLst>
                <a:gd name="adj1" fmla="val 27726"/>
                <a:gd name="adj2" fmla="val 0"/>
              </a:avLst>
            </a:prstGeom>
            <a:pattFill prst="wdUpDiag">
              <a:fgClr>
                <a:schemeClr val="accent2">
                  <a:lumMod val="75000"/>
                </a:schemeClr>
              </a:fgClr>
              <a:bgClr>
                <a:schemeClr val="accent2">
                  <a:lumMod val="40000"/>
                  <a:lumOff val="60000"/>
                </a:schemeClr>
              </a:bgClr>
            </a:pattFill>
            <a:ln>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sp>
          <p:nvSpPr>
            <p:cNvPr id="30" name="Rectangle: Top Corners Rounded 53">
              <a:extLst>
                <a:ext uri="{FF2B5EF4-FFF2-40B4-BE49-F238E27FC236}">
                  <a16:creationId xmlns:a16="http://schemas.microsoft.com/office/drawing/2014/main" id="{792C0AC9-0163-6DB5-CC5A-30B297FC7071}"/>
                </a:ext>
              </a:extLst>
            </p:cNvPr>
            <p:cNvSpPr/>
            <p:nvPr/>
          </p:nvSpPr>
          <p:spPr>
            <a:xfrm rot="5400000" flipV="1">
              <a:off x="7427200" y="3004607"/>
              <a:ext cx="502920" cy="548640"/>
            </a:xfrm>
            <a:prstGeom prst="round2SameRect">
              <a:avLst>
                <a:gd name="adj1" fmla="val 0"/>
                <a:gd name="adj2" fmla="val 0"/>
              </a:avLst>
            </a:prstGeom>
            <a:solidFill>
              <a:schemeClr val="accent2">
                <a:lumMod val="40000"/>
                <a:lumOff val="6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grpSp>
      <p:sp>
        <p:nvSpPr>
          <p:cNvPr id="64" name="Arrow: Right 1552">
            <a:extLst>
              <a:ext uri="{FF2B5EF4-FFF2-40B4-BE49-F238E27FC236}">
                <a16:creationId xmlns:a16="http://schemas.microsoft.com/office/drawing/2014/main" id="{4EC1AF7E-68E9-DED7-46D4-9D0CA74A491B}"/>
              </a:ext>
            </a:extLst>
          </p:cNvPr>
          <p:cNvSpPr/>
          <p:nvPr/>
        </p:nvSpPr>
        <p:spPr>
          <a:xfrm>
            <a:off x="1429359" y="3552183"/>
            <a:ext cx="682738" cy="225967"/>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5" name="TextBox 64">
            <a:extLst>
              <a:ext uri="{FF2B5EF4-FFF2-40B4-BE49-F238E27FC236}">
                <a16:creationId xmlns:a16="http://schemas.microsoft.com/office/drawing/2014/main" id="{47BF5D0F-50F8-2284-6F8C-656A7ECB5463}"/>
              </a:ext>
            </a:extLst>
          </p:cNvPr>
          <p:cNvSpPr txBox="1"/>
          <p:nvPr/>
        </p:nvSpPr>
        <p:spPr>
          <a:xfrm>
            <a:off x="1258029" y="3684882"/>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+128b</a:t>
            </a:r>
          </a:p>
        </p:txBody>
      </p:sp>
      <p:sp>
        <p:nvSpPr>
          <p:cNvPr id="66" name="Arrow: Right 1556">
            <a:extLst>
              <a:ext uri="{FF2B5EF4-FFF2-40B4-BE49-F238E27FC236}">
                <a16:creationId xmlns:a16="http://schemas.microsoft.com/office/drawing/2014/main" id="{BE1F49B8-2802-4EF8-DE89-F4477C5D38F5}"/>
              </a:ext>
            </a:extLst>
          </p:cNvPr>
          <p:cNvSpPr/>
          <p:nvPr/>
        </p:nvSpPr>
        <p:spPr>
          <a:xfrm>
            <a:off x="1429359" y="4626315"/>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7" name="TextBox 66">
            <a:extLst>
              <a:ext uri="{FF2B5EF4-FFF2-40B4-BE49-F238E27FC236}">
                <a16:creationId xmlns:a16="http://schemas.microsoft.com/office/drawing/2014/main" id="{40BD7FF6-F2C5-7005-42D0-56D787033258}"/>
              </a:ext>
            </a:extLst>
          </p:cNvPr>
          <p:cNvSpPr txBox="1"/>
          <p:nvPr/>
        </p:nvSpPr>
        <p:spPr>
          <a:xfrm>
            <a:off x="1258029" y="4696451"/>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sp>
        <p:nvSpPr>
          <p:cNvPr id="68" name="Arrow: Right 1764">
            <a:extLst>
              <a:ext uri="{FF2B5EF4-FFF2-40B4-BE49-F238E27FC236}">
                <a16:creationId xmlns:a16="http://schemas.microsoft.com/office/drawing/2014/main" id="{9A0AB15B-D7B5-66CF-5DE0-E0B5F9BD4D91}"/>
              </a:ext>
            </a:extLst>
          </p:cNvPr>
          <p:cNvSpPr/>
          <p:nvPr/>
        </p:nvSpPr>
        <p:spPr>
          <a:xfrm>
            <a:off x="1429359" y="5637884"/>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9" name="TextBox 68">
            <a:extLst>
              <a:ext uri="{FF2B5EF4-FFF2-40B4-BE49-F238E27FC236}">
                <a16:creationId xmlns:a16="http://schemas.microsoft.com/office/drawing/2014/main" id="{F6A39FB9-42B6-BB23-7B0E-4AC15EA37E50}"/>
              </a:ext>
            </a:extLst>
          </p:cNvPr>
          <p:cNvSpPr txBox="1"/>
          <p:nvPr/>
        </p:nvSpPr>
        <p:spPr>
          <a:xfrm>
            <a:off x="1258029" y="5708020"/>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grpSp>
        <p:nvGrpSpPr>
          <p:cNvPr id="72" name="Group 71">
            <a:extLst>
              <a:ext uri="{FF2B5EF4-FFF2-40B4-BE49-F238E27FC236}">
                <a16:creationId xmlns:a16="http://schemas.microsoft.com/office/drawing/2014/main" id="{8F95D547-3EB3-DBE1-E670-D237C6571BA9}"/>
              </a:ext>
            </a:extLst>
          </p:cNvPr>
          <p:cNvGrpSpPr/>
          <p:nvPr/>
        </p:nvGrpSpPr>
        <p:grpSpPr>
          <a:xfrm>
            <a:off x="3762882" y="4960117"/>
            <a:ext cx="892412" cy="442596"/>
            <a:chOff x="7915063" y="2917809"/>
            <a:chExt cx="1149785" cy="442596"/>
          </a:xfrm>
        </p:grpSpPr>
        <p:sp>
          <p:nvSpPr>
            <p:cNvPr id="73" name="Left Brace 72">
              <a:extLst>
                <a:ext uri="{FF2B5EF4-FFF2-40B4-BE49-F238E27FC236}">
                  <a16:creationId xmlns:a16="http://schemas.microsoft.com/office/drawing/2014/main" id="{B5960CBF-4055-3DC6-8914-A93B4CDBA52B}"/>
                </a:ext>
              </a:extLst>
            </p:cNvPr>
            <p:cNvSpPr/>
            <p:nvPr/>
          </p:nvSpPr>
          <p:spPr>
            <a:xfrm rot="16200000">
              <a:off x="8434406" y="2398466"/>
              <a:ext cx="111099" cy="1149785"/>
            </a:xfrm>
            <a:prstGeom prst="leftBrace">
              <a:avLst>
                <a:gd name="adj1" fmla="val 2833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en-US" sz="2400">
                <a:latin typeface="DengXian" panose="02010600030101010101" pitchFamily="2" charset="-122"/>
                <a:ea typeface="DengXian" panose="02010600030101010101" pitchFamily="2" charset="-122"/>
              </a:endParaRPr>
            </a:p>
          </p:txBody>
        </p:sp>
        <p:sp>
          <p:nvSpPr>
            <p:cNvPr id="74" name="TextBox 73">
              <a:extLst>
                <a:ext uri="{FF2B5EF4-FFF2-40B4-BE49-F238E27FC236}">
                  <a16:creationId xmlns:a16="http://schemas.microsoft.com/office/drawing/2014/main" id="{7EAFFADA-C36E-5CF3-AB5F-F79C9555F7AC}"/>
                </a:ext>
              </a:extLst>
            </p:cNvPr>
            <p:cNvSpPr txBox="1"/>
            <p:nvPr/>
          </p:nvSpPr>
          <p:spPr>
            <a:xfrm>
              <a:off x="8022037" y="2978121"/>
              <a:ext cx="923313" cy="382284"/>
            </a:xfrm>
            <a:prstGeom prst="rect">
              <a:avLst/>
            </a:prstGeom>
            <a:noFill/>
          </p:spPr>
          <p:txBody>
            <a:bodyPr wrap="square">
              <a:spAutoFit/>
            </a:bodyPr>
            <a:lstStyle/>
            <a:p>
              <a:pPr defTabSz="914400">
                <a:lnSpc>
                  <a:spcPct val="75000"/>
                </a:lnSpc>
                <a:defRPr/>
              </a:pPr>
              <a:r>
                <a:rPr lang="en-US" altLang="zh-CN" sz="2400" dirty="0">
                  <a:solidFill>
                    <a:prstClr val="black"/>
                  </a:solidFill>
                  <a:latin typeface="DengXian" panose="02010600030101010101" pitchFamily="2" charset="-122"/>
                  <a:ea typeface="DengXian" panose="02010600030101010101" pitchFamily="2" charset="-122"/>
                </a:rPr>
                <a:t>48b</a:t>
              </a:r>
            </a:p>
          </p:txBody>
        </p:sp>
      </p:grpSp>
      <p:grpSp>
        <p:nvGrpSpPr>
          <p:cNvPr id="78" name="Group 77">
            <a:extLst>
              <a:ext uri="{FF2B5EF4-FFF2-40B4-BE49-F238E27FC236}">
                <a16:creationId xmlns:a16="http://schemas.microsoft.com/office/drawing/2014/main" id="{4C22AEC9-8AA6-3DB5-D1F5-BAB1F2ABF78B}"/>
              </a:ext>
            </a:extLst>
          </p:cNvPr>
          <p:cNvGrpSpPr/>
          <p:nvPr/>
        </p:nvGrpSpPr>
        <p:grpSpPr>
          <a:xfrm>
            <a:off x="4011681" y="5972625"/>
            <a:ext cx="692640" cy="464129"/>
            <a:chOff x="8235610" y="2917809"/>
            <a:chExt cx="892398" cy="464129"/>
          </a:xfrm>
        </p:grpSpPr>
        <p:sp>
          <p:nvSpPr>
            <p:cNvPr id="79" name="Left Brace 78">
              <a:extLst>
                <a:ext uri="{FF2B5EF4-FFF2-40B4-BE49-F238E27FC236}">
                  <a16:creationId xmlns:a16="http://schemas.microsoft.com/office/drawing/2014/main" id="{DB81F8B0-3C33-2404-1094-5D3697C1949A}"/>
                </a:ext>
              </a:extLst>
            </p:cNvPr>
            <p:cNvSpPr/>
            <p:nvPr/>
          </p:nvSpPr>
          <p:spPr>
            <a:xfrm rot="16200000">
              <a:off x="8631989" y="2596054"/>
              <a:ext cx="111099" cy="754609"/>
            </a:xfrm>
            <a:prstGeom prst="leftBrace">
              <a:avLst>
                <a:gd name="adj1" fmla="val 2833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en-US" sz="2400">
                <a:latin typeface="DengXian" panose="02010600030101010101" pitchFamily="2" charset="-122"/>
                <a:ea typeface="DengXian" panose="02010600030101010101" pitchFamily="2" charset="-122"/>
              </a:endParaRPr>
            </a:p>
          </p:txBody>
        </p:sp>
        <p:sp>
          <p:nvSpPr>
            <p:cNvPr id="80" name="TextBox 79">
              <a:extLst>
                <a:ext uri="{FF2B5EF4-FFF2-40B4-BE49-F238E27FC236}">
                  <a16:creationId xmlns:a16="http://schemas.microsoft.com/office/drawing/2014/main" id="{D741F003-72FE-54F0-E749-A77B45BA404C}"/>
                </a:ext>
              </a:extLst>
            </p:cNvPr>
            <p:cNvSpPr txBox="1"/>
            <p:nvPr/>
          </p:nvSpPr>
          <p:spPr>
            <a:xfrm>
              <a:off x="8235610" y="2999654"/>
              <a:ext cx="892398" cy="382284"/>
            </a:xfrm>
            <a:prstGeom prst="rect">
              <a:avLst/>
            </a:prstGeom>
            <a:noFill/>
          </p:spPr>
          <p:txBody>
            <a:bodyPr wrap="square">
              <a:spAutoFit/>
            </a:bodyPr>
            <a:lstStyle/>
            <a:p>
              <a:pPr defTabSz="914400">
                <a:lnSpc>
                  <a:spcPct val="75000"/>
                </a:lnSpc>
                <a:defRPr/>
              </a:pPr>
              <a:r>
                <a:rPr lang="en-US" altLang="zh-CN" sz="2400" dirty="0">
                  <a:solidFill>
                    <a:prstClr val="black"/>
                  </a:solidFill>
                  <a:latin typeface="DengXian" panose="02010600030101010101" pitchFamily="2" charset="-122"/>
                  <a:ea typeface="DengXian" panose="02010600030101010101" pitchFamily="2" charset="-122"/>
                </a:rPr>
                <a:t>32b</a:t>
              </a:r>
            </a:p>
          </p:txBody>
        </p:sp>
      </p:grpSp>
      <p:cxnSp>
        <p:nvCxnSpPr>
          <p:cNvPr id="15" name="Straight Connector 14">
            <a:extLst>
              <a:ext uri="{FF2B5EF4-FFF2-40B4-BE49-F238E27FC236}">
                <a16:creationId xmlns:a16="http://schemas.microsoft.com/office/drawing/2014/main" id="{A6646F77-3D7A-9836-EE19-158ED6FC38EC}"/>
              </a:ext>
            </a:extLst>
          </p:cNvPr>
          <p:cNvCxnSpPr>
            <a:cxnSpLocks/>
          </p:cNvCxnSpPr>
          <p:nvPr/>
        </p:nvCxnSpPr>
        <p:spPr>
          <a:xfrm flipV="1">
            <a:off x="2686619" y="4019594"/>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D9213CF-CAF9-9157-2938-FE5E3B6C251F}"/>
              </a:ext>
            </a:extLst>
          </p:cNvPr>
          <p:cNvCxnSpPr>
            <a:cxnSpLocks/>
          </p:cNvCxnSpPr>
          <p:nvPr/>
        </p:nvCxnSpPr>
        <p:spPr>
          <a:xfrm flipV="1">
            <a:off x="2686619" y="5035176"/>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EB4D9C5-DC9A-F0EA-4625-54E48DD15D9F}"/>
              </a:ext>
            </a:extLst>
          </p:cNvPr>
          <p:cNvSpPr txBox="1"/>
          <p:nvPr/>
        </p:nvSpPr>
        <p:spPr>
          <a:xfrm>
            <a:off x="2707554" y="3932934"/>
            <a:ext cx="871468"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-80b</a:t>
            </a:r>
          </a:p>
        </p:txBody>
      </p:sp>
      <p:sp>
        <p:nvSpPr>
          <p:cNvPr id="25" name="TextBox 24">
            <a:extLst>
              <a:ext uri="{FF2B5EF4-FFF2-40B4-BE49-F238E27FC236}">
                <a16:creationId xmlns:a16="http://schemas.microsoft.com/office/drawing/2014/main" id="{E2806E9B-BBD2-7415-5EBD-84A2F0846BD4}"/>
              </a:ext>
            </a:extLst>
          </p:cNvPr>
          <p:cNvSpPr txBox="1"/>
          <p:nvPr/>
        </p:nvSpPr>
        <p:spPr>
          <a:xfrm>
            <a:off x="2707554" y="4939983"/>
            <a:ext cx="840001"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-80b</a:t>
            </a:r>
          </a:p>
        </p:txBody>
      </p:sp>
      <p:sp>
        <p:nvSpPr>
          <p:cNvPr id="33" name="TextBox 32">
            <a:extLst>
              <a:ext uri="{FF2B5EF4-FFF2-40B4-BE49-F238E27FC236}">
                <a16:creationId xmlns:a16="http://schemas.microsoft.com/office/drawing/2014/main" id="{FD2174B2-1BDF-9888-9874-A10BA1B11EAB}"/>
              </a:ext>
            </a:extLst>
          </p:cNvPr>
          <p:cNvSpPr txBox="1"/>
          <p:nvPr/>
        </p:nvSpPr>
        <p:spPr>
          <a:xfrm>
            <a:off x="2887273" y="4449281"/>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sp>
        <p:nvSpPr>
          <p:cNvPr id="107" name="Rectangle 106">
            <a:extLst>
              <a:ext uri="{FF2B5EF4-FFF2-40B4-BE49-F238E27FC236}">
                <a16:creationId xmlns:a16="http://schemas.microsoft.com/office/drawing/2014/main" id="{16751BE1-D1D3-AC37-61B4-FEF91E2EABEF}"/>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08" name="Straight Connector 107">
            <a:extLst>
              <a:ext uri="{FF2B5EF4-FFF2-40B4-BE49-F238E27FC236}">
                <a16:creationId xmlns:a16="http://schemas.microsoft.com/office/drawing/2014/main" id="{39463AB9-22C6-B968-72C0-1782DB5D80C5}"/>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DD77DA8-64F8-7450-2FB7-0BD24EC99EBA}"/>
              </a:ext>
            </a:extLst>
          </p:cNvPr>
          <p:cNvCxnSpPr>
            <a:cxnSpLocks/>
          </p:cNvCxnSpPr>
          <p:nvPr/>
        </p:nvCxnSpPr>
        <p:spPr>
          <a:xfrm>
            <a:off x="7960291"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556DDBB3-25C2-80FF-D970-F390F31F78CE}"/>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11" name="Rectangle: Rounded Corners 1571">
            <a:extLst>
              <a:ext uri="{FF2B5EF4-FFF2-40B4-BE49-F238E27FC236}">
                <a16:creationId xmlns:a16="http://schemas.microsoft.com/office/drawing/2014/main" id="{B70B3BFE-26A3-16F5-D550-2CDC69F46CC2}"/>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12" name="Straight Connector 111">
            <a:extLst>
              <a:ext uri="{FF2B5EF4-FFF2-40B4-BE49-F238E27FC236}">
                <a16:creationId xmlns:a16="http://schemas.microsoft.com/office/drawing/2014/main" id="{A21A7DEB-24D5-66E3-DDDB-EB269E7EA8A7}"/>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5D7122B-32A4-2CC8-7CFC-F7C6EFE11562}"/>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C95DC06-6164-6AEA-4296-71E4D2F6E8E7}"/>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D0CA242-BEA1-C319-4380-3464C12C3AD0}"/>
              </a:ext>
            </a:extLst>
          </p:cNvPr>
          <p:cNvCxnSpPr>
            <a:cxnSpLocks/>
          </p:cNvCxnSpPr>
          <p:nvPr/>
        </p:nvCxnSpPr>
        <p:spPr>
          <a:xfrm>
            <a:off x="8567007"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16" name="Rectangle: Rounded Corners 1744">
            <a:extLst>
              <a:ext uri="{FF2B5EF4-FFF2-40B4-BE49-F238E27FC236}">
                <a16:creationId xmlns:a16="http://schemas.microsoft.com/office/drawing/2014/main" id="{8CFEDBEB-A806-29AD-775B-A231532C1B46}"/>
              </a:ext>
            </a:extLst>
          </p:cNvPr>
          <p:cNvSpPr/>
          <p:nvPr/>
        </p:nvSpPr>
        <p:spPr>
          <a:xfrm>
            <a:off x="9067837"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117" name="Straight Connector 116">
            <a:extLst>
              <a:ext uri="{FF2B5EF4-FFF2-40B4-BE49-F238E27FC236}">
                <a16:creationId xmlns:a16="http://schemas.microsoft.com/office/drawing/2014/main" id="{BCDF9B6D-5BEB-912A-56BF-8606A46EB19D}"/>
              </a:ext>
            </a:extLst>
          </p:cNvPr>
          <p:cNvCxnSpPr>
            <a:cxnSpLocks/>
          </p:cNvCxnSpPr>
          <p:nvPr/>
        </p:nvCxnSpPr>
        <p:spPr>
          <a:xfrm>
            <a:off x="9911967" y="5135666"/>
            <a:ext cx="257302"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517A228-E0C4-74EB-CC76-997720A3D732}"/>
              </a:ext>
            </a:extLst>
          </p:cNvPr>
          <p:cNvCxnSpPr>
            <a:cxnSpLocks/>
          </p:cNvCxnSpPr>
          <p:nvPr/>
        </p:nvCxnSpPr>
        <p:spPr>
          <a:xfrm>
            <a:off x="10161889"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19" name="Isosceles Triangle 1756">
            <a:extLst>
              <a:ext uri="{FF2B5EF4-FFF2-40B4-BE49-F238E27FC236}">
                <a16:creationId xmlns:a16="http://schemas.microsoft.com/office/drawing/2014/main" id="{A921FDAB-3769-979F-7F4C-8C5625A04F1E}"/>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20" name="Rounded Rectangle 119">
            <a:extLst>
              <a:ext uri="{FF2B5EF4-FFF2-40B4-BE49-F238E27FC236}">
                <a16:creationId xmlns:a16="http://schemas.microsoft.com/office/drawing/2014/main" id="{C88E1CFD-93A4-0B66-DA1C-F7E910D8D58A}"/>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ounded Rectangle 120">
            <a:extLst>
              <a:ext uri="{FF2B5EF4-FFF2-40B4-BE49-F238E27FC236}">
                <a16:creationId xmlns:a16="http://schemas.microsoft.com/office/drawing/2014/main" id="{A35CC52E-B88C-E354-24B9-63F00B34BD40}"/>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ounded Rectangle 121">
            <a:extLst>
              <a:ext uri="{FF2B5EF4-FFF2-40B4-BE49-F238E27FC236}">
                <a16:creationId xmlns:a16="http://schemas.microsoft.com/office/drawing/2014/main" id="{83528D42-C5FA-C609-89D6-715C552FA3AF}"/>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ounded Rectangle 122">
            <a:extLst>
              <a:ext uri="{FF2B5EF4-FFF2-40B4-BE49-F238E27FC236}">
                <a16:creationId xmlns:a16="http://schemas.microsoft.com/office/drawing/2014/main" id="{24480F70-29EE-3224-3876-78F0FFBEAF48}"/>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ounded Rectangle 123">
            <a:extLst>
              <a:ext uri="{FF2B5EF4-FFF2-40B4-BE49-F238E27FC236}">
                <a16:creationId xmlns:a16="http://schemas.microsoft.com/office/drawing/2014/main" id="{1FF4CC27-D1AE-8DD5-785D-7016D541C65F}"/>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ounded Rectangle 124">
            <a:extLst>
              <a:ext uri="{FF2B5EF4-FFF2-40B4-BE49-F238E27FC236}">
                <a16:creationId xmlns:a16="http://schemas.microsoft.com/office/drawing/2014/main" id="{E16D2C24-938D-B21A-DE31-AE5F330C1A9A}"/>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ounded Rectangle 125">
            <a:extLst>
              <a:ext uri="{FF2B5EF4-FFF2-40B4-BE49-F238E27FC236}">
                <a16:creationId xmlns:a16="http://schemas.microsoft.com/office/drawing/2014/main" id="{82594841-B8BE-E146-03CA-89F5B7E9DBEE}"/>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ounded Rectangle 126">
            <a:extLst>
              <a:ext uri="{FF2B5EF4-FFF2-40B4-BE49-F238E27FC236}">
                <a16:creationId xmlns:a16="http://schemas.microsoft.com/office/drawing/2014/main" id="{ACBA037A-94FB-B4AB-1BAE-700BCB7A9996}"/>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ounded Rectangle 127">
            <a:extLst>
              <a:ext uri="{FF2B5EF4-FFF2-40B4-BE49-F238E27FC236}">
                <a16:creationId xmlns:a16="http://schemas.microsoft.com/office/drawing/2014/main" id="{4AD99844-23BB-85F6-FFCE-24C9EA4DEBAC}"/>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ounded Rectangle 128">
            <a:extLst>
              <a:ext uri="{FF2B5EF4-FFF2-40B4-BE49-F238E27FC236}">
                <a16:creationId xmlns:a16="http://schemas.microsoft.com/office/drawing/2014/main" id="{BA2D8714-633F-8A4F-8238-1F1783BD03FE}"/>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ounded Rectangle 129">
            <a:extLst>
              <a:ext uri="{FF2B5EF4-FFF2-40B4-BE49-F238E27FC236}">
                <a16:creationId xmlns:a16="http://schemas.microsoft.com/office/drawing/2014/main" id="{7476D5C4-F549-F1FC-8D72-9279F8D568AD}"/>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ounded Rectangle 130">
            <a:extLst>
              <a:ext uri="{FF2B5EF4-FFF2-40B4-BE49-F238E27FC236}">
                <a16:creationId xmlns:a16="http://schemas.microsoft.com/office/drawing/2014/main" id="{F014BAA6-DA3C-00F9-F4EF-14212D645588}"/>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TextBox 131">
            <a:extLst>
              <a:ext uri="{FF2B5EF4-FFF2-40B4-BE49-F238E27FC236}">
                <a16:creationId xmlns:a16="http://schemas.microsoft.com/office/drawing/2014/main" id="{A390CDA0-A5BA-D9AE-A022-D04C9A39803B}"/>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33" name="Straight Connector 132">
            <a:extLst>
              <a:ext uri="{FF2B5EF4-FFF2-40B4-BE49-F238E27FC236}">
                <a16:creationId xmlns:a16="http://schemas.microsoft.com/office/drawing/2014/main" id="{E6A39905-ED66-BA07-475B-778D2E71CC5E}"/>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B3350A14-2B5D-580B-5B78-31751FD0EB22}"/>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EBEB001E-672E-8749-B390-9BA822757F2F}"/>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36" name="Flowchart: Manual Operation 1572">
            <a:extLst>
              <a:ext uri="{FF2B5EF4-FFF2-40B4-BE49-F238E27FC236}">
                <a16:creationId xmlns:a16="http://schemas.microsoft.com/office/drawing/2014/main" id="{37510728-E98E-1DE0-A1B6-E0BC1FD93AD3}"/>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137" name="TextBox 136">
            <a:extLst>
              <a:ext uri="{FF2B5EF4-FFF2-40B4-BE49-F238E27FC236}">
                <a16:creationId xmlns:a16="http://schemas.microsoft.com/office/drawing/2014/main" id="{6BB49044-FCD3-8928-EE18-1C7ED8887E04}"/>
              </a:ext>
            </a:extLst>
          </p:cNvPr>
          <p:cNvSpPr txBox="1"/>
          <p:nvPr/>
        </p:nvSpPr>
        <p:spPr>
          <a:xfrm>
            <a:off x="6902133" y="261622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cxnSp>
        <p:nvCxnSpPr>
          <p:cNvPr id="138" name="Straight Connector 137">
            <a:extLst>
              <a:ext uri="{FF2B5EF4-FFF2-40B4-BE49-F238E27FC236}">
                <a16:creationId xmlns:a16="http://schemas.microsoft.com/office/drawing/2014/main" id="{60A5131E-4596-91C5-C6C1-8DEED99FAC4D}"/>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39" name="Isosceles Triangle 1756">
            <a:extLst>
              <a:ext uri="{FF2B5EF4-FFF2-40B4-BE49-F238E27FC236}">
                <a16:creationId xmlns:a16="http://schemas.microsoft.com/office/drawing/2014/main" id="{FE6A96BA-11BD-0E95-3FAB-D5A31859F34F}"/>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0" name="Straight Connector 139">
            <a:extLst>
              <a:ext uri="{FF2B5EF4-FFF2-40B4-BE49-F238E27FC236}">
                <a16:creationId xmlns:a16="http://schemas.microsoft.com/office/drawing/2014/main" id="{C213F160-A91E-1A2A-5422-AA892D42DE30}"/>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1" name="Isosceles Triangle 1756">
            <a:extLst>
              <a:ext uri="{FF2B5EF4-FFF2-40B4-BE49-F238E27FC236}">
                <a16:creationId xmlns:a16="http://schemas.microsoft.com/office/drawing/2014/main" id="{646F8388-2647-C182-0B2A-967543D65578}"/>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2" name="Straight Connector 141">
            <a:extLst>
              <a:ext uri="{FF2B5EF4-FFF2-40B4-BE49-F238E27FC236}">
                <a16:creationId xmlns:a16="http://schemas.microsoft.com/office/drawing/2014/main" id="{9136542D-3182-4080-F1EC-186BFDC8BEBF}"/>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3" name="Isosceles Triangle 1756">
            <a:extLst>
              <a:ext uri="{FF2B5EF4-FFF2-40B4-BE49-F238E27FC236}">
                <a16:creationId xmlns:a16="http://schemas.microsoft.com/office/drawing/2014/main" id="{3CA0ADE9-B066-2320-3A1A-551ABFD0B34E}"/>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4" name="Straight Connector 143">
            <a:extLst>
              <a:ext uri="{FF2B5EF4-FFF2-40B4-BE49-F238E27FC236}">
                <a16:creationId xmlns:a16="http://schemas.microsoft.com/office/drawing/2014/main" id="{4282F12A-7CFE-CECB-CEB4-D2D2476578F9}"/>
              </a:ext>
            </a:extLst>
          </p:cNvPr>
          <p:cNvCxnSpPr>
            <a:cxnSpLocks/>
          </p:cNvCxnSpPr>
          <p:nvPr/>
        </p:nvCxnSpPr>
        <p:spPr>
          <a:xfrm>
            <a:off x="8929467" y="5639630"/>
            <a:ext cx="0" cy="1508544"/>
          </a:xfrm>
          <a:prstGeom prst="line">
            <a:avLst/>
          </a:prstGeom>
          <a:ln w="539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5" name="Isosceles Triangle 1756">
            <a:extLst>
              <a:ext uri="{FF2B5EF4-FFF2-40B4-BE49-F238E27FC236}">
                <a16:creationId xmlns:a16="http://schemas.microsoft.com/office/drawing/2014/main" id="{D31EB5FD-8608-E3B5-140F-138C12DCF2B5}"/>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6" name="Straight Connector 145">
            <a:extLst>
              <a:ext uri="{FF2B5EF4-FFF2-40B4-BE49-F238E27FC236}">
                <a16:creationId xmlns:a16="http://schemas.microsoft.com/office/drawing/2014/main" id="{A46AFF3C-9A69-8978-9C64-D339B8CCDA2D}"/>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7" name="Isosceles Triangle 1756">
            <a:extLst>
              <a:ext uri="{FF2B5EF4-FFF2-40B4-BE49-F238E27FC236}">
                <a16:creationId xmlns:a16="http://schemas.microsoft.com/office/drawing/2014/main" id="{B7E714AF-6558-72EE-D347-82377E0C9E54}"/>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8" name="Straight Connector 147">
            <a:extLst>
              <a:ext uri="{FF2B5EF4-FFF2-40B4-BE49-F238E27FC236}">
                <a16:creationId xmlns:a16="http://schemas.microsoft.com/office/drawing/2014/main" id="{1D050177-5FD1-BEE9-0F40-A20F103FFF67}"/>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9" name="Isosceles Triangle 1756">
            <a:extLst>
              <a:ext uri="{FF2B5EF4-FFF2-40B4-BE49-F238E27FC236}">
                <a16:creationId xmlns:a16="http://schemas.microsoft.com/office/drawing/2014/main" id="{2A908931-83D0-5456-FA48-5678F37B457A}"/>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50" name="Straight Connector 149">
            <a:extLst>
              <a:ext uri="{FF2B5EF4-FFF2-40B4-BE49-F238E27FC236}">
                <a16:creationId xmlns:a16="http://schemas.microsoft.com/office/drawing/2014/main" id="{8814FBD5-CB67-C83D-06E4-4301A367C0D3}"/>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1" name="Isosceles Triangle 1756">
            <a:extLst>
              <a:ext uri="{FF2B5EF4-FFF2-40B4-BE49-F238E27FC236}">
                <a16:creationId xmlns:a16="http://schemas.microsoft.com/office/drawing/2014/main" id="{835BA8DF-C956-133D-69A5-11C4C9680786}"/>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52" name="Rectangle: Rounded Corners 1744">
            <a:extLst>
              <a:ext uri="{FF2B5EF4-FFF2-40B4-BE49-F238E27FC236}">
                <a16:creationId xmlns:a16="http://schemas.microsoft.com/office/drawing/2014/main" id="{3C6A278A-A12D-1B85-0800-584E6A981D0D}"/>
              </a:ext>
            </a:extLst>
          </p:cNvPr>
          <p:cNvSpPr/>
          <p:nvPr/>
        </p:nvSpPr>
        <p:spPr>
          <a:xfrm>
            <a:off x="9026509" y="5690159"/>
            <a:ext cx="682641" cy="1458012"/>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53" name="TextBox 152">
            <a:extLst>
              <a:ext uri="{FF2B5EF4-FFF2-40B4-BE49-F238E27FC236}">
                <a16:creationId xmlns:a16="http://schemas.microsoft.com/office/drawing/2014/main" id="{5591FD8B-5E30-8FFF-7D8F-9C73D21F6E7D}"/>
              </a:ext>
            </a:extLst>
          </p:cNvPr>
          <p:cNvSpPr txBox="1"/>
          <p:nvPr/>
        </p:nvSpPr>
        <p:spPr>
          <a:xfrm>
            <a:off x="7815523" y="7095431"/>
            <a:ext cx="3609422" cy="461665"/>
          </a:xfrm>
          <a:prstGeom prst="rect">
            <a:avLst/>
          </a:prstGeom>
          <a:noFill/>
        </p:spPr>
        <p:txBody>
          <a:bodyPr wrap="square">
            <a:spAutoFit/>
          </a:bodyPr>
          <a:lstStyle/>
          <a:p>
            <a:pPr algn="ctr"/>
            <a:r>
              <a:rPr lang="en-US" sz="2400" b="1" dirty="0"/>
              <a:t>Pin [</a:t>
            </a:r>
            <a:r>
              <a:rPr lang="en-US" altLang="zh-CN" sz="2400" b="1" dirty="0"/>
              <a:t>4]</a:t>
            </a:r>
            <a:r>
              <a:rPr lang="en-US" sz="2400" b="1" dirty="0"/>
              <a:t>(enabled)</a:t>
            </a:r>
            <a:endParaRPr lang="en-US" sz="2800" b="1" dirty="0"/>
          </a:p>
        </p:txBody>
      </p:sp>
      <p:sp>
        <p:nvSpPr>
          <p:cNvPr id="154" name="TextBox 153">
            <a:extLst>
              <a:ext uri="{FF2B5EF4-FFF2-40B4-BE49-F238E27FC236}">
                <a16:creationId xmlns:a16="http://schemas.microsoft.com/office/drawing/2014/main" id="{1A7638C4-97F7-2880-7959-8B1CE0B69F00}"/>
              </a:ext>
            </a:extLst>
          </p:cNvPr>
          <p:cNvSpPr txBox="1"/>
          <p:nvPr/>
        </p:nvSpPr>
        <p:spPr>
          <a:xfrm>
            <a:off x="9321638" y="262020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BL=16</a:t>
            </a:r>
          </a:p>
        </p:txBody>
      </p:sp>
      <p:sp>
        <p:nvSpPr>
          <p:cNvPr id="155" name="Trapezoid 154">
            <a:extLst>
              <a:ext uri="{FF2B5EF4-FFF2-40B4-BE49-F238E27FC236}">
                <a16:creationId xmlns:a16="http://schemas.microsoft.com/office/drawing/2014/main" id="{93E0820D-71ED-31B9-BB0B-730738DBA69A}"/>
              </a:ext>
            </a:extLst>
          </p:cNvPr>
          <p:cNvSpPr/>
          <p:nvPr/>
        </p:nvSpPr>
        <p:spPr>
          <a:xfrm rot="10800000">
            <a:off x="7594848" y="5725682"/>
            <a:ext cx="2243388" cy="875370"/>
          </a:xfrm>
          <a:prstGeom prst="trapezoid">
            <a:avLst/>
          </a:prstGeom>
          <a:solidFill>
            <a:schemeClr val="bg1">
              <a:alpha val="68000"/>
            </a:schemeClr>
          </a:solid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Box 155">
            <a:extLst>
              <a:ext uri="{FF2B5EF4-FFF2-40B4-BE49-F238E27FC236}">
                <a16:creationId xmlns:a16="http://schemas.microsoft.com/office/drawing/2014/main" id="{63AC6610-436D-CEBB-3696-042E7F631FCB}"/>
              </a:ext>
            </a:extLst>
          </p:cNvPr>
          <p:cNvSpPr txBox="1"/>
          <p:nvPr/>
        </p:nvSpPr>
        <p:spPr>
          <a:xfrm>
            <a:off x="7724701" y="5901757"/>
            <a:ext cx="1790875" cy="523220"/>
          </a:xfrm>
          <a:prstGeom prst="rect">
            <a:avLst/>
          </a:prstGeom>
          <a:noFill/>
        </p:spPr>
        <p:txBody>
          <a:bodyPr wrap="none" rtlCol="0">
            <a:spAutoFit/>
          </a:bodyPr>
          <a:lstStyle/>
          <a:p>
            <a:r>
              <a:rPr lang="en-US" sz="2800" dirty="0"/>
              <a:t>5BL=80bits</a:t>
            </a:r>
          </a:p>
        </p:txBody>
      </p:sp>
    </p:spTree>
    <p:extLst>
      <p:ext uri="{BB962C8B-B14F-4D97-AF65-F5344CB8AC3E}">
        <p14:creationId xmlns:p14="http://schemas.microsoft.com/office/powerpoint/2010/main" val="800117053"/>
      </p:ext>
    </p:extLst>
  </p:cSld>
  <p:clrMapOvr>
    <a:masterClrMapping/>
  </p:clrMapOvr>
  <mc:AlternateContent xmlns:mc="http://schemas.openxmlformats.org/markup-compatibility/2006" xmlns:p14="http://schemas.microsoft.com/office/powerpoint/2010/main">
    <mc:Choice Requires="p14">
      <p:transition spd="slow" p14:dur="2000" advTm="3600"/>
    </mc:Choice>
    <mc:Fallback xmlns="">
      <p:transition spd="slow" advTm="36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B071-43AB-0379-BFE2-2D3F430FC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FF3D4-47A5-A453-0426-1E85D574235C}"/>
              </a:ext>
            </a:extLst>
          </p:cNvPr>
          <p:cNvSpPr>
            <a:spLocks noGrp="1"/>
          </p:cNvSpPr>
          <p:nvPr>
            <p:ph type="title"/>
          </p:nvPr>
        </p:nvSpPr>
        <p:spPr/>
        <p:txBody>
          <a:bodyPr/>
          <a:lstStyle/>
          <a:p>
            <a:r>
              <a:rPr lang="en-US" dirty="0"/>
              <a:t>ASPA -- Adaptive Buffering</a:t>
            </a:r>
          </a:p>
        </p:txBody>
      </p:sp>
      <p:sp>
        <p:nvSpPr>
          <p:cNvPr id="3" name="TextBox 2">
            <a:extLst>
              <a:ext uri="{FF2B5EF4-FFF2-40B4-BE49-F238E27FC236}">
                <a16:creationId xmlns:a16="http://schemas.microsoft.com/office/drawing/2014/main" id="{495004BE-61D6-D076-D00D-ADC46181DDCE}"/>
              </a:ext>
            </a:extLst>
          </p:cNvPr>
          <p:cNvSpPr txBox="1"/>
          <p:nvPr/>
        </p:nvSpPr>
        <p:spPr>
          <a:xfrm>
            <a:off x="1109423" y="3206711"/>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❶</a:t>
            </a:r>
          </a:p>
        </p:txBody>
      </p:sp>
      <p:sp>
        <p:nvSpPr>
          <p:cNvPr id="7" name="TextBox 6">
            <a:extLst>
              <a:ext uri="{FF2B5EF4-FFF2-40B4-BE49-F238E27FC236}">
                <a16:creationId xmlns:a16="http://schemas.microsoft.com/office/drawing/2014/main" id="{4725ACAE-2961-0255-5DA8-1DE5E5F3F261}"/>
              </a:ext>
            </a:extLst>
          </p:cNvPr>
          <p:cNvSpPr txBox="1"/>
          <p:nvPr/>
        </p:nvSpPr>
        <p:spPr>
          <a:xfrm>
            <a:off x="1109423" y="4229023"/>
            <a:ext cx="941455" cy="461665"/>
          </a:xfrm>
          <a:prstGeom prst="rect">
            <a:avLst/>
          </a:prstGeom>
          <a:noFill/>
        </p:spPr>
        <p:txBody>
          <a:bodyPr wrap="square">
            <a:spAutoFit/>
          </a:bodyPr>
          <a:lstStyle/>
          <a:p>
            <a:r>
              <a:rPr lang="en-US" sz="2400">
                <a:latin typeface="DengXian" panose="02010600030101010101" pitchFamily="2" charset="-122"/>
                <a:ea typeface="DengXian" panose="02010600030101010101" pitchFamily="2" charset="-122"/>
              </a:rPr>
              <a:t>❷</a:t>
            </a:r>
          </a:p>
        </p:txBody>
      </p:sp>
      <p:sp>
        <p:nvSpPr>
          <p:cNvPr id="8" name="TextBox 7">
            <a:extLst>
              <a:ext uri="{FF2B5EF4-FFF2-40B4-BE49-F238E27FC236}">
                <a16:creationId xmlns:a16="http://schemas.microsoft.com/office/drawing/2014/main" id="{7214DE66-A4FA-2654-E207-B590527256B6}"/>
              </a:ext>
            </a:extLst>
          </p:cNvPr>
          <p:cNvSpPr txBox="1"/>
          <p:nvPr/>
        </p:nvSpPr>
        <p:spPr>
          <a:xfrm>
            <a:off x="1109423" y="5251335"/>
            <a:ext cx="941455" cy="461665"/>
          </a:xfrm>
          <a:prstGeom prst="rect">
            <a:avLst/>
          </a:prstGeom>
          <a:noFill/>
        </p:spPr>
        <p:txBody>
          <a:bodyPr wrap="square">
            <a:spAutoFit/>
          </a:bodyPr>
          <a:lstStyle/>
          <a:p>
            <a:r>
              <a:rPr lang="en-US" sz="2400" dirty="0">
                <a:latin typeface="DengXian" panose="02010600030101010101" pitchFamily="2" charset="-122"/>
                <a:ea typeface="DengXian" panose="02010600030101010101" pitchFamily="2" charset="-122"/>
              </a:rPr>
              <a:t>❸</a:t>
            </a:r>
          </a:p>
        </p:txBody>
      </p:sp>
      <p:sp>
        <p:nvSpPr>
          <p:cNvPr id="9" name="TextBox 8">
            <a:extLst>
              <a:ext uri="{FF2B5EF4-FFF2-40B4-BE49-F238E27FC236}">
                <a16:creationId xmlns:a16="http://schemas.microsoft.com/office/drawing/2014/main" id="{03D10ADB-70E9-EEE0-B45B-3C27B76C64E0}"/>
              </a:ext>
            </a:extLst>
          </p:cNvPr>
          <p:cNvSpPr txBox="1"/>
          <p:nvPr/>
        </p:nvSpPr>
        <p:spPr>
          <a:xfrm>
            <a:off x="1109423" y="6273648"/>
            <a:ext cx="941455" cy="461665"/>
          </a:xfrm>
          <a:prstGeom prst="rect">
            <a:avLst/>
          </a:prstGeom>
          <a:noFill/>
        </p:spPr>
        <p:txBody>
          <a:bodyPr wrap="square">
            <a:spAutoFit/>
          </a:bodyPr>
          <a:lstStyle/>
          <a:p>
            <a:r>
              <a:rPr lang="en-US" sz="2400">
                <a:latin typeface="DengXian" panose="02010600030101010101" pitchFamily="2" charset="-122"/>
                <a:ea typeface="DengXian" panose="02010600030101010101" pitchFamily="2" charset="-122"/>
              </a:rPr>
              <a:t>❹</a:t>
            </a:r>
          </a:p>
        </p:txBody>
      </p:sp>
      <p:sp>
        <p:nvSpPr>
          <p:cNvPr id="18" name="Rectangle: Rounded Corners 27">
            <a:extLst>
              <a:ext uri="{FF2B5EF4-FFF2-40B4-BE49-F238E27FC236}">
                <a16:creationId xmlns:a16="http://schemas.microsoft.com/office/drawing/2014/main" id="{CBCCCA0D-D9F3-111C-1ED6-144C9C37F1AF}"/>
              </a:ext>
            </a:extLst>
          </p:cNvPr>
          <p:cNvSpPr/>
          <p:nvPr/>
        </p:nvSpPr>
        <p:spPr>
          <a:xfrm>
            <a:off x="2203687" y="3401711"/>
            <a:ext cx="2461395"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400" dirty="0">
                <a:solidFill>
                  <a:schemeClr val="tx1"/>
                </a:solidFill>
                <a:latin typeface="DengXian" panose="02010600030101010101" pitchFamily="2" charset="-122"/>
                <a:ea typeface="DengXian" panose="02010600030101010101" pitchFamily="2" charset="-122"/>
              </a:rPr>
              <a:t>128b IO Buffer</a:t>
            </a:r>
          </a:p>
        </p:txBody>
      </p:sp>
      <p:grpSp>
        <p:nvGrpSpPr>
          <p:cNvPr id="20" name="Group 19">
            <a:extLst>
              <a:ext uri="{FF2B5EF4-FFF2-40B4-BE49-F238E27FC236}">
                <a16:creationId xmlns:a16="http://schemas.microsoft.com/office/drawing/2014/main" id="{4A3F3723-3271-1767-AF2C-AC2B162021BF}"/>
              </a:ext>
            </a:extLst>
          </p:cNvPr>
          <p:cNvGrpSpPr/>
          <p:nvPr/>
        </p:nvGrpSpPr>
        <p:grpSpPr>
          <a:xfrm>
            <a:off x="2203687" y="4423941"/>
            <a:ext cx="2461395" cy="522093"/>
            <a:chOff x="7052773" y="2412335"/>
            <a:chExt cx="1195330" cy="522093"/>
          </a:xfrm>
          <a:effectLst>
            <a:outerShdw blurRad="50800" dist="38100" dir="2700000" algn="tl" rotWithShape="0">
              <a:prstClr val="black">
                <a:alpha val="40000"/>
              </a:prstClr>
            </a:outerShdw>
          </a:effectLst>
        </p:grpSpPr>
        <p:sp>
          <p:nvSpPr>
            <p:cNvPr id="21" name="Rectangle: Rounded Corners 1">
              <a:extLst>
                <a:ext uri="{FF2B5EF4-FFF2-40B4-BE49-F238E27FC236}">
                  <a16:creationId xmlns:a16="http://schemas.microsoft.com/office/drawing/2014/main" id="{B45613E1-E6BC-6860-9D34-F1430FDCB97D}"/>
                </a:ext>
              </a:extLst>
            </p:cNvPr>
            <p:cNvSpPr/>
            <p:nvPr/>
          </p:nvSpPr>
          <p:spPr>
            <a:xfrm>
              <a:off x="7052773" y="2412335"/>
              <a:ext cx="1195330"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22" name="Rectangle: Top Corners Rounded 22">
              <a:extLst>
                <a:ext uri="{FF2B5EF4-FFF2-40B4-BE49-F238E27FC236}">
                  <a16:creationId xmlns:a16="http://schemas.microsoft.com/office/drawing/2014/main" id="{2C6D4845-440B-9872-1345-640FBE9635F0}"/>
                </a:ext>
              </a:extLst>
            </p:cNvPr>
            <p:cNvSpPr/>
            <p:nvPr/>
          </p:nvSpPr>
          <p:spPr>
            <a:xfrm rot="5400000" flipV="1">
              <a:off x="7280026" y="2398351"/>
              <a:ext cx="502920" cy="548640"/>
            </a:xfrm>
            <a:prstGeom prst="round2SameRect">
              <a:avLst>
                <a:gd name="adj1" fmla="val 0"/>
                <a:gd name="adj2" fmla="val 0"/>
              </a:avLst>
            </a:prstGeom>
            <a:solidFill>
              <a:schemeClr val="accent2">
                <a:lumMod val="40000"/>
                <a:lumOff val="60000"/>
              </a:schemeClr>
            </a:solidFill>
            <a:ln w="12700">
              <a:solidFill>
                <a:schemeClr val="tx1"/>
              </a:solidFill>
            </a:ln>
            <a:effectLst/>
            <a:scene3d>
              <a:camera prst="orthographicFront"/>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sp>
          <p:nvSpPr>
            <p:cNvPr id="23" name="Rectangle: Top Corners Rounded 48">
              <a:extLst>
                <a:ext uri="{FF2B5EF4-FFF2-40B4-BE49-F238E27FC236}">
                  <a16:creationId xmlns:a16="http://schemas.microsoft.com/office/drawing/2014/main" id="{5FA36F37-145E-31A1-594B-34D97F1914A1}"/>
                </a:ext>
              </a:extLst>
            </p:cNvPr>
            <p:cNvSpPr/>
            <p:nvPr/>
          </p:nvSpPr>
          <p:spPr>
            <a:xfrm rot="5400000">
              <a:off x="7775200" y="2455715"/>
              <a:ext cx="502920" cy="433388"/>
            </a:xfrm>
            <a:prstGeom prst="round2SameRect">
              <a:avLst>
                <a:gd name="adj1" fmla="val 18133"/>
                <a:gd name="adj2" fmla="val 0"/>
              </a:avLst>
            </a:prstGeom>
            <a:pattFill prst="wdUpDiag">
              <a:fgClr>
                <a:schemeClr val="accent2">
                  <a:lumMod val="75000"/>
                </a:schemeClr>
              </a:fgClr>
              <a:bgClr>
                <a:schemeClr val="accent2">
                  <a:lumMod val="40000"/>
                  <a:lumOff val="60000"/>
                </a:schemeClr>
              </a:bgClr>
            </a:pattFill>
            <a:ln>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grpSp>
      <p:grpSp>
        <p:nvGrpSpPr>
          <p:cNvPr id="26" name="Group 25">
            <a:extLst>
              <a:ext uri="{FF2B5EF4-FFF2-40B4-BE49-F238E27FC236}">
                <a16:creationId xmlns:a16="http://schemas.microsoft.com/office/drawing/2014/main" id="{3362B600-E0B4-FFC6-34DF-36136FFC1565}"/>
              </a:ext>
            </a:extLst>
          </p:cNvPr>
          <p:cNvGrpSpPr/>
          <p:nvPr/>
        </p:nvGrpSpPr>
        <p:grpSpPr>
          <a:xfrm>
            <a:off x="2203687" y="5446171"/>
            <a:ext cx="2461395" cy="522093"/>
            <a:chOff x="7052773" y="3018856"/>
            <a:chExt cx="1195330" cy="522093"/>
          </a:xfrm>
          <a:effectLst>
            <a:outerShdw blurRad="50800" dist="38100" dir="2700000" algn="tl" rotWithShape="0">
              <a:prstClr val="black">
                <a:alpha val="40000"/>
              </a:prstClr>
            </a:outerShdw>
          </a:effectLst>
        </p:grpSpPr>
        <p:sp>
          <p:nvSpPr>
            <p:cNvPr id="27" name="Rectangle: Rounded Corners 29">
              <a:extLst>
                <a:ext uri="{FF2B5EF4-FFF2-40B4-BE49-F238E27FC236}">
                  <a16:creationId xmlns:a16="http://schemas.microsoft.com/office/drawing/2014/main" id="{0664E90E-AEB1-8085-E8A5-87C0B652AB6F}"/>
                </a:ext>
              </a:extLst>
            </p:cNvPr>
            <p:cNvSpPr/>
            <p:nvPr/>
          </p:nvSpPr>
          <p:spPr>
            <a:xfrm>
              <a:off x="7052773" y="3018856"/>
              <a:ext cx="1195330"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29" name="Rectangle: Top Corners Rounded 52">
              <a:extLst>
                <a:ext uri="{FF2B5EF4-FFF2-40B4-BE49-F238E27FC236}">
                  <a16:creationId xmlns:a16="http://schemas.microsoft.com/office/drawing/2014/main" id="{5EFE401F-4973-5103-0274-F6991BAAD63C}"/>
                </a:ext>
              </a:extLst>
            </p:cNvPr>
            <p:cNvSpPr/>
            <p:nvPr/>
          </p:nvSpPr>
          <p:spPr>
            <a:xfrm rot="5400000">
              <a:off x="7849675" y="3136709"/>
              <a:ext cx="502920" cy="284438"/>
            </a:xfrm>
            <a:prstGeom prst="round2SameRect">
              <a:avLst>
                <a:gd name="adj1" fmla="val 27726"/>
                <a:gd name="adj2" fmla="val 0"/>
              </a:avLst>
            </a:prstGeom>
            <a:pattFill prst="wdUpDiag">
              <a:fgClr>
                <a:schemeClr val="accent2">
                  <a:lumMod val="75000"/>
                </a:schemeClr>
              </a:fgClr>
              <a:bgClr>
                <a:schemeClr val="accent2">
                  <a:lumMod val="40000"/>
                  <a:lumOff val="60000"/>
                </a:schemeClr>
              </a:bgClr>
            </a:pattFill>
            <a:ln>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sp>
          <p:nvSpPr>
            <p:cNvPr id="30" name="Rectangle: Top Corners Rounded 53">
              <a:extLst>
                <a:ext uri="{FF2B5EF4-FFF2-40B4-BE49-F238E27FC236}">
                  <a16:creationId xmlns:a16="http://schemas.microsoft.com/office/drawing/2014/main" id="{9B209B6E-4427-DFE0-8D99-E0D2DE700EBA}"/>
                </a:ext>
              </a:extLst>
            </p:cNvPr>
            <p:cNvSpPr/>
            <p:nvPr/>
          </p:nvSpPr>
          <p:spPr>
            <a:xfrm rot="5400000" flipV="1">
              <a:off x="7427200" y="3004607"/>
              <a:ext cx="502920" cy="548640"/>
            </a:xfrm>
            <a:prstGeom prst="round2SameRect">
              <a:avLst>
                <a:gd name="adj1" fmla="val 0"/>
                <a:gd name="adj2" fmla="val 0"/>
              </a:avLst>
            </a:prstGeom>
            <a:solidFill>
              <a:schemeClr val="accent2">
                <a:lumMod val="40000"/>
                <a:lumOff val="6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grpSp>
      <p:grpSp>
        <p:nvGrpSpPr>
          <p:cNvPr id="31" name="Group 30">
            <a:extLst>
              <a:ext uri="{FF2B5EF4-FFF2-40B4-BE49-F238E27FC236}">
                <a16:creationId xmlns:a16="http://schemas.microsoft.com/office/drawing/2014/main" id="{E3BA0F9F-9FC1-2FDA-9EAA-0E4499E4C8D1}"/>
              </a:ext>
            </a:extLst>
          </p:cNvPr>
          <p:cNvGrpSpPr/>
          <p:nvPr/>
        </p:nvGrpSpPr>
        <p:grpSpPr>
          <a:xfrm>
            <a:off x="2203687" y="6468401"/>
            <a:ext cx="2461395" cy="522093"/>
            <a:chOff x="7052773" y="3698910"/>
            <a:chExt cx="1195330" cy="522093"/>
          </a:xfrm>
          <a:effectLst>
            <a:outerShdw blurRad="50800" dist="38100" dir="2700000" algn="tl" rotWithShape="0">
              <a:prstClr val="black">
                <a:alpha val="40000"/>
              </a:prstClr>
            </a:outerShdw>
          </a:effectLst>
        </p:grpSpPr>
        <p:sp>
          <p:nvSpPr>
            <p:cNvPr id="49" name="Rectangle: Rounded Corners 46">
              <a:extLst>
                <a:ext uri="{FF2B5EF4-FFF2-40B4-BE49-F238E27FC236}">
                  <a16:creationId xmlns:a16="http://schemas.microsoft.com/office/drawing/2014/main" id="{9A4DE49C-43E7-4E78-ABDF-8EF708A11651}"/>
                </a:ext>
              </a:extLst>
            </p:cNvPr>
            <p:cNvSpPr/>
            <p:nvPr/>
          </p:nvSpPr>
          <p:spPr>
            <a:xfrm>
              <a:off x="7052773" y="3698910"/>
              <a:ext cx="1195330" cy="522093"/>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2400">
                <a:solidFill>
                  <a:schemeClr val="tx1"/>
                </a:solidFill>
                <a:latin typeface="DengXian" panose="02010600030101010101" pitchFamily="2" charset="-122"/>
                <a:ea typeface="DengXian" panose="02010600030101010101" pitchFamily="2" charset="-122"/>
              </a:endParaRPr>
            </a:p>
          </p:txBody>
        </p:sp>
        <p:sp>
          <p:nvSpPr>
            <p:cNvPr id="50" name="Rectangle: Top Corners Rounded 54">
              <a:extLst>
                <a:ext uri="{FF2B5EF4-FFF2-40B4-BE49-F238E27FC236}">
                  <a16:creationId xmlns:a16="http://schemas.microsoft.com/office/drawing/2014/main" id="{BE75D2C9-D4B8-EF59-0C93-E4395AD254A2}"/>
                </a:ext>
              </a:extLst>
            </p:cNvPr>
            <p:cNvSpPr/>
            <p:nvPr/>
          </p:nvSpPr>
          <p:spPr>
            <a:xfrm rot="5400000">
              <a:off x="7923697" y="3890782"/>
              <a:ext cx="502920" cy="136395"/>
            </a:xfrm>
            <a:prstGeom prst="round2SameRect">
              <a:avLst>
                <a:gd name="adj1" fmla="val 50000"/>
                <a:gd name="adj2" fmla="val 0"/>
              </a:avLst>
            </a:prstGeom>
            <a:pattFill prst="wdUpDiag">
              <a:fgClr>
                <a:schemeClr val="accent2">
                  <a:lumMod val="75000"/>
                </a:schemeClr>
              </a:fgClr>
              <a:bgClr>
                <a:schemeClr val="accent2">
                  <a:lumMod val="40000"/>
                  <a:lumOff val="60000"/>
                </a:schemeClr>
              </a:bgClr>
            </a:pattFill>
            <a:ln>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51" name="Rectangle: Top Corners Rounded 55">
              <a:extLst>
                <a:ext uri="{FF2B5EF4-FFF2-40B4-BE49-F238E27FC236}">
                  <a16:creationId xmlns:a16="http://schemas.microsoft.com/office/drawing/2014/main" id="{E1698426-9049-7B5B-545D-C410D893CC72}"/>
                </a:ext>
              </a:extLst>
            </p:cNvPr>
            <p:cNvSpPr/>
            <p:nvPr/>
          </p:nvSpPr>
          <p:spPr>
            <a:xfrm rot="5400000" flipV="1">
              <a:off x="7574368" y="3684660"/>
              <a:ext cx="502920" cy="548640"/>
            </a:xfrm>
            <a:prstGeom prst="round2SameRect">
              <a:avLst>
                <a:gd name="adj1" fmla="val 0"/>
                <a:gd name="adj2" fmla="val 0"/>
              </a:avLst>
            </a:prstGeom>
            <a:solidFill>
              <a:schemeClr val="accent2">
                <a:lumMod val="40000"/>
                <a:lumOff val="60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DengXian" panose="02010600030101010101" pitchFamily="2" charset="-122"/>
                <a:ea typeface="DengXian" panose="02010600030101010101" pitchFamily="2" charset="-122"/>
              </a:endParaRPr>
            </a:p>
          </p:txBody>
        </p:sp>
      </p:grpSp>
      <p:grpSp>
        <p:nvGrpSpPr>
          <p:cNvPr id="54" name="Group 53">
            <a:extLst>
              <a:ext uri="{FF2B5EF4-FFF2-40B4-BE49-F238E27FC236}">
                <a16:creationId xmlns:a16="http://schemas.microsoft.com/office/drawing/2014/main" id="{578F551B-5BE8-BC3C-AE8A-2480FAC4CD69}"/>
              </a:ext>
            </a:extLst>
          </p:cNvPr>
          <p:cNvGrpSpPr/>
          <p:nvPr/>
        </p:nvGrpSpPr>
        <p:grpSpPr>
          <a:xfrm>
            <a:off x="3428429" y="3083501"/>
            <a:ext cx="2461395" cy="4347573"/>
            <a:chOff x="7646249" y="1060450"/>
            <a:chExt cx="961176" cy="4184650"/>
          </a:xfrm>
        </p:grpSpPr>
        <p:cxnSp>
          <p:nvCxnSpPr>
            <p:cNvPr id="55" name="Straight Connector 54">
              <a:extLst>
                <a:ext uri="{FF2B5EF4-FFF2-40B4-BE49-F238E27FC236}">
                  <a16:creationId xmlns:a16="http://schemas.microsoft.com/office/drawing/2014/main" id="{750BB9AC-F559-343C-C7F1-2F3F9830ECD7}"/>
                </a:ext>
              </a:extLst>
            </p:cNvPr>
            <p:cNvCxnSpPr>
              <a:cxnSpLocks/>
            </p:cNvCxnSpPr>
            <p:nvPr/>
          </p:nvCxnSpPr>
          <p:spPr>
            <a:xfrm flipV="1">
              <a:off x="7649140" y="1060450"/>
              <a:ext cx="0" cy="263905"/>
            </a:xfrm>
            <a:prstGeom prst="line">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17E5389-08E6-0206-8090-0E7FD28C4AD7}"/>
                </a:ext>
              </a:extLst>
            </p:cNvPr>
            <p:cNvCxnSpPr>
              <a:cxnSpLocks/>
            </p:cNvCxnSpPr>
            <p:nvPr/>
          </p:nvCxnSpPr>
          <p:spPr>
            <a:xfrm flipV="1">
              <a:off x="8604534" y="1063625"/>
              <a:ext cx="0" cy="417830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1DFAF0A-853F-0EDC-0044-4E6E3D682F67}"/>
                </a:ext>
              </a:extLst>
            </p:cNvPr>
            <p:cNvCxnSpPr>
              <a:cxnSpLocks/>
            </p:cNvCxnSpPr>
            <p:nvPr/>
          </p:nvCxnSpPr>
          <p:spPr>
            <a:xfrm flipV="1">
              <a:off x="7649140" y="4853988"/>
              <a:ext cx="0" cy="391112"/>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D659D6F-C87B-21A4-9634-80B22AD7BBCF}"/>
                </a:ext>
              </a:extLst>
            </p:cNvPr>
            <p:cNvCxnSpPr>
              <a:cxnSpLocks/>
            </p:cNvCxnSpPr>
            <p:nvPr/>
          </p:nvCxnSpPr>
          <p:spPr>
            <a:xfrm>
              <a:off x="7649140" y="5236982"/>
              <a:ext cx="95828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9F4D60E-EBB6-4135-214B-DE80D351DD82}"/>
                </a:ext>
              </a:extLst>
            </p:cNvPr>
            <p:cNvCxnSpPr>
              <a:cxnSpLocks/>
            </p:cNvCxnSpPr>
            <p:nvPr/>
          </p:nvCxnSpPr>
          <p:spPr>
            <a:xfrm>
              <a:off x="7646249" y="1066302"/>
              <a:ext cx="958285"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4" name="Arrow: Right 1552">
            <a:extLst>
              <a:ext uri="{FF2B5EF4-FFF2-40B4-BE49-F238E27FC236}">
                <a16:creationId xmlns:a16="http://schemas.microsoft.com/office/drawing/2014/main" id="{E6279F5B-6326-3A98-9B74-3458AE2E5F59}"/>
              </a:ext>
            </a:extLst>
          </p:cNvPr>
          <p:cNvSpPr/>
          <p:nvPr/>
        </p:nvSpPr>
        <p:spPr>
          <a:xfrm>
            <a:off x="1429359" y="3552183"/>
            <a:ext cx="682738" cy="225967"/>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5" name="TextBox 64">
            <a:extLst>
              <a:ext uri="{FF2B5EF4-FFF2-40B4-BE49-F238E27FC236}">
                <a16:creationId xmlns:a16="http://schemas.microsoft.com/office/drawing/2014/main" id="{27D9BCEB-2DE8-9CAF-305D-42D823A80D6F}"/>
              </a:ext>
            </a:extLst>
          </p:cNvPr>
          <p:cNvSpPr txBox="1"/>
          <p:nvPr/>
        </p:nvSpPr>
        <p:spPr>
          <a:xfrm>
            <a:off x="1258029" y="3684882"/>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+128b</a:t>
            </a:r>
          </a:p>
        </p:txBody>
      </p:sp>
      <p:sp>
        <p:nvSpPr>
          <p:cNvPr id="66" name="Arrow: Right 1556">
            <a:extLst>
              <a:ext uri="{FF2B5EF4-FFF2-40B4-BE49-F238E27FC236}">
                <a16:creationId xmlns:a16="http://schemas.microsoft.com/office/drawing/2014/main" id="{7C79E545-3D48-A1D2-EBB9-52E9ADCD6DF6}"/>
              </a:ext>
            </a:extLst>
          </p:cNvPr>
          <p:cNvSpPr/>
          <p:nvPr/>
        </p:nvSpPr>
        <p:spPr>
          <a:xfrm>
            <a:off x="1429359" y="4626315"/>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7" name="TextBox 66">
            <a:extLst>
              <a:ext uri="{FF2B5EF4-FFF2-40B4-BE49-F238E27FC236}">
                <a16:creationId xmlns:a16="http://schemas.microsoft.com/office/drawing/2014/main" id="{46DB2DF5-307E-2759-794D-7A0D2F0E42FF}"/>
              </a:ext>
            </a:extLst>
          </p:cNvPr>
          <p:cNvSpPr txBox="1"/>
          <p:nvPr/>
        </p:nvSpPr>
        <p:spPr>
          <a:xfrm>
            <a:off x="1258029" y="4696451"/>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sp>
        <p:nvSpPr>
          <p:cNvPr id="68" name="Arrow: Right 1764">
            <a:extLst>
              <a:ext uri="{FF2B5EF4-FFF2-40B4-BE49-F238E27FC236}">
                <a16:creationId xmlns:a16="http://schemas.microsoft.com/office/drawing/2014/main" id="{DCC69DF0-1032-11DE-8967-5E4CBFA2BB9C}"/>
              </a:ext>
            </a:extLst>
          </p:cNvPr>
          <p:cNvSpPr/>
          <p:nvPr/>
        </p:nvSpPr>
        <p:spPr>
          <a:xfrm>
            <a:off x="1429359" y="5637884"/>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69" name="TextBox 68">
            <a:extLst>
              <a:ext uri="{FF2B5EF4-FFF2-40B4-BE49-F238E27FC236}">
                <a16:creationId xmlns:a16="http://schemas.microsoft.com/office/drawing/2014/main" id="{78145FDD-20DB-8624-8C22-D754400D2DB1}"/>
              </a:ext>
            </a:extLst>
          </p:cNvPr>
          <p:cNvSpPr txBox="1"/>
          <p:nvPr/>
        </p:nvSpPr>
        <p:spPr>
          <a:xfrm>
            <a:off x="1258029" y="5708020"/>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sp>
        <p:nvSpPr>
          <p:cNvPr id="70" name="Arrow: Right 1767">
            <a:extLst>
              <a:ext uri="{FF2B5EF4-FFF2-40B4-BE49-F238E27FC236}">
                <a16:creationId xmlns:a16="http://schemas.microsoft.com/office/drawing/2014/main" id="{B90F72E2-7171-8B18-03CC-1D60CBCA629A}"/>
              </a:ext>
            </a:extLst>
          </p:cNvPr>
          <p:cNvSpPr/>
          <p:nvPr/>
        </p:nvSpPr>
        <p:spPr>
          <a:xfrm>
            <a:off x="1429359" y="6649453"/>
            <a:ext cx="682738" cy="146304"/>
          </a:xfrm>
          <a:prstGeom prst="rightArrow">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DengXian" panose="02010600030101010101" pitchFamily="2" charset="-122"/>
              <a:ea typeface="DengXian" panose="02010600030101010101" pitchFamily="2" charset="-122"/>
            </a:endParaRPr>
          </a:p>
        </p:txBody>
      </p:sp>
      <p:sp>
        <p:nvSpPr>
          <p:cNvPr id="71" name="TextBox 70">
            <a:extLst>
              <a:ext uri="{FF2B5EF4-FFF2-40B4-BE49-F238E27FC236}">
                <a16:creationId xmlns:a16="http://schemas.microsoft.com/office/drawing/2014/main" id="{8BCEAEAC-C1DF-B7F6-4686-0B8A923F7BD3}"/>
              </a:ext>
            </a:extLst>
          </p:cNvPr>
          <p:cNvSpPr txBox="1"/>
          <p:nvPr/>
        </p:nvSpPr>
        <p:spPr>
          <a:xfrm>
            <a:off x="1258029" y="6719589"/>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grpSp>
        <p:nvGrpSpPr>
          <p:cNvPr id="72" name="Group 71">
            <a:extLst>
              <a:ext uri="{FF2B5EF4-FFF2-40B4-BE49-F238E27FC236}">
                <a16:creationId xmlns:a16="http://schemas.microsoft.com/office/drawing/2014/main" id="{35536F64-AF19-19C1-984D-38C28F97081D}"/>
              </a:ext>
            </a:extLst>
          </p:cNvPr>
          <p:cNvGrpSpPr/>
          <p:nvPr/>
        </p:nvGrpSpPr>
        <p:grpSpPr>
          <a:xfrm>
            <a:off x="3762882" y="4960117"/>
            <a:ext cx="892412" cy="442596"/>
            <a:chOff x="7915063" y="2917809"/>
            <a:chExt cx="1149785" cy="442596"/>
          </a:xfrm>
        </p:grpSpPr>
        <p:sp>
          <p:nvSpPr>
            <p:cNvPr id="73" name="Left Brace 72">
              <a:extLst>
                <a:ext uri="{FF2B5EF4-FFF2-40B4-BE49-F238E27FC236}">
                  <a16:creationId xmlns:a16="http://schemas.microsoft.com/office/drawing/2014/main" id="{A1F19ED9-5919-7277-CBAF-84577DC30BB9}"/>
                </a:ext>
              </a:extLst>
            </p:cNvPr>
            <p:cNvSpPr/>
            <p:nvPr/>
          </p:nvSpPr>
          <p:spPr>
            <a:xfrm rot="16200000">
              <a:off x="8434406" y="2398466"/>
              <a:ext cx="111099" cy="1149785"/>
            </a:xfrm>
            <a:prstGeom prst="leftBrace">
              <a:avLst>
                <a:gd name="adj1" fmla="val 2833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en-US" sz="2400">
                <a:latin typeface="DengXian" panose="02010600030101010101" pitchFamily="2" charset="-122"/>
                <a:ea typeface="DengXian" panose="02010600030101010101" pitchFamily="2" charset="-122"/>
              </a:endParaRPr>
            </a:p>
          </p:txBody>
        </p:sp>
        <p:sp>
          <p:nvSpPr>
            <p:cNvPr id="74" name="TextBox 73">
              <a:extLst>
                <a:ext uri="{FF2B5EF4-FFF2-40B4-BE49-F238E27FC236}">
                  <a16:creationId xmlns:a16="http://schemas.microsoft.com/office/drawing/2014/main" id="{8156E60F-2DAA-EED4-34F6-E5A70DCFF93D}"/>
                </a:ext>
              </a:extLst>
            </p:cNvPr>
            <p:cNvSpPr txBox="1"/>
            <p:nvPr/>
          </p:nvSpPr>
          <p:spPr>
            <a:xfrm>
              <a:off x="8022037" y="2978121"/>
              <a:ext cx="923313" cy="382284"/>
            </a:xfrm>
            <a:prstGeom prst="rect">
              <a:avLst/>
            </a:prstGeom>
            <a:noFill/>
          </p:spPr>
          <p:txBody>
            <a:bodyPr wrap="square">
              <a:spAutoFit/>
            </a:bodyPr>
            <a:lstStyle/>
            <a:p>
              <a:pPr defTabSz="914400">
                <a:lnSpc>
                  <a:spcPct val="75000"/>
                </a:lnSpc>
                <a:defRPr/>
              </a:pPr>
              <a:r>
                <a:rPr lang="en-US" altLang="zh-CN" sz="2400" dirty="0">
                  <a:solidFill>
                    <a:prstClr val="black"/>
                  </a:solidFill>
                  <a:latin typeface="DengXian" panose="02010600030101010101" pitchFamily="2" charset="-122"/>
                  <a:ea typeface="DengXian" panose="02010600030101010101" pitchFamily="2" charset="-122"/>
                </a:rPr>
                <a:t>48b</a:t>
              </a:r>
            </a:p>
          </p:txBody>
        </p:sp>
      </p:grpSp>
      <p:grpSp>
        <p:nvGrpSpPr>
          <p:cNvPr id="75" name="Group 74">
            <a:extLst>
              <a:ext uri="{FF2B5EF4-FFF2-40B4-BE49-F238E27FC236}">
                <a16:creationId xmlns:a16="http://schemas.microsoft.com/office/drawing/2014/main" id="{867D6161-6AF1-079E-C95A-115F8D8A067D}"/>
              </a:ext>
            </a:extLst>
          </p:cNvPr>
          <p:cNvGrpSpPr/>
          <p:nvPr/>
        </p:nvGrpSpPr>
        <p:grpSpPr>
          <a:xfrm>
            <a:off x="4116321" y="7002688"/>
            <a:ext cx="769763" cy="442597"/>
            <a:chOff x="8370434" y="2917808"/>
            <a:chExt cx="991764" cy="442597"/>
          </a:xfrm>
        </p:grpSpPr>
        <p:sp>
          <p:nvSpPr>
            <p:cNvPr id="76" name="Left Brace 75">
              <a:extLst>
                <a:ext uri="{FF2B5EF4-FFF2-40B4-BE49-F238E27FC236}">
                  <a16:creationId xmlns:a16="http://schemas.microsoft.com/office/drawing/2014/main" id="{76F26945-487D-D320-8503-2425A1CE70C5}"/>
                </a:ext>
              </a:extLst>
            </p:cNvPr>
            <p:cNvSpPr/>
            <p:nvPr/>
          </p:nvSpPr>
          <p:spPr>
            <a:xfrm rot="16200000">
              <a:off x="8828370" y="2792436"/>
              <a:ext cx="111099" cy="361844"/>
            </a:xfrm>
            <a:prstGeom prst="leftBrace">
              <a:avLst>
                <a:gd name="adj1" fmla="val 2833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en-US" sz="2400">
                <a:latin typeface="DengXian" panose="02010600030101010101" pitchFamily="2" charset="-122"/>
                <a:ea typeface="DengXian" panose="02010600030101010101" pitchFamily="2" charset="-122"/>
              </a:endParaRPr>
            </a:p>
          </p:txBody>
        </p:sp>
        <p:sp>
          <p:nvSpPr>
            <p:cNvPr id="77" name="TextBox 76">
              <a:extLst>
                <a:ext uri="{FF2B5EF4-FFF2-40B4-BE49-F238E27FC236}">
                  <a16:creationId xmlns:a16="http://schemas.microsoft.com/office/drawing/2014/main" id="{38E33668-BC7E-27C4-14EC-ACA28DF363FE}"/>
                </a:ext>
              </a:extLst>
            </p:cNvPr>
            <p:cNvSpPr txBox="1"/>
            <p:nvPr/>
          </p:nvSpPr>
          <p:spPr>
            <a:xfrm>
              <a:off x="8370434" y="2978121"/>
              <a:ext cx="991764" cy="382284"/>
            </a:xfrm>
            <a:prstGeom prst="rect">
              <a:avLst/>
            </a:prstGeom>
            <a:noFill/>
          </p:spPr>
          <p:txBody>
            <a:bodyPr wrap="none">
              <a:spAutoFit/>
            </a:bodyPr>
            <a:lstStyle/>
            <a:p>
              <a:pPr defTabSz="914400">
                <a:lnSpc>
                  <a:spcPct val="75000"/>
                </a:lnSpc>
                <a:defRPr/>
              </a:pPr>
              <a:r>
                <a:rPr lang="en-US" altLang="zh-CN" sz="2400" dirty="0">
                  <a:solidFill>
                    <a:prstClr val="black"/>
                  </a:solidFill>
                  <a:latin typeface="DengXian" panose="02010600030101010101" pitchFamily="2" charset="-122"/>
                  <a:ea typeface="DengXian" panose="02010600030101010101" pitchFamily="2" charset="-122"/>
                </a:rPr>
                <a:t>16b </a:t>
              </a:r>
            </a:p>
          </p:txBody>
        </p:sp>
      </p:grpSp>
      <p:grpSp>
        <p:nvGrpSpPr>
          <p:cNvPr id="78" name="Group 77">
            <a:extLst>
              <a:ext uri="{FF2B5EF4-FFF2-40B4-BE49-F238E27FC236}">
                <a16:creationId xmlns:a16="http://schemas.microsoft.com/office/drawing/2014/main" id="{EC34ADB2-921F-4CB9-633A-01BF3FFD705D}"/>
              </a:ext>
            </a:extLst>
          </p:cNvPr>
          <p:cNvGrpSpPr/>
          <p:nvPr/>
        </p:nvGrpSpPr>
        <p:grpSpPr>
          <a:xfrm>
            <a:off x="4011681" y="5972625"/>
            <a:ext cx="692640" cy="464129"/>
            <a:chOff x="8235610" y="2917809"/>
            <a:chExt cx="892398" cy="464129"/>
          </a:xfrm>
        </p:grpSpPr>
        <p:sp>
          <p:nvSpPr>
            <p:cNvPr id="79" name="Left Brace 78">
              <a:extLst>
                <a:ext uri="{FF2B5EF4-FFF2-40B4-BE49-F238E27FC236}">
                  <a16:creationId xmlns:a16="http://schemas.microsoft.com/office/drawing/2014/main" id="{0A0528FA-FC43-5C3B-A542-CDF330CD6F17}"/>
                </a:ext>
              </a:extLst>
            </p:cNvPr>
            <p:cNvSpPr/>
            <p:nvPr/>
          </p:nvSpPr>
          <p:spPr>
            <a:xfrm rot="16200000">
              <a:off x="8631989" y="2596054"/>
              <a:ext cx="111099" cy="754609"/>
            </a:xfrm>
            <a:prstGeom prst="leftBrace">
              <a:avLst>
                <a:gd name="adj1" fmla="val 28338"/>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en-US" sz="2400">
                <a:latin typeface="DengXian" panose="02010600030101010101" pitchFamily="2" charset="-122"/>
                <a:ea typeface="DengXian" panose="02010600030101010101" pitchFamily="2" charset="-122"/>
              </a:endParaRPr>
            </a:p>
          </p:txBody>
        </p:sp>
        <p:sp>
          <p:nvSpPr>
            <p:cNvPr id="80" name="TextBox 79">
              <a:extLst>
                <a:ext uri="{FF2B5EF4-FFF2-40B4-BE49-F238E27FC236}">
                  <a16:creationId xmlns:a16="http://schemas.microsoft.com/office/drawing/2014/main" id="{426B8880-B1D3-9549-B7B5-984DE91D7CC3}"/>
                </a:ext>
              </a:extLst>
            </p:cNvPr>
            <p:cNvSpPr txBox="1"/>
            <p:nvPr/>
          </p:nvSpPr>
          <p:spPr>
            <a:xfrm>
              <a:off x="8235610" y="2999654"/>
              <a:ext cx="892398" cy="382284"/>
            </a:xfrm>
            <a:prstGeom prst="rect">
              <a:avLst/>
            </a:prstGeom>
            <a:noFill/>
          </p:spPr>
          <p:txBody>
            <a:bodyPr wrap="square">
              <a:spAutoFit/>
            </a:bodyPr>
            <a:lstStyle/>
            <a:p>
              <a:pPr defTabSz="914400">
                <a:lnSpc>
                  <a:spcPct val="75000"/>
                </a:lnSpc>
                <a:defRPr/>
              </a:pPr>
              <a:r>
                <a:rPr lang="en-US" altLang="zh-CN" sz="2400" dirty="0">
                  <a:solidFill>
                    <a:prstClr val="black"/>
                  </a:solidFill>
                  <a:latin typeface="DengXian" panose="02010600030101010101" pitchFamily="2" charset="-122"/>
                  <a:ea typeface="DengXian" panose="02010600030101010101" pitchFamily="2" charset="-122"/>
                </a:rPr>
                <a:t>32b</a:t>
              </a:r>
            </a:p>
          </p:txBody>
        </p:sp>
      </p:grpSp>
      <p:cxnSp>
        <p:nvCxnSpPr>
          <p:cNvPr id="15" name="Straight Connector 14">
            <a:extLst>
              <a:ext uri="{FF2B5EF4-FFF2-40B4-BE49-F238E27FC236}">
                <a16:creationId xmlns:a16="http://schemas.microsoft.com/office/drawing/2014/main" id="{BF06A188-1076-B3DF-8578-FAE13EE53CE9}"/>
              </a:ext>
            </a:extLst>
          </p:cNvPr>
          <p:cNvCxnSpPr>
            <a:cxnSpLocks/>
          </p:cNvCxnSpPr>
          <p:nvPr/>
        </p:nvCxnSpPr>
        <p:spPr>
          <a:xfrm flipV="1">
            <a:off x="2686619" y="4019594"/>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872AA4D-1BB9-5FC8-AB9D-C75C7A3208E6}"/>
              </a:ext>
            </a:extLst>
          </p:cNvPr>
          <p:cNvCxnSpPr>
            <a:cxnSpLocks/>
          </p:cNvCxnSpPr>
          <p:nvPr/>
        </p:nvCxnSpPr>
        <p:spPr>
          <a:xfrm flipV="1">
            <a:off x="2686619" y="5035176"/>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C577ED4-3A15-C2A7-1260-4C5486A63D4C}"/>
              </a:ext>
            </a:extLst>
          </p:cNvPr>
          <p:cNvCxnSpPr>
            <a:cxnSpLocks/>
          </p:cNvCxnSpPr>
          <p:nvPr/>
        </p:nvCxnSpPr>
        <p:spPr>
          <a:xfrm flipV="1">
            <a:off x="2686619" y="6069994"/>
            <a:ext cx="0" cy="28834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FCE44F9-DBF8-7C84-075A-8447F588E1AB}"/>
              </a:ext>
            </a:extLst>
          </p:cNvPr>
          <p:cNvSpPr txBox="1"/>
          <p:nvPr/>
        </p:nvSpPr>
        <p:spPr>
          <a:xfrm>
            <a:off x="2707554" y="3932934"/>
            <a:ext cx="871468"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-80b</a:t>
            </a:r>
          </a:p>
        </p:txBody>
      </p:sp>
      <p:sp>
        <p:nvSpPr>
          <p:cNvPr id="25" name="TextBox 24">
            <a:extLst>
              <a:ext uri="{FF2B5EF4-FFF2-40B4-BE49-F238E27FC236}">
                <a16:creationId xmlns:a16="http://schemas.microsoft.com/office/drawing/2014/main" id="{FC22B4A9-B00F-6E7F-820C-8E480C36F3D5}"/>
              </a:ext>
            </a:extLst>
          </p:cNvPr>
          <p:cNvSpPr txBox="1"/>
          <p:nvPr/>
        </p:nvSpPr>
        <p:spPr>
          <a:xfrm>
            <a:off x="2707554" y="4939983"/>
            <a:ext cx="840001"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-80b</a:t>
            </a:r>
          </a:p>
        </p:txBody>
      </p:sp>
      <p:sp>
        <p:nvSpPr>
          <p:cNvPr id="28" name="TextBox 27">
            <a:extLst>
              <a:ext uri="{FF2B5EF4-FFF2-40B4-BE49-F238E27FC236}">
                <a16:creationId xmlns:a16="http://schemas.microsoft.com/office/drawing/2014/main" id="{36C1456C-EF67-D20C-1F10-524F717E2374}"/>
              </a:ext>
            </a:extLst>
          </p:cNvPr>
          <p:cNvSpPr txBox="1"/>
          <p:nvPr/>
        </p:nvSpPr>
        <p:spPr>
          <a:xfrm>
            <a:off x="2707554" y="5968459"/>
            <a:ext cx="839997"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-80b</a:t>
            </a:r>
          </a:p>
        </p:txBody>
      </p:sp>
      <p:sp>
        <p:nvSpPr>
          <p:cNvPr id="33" name="TextBox 32">
            <a:extLst>
              <a:ext uri="{FF2B5EF4-FFF2-40B4-BE49-F238E27FC236}">
                <a16:creationId xmlns:a16="http://schemas.microsoft.com/office/drawing/2014/main" id="{67F39451-6962-76B0-AA9E-CED6BC8D9BAA}"/>
              </a:ext>
            </a:extLst>
          </p:cNvPr>
          <p:cNvSpPr txBox="1"/>
          <p:nvPr/>
        </p:nvSpPr>
        <p:spPr>
          <a:xfrm>
            <a:off x="2887273" y="4449281"/>
            <a:ext cx="1319829"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64b</a:t>
            </a:r>
          </a:p>
        </p:txBody>
      </p:sp>
      <p:sp>
        <p:nvSpPr>
          <p:cNvPr id="5" name="TextBox 4">
            <a:extLst>
              <a:ext uri="{FF2B5EF4-FFF2-40B4-BE49-F238E27FC236}">
                <a16:creationId xmlns:a16="http://schemas.microsoft.com/office/drawing/2014/main" id="{4625D2F9-7BBC-53E8-1D1E-EEC461FC14B9}"/>
              </a:ext>
            </a:extLst>
          </p:cNvPr>
          <p:cNvSpPr txBox="1"/>
          <p:nvPr/>
        </p:nvSpPr>
        <p:spPr>
          <a:xfrm>
            <a:off x="2726464" y="7351944"/>
            <a:ext cx="839997" cy="461665"/>
          </a:xfrm>
          <a:prstGeom prst="rect">
            <a:avLst/>
          </a:prstGeom>
          <a:noFill/>
        </p:spPr>
        <p:txBody>
          <a:bodyPr wrap="square">
            <a:spAutoFit/>
          </a:bodyPr>
          <a:lstStyle/>
          <a:p>
            <a:pPr defTabSz="914400">
              <a:defRPr/>
            </a:pPr>
            <a:r>
              <a:rPr lang="en-US" altLang="zh-CN" sz="2400" dirty="0">
                <a:solidFill>
                  <a:prstClr val="black"/>
                </a:solidFill>
                <a:latin typeface="DengXian" panose="02010600030101010101" pitchFamily="2" charset="-122"/>
                <a:ea typeface="DengXian" panose="02010600030101010101" pitchFamily="2" charset="-122"/>
              </a:rPr>
              <a:t>-80b</a:t>
            </a:r>
          </a:p>
        </p:txBody>
      </p:sp>
      <p:sp>
        <p:nvSpPr>
          <p:cNvPr id="108" name="Rectangle 107">
            <a:extLst>
              <a:ext uri="{FF2B5EF4-FFF2-40B4-BE49-F238E27FC236}">
                <a16:creationId xmlns:a16="http://schemas.microsoft.com/office/drawing/2014/main" id="{C4EE4E6B-5AE2-6FCE-B49B-C6B72EAEB05C}"/>
              </a:ext>
            </a:extLst>
          </p:cNvPr>
          <p:cNvSpPr/>
          <p:nvPr/>
        </p:nvSpPr>
        <p:spPr>
          <a:xfrm flipH="1">
            <a:off x="6890306" y="3121516"/>
            <a:ext cx="3661750" cy="4028300"/>
          </a:xfrm>
          <a:prstGeom prst="rect">
            <a:avLst/>
          </a:prstGeom>
          <a:solidFill>
            <a:schemeClr val="bg1"/>
          </a:solidFill>
          <a:ln w="19050" cap="flat" cmpd="sng" algn="ctr">
            <a:solidFill>
              <a:srgbClr val="5D5A52"/>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400" kern="0" dirty="0">
              <a:solidFill>
                <a:schemeClr val="bg1"/>
              </a:solidFill>
              <a:latin typeface="Calibri" panose="020F0502020204030204"/>
            </a:endParaRPr>
          </a:p>
        </p:txBody>
      </p:sp>
      <p:cxnSp>
        <p:nvCxnSpPr>
          <p:cNvPr id="109" name="Straight Connector 108">
            <a:extLst>
              <a:ext uri="{FF2B5EF4-FFF2-40B4-BE49-F238E27FC236}">
                <a16:creationId xmlns:a16="http://schemas.microsoft.com/office/drawing/2014/main" id="{A71D7D24-9781-8539-D040-09F1D9FA4E12}"/>
              </a:ext>
            </a:extLst>
          </p:cNvPr>
          <p:cNvCxnSpPr>
            <a:cxnSpLocks/>
          </p:cNvCxnSpPr>
          <p:nvPr/>
        </p:nvCxnSpPr>
        <p:spPr>
          <a:xfrm>
            <a:off x="792769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D9CEDD1-5467-4049-08EA-E7CC5AD68830}"/>
              </a:ext>
            </a:extLst>
          </p:cNvPr>
          <p:cNvCxnSpPr>
            <a:cxnSpLocks/>
          </p:cNvCxnSpPr>
          <p:nvPr/>
        </p:nvCxnSpPr>
        <p:spPr>
          <a:xfrm>
            <a:off x="7960291" y="5147009"/>
            <a:ext cx="1104900" cy="0"/>
          </a:xfrm>
          <a:prstGeom prst="line">
            <a:avLst/>
          </a:prstGeom>
          <a:ln w="38100">
            <a:solidFill>
              <a:schemeClr val="bg1">
                <a:lumMod val="85000"/>
              </a:schemeClr>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04D56E6-883C-A61F-F0D7-298458F42E97}"/>
              </a:ext>
            </a:extLst>
          </p:cNvPr>
          <p:cNvCxnSpPr>
            <a:cxnSpLocks/>
          </p:cNvCxnSpPr>
          <p:nvPr/>
        </p:nvCxnSpPr>
        <p:spPr>
          <a:xfrm>
            <a:off x="6962593" y="4147671"/>
            <a:ext cx="3525967"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12" name="Rectangle: Rounded Corners 1571">
            <a:extLst>
              <a:ext uri="{FF2B5EF4-FFF2-40B4-BE49-F238E27FC236}">
                <a16:creationId xmlns:a16="http://schemas.microsoft.com/office/drawing/2014/main" id="{C84E136D-B85A-B133-2D2A-320D838C4D99}"/>
              </a:ext>
            </a:extLst>
          </p:cNvPr>
          <p:cNvSpPr/>
          <p:nvPr/>
        </p:nvSpPr>
        <p:spPr>
          <a:xfrm>
            <a:off x="7366092" y="4447338"/>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IO buffer</a:t>
            </a:r>
          </a:p>
        </p:txBody>
      </p:sp>
      <p:cxnSp>
        <p:nvCxnSpPr>
          <p:cNvPr id="113" name="Straight Connector 112">
            <a:extLst>
              <a:ext uri="{FF2B5EF4-FFF2-40B4-BE49-F238E27FC236}">
                <a16:creationId xmlns:a16="http://schemas.microsoft.com/office/drawing/2014/main" id="{71874ABF-AB69-CB36-4C70-0AA3E7E81C0A}"/>
              </a:ext>
            </a:extLst>
          </p:cNvPr>
          <p:cNvCxnSpPr>
            <a:cxnSpLocks/>
          </p:cNvCxnSpPr>
          <p:nvPr/>
        </p:nvCxnSpPr>
        <p:spPr>
          <a:xfrm flipV="1">
            <a:off x="7963757" y="4147672"/>
            <a:ext cx="0" cy="316499"/>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71333C21-1097-7B62-A38A-70059FBB9414}"/>
              </a:ext>
            </a:extLst>
          </p:cNvPr>
          <p:cNvCxnSpPr>
            <a:cxnSpLocks/>
          </p:cNvCxnSpPr>
          <p:nvPr/>
        </p:nvCxnSpPr>
        <p:spPr>
          <a:xfrm flipV="1">
            <a:off x="7622024" y="3846832"/>
            <a:ext cx="0" cy="124191"/>
          </a:xfrm>
          <a:prstGeom prst="line">
            <a:avLst/>
          </a:prstGeom>
          <a:ln w="19050">
            <a:solidFill>
              <a:schemeClr val="tx1"/>
            </a:solidFill>
            <a:headEnd type="triangle" w="med" len="sm"/>
            <a:tailEnd type="triangle" w="med" len="sm"/>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925FE46-ADC3-0448-7EA4-CC6B07198B31}"/>
              </a:ext>
            </a:extLst>
          </p:cNvPr>
          <p:cNvCxnSpPr>
            <a:cxnSpLocks/>
          </p:cNvCxnSpPr>
          <p:nvPr/>
        </p:nvCxnSpPr>
        <p:spPr>
          <a:xfrm flipV="1">
            <a:off x="7963757" y="4961154"/>
            <a:ext cx="0" cy="433806"/>
          </a:xfrm>
          <a:prstGeom prst="line">
            <a:avLst/>
          </a:prstGeom>
          <a:ln w="38100">
            <a:solidFill>
              <a:schemeClr val="tx1"/>
            </a:solidFill>
            <a:headEnd type="triangle" w="med" len="sm"/>
            <a:tailEnd type="triangle" w="med" len="sm"/>
          </a:ln>
          <a:effectLst/>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72786F5D-5D23-F3E6-A05D-16D51E63A5D5}"/>
              </a:ext>
            </a:extLst>
          </p:cNvPr>
          <p:cNvCxnSpPr>
            <a:cxnSpLocks/>
          </p:cNvCxnSpPr>
          <p:nvPr/>
        </p:nvCxnSpPr>
        <p:spPr>
          <a:xfrm>
            <a:off x="8567007" y="4677283"/>
            <a:ext cx="1595147" cy="0"/>
          </a:xfrm>
          <a:prstGeom prst="line">
            <a:avLst/>
          </a:prstGeom>
          <a:ln w="25400">
            <a:solidFill>
              <a:schemeClr val="bg1">
                <a:lumMod val="85000"/>
              </a:schemeClr>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sp>
        <p:nvSpPr>
          <p:cNvPr id="117" name="Rectangle: Rounded Corners 1744">
            <a:extLst>
              <a:ext uri="{FF2B5EF4-FFF2-40B4-BE49-F238E27FC236}">
                <a16:creationId xmlns:a16="http://schemas.microsoft.com/office/drawing/2014/main" id="{07DC7477-F52B-F5F6-C5DB-205F95452F7F}"/>
              </a:ext>
            </a:extLst>
          </p:cNvPr>
          <p:cNvSpPr/>
          <p:nvPr/>
        </p:nvSpPr>
        <p:spPr>
          <a:xfrm>
            <a:off x="9067837" y="4953374"/>
            <a:ext cx="844131" cy="370148"/>
          </a:xfrm>
          <a:prstGeom prst="roundRect">
            <a:avLst>
              <a:gd name="adj" fmla="val 8799"/>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bg1">
                    <a:lumMod val="85000"/>
                  </a:schemeClr>
                </a:solidFill>
              </a:rPr>
              <a:t>CRC Unit</a:t>
            </a:r>
          </a:p>
        </p:txBody>
      </p:sp>
      <p:cxnSp>
        <p:nvCxnSpPr>
          <p:cNvPr id="118" name="Straight Connector 117">
            <a:extLst>
              <a:ext uri="{FF2B5EF4-FFF2-40B4-BE49-F238E27FC236}">
                <a16:creationId xmlns:a16="http://schemas.microsoft.com/office/drawing/2014/main" id="{CF298C6C-685A-7152-1DB6-9B99E539E7E4}"/>
              </a:ext>
            </a:extLst>
          </p:cNvPr>
          <p:cNvCxnSpPr>
            <a:cxnSpLocks/>
          </p:cNvCxnSpPr>
          <p:nvPr/>
        </p:nvCxnSpPr>
        <p:spPr>
          <a:xfrm>
            <a:off x="9911967" y="5135666"/>
            <a:ext cx="257302"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59EAD03E-EB76-3DF3-1247-717250343144}"/>
              </a:ext>
            </a:extLst>
          </p:cNvPr>
          <p:cNvCxnSpPr>
            <a:cxnSpLocks/>
          </p:cNvCxnSpPr>
          <p:nvPr/>
        </p:nvCxnSpPr>
        <p:spPr>
          <a:xfrm>
            <a:off x="10161889" y="4669346"/>
            <a:ext cx="0" cy="466321"/>
          </a:xfrm>
          <a:prstGeom prst="line">
            <a:avLst/>
          </a:prstGeom>
          <a:ln w="25400">
            <a:solidFill>
              <a:schemeClr val="bg1">
                <a:lumMod val="85000"/>
              </a:schemeClr>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20" name="Isosceles Triangle 1756">
            <a:extLst>
              <a:ext uri="{FF2B5EF4-FFF2-40B4-BE49-F238E27FC236}">
                <a16:creationId xmlns:a16="http://schemas.microsoft.com/office/drawing/2014/main" id="{1C8C263C-B691-685D-6136-E03883FAFBBB}"/>
              </a:ext>
            </a:extLst>
          </p:cNvPr>
          <p:cNvSpPr/>
          <p:nvPr/>
        </p:nvSpPr>
        <p:spPr>
          <a:xfrm rot="10800000">
            <a:off x="781552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21" name="Rounded Rectangle 120">
            <a:extLst>
              <a:ext uri="{FF2B5EF4-FFF2-40B4-BE49-F238E27FC236}">
                <a16:creationId xmlns:a16="http://schemas.microsoft.com/office/drawing/2014/main" id="{64939439-6A09-25E0-0FFB-61C226DCAB60}"/>
              </a:ext>
            </a:extLst>
          </p:cNvPr>
          <p:cNvSpPr/>
          <p:nvPr/>
        </p:nvSpPr>
        <p:spPr>
          <a:xfrm>
            <a:off x="70785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ounded Rectangle 121">
            <a:extLst>
              <a:ext uri="{FF2B5EF4-FFF2-40B4-BE49-F238E27FC236}">
                <a16:creationId xmlns:a16="http://schemas.microsoft.com/office/drawing/2014/main" id="{66D48FD9-1A83-5B6A-00C3-96E6204335A0}"/>
              </a:ext>
            </a:extLst>
          </p:cNvPr>
          <p:cNvSpPr/>
          <p:nvPr/>
        </p:nvSpPr>
        <p:spPr>
          <a:xfrm>
            <a:off x="70386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ounded Rectangle 122">
            <a:extLst>
              <a:ext uri="{FF2B5EF4-FFF2-40B4-BE49-F238E27FC236}">
                <a16:creationId xmlns:a16="http://schemas.microsoft.com/office/drawing/2014/main" id="{18A47D61-79FB-9E6D-441B-C5E6E48D0C84}"/>
              </a:ext>
            </a:extLst>
          </p:cNvPr>
          <p:cNvSpPr/>
          <p:nvPr/>
        </p:nvSpPr>
        <p:spPr>
          <a:xfrm>
            <a:off x="69940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ounded Rectangle 123">
            <a:extLst>
              <a:ext uri="{FF2B5EF4-FFF2-40B4-BE49-F238E27FC236}">
                <a16:creationId xmlns:a16="http://schemas.microsoft.com/office/drawing/2014/main" id="{1A3FAF04-E11A-20F8-ACFE-3CD84052D15C}"/>
              </a:ext>
            </a:extLst>
          </p:cNvPr>
          <p:cNvSpPr/>
          <p:nvPr/>
        </p:nvSpPr>
        <p:spPr>
          <a:xfrm>
            <a:off x="69500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ounded Rectangle 124">
            <a:extLst>
              <a:ext uri="{FF2B5EF4-FFF2-40B4-BE49-F238E27FC236}">
                <a16:creationId xmlns:a16="http://schemas.microsoft.com/office/drawing/2014/main" id="{DCE7F89B-36A7-0D1D-C424-36E14F9434CE}"/>
              </a:ext>
            </a:extLst>
          </p:cNvPr>
          <p:cNvSpPr/>
          <p:nvPr/>
        </p:nvSpPr>
        <p:spPr>
          <a:xfrm>
            <a:off x="8246998"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ounded Rectangle 125">
            <a:extLst>
              <a:ext uri="{FF2B5EF4-FFF2-40B4-BE49-F238E27FC236}">
                <a16:creationId xmlns:a16="http://schemas.microsoft.com/office/drawing/2014/main" id="{7274A04D-98DE-6601-BFA8-CAC4B8806F04}"/>
              </a:ext>
            </a:extLst>
          </p:cNvPr>
          <p:cNvSpPr/>
          <p:nvPr/>
        </p:nvSpPr>
        <p:spPr>
          <a:xfrm>
            <a:off x="8207062"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ounded Rectangle 126">
            <a:extLst>
              <a:ext uri="{FF2B5EF4-FFF2-40B4-BE49-F238E27FC236}">
                <a16:creationId xmlns:a16="http://schemas.microsoft.com/office/drawing/2014/main" id="{D47F131D-8195-F3BA-46F3-5295733F9384}"/>
              </a:ext>
            </a:extLst>
          </p:cNvPr>
          <p:cNvSpPr/>
          <p:nvPr/>
        </p:nvSpPr>
        <p:spPr>
          <a:xfrm>
            <a:off x="8162457"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ounded Rectangle 127">
            <a:extLst>
              <a:ext uri="{FF2B5EF4-FFF2-40B4-BE49-F238E27FC236}">
                <a16:creationId xmlns:a16="http://schemas.microsoft.com/office/drawing/2014/main" id="{566B55D6-1B71-DD92-8174-81A54DEB62EB}"/>
              </a:ext>
            </a:extLst>
          </p:cNvPr>
          <p:cNvSpPr/>
          <p:nvPr/>
        </p:nvSpPr>
        <p:spPr>
          <a:xfrm>
            <a:off x="8118491"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ounded Rectangle 128">
            <a:extLst>
              <a:ext uri="{FF2B5EF4-FFF2-40B4-BE49-F238E27FC236}">
                <a16:creationId xmlns:a16="http://schemas.microsoft.com/office/drawing/2014/main" id="{7B81A392-AB29-209E-D9CA-378530F21360}"/>
              </a:ext>
            </a:extLst>
          </p:cNvPr>
          <p:cNvSpPr/>
          <p:nvPr/>
        </p:nvSpPr>
        <p:spPr>
          <a:xfrm>
            <a:off x="9423864" y="346013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ounded Rectangle 129">
            <a:extLst>
              <a:ext uri="{FF2B5EF4-FFF2-40B4-BE49-F238E27FC236}">
                <a16:creationId xmlns:a16="http://schemas.microsoft.com/office/drawing/2014/main" id="{1F34B000-42C8-C32D-CAF7-99F3E3D192E6}"/>
              </a:ext>
            </a:extLst>
          </p:cNvPr>
          <p:cNvSpPr/>
          <p:nvPr/>
        </p:nvSpPr>
        <p:spPr>
          <a:xfrm>
            <a:off x="9383928" y="3512668"/>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ounded Rectangle 130">
            <a:extLst>
              <a:ext uri="{FF2B5EF4-FFF2-40B4-BE49-F238E27FC236}">
                <a16:creationId xmlns:a16="http://schemas.microsoft.com/office/drawing/2014/main" id="{8951594E-C08B-13BE-FE23-0961843AFBA8}"/>
              </a:ext>
            </a:extLst>
          </p:cNvPr>
          <p:cNvSpPr/>
          <p:nvPr/>
        </p:nvSpPr>
        <p:spPr>
          <a:xfrm>
            <a:off x="9339323" y="3575141"/>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ounded Rectangle 131">
            <a:extLst>
              <a:ext uri="{FF2B5EF4-FFF2-40B4-BE49-F238E27FC236}">
                <a16:creationId xmlns:a16="http://schemas.microsoft.com/office/drawing/2014/main" id="{CAD60C9E-B2DC-5DDF-595D-E10D8A1DFC72}"/>
              </a:ext>
            </a:extLst>
          </p:cNvPr>
          <p:cNvSpPr/>
          <p:nvPr/>
        </p:nvSpPr>
        <p:spPr>
          <a:xfrm>
            <a:off x="9295357" y="3637013"/>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TextBox 132">
            <a:extLst>
              <a:ext uri="{FF2B5EF4-FFF2-40B4-BE49-F238E27FC236}">
                <a16:creationId xmlns:a16="http://schemas.microsoft.com/office/drawing/2014/main" id="{8D7855A1-A112-B116-8853-2F99A3BAB7C1}"/>
              </a:ext>
            </a:extLst>
          </p:cNvPr>
          <p:cNvSpPr txBox="1"/>
          <p:nvPr/>
        </p:nvSpPr>
        <p:spPr>
          <a:xfrm>
            <a:off x="7084346" y="3640670"/>
            <a:ext cx="733983" cy="369332"/>
          </a:xfrm>
          <a:prstGeom prst="rect">
            <a:avLst/>
          </a:prstGeom>
          <a:noFill/>
        </p:spPr>
        <p:txBody>
          <a:bodyPr wrap="none" rtlCol="0">
            <a:spAutoFit/>
          </a:bodyPr>
          <a:lstStyle/>
          <a:p>
            <a:r>
              <a:rPr lang="en-US" dirty="0"/>
              <a:t>Banks</a:t>
            </a:r>
          </a:p>
        </p:txBody>
      </p:sp>
      <p:cxnSp>
        <p:nvCxnSpPr>
          <p:cNvPr id="134" name="Straight Connector 133">
            <a:extLst>
              <a:ext uri="{FF2B5EF4-FFF2-40B4-BE49-F238E27FC236}">
                <a16:creationId xmlns:a16="http://schemas.microsoft.com/office/drawing/2014/main" id="{1FD0F535-FE62-6E0D-0328-DFC776D5D1A0}"/>
              </a:ext>
            </a:extLst>
          </p:cNvPr>
          <p:cNvCxnSpPr>
            <a:cxnSpLocks/>
          </p:cNvCxnSpPr>
          <p:nvPr/>
        </p:nvCxnSpPr>
        <p:spPr>
          <a:xfrm flipV="1">
            <a:off x="7499759"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6B2B4184-0D24-DCA3-DC0B-491247B6A7F0}"/>
              </a:ext>
            </a:extLst>
          </p:cNvPr>
          <p:cNvCxnSpPr>
            <a:cxnSpLocks/>
          </p:cNvCxnSpPr>
          <p:nvPr/>
        </p:nvCxnSpPr>
        <p:spPr>
          <a:xfrm flipV="1">
            <a:off x="8627971"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A5DB747-FE03-D9CA-6C9F-3F6AB48E45D3}"/>
              </a:ext>
            </a:extLst>
          </p:cNvPr>
          <p:cNvCxnSpPr>
            <a:cxnSpLocks/>
          </p:cNvCxnSpPr>
          <p:nvPr/>
        </p:nvCxnSpPr>
        <p:spPr>
          <a:xfrm flipV="1">
            <a:off x="9780625" y="3969879"/>
            <a:ext cx="0" cy="177792"/>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37" name="Flowchart: Manual Operation 1572">
            <a:extLst>
              <a:ext uri="{FF2B5EF4-FFF2-40B4-BE49-F238E27FC236}">
                <a16:creationId xmlns:a16="http://schemas.microsoft.com/office/drawing/2014/main" id="{BC887262-170E-5967-EB8B-8B9D11D90325}"/>
              </a:ext>
            </a:extLst>
          </p:cNvPr>
          <p:cNvSpPr/>
          <p:nvPr/>
        </p:nvSpPr>
        <p:spPr>
          <a:xfrm>
            <a:off x="6994058" y="5389008"/>
            <a:ext cx="3448765" cy="240369"/>
          </a:xfrm>
          <a:prstGeom prst="flowChartManualOperation">
            <a:avLst/>
          </a:prstGeom>
          <a:solidFill>
            <a:srgbClr val="FBE5D6"/>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b="1" dirty="0">
                <a:solidFill>
                  <a:schemeClr val="tx1"/>
                </a:solidFill>
              </a:rPr>
              <a:t>serializer</a:t>
            </a:r>
            <a:endParaRPr lang="en-US" sz="1600" b="1" dirty="0"/>
          </a:p>
        </p:txBody>
      </p:sp>
      <p:sp>
        <p:nvSpPr>
          <p:cNvPr id="138" name="TextBox 137">
            <a:extLst>
              <a:ext uri="{FF2B5EF4-FFF2-40B4-BE49-F238E27FC236}">
                <a16:creationId xmlns:a16="http://schemas.microsoft.com/office/drawing/2014/main" id="{4F049DD9-0F2B-1081-5E0D-51BC1CE75179}"/>
              </a:ext>
            </a:extLst>
          </p:cNvPr>
          <p:cNvSpPr txBox="1"/>
          <p:nvPr/>
        </p:nvSpPr>
        <p:spPr>
          <a:xfrm>
            <a:off x="6902133" y="2616226"/>
            <a:ext cx="2319866" cy="523220"/>
          </a:xfrm>
          <a:prstGeom prst="rect">
            <a:avLst/>
          </a:prstGeom>
          <a:noFill/>
        </p:spPr>
        <p:txBody>
          <a:bodyPr wrap="none" rtlCol="0">
            <a:spAutoFit/>
          </a:bodyPr>
          <a:lstStyle/>
          <a:p>
            <a:r>
              <a:rPr lang="en-US" sz="2800" b="1" dirty="0"/>
              <a:t>x</a:t>
            </a:r>
            <a:r>
              <a:rPr lang="en-US" altLang="zh-CN" sz="2800" b="1" dirty="0"/>
              <a:t>5</a:t>
            </a:r>
            <a:r>
              <a:rPr lang="en-US" sz="2800" b="1" dirty="0"/>
              <a:t> DRAM Chip</a:t>
            </a:r>
          </a:p>
        </p:txBody>
      </p:sp>
      <p:cxnSp>
        <p:nvCxnSpPr>
          <p:cNvPr id="139" name="Straight Connector 138">
            <a:extLst>
              <a:ext uri="{FF2B5EF4-FFF2-40B4-BE49-F238E27FC236}">
                <a16:creationId xmlns:a16="http://schemas.microsoft.com/office/drawing/2014/main" id="{B9A94278-2C0F-5A54-E241-0719008946BE}"/>
              </a:ext>
            </a:extLst>
          </p:cNvPr>
          <p:cNvCxnSpPr>
            <a:cxnSpLocks/>
          </p:cNvCxnSpPr>
          <p:nvPr/>
        </p:nvCxnSpPr>
        <p:spPr>
          <a:xfrm>
            <a:off x="8139519"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0" name="Isosceles Triangle 1756">
            <a:extLst>
              <a:ext uri="{FF2B5EF4-FFF2-40B4-BE49-F238E27FC236}">
                <a16:creationId xmlns:a16="http://schemas.microsoft.com/office/drawing/2014/main" id="{DBF37B41-67E0-F315-ADE7-249BF0F88DB6}"/>
              </a:ext>
            </a:extLst>
          </p:cNvPr>
          <p:cNvSpPr/>
          <p:nvPr/>
        </p:nvSpPr>
        <p:spPr>
          <a:xfrm rot="10800000">
            <a:off x="8027346"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1" name="Straight Connector 140">
            <a:extLst>
              <a:ext uri="{FF2B5EF4-FFF2-40B4-BE49-F238E27FC236}">
                <a16:creationId xmlns:a16="http://schemas.microsoft.com/office/drawing/2014/main" id="{79ED4BA5-F7EA-CBDE-E785-18DFA352D247}"/>
              </a:ext>
            </a:extLst>
          </p:cNvPr>
          <p:cNvCxnSpPr>
            <a:cxnSpLocks/>
          </p:cNvCxnSpPr>
          <p:nvPr/>
        </p:nvCxnSpPr>
        <p:spPr>
          <a:xfrm>
            <a:off x="834255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2" name="Isosceles Triangle 1756">
            <a:extLst>
              <a:ext uri="{FF2B5EF4-FFF2-40B4-BE49-F238E27FC236}">
                <a16:creationId xmlns:a16="http://schemas.microsoft.com/office/drawing/2014/main" id="{6844BFF1-72DA-B45B-0894-4F722DF6B783}"/>
              </a:ext>
            </a:extLst>
          </p:cNvPr>
          <p:cNvSpPr/>
          <p:nvPr/>
        </p:nvSpPr>
        <p:spPr>
          <a:xfrm rot="10800000">
            <a:off x="823038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3" name="Straight Connector 142">
            <a:extLst>
              <a:ext uri="{FF2B5EF4-FFF2-40B4-BE49-F238E27FC236}">
                <a16:creationId xmlns:a16="http://schemas.microsoft.com/office/drawing/2014/main" id="{C62AC0F5-6219-2533-C2B5-518AD238EB65}"/>
              </a:ext>
            </a:extLst>
          </p:cNvPr>
          <p:cNvCxnSpPr>
            <a:cxnSpLocks/>
          </p:cNvCxnSpPr>
          <p:nvPr/>
        </p:nvCxnSpPr>
        <p:spPr>
          <a:xfrm>
            <a:off x="855437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4" name="Isosceles Triangle 1756">
            <a:extLst>
              <a:ext uri="{FF2B5EF4-FFF2-40B4-BE49-F238E27FC236}">
                <a16:creationId xmlns:a16="http://schemas.microsoft.com/office/drawing/2014/main" id="{E96BAB1C-6C6F-1898-980C-90310DBDACBF}"/>
              </a:ext>
            </a:extLst>
          </p:cNvPr>
          <p:cNvSpPr/>
          <p:nvPr/>
        </p:nvSpPr>
        <p:spPr>
          <a:xfrm rot="10800000">
            <a:off x="844220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5" name="Straight Connector 144">
            <a:extLst>
              <a:ext uri="{FF2B5EF4-FFF2-40B4-BE49-F238E27FC236}">
                <a16:creationId xmlns:a16="http://schemas.microsoft.com/office/drawing/2014/main" id="{65D766EE-EA39-0E58-3AB1-BC72A18D257C}"/>
              </a:ext>
            </a:extLst>
          </p:cNvPr>
          <p:cNvCxnSpPr>
            <a:cxnSpLocks/>
          </p:cNvCxnSpPr>
          <p:nvPr/>
        </p:nvCxnSpPr>
        <p:spPr>
          <a:xfrm>
            <a:off x="8929467" y="5639630"/>
            <a:ext cx="0" cy="1508544"/>
          </a:xfrm>
          <a:prstGeom prst="line">
            <a:avLst/>
          </a:prstGeom>
          <a:ln w="539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6" name="Isosceles Triangle 1756">
            <a:extLst>
              <a:ext uri="{FF2B5EF4-FFF2-40B4-BE49-F238E27FC236}">
                <a16:creationId xmlns:a16="http://schemas.microsoft.com/office/drawing/2014/main" id="{06FE7DB1-AEBE-E272-84EB-BDE16B10D014}"/>
              </a:ext>
            </a:extLst>
          </p:cNvPr>
          <p:cNvSpPr/>
          <p:nvPr/>
        </p:nvSpPr>
        <p:spPr>
          <a:xfrm rot="10800000">
            <a:off x="881729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7" name="Straight Connector 146">
            <a:extLst>
              <a:ext uri="{FF2B5EF4-FFF2-40B4-BE49-F238E27FC236}">
                <a16:creationId xmlns:a16="http://schemas.microsoft.com/office/drawing/2014/main" id="{85600843-1DF0-3C89-1A54-C79E1AD9B8BE}"/>
              </a:ext>
            </a:extLst>
          </p:cNvPr>
          <p:cNvCxnSpPr>
            <a:cxnSpLocks/>
          </p:cNvCxnSpPr>
          <p:nvPr/>
        </p:nvCxnSpPr>
        <p:spPr>
          <a:xfrm>
            <a:off x="9141288"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48" name="Isosceles Triangle 1756">
            <a:extLst>
              <a:ext uri="{FF2B5EF4-FFF2-40B4-BE49-F238E27FC236}">
                <a16:creationId xmlns:a16="http://schemas.microsoft.com/office/drawing/2014/main" id="{13956DB6-5292-8D0C-288F-424463DF923E}"/>
              </a:ext>
            </a:extLst>
          </p:cNvPr>
          <p:cNvSpPr/>
          <p:nvPr/>
        </p:nvSpPr>
        <p:spPr>
          <a:xfrm rot="10800000">
            <a:off x="9029115"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49" name="Straight Connector 148">
            <a:extLst>
              <a:ext uri="{FF2B5EF4-FFF2-40B4-BE49-F238E27FC236}">
                <a16:creationId xmlns:a16="http://schemas.microsoft.com/office/drawing/2014/main" id="{4DA26F34-294E-2985-163E-73B51C4EC0BA}"/>
              </a:ext>
            </a:extLst>
          </p:cNvPr>
          <p:cNvCxnSpPr>
            <a:cxnSpLocks/>
          </p:cNvCxnSpPr>
          <p:nvPr/>
        </p:nvCxnSpPr>
        <p:spPr>
          <a:xfrm>
            <a:off x="9344326"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0" name="Isosceles Triangle 1756">
            <a:extLst>
              <a:ext uri="{FF2B5EF4-FFF2-40B4-BE49-F238E27FC236}">
                <a16:creationId xmlns:a16="http://schemas.microsoft.com/office/drawing/2014/main" id="{6ECC5307-D622-70E6-7E02-6761A995F9C1}"/>
              </a:ext>
            </a:extLst>
          </p:cNvPr>
          <p:cNvSpPr/>
          <p:nvPr/>
        </p:nvSpPr>
        <p:spPr>
          <a:xfrm rot="10800000">
            <a:off x="9232153"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cxnSp>
        <p:nvCxnSpPr>
          <p:cNvPr id="151" name="Straight Connector 150">
            <a:extLst>
              <a:ext uri="{FF2B5EF4-FFF2-40B4-BE49-F238E27FC236}">
                <a16:creationId xmlns:a16="http://schemas.microsoft.com/office/drawing/2014/main" id="{78AD3883-3F08-65E6-FC51-A93F3E540C36}"/>
              </a:ext>
            </a:extLst>
          </p:cNvPr>
          <p:cNvCxnSpPr>
            <a:cxnSpLocks/>
          </p:cNvCxnSpPr>
          <p:nvPr/>
        </p:nvCxnSpPr>
        <p:spPr>
          <a:xfrm>
            <a:off x="9556147" y="5639630"/>
            <a:ext cx="0" cy="1508544"/>
          </a:xfrm>
          <a:prstGeom prst="line">
            <a:avLst/>
          </a:prstGeom>
          <a:ln w="34925">
            <a:solidFill>
              <a:srgbClr val="5D5A52"/>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sp>
        <p:nvSpPr>
          <p:cNvPr id="152" name="Isosceles Triangle 1756">
            <a:extLst>
              <a:ext uri="{FF2B5EF4-FFF2-40B4-BE49-F238E27FC236}">
                <a16:creationId xmlns:a16="http://schemas.microsoft.com/office/drawing/2014/main" id="{C80251FE-1ADC-F31B-97D4-9FA1134EF132}"/>
              </a:ext>
            </a:extLst>
          </p:cNvPr>
          <p:cNvSpPr/>
          <p:nvPr/>
        </p:nvSpPr>
        <p:spPr>
          <a:xfrm rot="10800000">
            <a:off x="9443974" y="6677774"/>
            <a:ext cx="218011" cy="187940"/>
          </a:xfrm>
          <a:prstGeom prst="triangle">
            <a:avLst/>
          </a:prstGeom>
          <a:solidFill>
            <a:srgbClr val="FBE5D6"/>
          </a:solidFill>
          <a:ln w="22225" cap="flat" cmpd="sng" algn="ctr">
            <a:solidFill>
              <a:srgbClr val="5D5A52"/>
            </a:solidFill>
            <a:prstDash val="solid"/>
            <a:miter lim="800000"/>
          </a:ln>
          <a:effectLst/>
        </p:spPr>
        <p:txBody>
          <a:bodyPr rtlCol="0" anchor="ctr"/>
          <a:lstStyle/>
          <a:p>
            <a:pPr algn="ctr" defTabSz="914400">
              <a:defRPr/>
            </a:pPr>
            <a:endParaRPr lang="en-US" kern="0">
              <a:solidFill>
                <a:prstClr val="white"/>
              </a:solidFill>
              <a:latin typeface="Calibri" panose="020F0502020204030204"/>
            </a:endParaRPr>
          </a:p>
        </p:txBody>
      </p:sp>
      <p:sp>
        <p:nvSpPr>
          <p:cNvPr id="153" name="Rectangle: Rounded Corners 1744">
            <a:extLst>
              <a:ext uri="{FF2B5EF4-FFF2-40B4-BE49-F238E27FC236}">
                <a16:creationId xmlns:a16="http://schemas.microsoft.com/office/drawing/2014/main" id="{3083BC7F-C48C-3830-CE4E-952A5C83381A}"/>
              </a:ext>
            </a:extLst>
          </p:cNvPr>
          <p:cNvSpPr/>
          <p:nvPr/>
        </p:nvSpPr>
        <p:spPr>
          <a:xfrm>
            <a:off x="9026509" y="5690159"/>
            <a:ext cx="682641" cy="1458012"/>
          </a:xfrm>
          <a:prstGeom prst="roundRect">
            <a:avLst>
              <a:gd name="adj" fmla="val 8799"/>
            </a:avLst>
          </a:prstGeom>
          <a:solidFill>
            <a:schemeClr val="bg1">
              <a:alpha val="88059"/>
            </a:schemeClr>
          </a:solidFill>
          <a:ln w="34925">
            <a:noFill/>
            <a:prstDash val="dash"/>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rgbClr val="D9D9D9"/>
              </a:solidFill>
            </a:endParaRPr>
          </a:p>
        </p:txBody>
      </p:sp>
      <p:sp>
        <p:nvSpPr>
          <p:cNvPr id="154" name="TextBox 153">
            <a:extLst>
              <a:ext uri="{FF2B5EF4-FFF2-40B4-BE49-F238E27FC236}">
                <a16:creationId xmlns:a16="http://schemas.microsoft.com/office/drawing/2014/main" id="{73B2ABD1-4B83-D478-C067-B1E0CEA89EE5}"/>
              </a:ext>
            </a:extLst>
          </p:cNvPr>
          <p:cNvSpPr txBox="1"/>
          <p:nvPr/>
        </p:nvSpPr>
        <p:spPr>
          <a:xfrm>
            <a:off x="7815523" y="7095431"/>
            <a:ext cx="3609422" cy="461665"/>
          </a:xfrm>
          <a:prstGeom prst="rect">
            <a:avLst/>
          </a:prstGeom>
          <a:noFill/>
        </p:spPr>
        <p:txBody>
          <a:bodyPr wrap="square">
            <a:spAutoFit/>
          </a:bodyPr>
          <a:lstStyle/>
          <a:p>
            <a:pPr algn="ctr"/>
            <a:r>
              <a:rPr lang="en-US" sz="2400" b="1" dirty="0"/>
              <a:t>Pin [</a:t>
            </a:r>
            <a:r>
              <a:rPr lang="en-US" altLang="zh-CN" sz="2400" b="1" dirty="0"/>
              <a:t>4]</a:t>
            </a:r>
            <a:r>
              <a:rPr lang="en-US" sz="2400" b="1" dirty="0"/>
              <a:t>(enabled)</a:t>
            </a:r>
            <a:endParaRPr lang="en-US" sz="2800" b="1" dirty="0"/>
          </a:p>
        </p:txBody>
      </p:sp>
      <p:sp>
        <p:nvSpPr>
          <p:cNvPr id="155" name="TextBox 154">
            <a:extLst>
              <a:ext uri="{FF2B5EF4-FFF2-40B4-BE49-F238E27FC236}">
                <a16:creationId xmlns:a16="http://schemas.microsoft.com/office/drawing/2014/main" id="{91E5E1DF-7FC0-2150-6ED3-15565A3617A0}"/>
              </a:ext>
            </a:extLst>
          </p:cNvPr>
          <p:cNvSpPr txBox="1"/>
          <p:nvPr/>
        </p:nvSpPr>
        <p:spPr>
          <a:xfrm>
            <a:off x="9321638" y="2620206"/>
            <a:ext cx="1223412" cy="523220"/>
          </a:xfrm>
          <a:prstGeom prst="rect">
            <a:avLst/>
          </a:prstGeom>
          <a:noFill/>
        </p:spPr>
        <p:txBody>
          <a:bodyPr wrap="none" rtlCol="0">
            <a:spAutoFit/>
          </a:bodyPr>
          <a:lstStyle/>
          <a:p>
            <a:r>
              <a:rPr lang="en-US" sz="2800" b="1" dirty="0">
                <a:latin typeface="DengXian" panose="02010600030101010101" pitchFamily="2" charset="-122"/>
                <a:ea typeface="DengXian" panose="02010600030101010101" pitchFamily="2" charset="-122"/>
              </a:rPr>
              <a:t>BL=16</a:t>
            </a:r>
          </a:p>
        </p:txBody>
      </p:sp>
      <p:sp>
        <p:nvSpPr>
          <p:cNvPr id="156" name="Trapezoid 155">
            <a:extLst>
              <a:ext uri="{FF2B5EF4-FFF2-40B4-BE49-F238E27FC236}">
                <a16:creationId xmlns:a16="http://schemas.microsoft.com/office/drawing/2014/main" id="{091CCEC3-A1F2-44AF-0E4E-D65668505F49}"/>
              </a:ext>
            </a:extLst>
          </p:cNvPr>
          <p:cNvSpPr/>
          <p:nvPr/>
        </p:nvSpPr>
        <p:spPr>
          <a:xfrm rot="10800000">
            <a:off x="7594848" y="5725682"/>
            <a:ext cx="2243388" cy="875370"/>
          </a:xfrm>
          <a:prstGeom prst="trapezoid">
            <a:avLst/>
          </a:prstGeom>
          <a:solidFill>
            <a:schemeClr val="bg1">
              <a:alpha val="68000"/>
            </a:schemeClr>
          </a:solid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TextBox 156">
            <a:extLst>
              <a:ext uri="{FF2B5EF4-FFF2-40B4-BE49-F238E27FC236}">
                <a16:creationId xmlns:a16="http://schemas.microsoft.com/office/drawing/2014/main" id="{DA39A0F8-83BF-31F1-96D3-443CDDDB839D}"/>
              </a:ext>
            </a:extLst>
          </p:cNvPr>
          <p:cNvSpPr txBox="1"/>
          <p:nvPr/>
        </p:nvSpPr>
        <p:spPr>
          <a:xfrm>
            <a:off x="7724701" y="5901757"/>
            <a:ext cx="1790875" cy="523220"/>
          </a:xfrm>
          <a:prstGeom prst="rect">
            <a:avLst/>
          </a:prstGeom>
          <a:noFill/>
        </p:spPr>
        <p:txBody>
          <a:bodyPr wrap="none" rtlCol="0">
            <a:spAutoFit/>
          </a:bodyPr>
          <a:lstStyle/>
          <a:p>
            <a:r>
              <a:rPr lang="en-US" sz="2800" dirty="0"/>
              <a:t>5BL=80bits</a:t>
            </a:r>
          </a:p>
        </p:txBody>
      </p:sp>
    </p:spTree>
    <p:extLst>
      <p:ext uri="{BB962C8B-B14F-4D97-AF65-F5344CB8AC3E}">
        <p14:creationId xmlns:p14="http://schemas.microsoft.com/office/powerpoint/2010/main" val="1274219591"/>
      </p:ext>
    </p:extLst>
  </p:cSld>
  <p:clrMapOvr>
    <a:masterClrMapping/>
  </p:clrMapOvr>
  <mc:AlternateContent xmlns:mc="http://schemas.openxmlformats.org/markup-compatibility/2006" xmlns:p14="http://schemas.microsoft.com/office/powerpoint/2010/main">
    <mc:Choice Requires="p14">
      <p:transition spd="slow" p14:dur="2000" advTm="28830"/>
    </mc:Choice>
    <mc:Fallback xmlns="">
      <p:transition spd="slow" advTm="2883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708AF-C3D3-1A3D-0153-36D0884BAE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A2AC44-271D-3505-8904-CCE268B34EE1}"/>
              </a:ext>
            </a:extLst>
          </p:cNvPr>
          <p:cNvSpPr>
            <a:spLocks noGrp="1"/>
          </p:cNvSpPr>
          <p:nvPr>
            <p:ph type="title"/>
          </p:nvPr>
        </p:nvSpPr>
        <p:spPr/>
        <p:txBody>
          <a:bodyPr>
            <a:normAutofit fontScale="90000"/>
          </a:bodyPr>
          <a:lstStyle/>
          <a:p>
            <a:r>
              <a:rPr lang="en-US" altLang="zh-CN" dirty="0"/>
              <a:t>Challenge II: Reliability</a:t>
            </a:r>
            <a:endParaRPr lang="zh-CN" altLang="en-US" dirty="0"/>
          </a:p>
        </p:txBody>
      </p:sp>
      <p:sp>
        <p:nvSpPr>
          <p:cNvPr id="4" name="Rectangle 3">
            <a:extLst>
              <a:ext uri="{FF2B5EF4-FFF2-40B4-BE49-F238E27FC236}">
                <a16:creationId xmlns:a16="http://schemas.microsoft.com/office/drawing/2014/main" id="{8F7448A8-144D-B87C-61C3-B04812A86DD0}"/>
              </a:ext>
            </a:extLst>
          </p:cNvPr>
          <p:cNvSpPr/>
          <p:nvPr/>
        </p:nvSpPr>
        <p:spPr>
          <a:xfrm>
            <a:off x="1874032"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7A18C2C-66B8-6180-66D4-06B986BA07C8}"/>
              </a:ext>
            </a:extLst>
          </p:cNvPr>
          <p:cNvSpPr/>
          <p:nvPr/>
        </p:nvSpPr>
        <p:spPr>
          <a:xfrm>
            <a:off x="2612805"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B6233C6-6506-5C06-FAB3-22877747AFD6}"/>
              </a:ext>
            </a:extLst>
          </p:cNvPr>
          <p:cNvSpPr/>
          <p:nvPr/>
        </p:nvSpPr>
        <p:spPr>
          <a:xfrm>
            <a:off x="3331611"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D50CAC-C92C-3B2C-812D-567AAB69EAAC}"/>
              </a:ext>
            </a:extLst>
          </p:cNvPr>
          <p:cNvSpPr/>
          <p:nvPr/>
        </p:nvSpPr>
        <p:spPr>
          <a:xfrm>
            <a:off x="1874031"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D98E3AF-C115-57B7-29E4-7055A2EBEE86}"/>
              </a:ext>
            </a:extLst>
          </p:cNvPr>
          <p:cNvSpPr/>
          <p:nvPr/>
        </p:nvSpPr>
        <p:spPr>
          <a:xfrm>
            <a:off x="2612804"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5B22193-0CD0-3925-F390-1E4530EF4A69}"/>
              </a:ext>
            </a:extLst>
          </p:cNvPr>
          <p:cNvSpPr/>
          <p:nvPr/>
        </p:nvSpPr>
        <p:spPr>
          <a:xfrm>
            <a:off x="3331610"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218912F3-CA3C-FAEA-5962-4C856BF64467}"/>
                  </a:ext>
                </a:extLst>
              </p:cNvPr>
              <p:cNvSpPr/>
              <p:nvPr/>
            </p:nvSpPr>
            <p:spPr>
              <a:xfrm>
                <a:off x="4078737" y="6558543"/>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5400" dirty="0">
                  <a:solidFill>
                    <a:schemeClr val="tx1"/>
                  </a:solidFill>
                </a:endParaRPr>
              </a:p>
            </p:txBody>
          </p:sp>
        </mc:Choice>
        <mc:Fallback>
          <p:sp>
            <p:nvSpPr>
              <p:cNvPr id="14" name="Rectangle 13">
                <a:extLst>
                  <a:ext uri="{FF2B5EF4-FFF2-40B4-BE49-F238E27FC236}">
                    <a16:creationId xmlns:a16="http://schemas.microsoft.com/office/drawing/2014/main" id="{218912F3-CA3C-FAEA-5962-4C856BF64467}"/>
                  </a:ext>
                </a:extLst>
              </p:cNvPr>
              <p:cNvSpPr>
                <a:spLocks noRot="1" noChangeAspect="1" noMove="1" noResize="1" noEditPoints="1" noAdjustHandles="1" noChangeArrowheads="1" noChangeShapeType="1" noTextEdit="1"/>
              </p:cNvSpPr>
              <p:nvPr/>
            </p:nvSpPr>
            <p:spPr>
              <a:xfrm>
                <a:off x="4078737" y="6558543"/>
                <a:ext cx="559072" cy="559072"/>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p:sp>
        <p:nvSpPr>
          <p:cNvPr id="25" name="Rectangle 24">
            <a:extLst>
              <a:ext uri="{FF2B5EF4-FFF2-40B4-BE49-F238E27FC236}">
                <a16:creationId xmlns:a16="http://schemas.microsoft.com/office/drawing/2014/main" id="{160509BF-EA52-F3F1-C774-B822663362B7}"/>
              </a:ext>
            </a:extLst>
          </p:cNvPr>
          <p:cNvSpPr/>
          <p:nvPr/>
        </p:nvSpPr>
        <p:spPr>
          <a:xfrm>
            <a:off x="1882384"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2B84D0-B5E2-F235-30E3-7312CF740625}"/>
              </a:ext>
            </a:extLst>
          </p:cNvPr>
          <p:cNvSpPr/>
          <p:nvPr/>
        </p:nvSpPr>
        <p:spPr>
          <a:xfrm>
            <a:off x="2621157"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89DE75A-945A-B7D5-4322-26D9BA347370}"/>
              </a:ext>
            </a:extLst>
          </p:cNvPr>
          <p:cNvSpPr/>
          <p:nvPr/>
        </p:nvSpPr>
        <p:spPr>
          <a:xfrm>
            <a:off x="3339963"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89ABD3F2-BCA5-6957-52F7-D34D8246453F}"/>
              </a:ext>
            </a:extLst>
          </p:cNvPr>
          <p:cNvSpPr txBox="1"/>
          <p:nvPr/>
        </p:nvSpPr>
        <p:spPr>
          <a:xfrm>
            <a:off x="2316941" y="3614074"/>
            <a:ext cx="1847172" cy="584775"/>
          </a:xfrm>
          <a:prstGeom prst="rect">
            <a:avLst/>
          </a:prstGeom>
          <a:noFill/>
        </p:spPr>
        <p:txBody>
          <a:bodyPr wrap="none" rtlCol="0">
            <a:spAutoFit/>
          </a:bodyPr>
          <a:lstStyle/>
          <a:p>
            <a:r>
              <a:rPr lang="en-US" sz="3200" b="1" dirty="0"/>
              <a:t>Detection</a:t>
            </a:r>
          </a:p>
        </p:txBody>
      </p:sp>
      <p:sp>
        <p:nvSpPr>
          <p:cNvPr id="46" name="TextBox 45">
            <a:extLst>
              <a:ext uri="{FF2B5EF4-FFF2-40B4-BE49-F238E27FC236}">
                <a16:creationId xmlns:a16="http://schemas.microsoft.com/office/drawing/2014/main" id="{86158BA2-01C0-DF49-7923-90F0C9D14E1D}"/>
              </a:ext>
            </a:extLst>
          </p:cNvPr>
          <p:cNvSpPr txBox="1"/>
          <p:nvPr/>
        </p:nvSpPr>
        <p:spPr>
          <a:xfrm>
            <a:off x="8247094" y="3614074"/>
            <a:ext cx="1973810" cy="584775"/>
          </a:xfrm>
          <a:prstGeom prst="rect">
            <a:avLst/>
          </a:prstGeom>
          <a:noFill/>
        </p:spPr>
        <p:txBody>
          <a:bodyPr wrap="none" rtlCol="0">
            <a:spAutoFit/>
          </a:bodyPr>
          <a:lstStyle/>
          <a:p>
            <a:r>
              <a:rPr lang="en-US" sz="3200" b="1" dirty="0"/>
              <a:t>Correction</a:t>
            </a:r>
          </a:p>
        </p:txBody>
      </p:sp>
      <p:cxnSp>
        <p:nvCxnSpPr>
          <p:cNvPr id="49" name="Straight Arrow Connector 48">
            <a:extLst>
              <a:ext uri="{FF2B5EF4-FFF2-40B4-BE49-F238E27FC236}">
                <a16:creationId xmlns:a16="http://schemas.microsoft.com/office/drawing/2014/main" id="{CDB84B9D-3D3F-72A1-F19E-694D11D94DAB}"/>
              </a:ext>
            </a:extLst>
          </p:cNvPr>
          <p:cNvCxnSpPr>
            <a:cxnSpLocks/>
            <a:stCxn id="50" idx="2"/>
            <a:endCxn id="14" idx="0"/>
          </p:cNvCxnSpPr>
          <p:nvPr/>
        </p:nvCxnSpPr>
        <p:spPr>
          <a:xfrm flipH="1">
            <a:off x="4358274" y="5454993"/>
            <a:ext cx="796601" cy="1103550"/>
          </a:xfrm>
          <a:prstGeom prst="straightConnector1">
            <a:avLst/>
          </a:prstGeom>
          <a:ln w="57150">
            <a:solidFill>
              <a:srgbClr val="0099FF"/>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C80B574B-808E-6C72-090A-08C0F4757179}"/>
                  </a:ext>
                </a:extLst>
              </p:cNvPr>
              <p:cNvSpPr txBox="1"/>
              <p:nvPr/>
            </p:nvSpPr>
            <p:spPr>
              <a:xfrm>
                <a:off x="4637810" y="4931773"/>
                <a:ext cx="1034129" cy="523220"/>
              </a:xfrm>
              <a:prstGeom prst="rect">
                <a:avLst/>
              </a:prstGeom>
              <a:noFill/>
            </p:spPr>
            <p:txBody>
              <a:bodyPr wrap="none" rtlCol="0">
                <a:spAutoFit/>
              </a:bodyPr>
              <a:lstStyle/>
              <a:p>
                <a:pPr/>
                <a14:m>
                  <m:oMathPara xmlns:m="http://schemas.openxmlformats.org/officeDocument/2006/math">
                    <m:oMath>
                      <m:r>
                        <a:rPr lang="en-US" sz="2800" b="1" i="1" dirty="0">
                          <a:solidFill>
                            <a:srgbClr val="0070C0"/>
                          </a:solidFill>
                          <a:latin typeface="Cambria Math" panose="02040503050406030204" pitchFamily="18" charset="0"/>
                        </a:rPr>
                        <m:t>𝑶</m:t>
                      </m:r>
                      <m:d>
                        <m:dPr>
                          <m:ctrlPr>
                            <a:rPr lang="en-US" sz="2800" b="1" i="1" dirty="0">
                              <a:solidFill>
                                <a:srgbClr val="0070C0"/>
                              </a:solidFill>
                              <a:latin typeface="Cambria Math" panose="02040503050406030204" pitchFamily="18" charset="0"/>
                            </a:rPr>
                          </m:ctrlPr>
                        </m:dPr>
                        <m:e>
                          <m:r>
                            <a:rPr lang="en-US" sz="2800" b="1" i="1" dirty="0">
                              <a:solidFill>
                                <a:srgbClr val="0070C0"/>
                              </a:solidFill>
                              <a:latin typeface="Cambria Math" panose="02040503050406030204" pitchFamily="18" charset="0"/>
                            </a:rPr>
                            <m:t>𝟏</m:t>
                          </m:r>
                        </m:e>
                      </m:d>
                    </m:oMath>
                  </m:oMathPara>
                </a14:m>
                <a:endParaRPr b="1" dirty="0"/>
              </a:p>
            </p:txBody>
          </p:sp>
        </mc:Choice>
        <mc:Fallback>
          <p:sp>
            <p:nvSpPr>
              <p:cNvPr id="50" name="TextBox 49">
                <a:extLst>
                  <a:ext uri="{FF2B5EF4-FFF2-40B4-BE49-F238E27FC236}">
                    <a16:creationId xmlns:a16="http://schemas.microsoft.com/office/drawing/2014/main" id="{C80B574B-808E-6C72-090A-08C0F4757179}"/>
                  </a:ext>
                </a:extLst>
              </p:cNvPr>
              <p:cNvSpPr txBox="1">
                <a:spLocks noRot="1" noChangeAspect="1" noMove="1" noResize="1" noEditPoints="1" noAdjustHandles="1" noChangeArrowheads="1" noChangeShapeType="1" noTextEdit="1"/>
              </p:cNvSpPr>
              <p:nvPr/>
            </p:nvSpPr>
            <p:spPr>
              <a:xfrm>
                <a:off x="4637810" y="4931773"/>
                <a:ext cx="1034129" cy="523220"/>
              </a:xfrm>
              <a:prstGeom prst="rect">
                <a:avLst/>
              </a:prstGeom>
              <a:blipFill>
                <a:blip r:embed="rId5"/>
                <a:stretch>
                  <a:fillRect/>
                </a:stretch>
              </a:blipFill>
            </p:spPr>
            <p:txBody>
              <a:bodyPr/>
              <a:lstStyle/>
              <a:p>
                <a:r>
                  <a:rPr lang="en-US">
                    <a:noFill/>
                  </a:rPr>
                  <a:t> </a:t>
                </a:r>
              </a:p>
            </p:txBody>
          </p:sp>
        </mc:Fallback>
      </mc:AlternateContent>
      <p:sp>
        <p:nvSpPr>
          <p:cNvPr id="51" name="L-Shape 50">
            <a:extLst>
              <a:ext uri="{FF2B5EF4-FFF2-40B4-BE49-F238E27FC236}">
                <a16:creationId xmlns:a16="http://schemas.microsoft.com/office/drawing/2014/main" id="{760B3354-A118-59D9-A071-1B35FB47EF96}"/>
              </a:ext>
            </a:extLst>
          </p:cNvPr>
          <p:cNvSpPr/>
          <p:nvPr/>
        </p:nvSpPr>
        <p:spPr>
          <a:xfrm rot="16200000">
            <a:off x="7561848" y="4230502"/>
            <a:ext cx="3047283" cy="2983977"/>
          </a:xfrm>
          <a:prstGeom prst="corner">
            <a:avLst>
              <a:gd name="adj1" fmla="val 25559"/>
              <a:gd name="adj2" fmla="val 26668"/>
            </a:avLst>
          </a:prstGeom>
          <a:solidFill>
            <a:srgbClr val="FFFFFF">
              <a:alpha val="50980"/>
            </a:srgbClr>
          </a:solidFill>
          <a:ln w="57150">
            <a:solidFill>
              <a:srgbClr val="00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57AFC199-B9C8-39A8-F378-12E7CBC6D09E}"/>
              </a:ext>
            </a:extLst>
          </p:cNvPr>
          <p:cNvCxnSpPr>
            <a:cxnSpLocks/>
            <a:stCxn id="55" idx="2"/>
            <a:endCxn id="51" idx="3"/>
          </p:cNvCxnSpPr>
          <p:nvPr/>
        </p:nvCxnSpPr>
        <p:spPr>
          <a:xfrm>
            <a:off x="6450508" y="5521678"/>
            <a:ext cx="1142992" cy="1326570"/>
          </a:xfrm>
          <a:prstGeom prst="straightConnector1">
            <a:avLst/>
          </a:prstGeom>
          <a:ln w="57150">
            <a:solidFill>
              <a:srgbClr val="0099FF"/>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5" name="TextBox 54">
                <a:extLst>
                  <a:ext uri="{FF2B5EF4-FFF2-40B4-BE49-F238E27FC236}">
                    <a16:creationId xmlns:a16="http://schemas.microsoft.com/office/drawing/2014/main" id="{DE93AB38-E799-B724-E076-FB0E80A504AC}"/>
                  </a:ext>
                </a:extLst>
              </p:cNvPr>
              <p:cNvSpPr txBox="1"/>
              <p:nvPr/>
            </p:nvSpPr>
            <p:spPr>
              <a:xfrm>
                <a:off x="6023949" y="4931774"/>
                <a:ext cx="853119" cy="589905"/>
              </a:xfrm>
              <a:prstGeom prst="rect">
                <a:avLst/>
              </a:prstGeom>
              <a:noFill/>
            </p:spPr>
            <p:txBody>
              <a:bodyPr wrap="square">
                <a:spAutoFit/>
              </a:bodyPr>
              <a:lstStyle/>
              <a:p>
                <a:pPr/>
                <a14:m>
                  <m:oMathPara xmlns:m="http://schemas.openxmlformats.org/officeDocument/2006/math">
                    <m:oMath>
                      <m:r>
                        <a:rPr lang="en-US" sz="2800" b="1" i="1" dirty="0">
                          <a:solidFill>
                            <a:srgbClr val="0070C0"/>
                          </a:solidFill>
                          <a:latin typeface="Cambria Math" panose="02040503050406030204" pitchFamily="18" charset="0"/>
                        </a:rPr>
                        <m:t>𝑶</m:t>
                      </m:r>
                      <m:d>
                        <m:dPr>
                          <m:ctrlPr>
                            <a:rPr lang="en-US" sz="2800" b="1" i="1" dirty="0">
                              <a:solidFill>
                                <a:srgbClr val="0070C0"/>
                              </a:solidFill>
                              <a:latin typeface="Cambria Math" panose="02040503050406030204" pitchFamily="18" charset="0"/>
                            </a:rPr>
                          </m:ctrlPr>
                        </m:dPr>
                        <m:e>
                          <m:r>
                            <a:rPr lang="en-US" sz="2800" b="1" i="1" dirty="0">
                              <a:solidFill>
                                <a:srgbClr val="0070C0"/>
                              </a:solidFill>
                              <a:latin typeface="Cambria Math" panose="02040503050406030204" pitchFamily="18" charset="0"/>
                            </a:rPr>
                            <m:t>√</m:t>
                          </m:r>
                          <m:r>
                            <a:rPr lang="en-US" sz="2800" b="1" i="1" dirty="0">
                              <a:solidFill>
                                <a:srgbClr val="0070C0"/>
                              </a:solidFill>
                              <a:latin typeface="Cambria Math" panose="02040503050406030204" pitchFamily="18" charset="0"/>
                            </a:rPr>
                            <m:t>𝒏</m:t>
                          </m:r>
                        </m:e>
                      </m:d>
                    </m:oMath>
                  </m:oMathPara>
                </a14:m>
                <a:endParaRPr b="1"/>
              </a:p>
            </p:txBody>
          </p:sp>
        </mc:Choice>
        <mc:Fallback>
          <p:sp>
            <p:nvSpPr>
              <p:cNvPr id="55" name="TextBox 54">
                <a:extLst>
                  <a:ext uri="{FF2B5EF4-FFF2-40B4-BE49-F238E27FC236}">
                    <a16:creationId xmlns:a16="http://schemas.microsoft.com/office/drawing/2014/main" id="{DE93AB38-E799-B724-E076-FB0E80A504AC}"/>
                  </a:ext>
                </a:extLst>
              </p:cNvPr>
              <p:cNvSpPr txBox="1">
                <a:spLocks noRot="1" noChangeAspect="1" noMove="1" noResize="1" noEditPoints="1" noAdjustHandles="1" noChangeArrowheads="1" noChangeShapeType="1" noTextEdit="1"/>
              </p:cNvSpPr>
              <p:nvPr/>
            </p:nvSpPr>
            <p:spPr>
              <a:xfrm>
                <a:off x="6023949" y="4931774"/>
                <a:ext cx="853119" cy="589905"/>
              </a:xfrm>
              <a:prstGeom prst="rect">
                <a:avLst/>
              </a:prstGeom>
              <a:blipFill>
                <a:blip r:embed="rId6"/>
                <a:stretch>
                  <a:fillRect r="-3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4DC89E1D-A9BE-A76C-A8D3-F99D50B55CC9}"/>
                  </a:ext>
                </a:extLst>
              </p:cNvPr>
              <p:cNvSpPr/>
              <p:nvPr/>
            </p:nvSpPr>
            <p:spPr>
              <a:xfrm>
                <a:off x="9916960" y="4296345"/>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5" name="Rectangle 4">
                <a:extLst>
                  <a:ext uri="{FF2B5EF4-FFF2-40B4-BE49-F238E27FC236}">
                    <a16:creationId xmlns:a16="http://schemas.microsoft.com/office/drawing/2014/main" id="{4DC89E1D-A9BE-A76C-A8D3-F99D50B55CC9}"/>
                  </a:ext>
                </a:extLst>
              </p:cNvPr>
              <p:cNvSpPr>
                <a:spLocks noRot="1" noChangeAspect="1" noMove="1" noResize="1" noEditPoints="1" noAdjustHandles="1" noChangeArrowheads="1" noChangeShapeType="1" noTextEdit="1"/>
              </p:cNvSpPr>
              <p:nvPr/>
            </p:nvSpPr>
            <p:spPr>
              <a:xfrm>
                <a:off x="9916960" y="4296345"/>
                <a:ext cx="559072" cy="559072"/>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697A6976-3BBC-A291-E93B-A6F4B105C12D}"/>
                  </a:ext>
                </a:extLst>
              </p:cNvPr>
              <p:cNvSpPr/>
              <p:nvPr/>
            </p:nvSpPr>
            <p:spPr>
              <a:xfrm>
                <a:off x="9919901" y="5046979"/>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6" name="Rectangle 5">
                <a:extLst>
                  <a:ext uri="{FF2B5EF4-FFF2-40B4-BE49-F238E27FC236}">
                    <a16:creationId xmlns:a16="http://schemas.microsoft.com/office/drawing/2014/main" id="{697A6976-3BBC-A291-E93B-A6F4B105C12D}"/>
                  </a:ext>
                </a:extLst>
              </p:cNvPr>
              <p:cNvSpPr>
                <a:spLocks noRot="1" noChangeAspect="1" noMove="1" noResize="1" noEditPoints="1" noAdjustHandles="1" noChangeArrowheads="1" noChangeShapeType="1" noTextEdit="1"/>
              </p:cNvSpPr>
              <p:nvPr/>
            </p:nvSpPr>
            <p:spPr>
              <a:xfrm>
                <a:off x="9919901" y="5046979"/>
                <a:ext cx="559072" cy="559072"/>
              </a:xfrm>
              <a:prstGeom prst="rect">
                <a:avLst/>
              </a:prstGeom>
              <a:blipFill>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Rectangle 14">
                <a:extLst>
                  <a:ext uri="{FF2B5EF4-FFF2-40B4-BE49-F238E27FC236}">
                    <a16:creationId xmlns:a16="http://schemas.microsoft.com/office/drawing/2014/main" id="{6A99DDF7-DEAD-C6AF-DE00-D5BE0727700A}"/>
                  </a:ext>
                </a:extLst>
              </p:cNvPr>
              <p:cNvSpPr/>
              <p:nvPr/>
            </p:nvSpPr>
            <p:spPr>
              <a:xfrm>
                <a:off x="9916960" y="5794337"/>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5" name="Rectangle 14">
                <a:extLst>
                  <a:ext uri="{FF2B5EF4-FFF2-40B4-BE49-F238E27FC236}">
                    <a16:creationId xmlns:a16="http://schemas.microsoft.com/office/drawing/2014/main" id="{6A99DDF7-DEAD-C6AF-DE00-D5BE0727700A}"/>
                  </a:ext>
                </a:extLst>
              </p:cNvPr>
              <p:cNvSpPr>
                <a:spLocks noRot="1" noChangeAspect="1" noMove="1" noResize="1" noEditPoints="1" noAdjustHandles="1" noChangeArrowheads="1" noChangeShapeType="1" noTextEdit="1"/>
              </p:cNvSpPr>
              <p:nvPr/>
            </p:nvSpPr>
            <p:spPr>
              <a:xfrm>
                <a:off x="9916960" y="5794337"/>
                <a:ext cx="559072" cy="559072"/>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B4F6D7CF-A365-E949-9728-22AD04A58A80}"/>
                  </a:ext>
                </a:extLst>
              </p:cNvPr>
              <p:cNvSpPr/>
              <p:nvPr/>
            </p:nvSpPr>
            <p:spPr>
              <a:xfrm>
                <a:off x="7713341" y="6560993"/>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7" name="Rectangle 16">
                <a:extLst>
                  <a:ext uri="{FF2B5EF4-FFF2-40B4-BE49-F238E27FC236}">
                    <a16:creationId xmlns:a16="http://schemas.microsoft.com/office/drawing/2014/main" id="{B4F6D7CF-A365-E949-9728-22AD04A58A80}"/>
                  </a:ext>
                </a:extLst>
              </p:cNvPr>
              <p:cNvSpPr>
                <a:spLocks noRot="1" noChangeAspect="1" noMove="1" noResize="1" noEditPoints="1" noAdjustHandles="1" noChangeArrowheads="1" noChangeShapeType="1" noTextEdit="1"/>
              </p:cNvSpPr>
              <p:nvPr/>
            </p:nvSpPr>
            <p:spPr>
              <a:xfrm>
                <a:off x="7713341" y="6560993"/>
                <a:ext cx="559072" cy="559072"/>
              </a:xfrm>
              <a:prstGeom prst="rect">
                <a:avLst/>
              </a:prstGeom>
              <a:blipFill>
                <a:blip r:embed="rId10"/>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5E239A0A-B5C3-5064-F6A7-E0C5AE5B0D60}"/>
                  </a:ext>
                </a:extLst>
              </p:cNvPr>
              <p:cNvSpPr/>
              <p:nvPr/>
            </p:nvSpPr>
            <p:spPr>
              <a:xfrm>
                <a:off x="8467444" y="6558543"/>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8" name="Rectangle 17">
                <a:extLst>
                  <a:ext uri="{FF2B5EF4-FFF2-40B4-BE49-F238E27FC236}">
                    <a16:creationId xmlns:a16="http://schemas.microsoft.com/office/drawing/2014/main" id="{5E239A0A-B5C3-5064-F6A7-E0C5AE5B0D60}"/>
                  </a:ext>
                </a:extLst>
              </p:cNvPr>
              <p:cNvSpPr>
                <a:spLocks noRot="1" noChangeAspect="1" noMove="1" noResize="1" noEditPoints="1" noAdjustHandles="1" noChangeArrowheads="1" noChangeShapeType="1" noTextEdit="1"/>
              </p:cNvSpPr>
              <p:nvPr/>
            </p:nvSpPr>
            <p:spPr>
              <a:xfrm>
                <a:off x="8467444" y="6558543"/>
                <a:ext cx="559072" cy="559072"/>
              </a:xfrm>
              <a:prstGeom prst="rect">
                <a:avLst/>
              </a:prstGeom>
              <a:blipFill>
                <a:blip r:embed="rId11"/>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07E3EFE8-15AD-B41D-066A-EA64B939ED0D}"/>
                  </a:ext>
                </a:extLst>
              </p:cNvPr>
              <p:cNvSpPr/>
              <p:nvPr/>
            </p:nvSpPr>
            <p:spPr>
              <a:xfrm>
                <a:off x="9170920" y="6551412"/>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9" name="Rectangle 18">
                <a:extLst>
                  <a:ext uri="{FF2B5EF4-FFF2-40B4-BE49-F238E27FC236}">
                    <a16:creationId xmlns:a16="http://schemas.microsoft.com/office/drawing/2014/main" id="{07E3EFE8-15AD-B41D-066A-EA64B939ED0D}"/>
                  </a:ext>
                </a:extLst>
              </p:cNvPr>
              <p:cNvSpPr>
                <a:spLocks noRot="1" noChangeAspect="1" noMove="1" noResize="1" noEditPoints="1" noAdjustHandles="1" noChangeArrowheads="1" noChangeShapeType="1" noTextEdit="1"/>
              </p:cNvSpPr>
              <p:nvPr/>
            </p:nvSpPr>
            <p:spPr>
              <a:xfrm>
                <a:off x="9170920" y="6551412"/>
                <a:ext cx="559072" cy="559072"/>
              </a:xfrm>
              <a:prstGeom prst="rect">
                <a:avLst/>
              </a:prstGeom>
              <a:blipFill>
                <a:blip r:embed="rId12"/>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9470AA0B-1E2F-03F5-264C-5DB399F68966}"/>
                  </a:ext>
                </a:extLst>
              </p:cNvPr>
              <p:cNvSpPr/>
              <p:nvPr/>
            </p:nvSpPr>
            <p:spPr>
              <a:xfrm>
                <a:off x="9925023" y="6551412"/>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20" name="Rectangle 19">
                <a:extLst>
                  <a:ext uri="{FF2B5EF4-FFF2-40B4-BE49-F238E27FC236}">
                    <a16:creationId xmlns:a16="http://schemas.microsoft.com/office/drawing/2014/main" id="{9470AA0B-1E2F-03F5-264C-5DB399F68966}"/>
                  </a:ext>
                </a:extLst>
              </p:cNvPr>
              <p:cNvSpPr>
                <a:spLocks noRot="1" noChangeAspect="1" noMove="1" noResize="1" noEditPoints="1" noAdjustHandles="1" noChangeArrowheads="1" noChangeShapeType="1" noTextEdit="1"/>
              </p:cNvSpPr>
              <p:nvPr/>
            </p:nvSpPr>
            <p:spPr>
              <a:xfrm>
                <a:off x="9925023" y="6551412"/>
                <a:ext cx="559072" cy="559072"/>
              </a:xfrm>
              <a:prstGeom prst="rect">
                <a:avLst/>
              </a:prstGeom>
              <a:blipFill>
                <a:blip r:embed="rId13"/>
                <a:stretch>
                  <a:fillRect/>
                </a:stretch>
              </a:blipFill>
              <a:ln w="38100">
                <a:solidFill>
                  <a:schemeClr val="tx1"/>
                </a:solidFill>
              </a:ln>
            </p:spPr>
            <p:txBody>
              <a:bodyPr/>
              <a:lstStyle/>
              <a:p>
                <a:r>
                  <a:rPr lang="en-US">
                    <a:noFill/>
                  </a:rPr>
                  <a:t> </a:t>
                </a:r>
              </a:p>
            </p:txBody>
          </p:sp>
        </mc:Fallback>
      </mc:AlternateContent>
      <p:sp>
        <p:nvSpPr>
          <p:cNvPr id="3" name="Rectangle 2">
            <a:extLst>
              <a:ext uri="{FF2B5EF4-FFF2-40B4-BE49-F238E27FC236}">
                <a16:creationId xmlns:a16="http://schemas.microsoft.com/office/drawing/2014/main" id="{4E227FEF-C431-DE79-EFFC-8044392E4E74}"/>
              </a:ext>
            </a:extLst>
          </p:cNvPr>
          <p:cNvSpPr/>
          <p:nvPr/>
        </p:nvSpPr>
        <p:spPr>
          <a:xfrm>
            <a:off x="7704989"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8F21C3B-F307-2358-2072-2D89C5BF5D1A}"/>
              </a:ext>
            </a:extLst>
          </p:cNvPr>
          <p:cNvSpPr/>
          <p:nvPr/>
        </p:nvSpPr>
        <p:spPr>
          <a:xfrm>
            <a:off x="8443762"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FB09AD9-4FFA-51BE-B2CC-4F70BBC5AFB1}"/>
              </a:ext>
            </a:extLst>
          </p:cNvPr>
          <p:cNvSpPr/>
          <p:nvPr/>
        </p:nvSpPr>
        <p:spPr>
          <a:xfrm>
            <a:off x="9162568"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005CA52-5D3A-EEF7-8EA8-1228707A07DA}"/>
              </a:ext>
            </a:extLst>
          </p:cNvPr>
          <p:cNvSpPr/>
          <p:nvPr/>
        </p:nvSpPr>
        <p:spPr>
          <a:xfrm>
            <a:off x="7704988"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6077DDD-5E98-5A4E-B82E-F2262B773AB7}"/>
              </a:ext>
            </a:extLst>
          </p:cNvPr>
          <p:cNvSpPr/>
          <p:nvPr/>
        </p:nvSpPr>
        <p:spPr>
          <a:xfrm>
            <a:off x="8443761"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B63A4E2-CF26-64C8-CEC4-9BCEA74CD0CA}"/>
              </a:ext>
            </a:extLst>
          </p:cNvPr>
          <p:cNvSpPr/>
          <p:nvPr/>
        </p:nvSpPr>
        <p:spPr>
          <a:xfrm>
            <a:off x="9162567"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0C4FAB4-6DA9-3AFE-66A9-B188D1343DED}"/>
              </a:ext>
            </a:extLst>
          </p:cNvPr>
          <p:cNvSpPr/>
          <p:nvPr/>
        </p:nvSpPr>
        <p:spPr>
          <a:xfrm>
            <a:off x="7713341"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0C090BC-9992-71BB-E9BD-4C41F7F61A18}"/>
              </a:ext>
            </a:extLst>
          </p:cNvPr>
          <p:cNvSpPr/>
          <p:nvPr/>
        </p:nvSpPr>
        <p:spPr>
          <a:xfrm>
            <a:off x="8452114"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C43B2D-D074-A50D-DAA6-5AC5E082F9E4}"/>
              </a:ext>
            </a:extLst>
          </p:cNvPr>
          <p:cNvSpPr/>
          <p:nvPr/>
        </p:nvSpPr>
        <p:spPr>
          <a:xfrm>
            <a:off x="9170920"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74E8EBB-3DA4-1413-50E9-BACAFA6DD685}"/>
              </a:ext>
            </a:extLst>
          </p:cNvPr>
          <p:cNvSpPr txBox="1"/>
          <p:nvPr/>
        </p:nvSpPr>
        <p:spPr>
          <a:xfrm>
            <a:off x="-3139542" y="9676517"/>
            <a:ext cx="8669040" cy="769441"/>
          </a:xfrm>
          <a:prstGeom prst="rect">
            <a:avLst/>
          </a:prstGeom>
          <a:noFill/>
        </p:spPr>
        <p:txBody>
          <a:bodyPr wrap="none" rtlCol="0">
            <a:spAutoFit/>
          </a:bodyPr>
          <a:lstStyle/>
          <a:p>
            <a:r>
              <a:rPr lang="en-US" sz="4400" dirty="0">
                <a:solidFill>
                  <a:srgbClr val="FF0000"/>
                </a:solidFill>
              </a:rPr>
              <a:t>Larger Codeword, Cheaper Detection</a:t>
            </a:r>
          </a:p>
        </p:txBody>
      </p:sp>
    </p:spTree>
    <p:custDataLst>
      <p:tags r:id="rId1"/>
    </p:custDataLst>
    <p:extLst>
      <p:ext uri="{BB962C8B-B14F-4D97-AF65-F5344CB8AC3E}">
        <p14:creationId xmlns:p14="http://schemas.microsoft.com/office/powerpoint/2010/main" val="380884036"/>
      </p:ext>
    </p:extLst>
  </p:cSld>
  <p:clrMapOvr>
    <a:masterClrMapping/>
  </p:clrMapOvr>
  <mc:AlternateContent xmlns:mc="http://schemas.openxmlformats.org/markup-compatibility/2006" xmlns:p14="http://schemas.microsoft.com/office/powerpoint/2010/main">
    <mc:Choice Requires="p14">
      <p:transition spd="slow" p14:dur="2000" advTm="54834"/>
    </mc:Choice>
    <mc:Fallback xmlns="">
      <p:transition spd="slow" advTm="548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9560B-52EA-E3CF-0293-C8BCEDC39B42}"/>
              </a:ext>
            </a:extLst>
          </p:cNvPr>
          <p:cNvSpPr>
            <a:spLocks noGrp="1"/>
          </p:cNvSpPr>
          <p:nvPr>
            <p:ph type="title"/>
          </p:nvPr>
        </p:nvSpPr>
        <p:spPr/>
        <p:txBody>
          <a:bodyPr>
            <a:normAutofit fontScale="90000"/>
          </a:bodyPr>
          <a:lstStyle/>
          <a:p>
            <a:r>
              <a:rPr lang="en-US" altLang="zh-CN" dirty="0"/>
              <a:t>Challenge II: Reliability</a:t>
            </a:r>
            <a:endParaRPr lang="zh-CN" altLang="en-US" dirty="0"/>
          </a:p>
        </p:txBody>
      </p:sp>
      <p:sp>
        <p:nvSpPr>
          <p:cNvPr id="4" name="Rectangle 3">
            <a:extLst>
              <a:ext uri="{FF2B5EF4-FFF2-40B4-BE49-F238E27FC236}">
                <a16:creationId xmlns:a16="http://schemas.microsoft.com/office/drawing/2014/main" id="{2C81FBA4-BA44-025D-2244-52F4AB58BF14}"/>
              </a:ext>
            </a:extLst>
          </p:cNvPr>
          <p:cNvSpPr/>
          <p:nvPr/>
        </p:nvSpPr>
        <p:spPr>
          <a:xfrm>
            <a:off x="1874032"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5601C2-8034-58BF-592E-BBC67C2D58EB}"/>
              </a:ext>
            </a:extLst>
          </p:cNvPr>
          <p:cNvSpPr/>
          <p:nvPr/>
        </p:nvSpPr>
        <p:spPr>
          <a:xfrm>
            <a:off x="2612805"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3774CA8-988D-075C-AE1F-049EB0C8BCDE}"/>
              </a:ext>
            </a:extLst>
          </p:cNvPr>
          <p:cNvSpPr/>
          <p:nvPr/>
        </p:nvSpPr>
        <p:spPr>
          <a:xfrm>
            <a:off x="3331611"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8615DC-4BA2-3437-A6EA-3F951751E304}"/>
              </a:ext>
            </a:extLst>
          </p:cNvPr>
          <p:cNvSpPr/>
          <p:nvPr/>
        </p:nvSpPr>
        <p:spPr>
          <a:xfrm>
            <a:off x="1874031"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E42A269-178C-FC36-95CF-3C29B06E39C3}"/>
              </a:ext>
            </a:extLst>
          </p:cNvPr>
          <p:cNvSpPr/>
          <p:nvPr/>
        </p:nvSpPr>
        <p:spPr>
          <a:xfrm>
            <a:off x="2612804"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215F70-C566-B768-EC18-AFEAB7CE1424}"/>
              </a:ext>
            </a:extLst>
          </p:cNvPr>
          <p:cNvSpPr/>
          <p:nvPr/>
        </p:nvSpPr>
        <p:spPr>
          <a:xfrm>
            <a:off x="3331610"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B4149932-A30F-7026-33E5-E98840C75789}"/>
                  </a:ext>
                </a:extLst>
              </p:cNvPr>
              <p:cNvSpPr/>
              <p:nvPr/>
            </p:nvSpPr>
            <p:spPr>
              <a:xfrm>
                <a:off x="4078737" y="6558543"/>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5400" dirty="0">
                  <a:solidFill>
                    <a:schemeClr val="tx1"/>
                  </a:solidFill>
                </a:endParaRPr>
              </a:p>
            </p:txBody>
          </p:sp>
        </mc:Choice>
        <mc:Fallback>
          <p:sp>
            <p:nvSpPr>
              <p:cNvPr id="14" name="Rectangle 13">
                <a:extLst>
                  <a:ext uri="{FF2B5EF4-FFF2-40B4-BE49-F238E27FC236}">
                    <a16:creationId xmlns:a16="http://schemas.microsoft.com/office/drawing/2014/main" id="{B4149932-A30F-7026-33E5-E98840C75789}"/>
                  </a:ext>
                </a:extLst>
              </p:cNvPr>
              <p:cNvSpPr>
                <a:spLocks noRot="1" noChangeAspect="1" noMove="1" noResize="1" noEditPoints="1" noAdjustHandles="1" noChangeArrowheads="1" noChangeShapeType="1" noTextEdit="1"/>
              </p:cNvSpPr>
              <p:nvPr/>
            </p:nvSpPr>
            <p:spPr>
              <a:xfrm>
                <a:off x="4078737" y="6558543"/>
                <a:ext cx="559072" cy="559072"/>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p:sp>
        <p:nvSpPr>
          <p:cNvPr id="25" name="Rectangle 24">
            <a:extLst>
              <a:ext uri="{FF2B5EF4-FFF2-40B4-BE49-F238E27FC236}">
                <a16:creationId xmlns:a16="http://schemas.microsoft.com/office/drawing/2014/main" id="{AB76642D-1A1C-65F9-7514-5B43150AEC6A}"/>
              </a:ext>
            </a:extLst>
          </p:cNvPr>
          <p:cNvSpPr/>
          <p:nvPr/>
        </p:nvSpPr>
        <p:spPr>
          <a:xfrm>
            <a:off x="1882384"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C3D6D7B-2369-8459-C3F8-8308342CEC9B}"/>
              </a:ext>
            </a:extLst>
          </p:cNvPr>
          <p:cNvSpPr/>
          <p:nvPr/>
        </p:nvSpPr>
        <p:spPr>
          <a:xfrm>
            <a:off x="2621157"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69B0865-9AE0-5EED-CDAE-CA3F81D7A68E}"/>
              </a:ext>
            </a:extLst>
          </p:cNvPr>
          <p:cNvSpPr/>
          <p:nvPr/>
        </p:nvSpPr>
        <p:spPr>
          <a:xfrm>
            <a:off x="3339963"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30362B6F-BF90-B657-3018-5FC4368F7C14}"/>
              </a:ext>
            </a:extLst>
          </p:cNvPr>
          <p:cNvSpPr txBox="1"/>
          <p:nvPr/>
        </p:nvSpPr>
        <p:spPr>
          <a:xfrm>
            <a:off x="2316941" y="3614074"/>
            <a:ext cx="1847172" cy="584775"/>
          </a:xfrm>
          <a:prstGeom prst="rect">
            <a:avLst/>
          </a:prstGeom>
          <a:noFill/>
        </p:spPr>
        <p:txBody>
          <a:bodyPr wrap="none" rtlCol="0">
            <a:spAutoFit/>
          </a:bodyPr>
          <a:lstStyle/>
          <a:p>
            <a:r>
              <a:rPr lang="en-US" sz="3200" b="1" dirty="0"/>
              <a:t>Detection</a:t>
            </a:r>
          </a:p>
        </p:txBody>
      </p:sp>
      <p:sp>
        <p:nvSpPr>
          <p:cNvPr id="46" name="TextBox 45">
            <a:extLst>
              <a:ext uri="{FF2B5EF4-FFF2-40B4-BE49-F238E27FC236}">
                <a16:creationId xmlns:a16="http://schemas.microsoft.com/office/drawing/2014/main" id="{ED7BE0FC-7F11-9AEC-4396-50CB9618C1A3}"/>
              </a:ext>
            </a:extLst>
          </p:cNvPr>
          <p:cNvSpPr txBox="1"/>
          <p:nvPr/>
        </p:nvSpPr>
        <p:spPr>
          <a:xfrm>
            <a:off x="8247094" y="3614074"/>
            <a:ext cx="1973810" cy="584775"/>
          </a:xfrm>
          <a:prstGeom prst="rect">
            <a:avLst/>
          </a:prstGeom>
          <a:noFill/>
        </p:spPr>
        <p:txBody>
          <a:bodyPr wrap="none" rtlCol="0">
            <a:spAutoFit/>
          </a:bodyPr>
          <a:lstStyle/>
          <a:p>
            <a:r>
              <a:rPr lang="en-US" sz="3200" b="1" dirty="0"/>
              <a:t>Correction</a:t>
            </a:r>
          </a:p>
        </p:txBody>
      </p:sp>
      <p:cxnSp>
        <p:nvCxnSpPr>
          <p:cNvPr id="49" name="Straight Arrow Connector 48">
            <a:extLst>
              <a:ext uri="{FF2B5EF4-FFF2-40B4-BE49-F238E27FC236}">
                <a16:creationId xmlns:a16="http://schemas.microsoft.com/office/drawing/2014/main" id="{D0290ABE-38AB-C29E-08F9-6602FF5526E7}"/>
              </a:ext>
            </a:extLst>
          </p:cNvPr>
          <p:cNvCxnSpPr>
            <a:cxnSpLocks/>
            <a:stCxn id="50" idx="2"/>
            <a:endCxn id="14" idx="0"/>
          </p:cNvCxnSpPr>
          <p:nvPr/>
        </p:nvCxnSpPr>
        <p:spPr>
          <a:xfrm flipH="1">
            <a:off x="4358274" y="5454993"/>
            <a:ext cx="785027" cy="1103550"/>
          </a:xfrm>
          <a:prstGeom prst="straightConnector1">
            <a:avLst/>
          </a:prstGeom>
          <a:ln w="57150">
            <a:solidFill>
              <a:srgbClr val="0099FF"/>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4D87BBAB-937E-0C70-E48E-BFF0016AE33F}"/>
                  </a:ext>
                </a:extLst>
              </p:cNvPr>
              <p:cNvSpPr txBox="1"/>
              <p:nvPr/>
            </p:nvSpPr>
            <p:spPr>
              <a:xfrm>
                <a:off x="4637809" y="4931773"/>
                <a:ext cx="1010982" cy="523220"/>
              </a:xfrm>
              <a:prstGeom prst="rect">
                <a:avLst/>
              </a:prstGeom>
              <a:noFill/>
            </p:spPr>
            <p:txBody>
              <a:bodyPr wrap="none" rtlCol="0">
                <a:spAutoFit/>
              </a:bodyPr>
              <a:lstStyle/>
              <a:p>
                <a:pPr/>
                <a14:m>
                  <m:oMathPara xmlns:m="http://schemas.openxmlformats.org/officeDocument/2006/math">
                    <m:oMath>
                      <m:r>
                        <a:rPr lang="en-US" sz="2800" i="1" dirty="0">
                          <a:solidFill>
                            <a:srgbClr val="0070C0"/>
                          </a:solidFill>
                          <a:latin typeface="Cambria Math" panose="02040503050406030204" pitchFamily="18" charset="0"/>
                        </a:rPr>
                        <m:t>𝑂</m:t>
                      </m:r>
                      <m:d>
                        <m:dPr>
                          <m:ctrlPr>
                            <a:rPr lang="en-US" sz="2800" i="1" dirty="0">
                              <a:solidFill>
                                <a:srgbClr val="0070C0"/>
                              </a:solidFill>
                              <a:latin typeface="Cambria Math" panose="02040503050406030204" pitchFamily="18" charset="0"/>
                            </a:rPr>
                          </m:ctrlPr>
                        </m:dPr>
                        <m:e>
                          <m:r>
                            <a:rPr lang="en-US" sz="2800" i="1" dirty="0">
                              <a:solidFill>
                                <a:srgbClr val="0070C0"/>
                              </a:solidFill>
                              <a:latin typeface="Cambria Math" panose="02040503050406030204" pitchFamily="18" charset="0"/>
                            </a:rPr>
                            <m:t>1</m:t>
                          </m:r>
                        </m:e>
                      </m:d>
                    </m:oMath>
                  </m:oMathPara>
                </a14:m>
                <a:endParaRPr/>
              </a:p>
            </p:txBody>
          </p:sp>
        </mc:Choice>
        <mc:Fallback>
          <p:sp>
            <p:nvSpPr>
              <p:cNvPr id="50" name="TextBox 49">
                <a:extLst>
                  <a:ext uri="{FF2B5EF4-FFF2-40B4-BE49-F238E27FC236}">
                    <a16:creationId xmlns:a16="http://schemas.microsoft.com/office/drawing/2014/main" id="{4D87BBAB-937E-0C70-E48E-BFF0016AE33F}"/>
                  </a:ext>
                </a:extLst>
              </p:cNvPr>
              <p:cNvSpPr txBox="1">
                <a:spLocks noRot="1" noChangeAspect="1" noMove="1" noResize="1" noEditPoints="1" noAdjustHandles="1" noChangeArrowheads="1" noChangeShapeType="1" noTextEdit="1"/>
              </p:cNvSpPr>
              <p:nvPr/>
            </p:nvSpPr>
            <p:spPr>
              <a:xfrm>
                <a:off x="4637809" y="4931773"/>
                <a:ext cx="1010982" cy="523220"/>
              </a:xfrm>
              <a:prstGeom prst="rect">
                <a:avLst/>
              </a:prstGeom>
              <a:blipFill>
                <a:blip r:embed="rId4"/>
                <a:stretch>
                  <a:fillRect/>
                </a:stretch>
              </a:blipFill>
            </p:spPr>
            <p:txBody>
              <a:bodyPr/>
              <a:lstStyle/>
              <a:p>
                <a:r>
                  <a:rPr lang="en-US">
                    <a:noFill/>
                  </a:rPr>
                  <a:t> </a:t>
                </a:r>
              </a:p>
            </p:txBody>
          </p:sp>
        </mc:Fallback>
      </mc:AlternateContent>
      <p:sp>
        <p:nvSpPr>
          <p:cNvPr id="51" name="L-Shape 50">
            <a:extLst>
              <a:ext uri="{FF2B5EF4-FFF2-40B4-BE49-F238E27FC236}">
                <a16:creationId xmlns:a16="http://schemas.microsoft.com/office/drawing/2014/main" id="{E00CE86A-4B20-9D7A-D554-96B5574027EF}"/>
              </a:ext>
            </a:extLst>
          </p:cNvPr>
          <p:cNvSpPr/>
          <p:nvPr/>
        </p:nvSpPr>
        <p:spPr>
          <a:xfrm rot="16200000">
            <a:off x="7561848" y="4230502"/>
            <a:ext cx="3047283" cy="2983977"/>
          </a:xfrm>
          <a:prstGeom prst="corner">
            <a:avLst>
              <a:gd name="adj1" fmla="val 25559"/>
              <a:gd name="adj2" fmla="val 26668"/>
            </a:avLst>
          </a:prstGeom>
          <a:solidFill>
            <a:srgbClr val="FFFFFF">
              <a:alpha val="50980"/>
            </a:srgbClr>
          </a:solidFill>
          <a:ln w="57150">
            <a:solidFill>
              <a:srgbClr val="0099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FF4F3C66-DC85-3A20-97CC-B12A843D071A}"/>
              </a:ext>
            </a:extLst>
          </p:cNvPr>
          <p:cNvCxnSpPr>
            <a:cxnSpLocks/>
            <a:stCxn id="55" idx="2"/>
            <a:endCxn id="51" idx="3"/>
          </p:cNvCxnSpPr>
          <p:nvPr/>
        </p:nvCxnSpPr>
        <p:spPr>
          <a:xfrm>
            <a:off x="6450508" y="5521678"/>
            <a:ext cx="1142992" cy="1326570"/>
          </a:xfrm>
          <a:prstGeom prst="straightConnector1">
            <a:avLst/>
          </a:prstGeom>
          <a:ln w="57150">
            <a:solidFill>
              <a:srgbClr val="0099FF"/>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5" name="TextBox 54">
                <a:extLst>
                  <a:ext uri="{FF2B5EF4-FFF2-40B4-BE49-F238E27FC236}">
                    <a16:creationId xmlns:a16="http://schemas.microsoft.com/office/drawing/2014/main" id="{7D941AC4-69F8-E63E-4F53-E01A02CD5759}"/>
                  </a:ext>
                </a:extLst>
              </p:cNvPr>
              <p:cNvSpPr txBox="1"/>
              <p:nvPr/>
            </p:nvSpPr>
            <p:spPr>
              <a:xfrm>
                <a:off x="6023949" y="4931774"/>
                <a:ext cx="853119" cy="589905"/>
              </a:xfrm>
              <a:prstGeom prst="rect">
                <a:avLst/>
              </a:prstGeom>
              <a:noFill/>
            </p:spPr>
            <p:txBody>
              <a:bodyPr wrap="square">
                <a:spAutoFit/>
              </a:bodyPr>
              <a:lstStyle/>
              <a:p>
                <a:pPr/>
                <a14:m>
                  <m:oMathPara xmlns:m="http://schemas.openxmlformats.org/officeDocument/2006/math">
                    <m:oMath>
                      <m:r>
                        <a:rPr lang="en-US" sz="2800" i="1" dirty="0">
                          <a:solidFill>
                            <a:srgbClr val="0070C0"/>
                          </a:solidFill>
                          <a:latin typeface="Cambria Math" panose="02040503050406030204" pitchFamily="18" charset="0"/>
                        </a:rPr>
                        <m:t>𝑂</m:t>
                      </m:r>
                      <m:d>
                        <m:dPr>
                          <m:ctrlPr>
                            <a:rPr lang="en-US" sz="2800" i="1" dirty="0">
                              <a:solidFill>
                                <a:srgbClr val="0070C0"/>
                              </a:solidFill>
                              <a:latin typeface="Cambria Math" panose="02040503050406030204" pitchFamily="18" charset="0"/>
                            </a:rPr>
                          </m:ctrlPr>
                        </m:dPr>
                        <m:e>
                          <m:r>
                            <a:rPr lang="en-US" sz="2800" i="1" dirty="0">
                              <a:solidFill>
                                <a:srgbClr val="0070C0"/>
                              </a:solidFill>
                              <a:latin typeface="Cambria Math" panose="02040503050406030204" pitchFamily="18" charset="0"/>
                            </a:rPr>
                            <m:t>√</m:t>
                          </m:r>
                          <m:r>
                            <a:rPr lang="en-US" sz="2800" i="1" dirty="0">
                              <a:solidFill>
                                <a:srgbClr val="0070C0"/>
                              </a:solidFill>
                              <a:latin typeface="Cambria Math" panose="02040503050406030204" pitchFamily="18" charset="0"/>
                            </a:rPr>
                            <m:t>𝑛</m:t>
                          </m:r>
                        </m:e>
                      </m:d>
                    </m:oMath>
                  </m:oMathPara>
                </a14:m>
                <a:endParaRPr/>
              </a:p>
            </p:txBody>
          </p:sp>
        </mc:Choice>
        <mc:Fallback>
          <p:sp>
            <p:nvSpPr>
              <p:cNvPr id="55" name="TextBox 54">
                <a:extLst>
                  <a:ext uri="{FF2B5EF4-FFF2-40B4-BE49-F238E27FC236}">
                    <a16:creationId xmlns:a16="http://schemas.microsoft.com/office/drawing/2014/main" id="{7D941AC4-69F8-E63E-4F53-E01A02CD5759}"/>
                  </a:ext>
                </a:extLst>
              </p:cNvPr>
              <p:cNvSpPr txBox="1">
                <a:spLocks noRot="1" noChangeAspect="1" noMove="1" noResize="1" noEditPoints="1" noAdjustHandles="1" noChangeArrowheads="1" noChangeShapeType="1" noTextEdit="1"/>
              </p:cNvSpPr>
              <p:nvPr/>
            </p:nvSpPr>
            <p:spPr>
              <a:xfrm>
                <a:off x="6023949" y="4931774"/>
                <a:ext cx="853119" cy="589905"/>
              </a:xfrm>
              <a:prstGeom prst="rect">
                <a:avLst/>
              </a:prstGeom>
              <a:blipFill>
                <a:blip r:embed="rId5"/>
                <a:stretch>
                  <a:fillRect r="-2571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D43B9F62-7C7B-D8FB-B8C5-AC998C877ACF}"/>
                  </a:ext>
                </a:extLst>
              </p:cNvPr>
              <p:cNvSpPr/>
              <p:nvPr/>
            </p:nvSpPr>
            <p:spPr>
              <a:xfrm>
                <a:off x="9916960" y="4296345"/>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5" name="Rectangle 4">
                <a:extLst>
                  <a:ext uri="{FF2B5EF4-FFF2-40B4-BE49-F238E27FC236}">
                    <a16:creationId xmlns:a16="http://schemas.microsoft.com/office/drawing/2014/main" id="{D43B9F62-7C7B-D8FB-B8C5-AC998C877ACF}"/>
                  </a:ext>
                </a:extLst>
              </p:cNvPr>
              <p:cNvSpPr>
                <a:spLocks noRot="1" noChangeAspect="1" noMove="1" noResize="1" noEditPoints="1" noAdjustHandles="1" noChangeArrowheads="1" noChangeShapeType="1" noTextEdit="1"/>
              </p:cNvSpPr>
              <p:nvPr/>
            </p:nvSpPr>
            <p:spPr>
              <a:xfrm>
                <a:off x="9916960" y="4296345"/>
                <a:ext cx="559072" cy="559072"/>
              </a:xfrm>
              <a:prstGeom prst="rect">
                <a:avLst/>
              </a:prstGeom>
              <a:blipFill>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47ADBD42-616F-E8C2-44F8-C2BF280ACA74}"/>
                  </a:ext>
                </a:extLst>
              </p:cNvPr>
              <p:cNvSpPr/>
              <p:nvPr/>
            </p:nvSpPr>
            <p:spPr>
              <a:xfrm>
                <a:off x="9919901" y="5046979"/>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6" name="Rectangle 5">
                <a:extLst>
                  <a:ext uri="{FF2B5EF4-FFF2-40B4-BE49-F238E27FC236}">
                    <a16:creationId xmlns:a16="http://schemas.microsoft.com/office/drawing/2014/main" id="{47ADBD42-616F-E8C2-44F8-C2BF280ACA74}"/>
                  </a:ext>
                </a:extLst>
              </p:cNvPr>
              <p:cNvSpPr>
                <a:spLocks noRot="1" noChangeAspect="1" noMove="1" noResize="1" noEditPoints="1" noAdjustHandles="1" noChangeArrowheads="1" noChangeShapeType="1" noTextEdit="1"/>
              </p:cNvSpPr>
              <p:nvPr/>
            </p:nvSpPr>
            <p:spPr>
              <a:xfrm>
                <a:off x="9919901" y="5046979"/>
                <a:ext cx="559072" cy="559072"/>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Rectangle 14">
                <a:extLst>
                  <a:ext uri="{FF2B5EF4-FFF2-40B4-BE49-F238E27FC236}">
                    <a16:creationId xmlns:a16="http://schemas.microsoft.com/office/drawing/2014/main" id="{9556FA70-3571-B218-DF6C-12508C04E7C3}"/>
                  </a:ext>
                </a:extLst>
              </p:cNvPr>
              <p:cNvSpPr/>
              <p:nvPr/>
            </p:nvSpPr>
            <p:spPr>
              <a:xfrm>
                <a:off x="9916960" y="5794337"/>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5" name="Rectangle 14">
                <a:extLst>
                  <a:ext uri="{FF2B5EF4-FFF2-40B4-BE49-F238E27FC236}">
                    <a16:creationId xmlns:a16="http://schemas.microsoft.com/office/drawing/2014/main" id="{9556FA70-3571-B218-DF6C-12508C04E7C3}"/>
                  </a:ext>
                </a:extLst>
              </p:cNvPr>
              <p:cNvSpPr>
                <a:spLocks noRot="1" noChangeAspect="1" noMove="1" noResize="1" noEditPoints="1" noAdjustHandles="1" noChangeArrowheads="1" noChangeShapeType="1" noTextEdit="1"/>
              </p:cNvSpPr>
              <p:nvPr/>
            </p:nvSpPr>
            <p:spPr>
              <a:xfrm>
                <a:off x="9916960" y="5794337"/>
                <a:ext cx="559072" cy="559072"/>
              </a:xfrm>
              <a:prstGeom prst="rect">
                <a:avLst/>
              </a:prstGeom>
              <a:blipFill>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3071366D-018D-DA11-4F47-822DE68DAD21}"/>
                  </a:ext>
                </a:extLst>
              </p:cNvPr>
              <p:cNvSpPr/>
              <p:nvPr/>
            </p:nvSpPr>
            <p:spPr>
              <a:xfrm>
                <a:off x="7713341" y="6560993"/>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7" name="Rectangle 16">
                <a:extLst>
                  <a:ext uri="{FF2B5EF4-FFF2-40B4-BE49-F238E27FC236}">
                    <a16:creationId xmlns:a16="http://schemas.microsoft.com/office/drawing/2014/main" id="{3071366D-018D-DA11-4F47-822DE68DAD21}"/>
                  </a:ext>
                </a:extLst>
              </p:cNvPr>
              <p:cNvSpPr>
                <a:spLocks noRot="1" noChangeAspect="1" noMove="1" noResize="1" noEditPoints="1" noAdjustHandles="1" noChangeArrowheads="1" noChangeShapeType="1" noTextEdit="1"/>
              </p:cNvSpPr>
              <p:nvPr/>
            </p:nvSpPr>
            <p:spPr>
              <a:xfrm>
                <a:off x="7713341" y="6560993"/>
                <a:ext cx="559072" cy="559072"/>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0006F776-FDB7-6F6E-D1E7-1B821B4C97F3}"/>
                  </a:ext>
                </a:extLst>
              </p:cNvPr>
              <p:cNvSpPr/>
              <p:nvPr/>
            </p:nvSpPr>
            <p:spPr>
              <a:xfrm>
                <a:off x="8467444" y="6558543"/>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8" name="Rectangle 17">
                <a:extLst>
                  <a:ext uri="{FF2B5EF4-FFF2-40B4-BE49-F238E27FC236}">
                    <a16:creationId xmlns:a16="http://schemas.microsoft.com/office/drawing/2014/main" id="{0006F776-FDB7-6F6E-D1E7-1B821B4C97F3}"/>
                  </a:ext>
                </a:extLst>
              </p:cNvPr>
              <p:cNvSpPr>
                <a:spLocks noRot="1" noChangeAspect="1" noMove="1" noResize="1" noEditPoints="1" noAdjustHandles="1" noChangeArrowheads="1" noChangeShapeType="1" noTextEdit="1"/>
              </p:cNvSpPr>
              <p:nvPr/>
            </p:nvSpPr>
            <p:spPr>
              <a:xfrm>
                <a:off x="8467444" y="6558543"/>
                <a:ext cx="559072" cy="559072"/>
              </a:xfrm>
              <a:prstGeom prst="rect">
                <a:avLst/>
              </a:prstGeom>
              <a:blipFill>
                <a:blip r:embed="rId10"/>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B3FCAE6F-726E-EF79-77AE-B4043F261646}"/>
                  </a:ext>
                </a:extLst>
              </p:cNvPr>
              <p:cNvSpPr/>
              <p:nvPr/>
            </p:nvSpPr>
            <p:spPr>
              <a:xfrm>
                <a:off x="9170920" y="6551412"/>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19" name="Rectangle 18">
                <a:extLst>
                  <a:ext uri="{FF2B5EF4-FFF2-40B4-BE49-F238E27FC236}">
                    <a16:creationId xmlns:a16="http://schemas.microsoft.com/office/drawing/2014/main" id="{B3FCAE6F-726E-EF79-77AE-B4043F261646}"/>
                  </a:ext>
                </a:extLst>
              </p:cNvPr>
              <p:cNvSpPr>
                <a:spLocks noRot="1" noChangeAspect="1" noMove="1" noResize="1" noEditPoints="1" noAdjustHandles="1" noChangeArrowheads="1" noChangeShapeType="1" noTextEdit="1"/>
              </p:cNvSpPr>
              <p:nvPr/>
            </p:nvSpPr>
            <p:spPr>
              <a:xfrm>
                <a:off x="9170920" y="6551412"/>
                <a:ext cx="559072" cy="559072"/>
              </a:xfrm>
              <a:prstGeom prst="rect">
                <a:avLst/>
              </a:prstGeom>
              <a:blipFill>
                <a:blip r:embed="rId11"/>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D9B9CBBE-801F-D2AE-63BD-A7EBD94866A4}"/>
                  </a:ext>
                </a:extLst>
              </p:cNvPr>
              <p:cNvSpPr/>
              <p:nvPr/>
            </p:nvSpPr>
            <p:spPr>
              <a:xfrm>
                <a:off x="9925023" y="6551412"/>
                <a:ext cx="559072" cy="559072"/>
              </a:xfrm>
              <a:prstGeom prst="rect">
                <a:avLst/>
              </a:prstGeom>
              <a:solidFill>
                <a:schemeClr val="accent1">
                  <a:lumMod val="40000"/>
                  <a:lumOff val="6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m:rPr>
                          <m:sty m:val="p"/>
                        </m:rPr>
                        <a:rPr lang="el-GR" sz="4400" i="1">
                          <a:solidFill>
                            <a:schemeClr val="tx1"/>
                          </a:solidFill>
                          <a:latin typeface="Cambria Math" panose="02040503050406030204" pitchFamily="18" charset="0"/>
                          <a:ea typeface="Cambria Math" panose="02040503050406030204" pitchFamily="18" charset="0"/>
                        </a:rPr>
                        <m:t>Σ</m:t>
                      </m:r>
                    </m:oMath>
                  </m:oMathPara>
                </a14:m>
                <a:endParaRPr lang="en-US" sz="4400" dirty="0">
                  <a:solidFill>
                    <a:schemeClr val="tx1"/>
                  </a:solidFill>
                </a:endParaRPr>
              </a:p>
            </p:txBody>
          </p:sp>
        </mc:Choice>
        <mc:Fallback>
          <p:sp>
            <p:nvSpPr>
              <p:cNvPr id="20" name="Rectangle 19">
                <a:extLst>
                  <a:ext uri="{FF2B5EF4-FFF2-40B4-BE49-F238E27FC236}">
                    <a16:creationId xmlns:a16="http://schemas.microsoft.com/office/drawing/2014/main" id="{D9B9CBBE-801F-D2AE-63BD-A7EBD94866A4}"/>
                  </a:ext>
                </a:extLst>
              </p:cNvPr>
              <p:cNvSpPr>
                <a:spLocks noRot="1" noChangeAspect="1" noMove="1" noResize="1" noEditPoints="1" noAdjustHandles="1" noChangeArrowheads="1" noChangeShapeType="1" noTextEdit="1"/>
              </p:cNvSpPr>
              <p:nvPr/>
            </p:nvSpPr>
            <p:spPr>
              <a:xfrm>
                <a:off x="9925023" y="6551412"/>
                <a:ext cx="559072" cy="559072"/>
              </a:xfrm>
              <a:prstGeom prst="rect">
                <a:avLst/>
              </a:prstGeom>
              <a:blipFill>
                <a:blip r:embed="rId12"/>
                <a:stretch>
                  <a:fillRect/>
                </a:stretch>
              </a:blipFill>
              <a:ln w="38100">
                <a:solidFill>
                  <a:schemeClr val="tx1"/>
                </a:solidFill>
              </a:ln>
            </p:spPr>
            <p:txBody>
              <a:bodyPr/>
              <a:lstStyle/>
              <a:p>
                <a:r>
                  <a:rPr lang="en-US">
                    <a:noFill/>
                  </a:rPr>
                  <a:t> </a:t>
                </a:r>
              </a:p>
            </p:txBody>
          </p:sp>
        </mc:Fallback>
      </mc:AlternateContent>
      <p:sp>
        <p:nvSpPr>
          <p:cNvPr id="3" name="Rectangle 2">
            <a:extLst>
              <a:ext uri="{FF2B5EF4-FFF2-40B4-BE49-F238E27FC236}">
                <a16:creationId xmlns:a16="http://schemas.microsoft.com/office/drawing/2014/main" id="{9AD2423E-5D67-A02D-A974-5320401C2767}"/>
              </a:ext>
            </a:extLst>
          </p:cNvPr>
          <p:cNvSpPr/>
          <p:nvPr/>
        </p:nvSpPr>
        <p:spPr>
          <a:xfrm>
            <a:off x="7704989"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6628825-3B64-D565-DB9F-6DA62074CBE6}"/>
              </a:ext>
            </a:extLst>
          </p:cNvPr>
          <p:cNvSpPr/>
          <p:nvPr/>
        </p:nvSpPr>
        <p:spPr>
          <a:xfrm>
            <a:off x="8443762"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A520FD6-0B0E-A9CC-BA10-E6E388160B61}"/>
              </a:ext>
            </a:extLst>
          </p:cNvPr>
          <p:cNvSpPr/>
          <p:nvPr/>
        </p:nvSpPr>
        <p:spPr>
          <a:xfrm>
            <a:off x="9162568" y="4296345"/>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3A656CE-32AC-7CBD-E8A0-60865BD3B992}"/>
              </a:ext>
            </a:extLst>
          </p:cNvPr>
          <p:cNvSpPr/>
          <p:nvPr/>
        </p:nvSpPr>
        <p:spPr>
          <a:xfrm>
            <a:off x="7704988"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442CDCB-29D1-72AF-51A3-C1F19ADA0660}"/>
              </a:ext>
            </a:extLst>
          </p:cNvPr>
          <p:cNvSpPr/>
          <p:nvPr/>
        </p:nvSpPr>
        <p:spPr>
          <a:xfrm>
            <a:off x="8443761"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98103E1-52E0-6668-68CD-6FCA8514AE52}"/>
              </a:ext>
            </a:extLst>
          </p:cNvPr>
          <p:cNvSpPr/>
          <p:nvPr/>
        </p:nvSpPr>
        <p:spPr>
          <a:xfrm>
            <a:off x="9162567" y="5050411"/>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739F9B1-612D-0AC6-CA26-7ED80BF4438F}"/>
              </a:ext>
            </a:extLst>
          </p:cNvPr>
          <p:cNvSpPr/>
          <p:nvPr/>
        </p:nvSpPr>
        <p:spPr>
          <a:xfrm>
            <a:off x="7713341"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3923EB5-1D02-F674-5BD8-07043A60920C}"/>
              </a:ext>
            </a:extLst>
          </p:cNvPr>
          <p:cNvSpPr/>
          <p:nvPr/>
        </p:nvSpPr>
        <p:spPr>
          <a:xfrm>
            <a:off x="8452114"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89B5EB8-BE48-6D65-4814-E17F8AE0EA7B}"/>
              </a:ext>
            </a:extLst>
          </p:cNvPr>
          <p:cNvSpPr/>
          <p:nvPr/>
        </p:nvSpPr>
        <p:spPr>
          <a:xfrm>
            <a:off x="9170920" y="5804477"/>
            <a:ext cx="559072" cy="559072"/>
          </a:xfrm>
          <a:prstGeom prst="rect">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AAD6A31C-3EB0-56E4-2956-DD26F2B71995}"/>
              </a:ext>
            </a:extLst>
          </p:cNvPr>
          <p:cNvSpPr txBox="1"/>
          <p:nvPr/>
        </p:nvSpPr>
        <p:spPr>
          <a:xfrm>
            <a:off x="838200" y="4720115"/>
            <a:ext cx="10945204" cy="646331"/>
          </a:xfrm>
          <a:prstGeom prst="rect">
            <a:avLst/>
          </a:prstGeom>
          <a:solidFill>
            <a:srgbClr val="F2F2F2"/>
          </a:solidFill>
          <a:ln w="38100">
            <a:solidFill>
              <a:schemeClr val="tx1"/>
            </a:solidFill>
          </a:ln>
        </p:spPr>
        <p:txBody>
          <a:bodyPr wrap="square" rtlCol="0">
            <a:spAutoFit/>
          </a:bodyPr>
          <a:lstStyle/>
          <a:p>
            <a:pPr lvl="0">
              <a:defRPr/>
            </a:pPr>
            <a:r>
              <a:rPr lang="en-US" sz="3600" b="1" dirty="0">
                <a:solidFill>
                  <a:srgbClr val="FF0000"/>
                </a:solidFill>
              </a:rPr>
              <a:t>Detection </a:t>
            </a:r>
            <a:r>
              <a:rPr lang="en-US" sz="3600" dirty="0">
                <a:solidFill>
                  <a:srgbClr val="FF0000"/>
                </a:solidFill>
              </a:rPr>
              <a:t>is much more </a:t>
            </a:r>
            <a:r>
              <a:rPr lang="en-US" sz="3600" b="1" dirty="0">
                <a:solidFill>
                  <a:srgbClr val="FF0000"/>
                </a:solidFill>
              </a:rPr>
              <a:t>light-weight </a:t>
            </a:r>
            <a:r>
              <a:rPr lang="en-US" sz="3600" dirty="0">
                <a:solidFill>
                  <a:srgbClr val="FF0000"/>
                </a:solidFill>
              </a:rPr>
              <a:t>than</a:t>
            </a:r>
            <a:r>
              <a:rPr lang="en-US" sz="3600" b="1" dirty="0">
                <a:solidFill>
                  <a:srgbClr val="FF0000"/>
                </a:solidFill>
              </a:rPr>
              <a:t> correction</a:t>
            </a:r>
            <a:endParaRPr lang="en-US" sz="3600" dirty="0"/>
          </a:p>
        </p:txBody>
      </p:sp>
      <p:sp>
        <p:nvSpPr>
          <p:cNvPr id="22" name="TextBox 21">
            <a:extLst>
              <a:ext uri="{FF2B5EF4-FFF2-40B4-BE49-F238E27FC236}">
                <a16:creationId xmlns:a16="http://schemas.microsoft.com/office/drawing/2014/main" id="{221CF901-E260-8C55-A4B8-A335C542E4C6}"/>
              </a:ext>
            </a:extLst>
          </p:cNvPr>
          <p:cNvSpPr txBox="1"/>
          <p:nvPr/>
        </p:nvSpPr>
        <p:spPr>
          <a:xfrm>
            <a:off x="-3139542" y="9676517"/>
            <a:ext cx="8669040" cy="769441"/>
          </a:xfrm>
          <a:prstGeom prst="rect">
            <a:avLst/>
          </a:prstGeom>
          <a:noFill/>
        </p:spPr>
        <p:txBody>
          <a:bodyPr wrap="none" rtlCol="0">
            <a:spAutoFit/>
          </a:bodyPr>
          <a:lstStyle/>
          <a:p>
            <a:r>
              <a:rPr lang="en-US" sz="4400" dirty="0">
                <a:solidFill>
                  <a:srgbClr val="FF0000"/>
                </a:solidFill>
              </a:rPr>
              <a:t>Larger Codeword, Cheaper Detection</a:t>
            </a:r>
          </a:p>
        </p:txBody>
      </p:sp>
    </p:spTree>
    <p:extLst>
      <p:ext uri="{BB962C8B-B14F-4D97-AF65-F5344CB8AC3E}">
        <p14:creationId xmlns:p14="http://schemas.microsoft.com/office/powerpoint/2010/main" val="2006432787"/>
      </p:ext>
    </p:extLst>
  </p:cSld>
  <p:clrMapOvr>
    <a:masterClrMapping/>
  </p:clrMapOvr>
  <mc:AlternateContent xmlns:mc="http://schemas.openxmlformats.org/markup-compatibility/2006" xmlns:p14="http://schemas.microsoft.com/office/powerpoint/2010/main">
    <mc:Choice Requires="p14">
      <p:transition spd="slow" p14:dur="2000" advTm="6800"/>
    </mc:Choice>
    <mc:Fallback xmlns="">
      <p:transition spd="slow" advTm="68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6914F-8C5F-115E-8B37-D34F42517ED7}"/>
              </a:ext>
            </a:extLst>
          </p:cNvPr>
          <p:cNvSpPr>
            <a:spLocks noGrp="1"/>
          </p:cNvSpPr>
          <p:nvPr>
            <p:ph type="title"/>
          </p:nvPr>
        </p:nvSpPr>
        <p:spPr/>
        <p:txBody>
          <a:bodyPr/>
          <a:lstStyle/>
          <a:p>
            <a:r>
              <a:rPr lang="en-US" dirty="0"/>
              <a:t>Detection Capability</a:t>
            </a:r>
          </a:p>
        </p:txBody>
      </p:sp>
      <p:sp>
        <p:nvSpPr>
          <p:cNvPr id="11" name="Rectangle 10">
            <a:extLst>
              <a:ext uri="{FF2B5EF4-FFF2-40B4-BE49-F238E27FC236}">
                <a16:creationId xmlns:a16="http://schemas.microsoft.com/office/drawing/2014/main" id="{95C2A1C0-8DA0-AAEA-80EF-DA0C720156CA}"/>
              </a:ext>
            </a:extLst>
          </p:cNvPr>
          <p:cNvSpPr/>
          <p:nvPr/>
        </p:nvSpPr>
        <p:spPr>
          <a:xfrm>
            <a:off x="1253254" y="2773669"/>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12" name="Rectangle 11">
            <a:extLst>
              <a:ext uri="{FF2B5EF4-FFF2-40B4-BE49-F238E27FC236}">
                <a16:creationId xmlns:a16="http://schemas.microsoft.com/office/drawing/2014/main" id="{E30A994F-3AF8-D2AA-30F1-98FA7D6A7F15}"/>
              </a:ext>
            </a:extLst>
          </p:cNvPr>
          <p:cNvSpPr/>
          <p:nvPr/>
        </p:nvSpPr>
        <p:spPr>
          <a:xfrm>
            <a:off x="8784585" y="2773669"/>
            <a:ext cx="457200" cy="548640"/>
          </a:xfrm>
          <a:prstGeom prst="rect">
            <a:avLst/>
          </a:prstGeom>
          <a:solidFill>
            <a:schemeClr val="accent1">
              <a:lumMod val="20000"/>
              <a:lumOff val="80000"/>
              <a:alpha val="99000"/>
            </a:schemeClr>
          </a:solid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62ADD338-5C7A-9D99-7D62-6BAD5290368F}"/>
                  </a:ext>
                </a:extLst>
              </p:cNvPr>
              <p:cNvSpPr txBox="1"/>
              <p:nvPr/>
            </p:nvSpPr>
            <p:spPr>
              <a:xfrm>
                <a:off x="1253254" y="3374232"/>
                <a:ext cx="7305526" cy="523220"/>
              </a:xfrm>
              <a:prstGeom prst="rect">
                <a:avLst/>
              </a:prstGeom>
              <a:noFill/>
            </p:spPr>
            <p:txBody>
              <a:bodyPr wrap="none" rtlCol="0">
                <a:spAutoFit/>
              </a:bodyPr>
              <a:lstStyle/>
              <a:p>
                <a:r>
                  <a:rPr lang="en-US" sz="2800" dirty="0"/>
                  <a:t>Collision rate: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2</m:t>
                        </m:r>
                      </m:e>
                      <m:sup>
                        <m:r>
                          <a:rPr lang="en-US" sz="2800" i="1" dirty="0">
                            <a:latin typeface="Cambria Math" panose="02040503050406030204" pitchFamily="18" charset="0"/>
                          </a:rPr>
                          <m:t>−32</m:t>
                        </m:r>
                      </m:sup>
                    </m:sSup>
                  </m:oMath>
                </a14:m>
                <a:r>
                  <a:rPr lang="en-US" sz="2800" dirty="0"/>
                  <a:t>, </a:t>
                </a:r>
                <a:r>
                  <a:rPr lang="en-US" sz="2800" b="1" dirty="0"/>
                  <a:t>sufficient</a:t>
                </a:r>
                <a:r>
                  <a:rPr lang="en-US" sz="2800" dirty="0"/>
                  <a:t> for error detection</a:t>
                </a:r>
              </a:p>
            </p:txBody>
          </p:sp>
        </mc:Choice>
        <mc:Fallback>
          <p:sp>
            <p:nvSpPr>
              <p:cNvPr id="14" name="TextBox 13">
                <a:extLst>
                  <a:ext uri="{FF2B5EF4-FFF2-40B4-BE49-F238E27FC236}">
                    <a16:creationId xmlns:a16="http://schemas.microsoft.com/office/drawing/2014/main" id="{62ADD338-5C7A-9D99-7D62-6BAD5290368F}"/>
                  </a:ext>
                </a:extLst>
              </p:cNvPr>
              <p:cNvSpPr txBox="1">
                <a:spLocks noRot="1" noChangeAspect="1" noMove="1" noResize="1" noEditPoints="1" noAdjustHandles="1" noChangeArrowheads="1" noChangeShapeType="1" noTextEdit="1"/>
              </p:cNvSpPr>
              <p:nvPr/>
            </p:nvSpPr>
            <p:spPr>
              <a:xfrm>
                <a:off x="1253254" y="3374232"/>
                <a:ext cx="7305526" cy="523220"/>
              </a:xfrm>
              <a:prstGeom prst="rect">
                <a:avLst/>
              </a:prstGeom>
              <a:blipFill>
                <a:blip r:embed="rId4"/>
                <a:stretch>
                  <a:fillRect l="-1753" t="-11765" r="-501" b="-34118"/>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F84A70C0-53B7-E449-962E-28314A0D09B4}"/>
              </a:ext>
            </a:extLst>
          </p:cNvPr>
          <p:cNvSpPr txBox="1"/>
          <p:nvPr/>
        </p:nvSpPr>
        <p:spPr>
          <a:xfrm>
            <a:off x="9241785" y="2739749"/>
            <a:ext cx="1496756" cy="461665"/>
          </a:xfrm>
          <a:prstGeom prst="rect">
            <a:avLst/>
          </a:prstGeom>
          <a:noFill/>
        </p:spPr>
        <p:txBody>
          <a:bodyPr wrap="none" rtlCol="0">
            <a:spAutoFit/>
          </a:bodyPr>
          <a:lstStyle/>
          <a:p>
            <a:r>
              <a:rPr lang="en-US" sz="2400" dirty="0"/>
              <a:t>32b Parity</a:t>
            </a:r>
          </a:p>
        </p:txBody>
      </p:sp>
    </p:spTree>
    <p:custDataLst>
      <p:tags r:id="rId1"/>
    </p:custDataLst>
    <p:extLst>
      <p:ext uri="{BB962C8B-B14F-4D97-AF65-F5344CB8AC3E}">
        <p14:creationId xmlns:p14="http://schemas.microsoft.com/office/powerpoint/2010/main" val="1681706268"/>
      </p:ext>
    </p:extLst>
  </p:cSld>
  <p:clrMapOvr>
    <a:masterClrMapping/>
  </p:clrMapOvr>
  <mc:AlternateContent xmlns:mc="http://schemas.openxmlformats.org/markup-compatibility/2006" xmlns:p14="http://schemas.microsoft.com/office/powerpoint/2010/main">
    <mc:Choice Requires="p14">
      <p:transition spd="slow" p14:dur="2000" advTm="33930"/>
    </mc:Choice>
    <mc:Fallback xmlns="">
      <p:transition spd="slow" advTm="3393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DF9CA-6B4A-77E2-C51E-A171090F1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16501-35F0-DE59-A79B-8EE65A5209BE}"/>
              </a:ext>
            </a:extLst>
          </p:cNvPr>
          <p:cNvSpPr>
            <a:spLocks noGrp="1"/>
          </p:cNvSpPr>
          <p:nvPr>
            <p:ph type="title"/>
          </p:nvPr>
        </p:nvSpPr>
        <p:spPr/>
        <p:txBody>
          <a:bodyPr/>
          <a:lstStyle/>
          <a:p>
            <a:r>
              <a:rPr lang="en-US" dirty="0"/>
              <a:t>Detection Capability</a:t>
            </a:r>
          </a:p>
        </p:txBody>
      </p:sp>
      <p:sp>
        <p:nvSpPr>
          <p:cNvPr id="11" name="Rectangle 10">
            <a:extLst>
              <a:ext uri="{FF2B5EF4-FFF2-40B4-BE49-F238E27FC236}">
                <a16:creationId xmlns:a16="http://schemas.microsoft.com/office/drawing/2014/main" id="{9EC6A83F-DBEA-22BA-64E6-FDDB0989EE6E}"/>
              </a:ext>
            </a:extLst>
          </p:cNvPr>
          <p:cNvSpPr/>
          <p:nvPr/>
        </p:nvSpPr>
        <p:spPr>
          <a:xfrm>
            <a:off x="1253254" y="2773669"/>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12" name="Rectangle 11">
            <a:extLst>
              <a:ext uri="{FF2B5EF4-FFF2-40B4-BE49-F238E27FC236}">
                <a16:creationId xmlns:a16="http://schemas.microsoft.com/office/drawing/2014/main" id="{4C135DA0-3B0D-848E-C97B-DDA914E586F7}"/>
              </a:ext>
            </a:extLst>
          </p:cNvPr>
          <p:cNvSpPr/>
          <p:nvPr/>
        </p:nvSpPr>
        <p:spPr>
          <a:xfrm>
            <a:off x="8784585" y="2773669"/>
            <a:ext cx="914400" cy="548640"/>
          </a:xfrm>
          <a:prstGeom prst="rect">
            <a:avLst/>
          </a:prstGeom>
          <a:solidFill>
            <a:schemeClr val="accent1">
              <a:lumMod val="20000"/>
              <a:lumOff val="80000"/>
              <a:alpha val="99000"/>
            </a:schemeClr>
          </a:solid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6ECE4F7E-B6EE-4F64-301A-E9C4B8112186}"/>
                  </a:ext>
                </a:extLst>
              </p:cNvPr>
              <p:cNvSpPr txBox="1"/>
              <p:nvPr/>
            </p:nvSpPr>
            <p:spPr>
              <a:xfrm>
                <a:off x="1253255" y="3374232"/>
                <a:ext cx="9154429" cy="523220"/>
              </a:xfrm>
              <a:prstGeom prst="rect">
                <a:avLst/>
              </a:prstGeom>
              <a:noFill/>
            </p:spPr>
            <p:txBody>
              <a:bodyPr wrap="none" rtlCol="0">
                <a:spAutoFit/>
              </a:bodyPr>
              <a:lstStyle/>
              <a:p>
                <a:r>
                  <a:rPr lang="en-US" sz="2800" dirty="0"/>
                  <a:t>Collision rate: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2</m:t>
                        </m:r>
                      </m:e>
                      <m:sup>
                        <m:r>
                          <a:rPr lang="en-US" sz="2800" i="1" dirty="0">
                            <a:latin typeface="Cambria Math" panose="02040503050406030204" pitchFamily="18" charset="0"/>
                          </a:rPr>
                          <m:t>−64</m:t>
                        </m:r>
                      </m:sup>
                    </m:sSup>
                  </m:oMath>
                </a14:m>
                <a:r>
                  <a:rPr lang="en-US" sz="2800" dirty="0"/>
                  <a:t>, </a:t>
                </a:r>
                <a:r>
                  <a:rPr lang="en-US" sz="2800" b="1" dirty="0"/>
                  <a:t>exponential sufficient </a:t>
                </a:r>
                <a:r>
                  <a:rPr lang="en-US" sz="2800" dirty="0"/>
                  <a:t>for error detection</a:t>
                </a:r>
              </a:p>
            </p:txBody>
          </p:sp>
        </mc:Choice>
        <mc:Fallback>
          <p:sp>
            <p:nvSpPr>
              <p:cNvPr id="14" name="TextBox 13">
                <a:extLst>
                  <a:ext uri="{FF2B5EF4-FFF2-40B4-BE49-F238E27FC236}">
                    <a16:creationId xmlns:a16="http://schemas.microsoft.com/office/drawing/2014/main" id="{6ECE4F7E-B6EE-4F64-301A-E9C4B8112186}"/>
                  </a:ext>
                </a:extLst>
              </p:cNvPr>
              <p:cNvSpPr txBox="1">
                <a:spLocks noRot="1" noChangeAspect="1" noMove="1" noResize="1" noEditPoints="1" noAdjustHandles="1" noChangeArrowheads="1" noChangeShapeType="1" noTextEdit="1"/>
              </p:cNvSpPr>
              <p:nvPr/>
            </p:nvSpPr>
            <p:spPr>
              <a:xfrm>
                <a:off x="1253255" y="3374232"/>
                <a:ext cx="9154429" cy="523220"/>
              </a:xfrm>
              <a:prstGeom prst="rect">
                <a:avLst/>
              </a:prstGeom>
              <a:blipFill>
                <a:blip r:embed="rId4"/>
                <a:stretch>
                  <a:fillRect l="-1399" t="-11765" r="-266" b="-34118"/>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F40968B5-CB4D-B199-6BD5-5EC1A6997F5A}"/>
              </a:ext>
            </a:extLst>
          </p:cNvPr>
          <p:cNvSpPr txBox="1"/>
          <p:nvPr/>
        </p:nvSpPr>
        <p:spPr>
          <a:xfrm>
            <a:off x="9698985" y="2739749"/>
            <a:ext cx="1496756" cy="461665"/>
          </a:xfrm>
          <a:prstGeom prst="rect">
            <a:avLst/>
          </a:prstGeom>
          <a:noFill/>
        </p:spPr>
        <p:txBody>
          <a:bodyPr wrap="none" rtlCol="0">
            <a:spAutoFit/>
          </a:bodyPr>
          <a:lstStyle/>
          <a:p>
            <a:r>
              <a:rPr lang="en-US" sz="2400" dirty="0"/>
              <a:t>64b Parity</a:t>
            </a:r>
          </a:p>
        </p:txBody>
      </p:sp>
      <p:sp>
        <p:nvSpPr>
          <p:cNvPr id="7" name="Rectangle 6">
            <a:extLst>
              <a:ext uri="{FF2B5EF4-FFF2-40B4-BE49-F238E27FC236}">
                <a16:creationId xmlns:a16="http://schemas.microsoft.com/office/drawing/2014/main" id="{7BA01167-5837-92EC-F8C9-6A9E203F929D}"/>
              </a:ext>
            </a:extLst>
          </p:cNvPr>
          <p:cNvSpPr/>
          <p:nvPr/>
        </p:nvSpPr>
        <p:spPr>
          <a:xfrm>
            <a:off x="8784585" y="6370331"/>
            <a:ext cx="914400" cy="548640"/>
          </a:xfrm>
          <a:prstGeom prst="rect">
            <a:avLst/>
          </a:prstGeom>
          <a:solidFill>
            <a:schemeClr val="accent1">
              <a:lumMod val="20000"/>
              <a:lumOff val="80000"/>
              <a:alpha val="99000"/>
            </a:schemeClr>
          </a:solid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8" name="TextBox 7">
            <a:extLst>
              <a:ext uri="{FF2B5EF4-FFF2-40B4-BE49-F238E27FC236}">
                <a16:creationId xmlns:a16="http://schemas.microsoft.com/office/drawing/2014/main" id="{1C9BF7EB-3F87-50D4-AE0E-4A55916774CA}"/>
              </a:ext>
            </a:extLst>
          </p:cNvPr>
          <p:cNvSpPr txBox="1"/>
          <p:nvPr/>
        </p:nvSpPr>
        <p:spPr>
          <a:xfrm>
            <a:off x="9698985" y="6336411"/>
            <a:ext cx="1496756" cy="461665"/>
          </a:xfrm>
          <a:prstGeom prst="rect">
            <a:avLst/>
          </a:prstGeom>
          <a:noFill/>
        </p:spPr>
        <p:txBody>
          <a:bodyPr wrap="none" rtlCol="0">
            <a:spAutoFit/>
          </a:bodyPr>
          <a:lstStyle/>
          <a:p>
            <a:r>
              <a:rPr lang="en-US" sz="2400" dirty="0"/>
              <a:t>64b Parity</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5FBF44D-C3CB-826B-9E11-81B2B7DE0F65}"/>
                  </a:ext>
                </a:extLst>
              </p:cNvPr>
              <p:cNvSpPr txBox="1"/>
              <p:nvPr/>
            </p:nvSpPr>
            <p:spPr>
              <a:xfrm>
                <a:off x="1253255" y="7043471"/>
                <a:ext cx="9232977" cy="523220"/>
              </a:xfrm>
              <a:prstGeom prst="rect">
                <a:avLst/>
              </a:prstGeom>
              <a:noFill/>
            </p:spPr>
            <p:txBody>
              <a:bodyPr wrap="none" rtlCol="0">
                <a:spAutoFit/>
              </a:bodyPr>
              <a:lstStyle/>
              <a:p>
                <a:r>
                  <a:rPr lang="en-US" sz="2800" dirty="0"/>
                  <a:t>Collision rate: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2</m:t>
                        </m:r>
                      </m:e>
                      <m:sup>
                        <m:r>
                          <a:rPr lang="en-US" sz="2800" i="1" dirty="0">
                            <a:latin typeface="Cambria Math" panose="02040503050406030204" pitchFamily="18" charset="0"/>
                          </a:rPr>
                          <m:t>−64</m:t>
                        </m:r>
                      </m:sup>
                    </m:sSup>
                    <m:r>
                      <a:rPr lang="en-US" sz="2800" i="1" dirty="0">
                        <a:latin typeface="Cambria Math" panose="02040503050406030204" pitchFamily="18" charset="0"/>
                      </a:rPr>
                      <m:t> </m:t>
                    </m:r>
                  </m:oMath>
                </a14:m>
                <a:r>
                  <a:rPr lang="en-US" sz="2800" dirty="0"/>
                  <a:t>, </a:t>
                </a:r>
                <a:r>
                  <a:rPr lang="en-US" sz="2800" b="1" dirty="0"/>
                  <a:t>exponential sufficient </a:t>
                </a:r>
                <a:r>
                  <a:rPr lang="en-US" sz="2800" dirty="0"/>
                  <a:t>for error detection</a:t>
                </a:r>
              </a:p>
            </p:txBody>
          </p:sp>
        </mc:Choice>
        <mc:Fallback>
          <p:sp>
            <p:nvSpPr>
              <p:cNvPr id="9" name="TextBox 8">
                <a:extLst>
                  <a:ext uri="{FF2B5EF4-FFF2-40B4-BE49-F238E27FC236}">
                    <a16:creationId xmlns:a16="http://schemas.microsoft.com/office/drawing/2014/main" id="{B5FBF44D-C3CB-826B-9E11-81B2B7DE0F65}"/>
                  </a:ext>
                </a:extLst>
              </p:cNvPr>
              <p:cNvSpPr txBox="1">
                <a:spLocks noRot="1" noChangeAspect="1" noMove="1" noResize="1" noEditPoints="1" noAdjustHandles="1" noChangeArrowheads="1" noChangeShapeType="1" noTextEdit="1"/>
              </p:cNvSpPr>
              <p:nvPr/>
            </p:nvSpPr>
            <p:spPr>
              <a:xfrm>
                <a:off x="1253255" y="7043471"/>
                <a:ext cx="9232977" cy="523220"/>
              </a:xfrm>
              <a:prstGeom prst="rect">
                <a:avLst/>
              </a:prstGeom>
              <a:blipFill>
                <a:blip r:embed="rId5"/>
                <a:stretch>
                  <a:fillRect l="-1387" t="-10465" r="-264" b="-32558"/>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606B528E-89DB-883F-2D43-E6709351B4C3}"/>
              </a:ext>
            </a:extLst>
          </p:cNvPr>
          <p:cNvSpPr/>
          <p:nvPr/>
        </p:nvSpPr>
        <p:spPr>
          <a:xfrm>
            <a:off x="1253254" y="6370331"/>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15" name="Rectangle 14">
            <a:extLst>
              <a:ext uri="{FF2B5EF4-FFF2-40B4-BE49-F238E27FC236}">
                <a16:creationId xmlns:a16="http://schemas.microsoft.com/office/drawing/2014/main" id="{1F7761F5-A6B9-5788-4B8A-25E3B3602E36}"/>
              </a:ext>
            </a:extLst>
          </p:cNvPr>
          <p:cNvSpPr/>
          <p:nvPr/>
        </p:nvSpPr>
        <p:spPr>
          <a:xfrm>
            <a:off x="1253254" y="5064664"/>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16" name="Rectangle 15">
            <a:extLst>
              <a:ext uri="{FF2B5EF4-FFF2-40B4-BE49-F238E27FC236}">
                <a16:creationId xmlns:a16="http://schemas.microsoft.com/office/drawing/2014/main" id="{DC238370-75AE-625E-24F3-3AA7207F4D2B}"/>
              </a:ext>
            </a:extLst>
          </p:cNvPr>
          <p:cNvSpPr/>
          <p:nvPr/>
        </p:nvSpPr>
        <p:spPr>
          <a:xfrm>
            <a:off x="1253254" y="4379465"/>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17" name="TextBox 16">
            <a:extLst>
              <a:ext uri="{FF2B5EF4-FFF2-40B4-BE49-F238E27FC236}">
                <a16:creationId xmlns:a16="http://schemas.microsoft.com/office/drawing/2014/main" id="{92566169-46B5-4327-FCE9-1CC2616580CD}"/>
              </a:ext>
            </a:extLst>
          </p:cNvPr>
          <p:cNvSpPr txBox="1"/>
          <p:nvPr/>
        </p:nvSpPr>
        <p:spPr>
          <a:xfrm rot="5400000">
            <a:off x="4973200" y="5621426"/>
            <a:ext cx="602672" cy="727364"/>
          </a:xfrm>
          <a:prstGeom prst="rect">
            <a:avLst/>
          </a:prstGeom>
          <a:noFill/>
        </p:spPr>
        <p:txBody>
          <a:bodyPr wrap="square" rtlCol="0">
            <a:spAutoFit/>
          </a:bodyPr>
          <a:lstStyle/>
          <a:p>
            <a:r>
              <a:rPr lang="en-US" sz="4000" dirty="0"/>
              <a:t>…</a:t>
            </a:r>
          </a:p>
        </p:txBody>
      </p:sp>
    </p:spTree>
    <p:custDataLst>
      <p:tags r:id="rId1"/>
    </p:custDataLst>
    <p:extLst>
      <p:ext uri="{BB962C8B-B14F-4D97-AF65-F5344CB8AC3E}">
        <p14:creationId xmlns:p14="http://schemas.microsoft.com/office/powerpoint/2010/main" val="2715598172"/>
      </p:ext>
    </p:extLst>
  </p:cSld>
  <p:clrMapOvr>
    <a:masterClrMapping/>
  </p:clrMapOvr>
  <mc:AlternateContent xmlns:mc="http://schemas.openxmlformats.org/markup-compatibility/2006" xmlns:p14="http://schemas.microsoft.com/office/powerpoint/2010/main">
    <mc:Choice Requires="p14">
      <p:transition spd="slow" p14:dur="2000" advTm="26296"/>
    </mc:Choice>
    <mc:Fallback xmlns="">
      <p:transition spd="slow" advTm="262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animBg="1"/>
      <p:bldP spid="8" grpId="0"/>
      <p:bldP spid="9" grpId="0"/>
      <p:bldP spid="13" grpId="0" animBg="1"/>
      <p:bldP spid="15" grpId="0" animBg="1"/>
      <p:bldP spid="16" grpId="0" animBg="1"/>
      <p:bldP spid="1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70621-7A97-138E-6941-CEBE6D1C4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D80F2-ED6F-5E7C-C13E-24775F3D725D}"/>
              </a:ext>
            </a:extLst>
          </p:cNvPr>
          <p:cNvSpPr>
            <a:spLocks noGrp="1"/>
          </p:cNvSpPr>
          <p:nvPr>
            <p:ph type="title"/>
          </p:nvPr>
        </p:nvSpPr>
        <p:spPr/>
        <p:txBody>
          <a:bodyPr/>
          <a:lstStyle/>
          <a:p>
            <a:r>
              <a:rPr lang="en-US" dirty="0"/>
              <a:t>Detection Capability</a:t>
            </a:r>
          </a:p>
        </p:txBody>
      </p:sp>
      <p:sp>
        <p:nvSpPr>
          <p:cNvPr id="10" name="Rectangle 9">
            <a:extLst>
              <a:ext uri="{FF2B5EF4-FFF2-40B4-BE49-F238E27FC236}">
                <a16:creationId xmlns:a16="http://schemas.microsoft.com/office/drawing/2014/main" id="{CDC1AD47-89E7-5CCD-0EFE-9729D1D2371B}"/>
              </a:ext>
            </a:extLst>
          </p:cNvPr>
          <p:cNvSpPr/>
          <p:nvPr/>
        </p:nvSpPr>
        <p:spPr>
          <a:xfrm flipH="1">
            <a:off x="1379895" y="3018218"/>
            <a:ext cx="3649476" cy="4028170"/>
          </a:xfrm>
          <a:prstGeom prst="rect">
            <a:avLst/>
          </a:prstGeom>
          <a:solidFill>
            <a:schemeClr val="bg1"/>
          </a:solidFill>
          <a:ln w="19050" cap="flat" cmpd="sng" algn="ctr">
            <a:solidFill>
              <a:srgbClr val="002060"/>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600" kern="0">
              <a:solidFill>
                <a:schemeClr val="bg1"/>
              </a:solidFill>
              <a:latin typeface="Calibri" panose="020F0502020204030204"/>
            </a:endParaRPr>
          </a:p>
        </p:txBody>
      </p:sp>
      <p:sp>
        <p:nvSpPr>
          <p:cNvPr id="14" name="Rounded Rectangle 13">
            <a:extLst>
              <a:ext uri="{FF2B5EF4-FFF2-40B4-BE49-F238E27FC236}">
                <a16:creationId xmlns:a16="http://schemas.microsoft.com/office/drawing/2014/main" id="{14E0500B-688C-9CB6-D0BF-3EE31CF45CBC}"/>
              </a:ext>
            </a:extLst>
          </p:cNvPr>
          <p:cNvSpPr/>
          <p:nvPr/>
        </p:nvSpPr>
        <p:spPr>
          <a:xfrm>
            <a:off x="1562014"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250A7856-E12A-A203-A067-AE21B8F8266C}"/>
              </a:ext>
            </a:extLst>
          </p:cNvPr>
          <p:cNvSpPr/>
          <p:nvPr/>
        </p:nvSpPr>
        <p:spPr>
          <a:xfrm>
            <a:off x="1522078"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D0396945-2DA7-4E0C-8D78-7324A6A205DB}"/>
              </a:ext>
            </a:extLst>
          </p:cNvPr>
          <p:cNvSpPr/>
          <p:nvPr/>
        </p:nvSpPr>
        <p:spPr>
          <a:xfrm>
            <a:off x="1477473"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8DE2E624-3E2D-0A74-EED0-148FDE734724}"/>
              </a:ext>
            </a:extLst>
          </p:cNvPr>
          <p:cNvSpPr/>
          <p:nvPr/>
        </p:nvSpPr>
        <p:spPr>
          <a:xfrm>
            <a:off x="1433507"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Bank</a:t>
            </a:r>
          </a:p>
        </p:txBody>
      </p:sp>
      <p:cxnSp>
        <p:nvCxnSpPr>
          <p:cNvPr id="21" name="Straight Connector 20">
            <a:extLst>
              <a:ext uri="{FF2B5EF4-FFF2-40B4-BE49-F238E27FC236}">
                <a16:creationId xmlns:a16="http://schemas.microsoft.com/office/drawing/2014/main" id="{BE568671-8EE2-4EA8-0159-15A86577861C}"/>
              </a:ext>
            </a:extLst>
          </p:cNvPr>
          <p:cNvCxnSpPr>
            <a:cxnSpLocks/>
          </p:cNvCxnSpPr>
          <p:nvPr/>
        </p:nvCxnSpPr>
        <p:spPr>
          <a:xfrm flipV="1">
            <a:off x="2454406" y="5309979"/>
            <a:ext cx="0" cy="717685"/>
          </a:xfrm>
          <a:prstGeom prst="line">
            <a:avLst/>
          </a:prstGeom>
          <a:ln w="38100">
            <a:solidFill>
              <a:schemeClr val="tx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C8B6F86-F5F8-4CA0-CEFE-4C1947A61ABB}"/>
              </a:ext>
            </a:extLst>
          </p:cNvPr>
          <p:cNvCxnSpPr>
            <a:cxnSpLocks/>
          </p:cNvCxnSpPr>
          <p:nvPr/>
        </p:nvCxnSpPr>
        <p:spPr>
          <a:xfrm>
            <a:off x="1574560" y="4253129"/>
            <a:ext cx="3404649"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3" name="Rectangle: Rounded Corners 6">
            <a:extLst>
              <a:ext uri="{FF2B5EF4-FFF2-40B4-BE49-F238E27FC236}">
                <a16:creationId xmlns:a16="http://schemas.microsoft.com/office/drawing/2014/main" id="{DFDDDE3D-5841-12A3-4623-257EFC90F6AC}"/>
              </a:ext>
            </a:extLst>
          </p:cNvPr>
          <p:cNvSpPr/>
          <p:nvPr/>
        </p:nvSpPr>
        <p:spPr>
          <a:xfrm>
            <a:off x="1856741" y="4674665"/>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b="1" dirty="0">
                <a:solidFill>
                  <a:schemeClr val="tx1"/>
                </a:solidFill>
              </a:rPr>
              <a:t>IO buffer</a:t>
            </a:r>
          </a:p>
        </p:txBody>
      </p:sp>
      <p:cxnSp>
        <p:nvCxnSpPr>
          <p:cNvPr id="24" name="Straight Connector 23">
            <a:extLst>
              <a:ext uri="{FF2B5EF4-FFF2-40B4-BE49-F238E27FC236}">
                <a16:creationId xmlns:a16="http://schemas.microsoft.com/office/drawing/2014/main" id="{5AD115CF-66B7-A2DC-F4D5-C622B3A9F4BD}"/>
              </a:ext>
            </a:extLst>
          </p:cNvPr>
          <p:cNvCxnSpPr>
            <a:cxnSpLocks/>
          </p:cNvCxnSpPr>
          <p:nvPr/>
        </p:nvCxnSpPr>
        <p:spPr>
          <a:xfrm flipV="1">
            <a:off x="2454406" y="4245817"/>
            <a:ext cx="0" cy="420175"/>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662D070-D863-3601-77AF-447FF20CE2BC}"/>
              </a:ext>
            </a:extLst>
          </p:cNvPr>
          <p:cNvCxnSpPr>
            <a:cxnSpLocks/>
          </p:cNvCxnSpPr>
          <p:nvPr/>
        </p:nvCxnSpPr>
        <p:spPr>
          <a:xfrm flipV="1">
            <a:off x="2454406" y="5197265"/>
            <a:ext cx="0" cy="47956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236ADC7-7F6A-F11E-EEDD-30FED7BC154C}"/>
              </a:ext>
            </a:extLst>
          </p:cNvPr>
          <p:cNvCxnSpPr>
            <a:cxnSpLocks/>
          </p:cNvCxnSpPr>
          <p:nvPr/>
        </p:nvCxnSpPr>
        <p:spPr>
          <a:xfrm>
            <a:off x="3057656" y="4937983"/>
            <a:ext cx="1595147" cy="0"/>
          </a:xfrm>
          <a:prstGeom prst="line">
            <a:avLst/>
          </a:prstGeom>
          <a:ln w="25400">
            <a:solidFill>
              <a:schemeClr val="tx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F51724F3-86C2-C210-020D-16B9447AEDD9}"/>
              </a:ext>
            </a:extLst>
          </p:cNvPr>
          <p:cNvGrpSpPr/>
          <p:nvPr/>
        </p:nvGrpSpPr>
        <p:grpSpPr>
          <a:xfrm>
            <a:off x="3558486" y="5061487"/>
            <a:ext cx="713316" cy="1223433"/>
            <a:chOff x="8435455" y="2690283"/>
            <a:chExt cx="713316" cy="1223433"/>
          </a:xfrm>
          <a:effectLst>
            <a:outerShdw blurRad="50800" dist="38100" dir="2700000" algn="tl" rotWithShape="0">
              <a:prstClr val="black">
                <a:alpha val="40000"/>
              </a:prstClr>
            </a:outerShdw>
          </a:effectLst>
        </p:grpSpPr>
        <p:sp>
          <p:nvSpPr>
            <p:cNvPr id="28" name="Rectangle: Rounded Corners 50">
              <a:extLst>
                <a:ext uri="{FF2B5EF4-FFF2-40B4-BE49-F238E27FC236}">
                  <a16:creationId xmlns:a16="http://schemas.microsoft.com/office/drawing/2014/main" id="{443DBFD8-8C9D-92BB-10DE-19F1C9FEE19A}"/>
                </a:ext>
              </a:extLst>
            </p:cNvPr>
            <p:cNvSpPr/>
            <p:nvPr/>
          </p:nvSpPr>
          <p:spPr>
            <a:xfrm>
              <a:off x="8435455" y="2690283"/>
              <a:ext cx="713316" cy="1223433"/>
            </a:xfrm>
            <a:prstGeom prst="roundRect">
              <a:avLst>
                <a:gd name="adj" fmla="val 8799"/>
              </a:avLst>
            </a:prstGeom>
            <a:solidFill>
              <a:srgbClr val="FBE5D6"/>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chemeClr val="tx1"/>
                </a:solidFill>
              </a:endParaRPr>
            </a:p>
          </p:txBody>
        </p:sp>
        <p:sp>
          <p:nvSpPr>
            <p:cNvPr id="29" name="Rectangle: Rounded Corners 51">
              <a:extLst>
                <a:ext uri="{FF2B5EF4-FFF2-40B4-BE49-F238E27FC236}">
                  <a16:creationId xmlns:a16="http://schemas.microsoft.com/office/drawing/2014/main" id="{9951C5AB-080D-2E7F-8C43-5DAF4D48A483}"/>
                </a:ext>
              </a:extLst>
            </p:cNvPr>
            <p:cNvSpPr/>
            <p:nvPr/>
          </p:nvSpPr>
          <p:spPr>
            <a:xfrm>
              <a:off x="8562515" y="2801086"/>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sp>
          <p:nvSpPr>
            <p:cNvPr id="30" name="Rectangle: Rounded Corners 52">
              <a:extLst>
                <a:ext uri="{FF2B5EF4-FFF2-40B4-BE49-F238E27FC236}">
                  <a16:creationId xmlns:a16="http://schemas.microsoft.com/office/drawing/2014/main" id="{C7D0F149-385F-A5B3-E2BC-6E9A64AE7381}"/>
                </a:ext>
              </a:extLst>
            </p:cNvPr>
            <p:cNvSpPr/>
            <p:nvPr/>
          </p:nvSpPr>
          <p:spPr>
            <a:xfrm>
              <a:off x="8562515" y="3059670"/>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CRC8</a:t>
              </a:r>
            </a:p>
          </p:txBody>
        </p:sp>
        <p:sp>
          <p:nvSpPr>
            <p:cNvPr id="31" name="Rectangle: Rounded Corners 53">
              <a:extLst>
                <a:ext uri="{FF2B5EF4-FFF2-40B4-BE49-F238E27FC236}">
                  <a16:creationId xmlns:a16="http://schemas.microsoft.com/office/drawing/2014/main" id="{4E75F897-5E59-4CED-2238-DFD4FFA2E54D}"/>
                </a:ext>
              </a:extLst>
            </p:cNvPr>
            <p:cNvSpPr/>
            <p:nvPr/>
          </p:nvSpPr>
          <p:spPr>
            <a:xfrm>
              <a:off x="8562515" y="3318254"/>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sp>
          <p:nvSpPr>
            <p:cNvPr id="32" name="Rectangle: Rounded Corners 54">
              <a:extLst>
                <a:ext uri="{FF2B5EF4-FFF2-40B4-BE49-F238E27FC236}">
                  <a16:creationId xmlns:a16="http://schemas.microsoft.com/office/drawing/2014/main" id="{EDAA87B9-7059-987B-DAE7-16963E740A5F}"/>
                </a:ext>
              </a:extLst>
            </p:cNvPr>
            <p:cNvSpPr/>
            <p:nvPr/>
          </p:nvSpPr>
          <p:spPr>
            <a:xfrm>
              <a:off x="8562515" y="3576838"/>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grpSp>
      <p:cxnSp>
        <p:nvCxnSpPr>
          <p:cNvPr id="33" name="Straight Connector 32">
            <a:extLst>
              <a:ext uri="{FF2B5EF4-FFF2-40B4-BE49-F238E27FC236}">
                <a16:creationId xmlns:a16="http://schemas.microsoft.com/office/drawing/2014/main" id="{657F6798-CB8D-157E-F4B5-502A90D64570}"/>
              </a:ext>
            </a:extLst>
          </p:cNvPr>
          <p:cNvCxnSpPr>
            <a:cxnSpLocks/>
          </p:cNvCxnSpPr>
          <p:nvPr/>
        </p:nvCxnSpPr>
        <p:spPr>
          <a:xfrm>
            <a:off x="2450940" y="5659766"/>
            <a:ext cx="1104900" cy="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C13B16-AAD9-056F-87DD-0502B1FC4399}"/>
              </a:ext>
            </a:extLst>
          </p:cNvPr>
          <p:cNvCxnSpPr>
            <a:cxnSpLocks/>
          </p:cNvCxnSpPr>
          <p:nvPr/>
        </p:nvCxnSpPr>
        <p:spPr>
          <a:xfrm>
            <a:off x="4271275" y="5659766"/>
            <a:ext cx="389995"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89AE27B-9476-AFB8-E78F-7DBB4553E0A5}"/>
              </a:ext>
            </a:extLst>
          </p:cNvPr>
          <p:cNvCxnSpPr>
            <a:cxnSpLocks/>
          </p:cNvCxnSpPr>
          <p:nvPr/>
        </p:nvCxnSpPr>
        <p:spPr>
          <a:xfrm>
            <a:off x="4652538" y="4930046"/>
            <a:ext cx="0" cy="730459"/>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EF8A21EB-5FDF-1F24-B4FC-B02D718AC25D}"/>
              </a:ext>
            </a:extLst>
          </p:cNvPr>
          <p:cNvGrpSpPr/>
          <p:nvPr/>
        </p:nvGrpSpPr>
        <p:grpSpPr>
          <a:xfrm>
            <a:off x="2201039" y="6251750"/>
            <a:ext cx="526458" cy="767171"/>
            <a:chOff x="2815261" y="4682499"/>
            <a:chExt cx="526458" cy="767171"/>
          </a:xfrm>
          <a:solidFill>
            <a:schemeClr val="bg1"/>
          </a:solidFill>
        </p:grpSpPr>
        <p:cxnSp>
          <p:nvCxnSpPr>
            <p:cNvPr id="37" name="Straight Connector 36">
              <a:extLst>
                <a:ext uri="{FF2B5EF4-FFF2-40B4-BE49-F238E27FC236}">
                  <a16:creationId xmlns:a16="http://schemas.microsoft.com/office/drawing/2014/main" id="{C1ACC4D5-6C62-6E1D-4849-776AA815984C}"/>
                </a:ext>
              </a:extLst>
            </p:cNvPr>
            <p:cNvCxnSpPr>
              <a:cxnSpLocks/>
            </p:cNvCxnSpPr>
            <p:nvPr/>
          </p:nvCxnSpPr>
          <p:spPr>
            <a:xfrm rot="5400000">
              <a:off x="2431675" y="5066085"/>
              <a:ext cx="767171" cy="0"/>
            </a:xfrm>
            <a:prstGeom prst="line">
              <a:avLst/>
            </a:prstGeom>
            <a:grpFill/>
            <a:ln w="158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A822EE7-8E4B-7D37-DE61-F73775F80BA7}"/>
                </a:ext>
              </a:extLst>
            </p:cNvPr>
            <p:cNvCxnSpPr>
              <a:cxnSpLocks/>
            </p:cNvCxnSpPr>
            <p:nvPr/>
          </p:nvCxnSpPr>
          <p:spPr>
            <a:xfrm rot="5400000">
              <a:off x="2563289" y="5066085"/>
              <a:ext cx="767171" cy="0"/>
            </a:xfrm>
            <a:prstGeom prst="line">
              <a:avLst/>
            </a:prstGeom>
            <a:grpFill/>
            <a:ln w="158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5B10146-4C6A-AF58-57D3-89D626DCA7C8}"/>
                </a:ext>
              </a:extLst>
            </p:cNvPr>
            <p:cNvCxnSpPr>
              <a:cxnSpLocks/>
            </p:cNvCxnSpPr>
            <p:nvPr/>
          </p:nvCxnSpPr>
          <p:spPr>
            <a:xfrm rot="5400000">
              <a:off x="2694903" y="5066085"/>
              <a:ext cx="767171" cy="0"/>
            </a:xfrm>
            <a:prstGeom prst="line">
              <a:avLst/>
            </a:prstGeom>
            <a:grpFill/>
            <a:ln w="158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09C2BDA-4AF3-37A9-3A3A-CCA2DCBB3553}"/>
                </a:ext>
              </a:extLst>
            </p:cNvPr>
            <p:cNvCxnSpPr>
              <a:cxnSpLocks/>
            </p:cNvCxnSpPr>
            <p:nvPr/>
          </p:nvCxnSpPr>
          <p:spPr>
            <a:xfrm rot="5400000">
              <a:off x="2826517" y="5066085"/>
              <a:ext cx="767171" cy="0"/>
            </a:xfrm>
            <a:prstGeom prst="line">
              <a:avLst/>
            </a:prstGeom>
            <a:grpFill/>
            <a:ln w="158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38124B9-DA9E-6D84-2D75-42D3D37D49DF}"/>
                </a:ext>
              </a:extLst>
            </p:cNvPr>
            <p:cNvCxnSpPr>
              <a:cxnSpLocks/>
            </p:cNvCxnSpPr>
            <p:nvPr/>
          </p:nvCxnSpPr>
          <p:spPr>
            <a:xfrm rot="5400000">
              <a:off x="2958133" y="5066085"/>
              <a:ext cx="767171" cy="0"/>
            </a:xfrm>
            <a:prstGeom prst="line">
              <a:avLst/>
            </a:prstGeom>
            <a:grpFill/>
            <a:ln w="15875">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42" name="Flowchart: Manual Operation 33">
            <a:extLst>
              <a:ext uri="{FF2B5EF4-FFF2-40B4-BE49-F238E27FC236}">
                <a16:creationId xmlns:a16="http://schemas.microsoft.com/office/drawing/2014/main" id="{FCC46825-7390-53BE-9709-804963464F23}"/>
              </a:ext>
            </a:extLst>
          </p:cNvPr>
          <p:cNvSpPr/>
          <p:nvPr/>
        </p:nvSpPr>
        <p:spPr>
          <a:xfrm>
            <a:off x="1929693" y="6038775"/>
            <a:ext cx="1055509" cy="240369"/>
          </a:xfrm>
          <a:prstGeom prst="flowChartManualOperation">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dirty="0">
                <a:solidFill>
                  <a:schemeClr val="tx1"/>
                </a:solidFill>
              </a:rPr>
              <a:t>serializer</a:t>
            </a:r>
          </a:p>
        </p:txBody>
      </p:sp>
      <p:sp>
        <p:nvSpPr>
          <p:cNvPr id="43" name="TextBox 42">
            <a:extLst>
              <a:ext uri="{FF2B5EF4-FFF2-40B4-BE49-F238E27FC236}">
                <a16:creationId xmlns:a16="http://schemas.microsoft.com/office/drawing/2014/main" id="{0364C114-90A1-295E-7EB3-A3E604DC4515}"/>
              </a:ext>
            </a:extLst>
          </p:cNvPr>
          <p:cNvSpPr txBox="1"/>
          <p:nvPr/>
        </p:nvSpPr>
        <p:spPr>
          <a:xfrm>
            <a:off x="2878060" y="6493296"/>
            <a:ext cx="1116665" cy="338554"/>
          </a:xfrm>
          <a:prstGeom prst="rect">
            <a:avLst/>
          </a:prstGeom>
          <a:noFill/>
          <a:ln>
            <a:solidFill>
              <a:schemeClr val="bg1"/>
            </a:solidFill>
          </a:ln>
        </p:spPr>
        <p:txBody>
          <a:bodyPr wrap="square">
            <a:spAutoFit/>
          </a:bodyPr>
          <a:lstStyle/>
          <a:p>
            <a:pPr algn="ctr"/>
            <a:r>
              <a:rPr lang="en-US" sz="1600" dirty="0"/>
              <a:t>IO drivers</a:t>
            </a:r>
          </a:p>
        </p:txBody>
      </p:sp>
      <p:sp>
        <p:nvSpPr>
          <p:cNvPr id="54" name="TextBox 53">
            <a:extLst>
              <a:ext uri="{FF2B5EF4-FFF2-40B4-BE49-F238E27FC236}">
                <a16:creationId xmlns:a16="http://schemas.microsoft.com/office/drawing/2014/main" id="{A748E00C-8642-3561-041D-FA318A72F87E}"/>
              </a:ext>
            </a:extLst>
          </p:cNvPr>
          <p:cNvSpPr txBox="1"/>
          <p:nvPr/>
        </p:nvSpPr>
        <p:spPr>
          <a:xfrm>
            <a:off x="2371122" y="2631272"/>
            <a:ext cx="2130540" cy="461665"/>
          </a:xfrm>
          <a:prstGeom prst="rect">
            <a:avLst/>
          </a:prstGeom>
          <a:noFill/>
        </p:spPr>
        <p:txBody>
          <a:bodyPr wrap="square">
            <a:spAutoFit/>
          </a:bodyPr>
          <a:lstStyle/>
          <a:p>
            <a:pPr defTabSz="914400">
              <a:defRPr/>
            </a:pPr>
            <a:r>
              <a:rPr lang="en-US" altLang="zh-CN" sz="2400" b="1" dirty="0">
                <a:solidFill>
                  <a:schemeClr val="accent1">
                    <a:lumMod val="75000"/>
                  </a:schemeClr>
                </a:solidFill>
              </a:rPr>
              <a:t>Common</a:t>
            </a:r>
            <a:r>
              <a:rPr lang="zh-CN" altLang="en-US" sz="2400" b="1" dirty="0">
                <a:solidFill>
                  <a:schemeClr val="accent1">
                    <a:lumMod val="75000"/>
                  </a:schemeClr>
                </a:solidFill>
              </a:rPr>
              <a:t> </a:t>
            </a:r>
            <a:r>
              <a:rPr lang="en-US" altLang="zh-CN" sz="2400" b="1" dirty="0">
                <a:solidFill>
                  <a:schemeClr val="accent1">
                    <a:lumMod val="75000"/>
                  </a:schemeClr>
                </a:solidFill>
              </a:rPr>
              <a:t>die</a:t>
            </a:r>
          </a:p>
        </p:txBody>
      </p:sp>
      <p:sp>
        <p:nvSpPr>
          <p:cNvPr id="55" name="Rounded Rectangle 54">
            <a:extLst>
              <a:ext uri="{FF2B5EF4-FFF2-40B4-BE49-F238E27FC236}">
                <a16:creationId xmlns:a16="http://schemas.microsoft.com/office/drawing/2014/main" id="{A0B8AC52-57A3-85A1-6821-BE8EBB52A8C9}"/>
              </a:ext>
            </a:extLst>
          </p:cNvPr>
          <p:cNvSpPr/>
          <p:nvPr/>
        </p:nvSpPr>
        <p:spPr>
          <a:xfrm>
            <a:off x="3920204"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id="{95AF9FED-2BEF-DC00-D3FC-9D9179E02082}"/>
              </a:ext>
            </a:extLst>
          </p:cNvPr>
          <p:cNvSpPr/>
          <p:nvPr/>
        </p:nvSpPr>
        <p:spPr>
          <a:xfrm>
            <a:off x="3880268"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ounded Rectangle 56">
            <a:extLst>
              <a:ext uri="{FF2B5EF4-FFF2-40B4-BE49-F238E27FC236}">
                <a16:creationId xmlns:a16="http://schemas.microsoft.com/office/drawing/2014/main" id="{7405BFCF-A136-7526-B084-E958784C3097}"/>
              </a:ext>
            </a:extLst>
          </p:cNvPr>
          <p:cNvSpPr/>
          <p:nvPr/>
        </p:nvSpPr>
        <p:spPr>
          <a:xfrm>
            <a:off x="3835663"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ounded Rectangle 57">
            <a:extLst>
              <a:ext uri="{FF2B5EF4-FFF2-40B4-BE49-F238E27FC236}">
                <a16:creationId xmlns:a16="http://schemas.microsoft.com/office/drawing/2014/main" id="{242F7724-F110-0A3B-0E80-92DD77DDE66F}"/>
              </a:ext>
            </a:extLst>
          </p:cNvPr>
          <p:cNvSpPr/>
          <p:nvPr/>
        </p:nvSpPr>
        <p:spPr>
          <a:xfrm>
            <a:off x="3791697"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id="{28AFC829-3C57-8B7F-5802-2AA09FAFD067}"/>
              </a:ext>
            </a:extLst>
          </p:cNvPr>
          <p:cNvSpPr/>
          <p:nvPr/>
        </p:nvSpPr>
        <p:spPr>
          <a:xfrm>
            <a:off x="2726671"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a:extLst>
              <a:ext uri="{FF2B5EF4-FFF2-40B4-BE49-F238E27FC236}">
                <a16:creationId xmlns:a16="http://schemas.microsoft.com/office/drawing/2014/main" id="{1D9D004E-1C77-37D4-1E77-71FB2CB6EB1E}"/>
              </a:ext>
            </a:extLst>
          </p:cNvPr>
          <p:cNvSpPr/>
          <p:nvPr/>
        </p:nvSpPr>
        <p:spPr>
          <a:xfrm>
            <a:off x="2686735"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ounded Rectangle 60">
            <a:extLst>
              <a:ext uri="{FF2B5EF4-FFF2-40B4-BE49-F238E27FC236}">
                <a16:creationId xmlns:a16="http://schemas.microsoft.com/office/drawing/2014/main" id="{2E6C8630-2899-FE4C-2FAB-D8C7F4044C2E}"/>
              </a:ext>
            </a:extLst>
          </p:cNvPr>
          <p:cNvSpPr/>
          <p:nvPr/>
        </p:nvSpPr>
        <p:spPr>
          <a:xfrm>
            <a:off x="2642130"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a:extLst>
              <a:ext uri="{FF2B5EF4-FFF2-40B4-BE49-F238E27FC236}">
                <a16:creationId xmlns:a16="http://schemas.microsoft.com/office/drawing/2014/main" id="{6CEC6565-5EF4-1811-5011-5248EA012075}"/>
              </a:ext>
            </a:extLst>
          </p:cNvPr>
          <p:cNvSpPr/>
          <p:nvPr/>
        </p:nvSpPr>
        <p:spPr>
          <a:xfrm>
            <a:off x="2598164"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7087F6BE-8845-67A6-8685-6D97EDC3ACEF}"/>
              </a:ext>
            </a:extLst>
          </p:cNvPr>
          <p:cNvCxnSpPr>
            <a:cxnSpLocks/>
          </p:cNvCxnSpPr>
          <p:nvPr/>
        </p:nvCxnSpPr>
        <p:spPr>
          <a:xfrm flipV="1">
            <a:off x="1941084"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88225BB-02FD-0522-A4E5-3084613271B4}"/>
              </a:ext>
            </a:extLst>
          </p:cNvPr>
          <p:cNvCxnSpPr>
            <a:cxnSpLocks/>
          </p:cNvCxnSpPr>
          <p:nvPr/>
        </p:nvCxnSpPr>
        <p:spPr>
          <a:xfrm flipV="1">
            <a:off x="3090773"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6FB7DB5-7A2A-3156-7CC4-070C967327D5}"/>
              </a:ext>
            </a:extLst>
          </p:cNvPr>
          <p:cNvCxnSpPr>
            <a:cxnSpLocks/>
          </p:cNvCxnSpPr>
          <p:nvPr/>
        </p:nvCxnSpPr>
        <p:spPr>
          <a:xfrm flipV="1">
            <a:off x="4260086"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FF6D37A3-9484-39F8-D9D7-E4BE519FE66C}"/>
              </a:ext>
            </a:extLst>
          </p:cNvPr>
          <p:cNvSpPr/>
          <p:nvPr/>
        </p:nvSpPr>
        <p:spPr>
          <a:xfrm flipH="1">
            <a:off x="7104464" y="3018218"/>
            <a:ext cx="3649476" cy="4028170"/>
          </a:xfrm>
          <a:prstGeom prst="rect">
            <a:avLst/>
          </a:prstGeom>
          <a:solidFill>
            <a:schemeClr val="bg1"/>
          </a:solidFill>
          <a:ln w="19050" cap="flat" cmpd="sng" algn="ctr">
            <a:solidFill>
              <a:srgbClr val="002060"/>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600" kern="0">
              <a:solidFill>
                <a:schemeClr val="bg1"/>
              </a:solidFill>
              <a:latin typeface="Calibri" panose="020F0502020204030204"/>
            </a:endParaRPr>
          </a:p>
        </p:txBody>
      </p:sp>
      <p:sp>
        <p:nvSpPr>
          <p:cNvPr id="67" name="Rounded Rectangle 66">
            <a:extLst>
              <a:ext uri="{FF2B5EF4-FFF2-40B4-BE49-F238E27FC236}">
                <a16:creationId xmlns:a16="http://schemas.microsoft.com/office/drawing/2014/main" id="{3E7EA6D3-859F-29E4-33D0-1E5B9B2F945D}"/>
              </a:ext>
            </a:extLst>
          </p:cNvPr>
          <p:cNvSpPr/>
          <p:nvPr/>
        </p:nvSpPr>
        <p:spPr>
          <a:xfrm>
            <a:off x="7286583"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67">
            <a:extLst>
              <a:ext uri="{FF2B5EF4-FFF2-40B4-BE49-F238E27FC236}">
                <a16:creationId xmlns:a16="http://schemas.microsoft.com/office/drawing/2014/main" id="{0DD0A520-D68E-F7EB-D369-341B0DBBBE48}"/>
              </a:ext>
            </a:extLst>
          </p:cNvPr>
          <p:cNvSpPr/>
          <p:nvPr/>
        </p:nvSpPr>
        <p:spPr>
          <a:xfrm>
            <a:off x="7246647"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68">
            <a:extLst>
              <a:ext uri="{FF2B5EF4-FFF2-40B4-BE49-F238E27FC236}">
                <a16:creationId xmlns:a16="http://schemas.microsoft.com/office/drawing/2014/main" id="{6389EFA0-134D-E584-FB2F-9A80171AD212}"/>
              </a:ext>
            </a:extLst>
          </p:cNvPr>
          <p:cNvSpPr/>
          <p:nvPr/>
        </p:nvSpPr>
        <p:spPr>
          <a:xfrm>
            <a:off x="7202042"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69">
            <a:extLst>
              <a:ext uri="{FF2B5EF4-FFF2-40B4-BE49-F238E27FC236}">
                <a16:creationId xmlns:a16="http://schemas.microsoft.com/office/drawing/2014/main" id="{385A0DB2-4104-C1AE-52C3-D8A51ED15FF8}"/>
              </a:ext>
            </a:extLst>
          </p:cNvPr>
          <p:cNvSpPr/>
          <p:nvPr/>
        </p:nvSpPr>
        <p:spPr>
          <a:xfrm>
            <a:off x="7158076"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Bank</a:t>
            </a:r>
          </a:p>
        </p:txBody>
      </p:sp>
      <p:cxnSp>
        <p:nvCxnSpPr>
          <p:cNvPr id="71" name="Straight Connector 70">
            <a:extLst>
              <a:ext uri="{FF2B5EF4-FFF2-40B4-BE49-F238E27FC236}">
                <a16:creationId xmlns:a16="http://schemas.microsoft.com/office/drawing/2014/main" id="{860DD06B-3600-8D35-AFE4-6E3E4BCE3C14}"/>
              </a:ext>
            </a:extLst>
          </p:cNvPr>
          <p:cNvCxnSpPr>
            <a:cxnSpLocks/>
          </p:cNvCxnSpPr>
          <p:nvPr/>
        </p:nvCxnSpPr>
        <p:spPr>
          <a:xfrm flipV="1">
            <a:off x="8178975" y="5309979"/>
            <a:ext cx="0" cy="717685"/>
          </a:xfrm>
          <a:prstGeom prst="line">
            <a:avLst/>
          </a:prstGeom>
          <a:ln w="38100">
            <a:solidFill>
              <a:srgbClr val="D9D9D9"/>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B8C89EA-0602-898F-B568-7E4319453B2F}"/>
              </a:ext>
            </a:extLst>
          </p:cNvPr>
          <p:cNvCxnSpPr>
            <a:cxnSpLocks/>
          </p:cNvCxnSpPr>
          <p:nvPr/>
        </p:nvCxnSpPr>
        <p:spPr>
          <a:xfrm>
            <a:off x="7299129" y="4253129"/>
            <a:ext cx="3404649"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73" name="Rectangle: Rounded Corners 6">
            <a:extLst>
              <a:ext uri="{FF2B5EF4-FFF2-40B4-BE49-F238E27FC236}">
                <a16:creationId xmlns:a16="http://schemas.microsoft.com/office/drawing/2014/main" id="{A24010FE-EE16-08E7-B66D-BDA8B6ECEB6F}"/>
              </a:ext>
            </a:extLst>
          </p:cNvPr>
          <p:cNvSpPr/>
          <p:nvPr/>
        </p:nvSpPr>
        <p:spPr>
          <a:xfrm>
            <a:off x="7581310" y="4674665"/>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b="1" dirty="0">
                <a:solidFill>
                  <a:schemeClr val="tx1"/>
                </a:solidFill>
              </a:rPr>
              <a:t>IO buffer</a:t>
            </a:r>
          </a:p>
        </p:txBody>
      </p:sp>
      <p:cxnSp>
        <p:nvCxnSpPr>
          <p:cNvPr id="74" name="Straight Connector 73">
            <a:extLst>
              <a:ext uri="{FF2B5EF4-FFF2-40B4-BE49-F238E27FC236}">
                <a16:creationId xmlns:a16="http://schemas.microsoft.com/office/drawing/2014/main" id="{2F7AB32F-FDAD-E8FD-D0E9-5AE3B34E034D}"/>
              </a:ext>
            </a:extLst>
          </p:cNvPr>
          <p:cNvCxnSpPr>
            <a:cxnSpLocks/>
          </p:cNvCxnSpPr>
          <p:nvPr/>
        </p:nvCxnSpPr>
        <p:spPr>
          <a:xfrm flipV="1">
            <a:off x="8178975" y="4245817"/>
            <a:ext cx="0" cy="420175"/>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B6D5E1C-353D-4C25-A5BC-5C5EF4423E33}"/>
              </a:ext>
            </a:extLst>
          </p:cNvPr>
          <p:cNvCxnSpPr>
            <a:cxnSpLocks/>
          </p:cNvCxnSpPr>
          <p:nvPr/>
        </p:nvCxnSpPr>
        <p:spPr>
          <a:xfrm flipV="1">
            <a:off x="8178975" y="5197265"/>
            <a:ext cx="0" cy="47956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CF0EE3B-A5EA-7B1A-A5C5-9D728ED66974}"/>
              </a:ext>
            </a:extLst>
          </p:cNvPr>
          <p:cNvCxnSpPr>
            <a:cxnSpLocks/>
          </p:cNvCxnSpPr>
          <p:nvPr/>
        </p:nvCxnSpPr>
        <p:spPr>
          <a:xfrm>
            <a:off x="8782225" y="4937983"/>
            <a:ext cx="1595147" cy="0"/>
          </a:xfrm>
          <a:prstGeom prst="line">
            <a:avLst/>
          </a:prstGeom>
          <a:ln w="25400">
            <a:solidFill>
              <a:schemeClr val="tx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8A1FB3A6-7EB0-B98B-E1F3-CEDC700CE68E}"/>
              </a:ext>
            </a:extLst>
          </p:cNvPr>
          <p:cNvGrpSpPr/>
          <p:nvPr/>
        </p:nvGrpSpPr>
        <p:grpSpPr>
          <a:xfrm>
            <a:off x="9283055" y="5061487"/>
            <a:ext cx="713316" cy="1223433"/>
            <a:chOff x="8435455" y="2690283"/>
            <a:chExt cx="713316" cy="1223433"/>
          </a:xfrm>
          <a:effectLst>
            <a:outerShdw blurRad="50800" dist="38100" dir="2700000" algn="tl" rotWithShape="0">
              <a:prstClr val="black">
                <a:alpha val="40000"/>
              </a:prstClr>
            </a:outerShdw>
          </a:effectLst>
        </p:grpSpPr>
        <p:sp>
          <p:nvSpPr>
            <p:cNvPr id="78" name="Rectangle: Rounded Corners 50">
              <a:extLst>
                <a:ext uri="{FF2B5EF4-FFF2-40B4-BE49-F238E27FC236}">
                  <a16:creationId xmlns:a16="http://schemas.microsoft.com/office/drawing/2014/main" id="{B66759A1-06A5-3998-C702-09E3036A729E}"/>
                </a:ext>
              </a:extLst>
            </p:cNvPr>
            <p:cNvSpPr/>
            <p:nvPr/>
          </p:nvSpPr>
          <p:spPr>
            <a:xfrm>
              <a:off x="8435455" y="2690283"/>
              <a:ext cx="713316" cy="1223433"/>
            </a:xfrm>
            <a:prstGeom prst="roundRect">
              <a:avLst>
                <a:gd name="adj" fmla="val 8799"/>
              </a:avLst>
            </a:prstGeom>
            <a:solidFill>
              <a:srgbClr val="FBE5D6"/>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chemeClr val="tx1"/>
                </a:solidFill>
              </a:endParaRPr>
            </a:p>
          </p:txBody>
        </p:sp>
        <p:sp>
          <p:nvSpPr>
            <p:cNvPr id="79" name="Rectangle: Rounded Corners 51">
              <a:extLst>
                <a:ext uri="{FF2B5EF4-FFF2-40B4-BE49-F238E27FC236}">
                  <a16:creationId xmlns:a16="http://schemas.microsoft.com/office/drawing/2014/main" id="{593AF9FC-6A9B-7B68-1A6B-1949056A96C6}"/>
                </a:ext>
              </a:extLst>
            </p:cNvPr>
            <p:cNvSpPr/>
            <p:nvPr/>
          </p:nvSpPr>
          <p:spPr>
            <a:xfrm>
              <a:off x="8562515" y="2801086"/>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sp>
          <p:nvSpPr>
            <p:cNvPr id="80" name="Rectangle: Rounded Corners 52">
              <a:extLst>
                <a:ext uri="{FF2B5EF4-FFF2-40B4-BE49-F238E27FC236}">
                  <a16:creationId xmlns:a16="http://schemas.microsoft.com/office/drawing/2014/main" id="{4D7FC9B0-985F-BC7F-E987-17E9F3C4FAE5}"/>
                </a:ext>
              </a:extLst>
            </p:cNvPr>
            <p:cNvSpPr/>
            <p:nvPr/>
          </p:nvSpPr>
          <p:spPr>
            <a:xfrm>
              <a:off x="8562515" y="3059670"/>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CRC8</a:t>
              </a:r>
            </a:p>
          </p:txBody>
        </p:sp>
        <p:sp>
          <p:nvSpPr>
            <p:cNvPr id="81" name="Rectangle: Rounded Corners 53">
              <a:extLst>
                <a:ext uri="{FF2B5EF4-FFF2-40B4-BE49-F238E27FC236}">
                  <a16:creationId xmlns:a16="http://schemas.microsoft.com/office/drawing/2014/main" id="{D4F6C409-2359-32F5-3994-1BE09DDF66DC}"/>
                </a:ext>
              </a:extLst>
            </p:cNvPr>
            <p:cNvSpPr/>
            <p:nvPr/>
          </p:nvSpPr>
          <p:spPr>
            <a:xfrm>
              <a:off x="8562515" y="3318254"/>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sp>
          <p:nvSpPr>
            <p:cNvPr id="82" name="Rectangle: Rounded Corners 54">
              <a:extLst>
                <a:ext uri="{FF2B5EF4-FFF2-40B4-BE49-F238E27FC236}">
                  <a16:creationId xmlns:a16="http://schemas.microsoft.com/office/drawing/2014/main" id="{015A1A4D-BA0F-958A-E8AD-D897240231FB}"/>
                </a:ext>
              </a:extLst>
            </p:cNvPr>
            <p:cNvSpPr/>
            <p:nvPr/>
          </p:nvSpPr>
          <p:spPr>
            <a:xfrm>
              <a:off x="8562515" y="3576838"/>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grpSp>
      <p:cxnSp>
        <p:nvCxnSpPr>
          <p:cNvPr id="83" name="Straight Connector 82">
            <a:extLst>
              <a:ext uri="{FF2B5EF4-FFF2-40B4-BE49-F238E27FC236}">
                <a16:creationId xmlns:a16="http://schemas.microsoft.com/office/drawing/2014/main" id="{A4F38CAE-86E5-1460-07FE-5A37BE4A981F}"/>
              </a:ext>
            </a:extLst>
          </p:cNvPr>
          <p:cNvCxnSpPr>
            <a:cxnSpLocks/>
          </p:cNvCxnSpPr>
          <p:nvPr/>
        </p:nvCxnSpPr>
        <p:spPr>
          <a:xfrm>
            <a:off x="8175509" y="5659766"/>
            <a:ext cx="1104900" cy="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DC99E94-2230-1DC2-1DD8-EC0FBB1F0F4D}"/>
              </a:ext>
            </a:extLst>
          </p:cNvPr>
          <p:cNvCxnSpPr>
            <a:cxnSpLocks/>
          </p:cNvCxnSpPr>
          <p:nvPr/>
        </p:nvCxnSpPr>
        <p:spPr>
          <a:xfrm>
            <a:off x="9995844" y="5659766"/>
            <a:ext cx="389995"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A597B96-D3E9-B708-43E1-63AA12AE195A}"/>
              </a:ext>
            </a:extLst>
          </p:cNvPr>
          <p:cNvCxnSpPr>
            <a:cxnSpLocks/>
          </p:cNvCxnSpPr>
          <p:nvPr/>
        </p:nvCxnSpPr>
        <p:spPr>
          <a:xfrm>
            <a:off x="10377107" y="4930046"/>
            <a:ext cx="0" cy="730459"/>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5AD4E5D5-1A09-A7EE-CC56-069F69518993}"/>
              </a:ext>
            </a:extLst>
          </p:cNvPr>
          <p:cNvGrpSpPr/>
          <p:nvPr/>
        </p:nvGrpSpPr>
        <p:grpSpPr>
          <a:xfrm>
            <a:off x="7925608" y="6251750"/>
            <a:ext cx="526458" cy="767171"/>
            <a:chOff x="2815261" y="4682499"/>
            <a:chExt cx="526458" cy="767171"/>
          </a:xfrm>
          <a:solidFill>
            <a:schemeClr val="bg1"/>
          </a:solidFill>
        </p:grpSpPr>
        <p:cxnSp>
          <p:nvCxnSpPr>
            <p:cNvPr id="87" name="Straight Connector 86">
              <a:extLst>
                <a:ext uri="{FF2B5EF4-FFF2-40B4-BE49-F238E27FC236}">
                  <a16:creationId xmlns:a16="http://schemas.microsoft.com/office/drawing/2014/main" id="{420EAF08-7FB2-A0B1-AC4D-08364FE4B89C}"/>
                </a:ext>
              </a:extLst>
            </p:cNvPr>
            <p:cNvCxnSpPr>
              <a:cxnSpLocks/>
            </p:cNvCxnSpPr>
            <p:nvPr/>
          </p:nvCxnSpPr>
          <p:spPr>
            <a:xfrm rot="5400000">
              <a:off x="2431675"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E0EC43B-7C77-0938-9CB6-524E4E0CA59D}"/>
                </a:ext>
              </a:extLst>
            </p:cNvPr>
            <p:cNvCxnSpPr>
              <a:cxnSpLocks/>
            </p:cNvCxnSpPr>
            <p:nvPr/>
          </p:nvCxnSpPr>
          <p:spPr>
            <a:xfrm rot="5400000">
              <a:off x="2563289"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CA42D8A-A991-CB3F-E992-09D1F4955B38}"/>
                </a:ext>
              </a:extLst>
            </p:cNvPr>
            <p:cNvCxnSpPr>
              <a:cxnSpLocks/>
            </p:cNvCxnSpPr>
            <p:nvPr/>
          </p:nvCxnSpPr>
          <p:spPr>
            <a:xfrm rot="5400000">
              <a:off x="2694903"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A7685DA-91F5-734F-F28E-3F917AEA7EF1}"/>
                </a:ext>
              </a:extLst>
            </p:cNvPr>
            <p:cNvCxnSpPr>
              <a:cxnSpLocks/>
            </p:cNvCxnSpPr>
            <p:nvPr/>
          </p:nvCxnSpPr>
          <p:spPr>
            <a:xfrm rot="5400000">
              <a:off x="2826517"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CF940D1-5790-8D4D-D3D6-7C44180AB51C}"/>
                </a:ext>
              </a:extLst>
            </p:cNvPr>
            <p:cNvCxnSpPr>
              <a:cxnSpLocks/>
            </p:cNvCxnSpPr>
            <p:nvPr/>
          </p:nvCxnSpPr>
          <p:spPr>
            <a:xfrm rot="5400000">
              <a:off x="2958133"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92" name="Flowchart: Manual Operation 33">
            <a:extLst>
              <a:ext uri="{FF2B5EF4-FFF2-40B4-BE49-F238E27FC236}">
                <a16:creationId xmlns:a16="http://schemas.microsoft.com/office/drawing/2014/main" id="{A9DB56CD-A5FA-43E4-FFEA-3611B8F365A2}"/>
              </a:ext>
            </a:extLst>
          </p:cNvPr>
          <p:cNvSpPr/>
          <p:nvPr/>
        </p:nvSpPr>
        <p:spPr>
          <a:xfrm>
            <a:off x="7654262" y="6038775"/>
            <a:ext cx="1055509" cy="240369"/>
          </a:xfrm>
          <a:prstGeom prst="flowChartManualOperation">
            <a:avLst/>
          </a:prstGeom>
          <a:solidFill>
            <a:schemeClr val="bg1"/>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a:solidFill>
                  <a:srgbClr val="D9D9D9"/>
                </a:solidFill>
              </a:rPr>
              <a:t>serializer</a:t>
            </a:r>
          </a:p>
        </p:txBody>
      </p:sp>
      <p:sp>
        <p:nvSpPr>
          <p:cNvPr id="93" name="TextBox 92">
            <a:extLst>
              <a:ext uri="{FF2B5EF4-FFF2-40B4-BE49-F238E27FC236}">
                <a16:creationId xmlns:a16="http://schemas.microsoft.com/office/drawing/2014/main" id="{3A4640AC-D63D-4F4F-C893-81423719E876}"/>
              </a:ext>
            </a:extLst>
          </p:cNvPr>
          <p:cNvSpPr txBox="1"/>
          <p:nvPr/>
        </p:nvSpPr>
        <p:spPr>
          <a:xfrm>
            <a:off x="8447242" y="6493296"/>
            <a:ext cx="1116665" cy="338554"/>
          </a:xfrm>
          <a:prstGeom prst="rect">
            <a:avLst/>
          </a:prstGeom>
          <a:noFill/>
          <a:ln>
            <a:solidFill>
              <a:schemeClr val="bg1"/>
            </a:solidFill>
          </a:ln>
        </p:spPr>
        <p:txBody>
          <a:bodyPr wrap="square">
            <a:spAutoFit/>
          </a:bodyPr>
          <a:lstStyle/>
          <a:p>
            <a:pPr algn="ctr"/>
            <a:r>
              <a:rPr lang="en-US" sz="1600">
                <a:solidFill>
                  <a:srgbClr val="D9D9D9"/>
                </a:solidFill>
              </a:rPr>
              <a:t>IO drivers</a:t>
            </a:r>
          </a:p>
        </p:txBody>
      </p:sp>
      <p:grpSp>
        <p:nvGrpSpPr>
          <p:cNvPr id="94" name="Group 93">
            <a:extLst>
              <a:ext uri="{FF2B5EF4-FFF2-40B4-BE49-F238E27FC236}">
                <a16:creationId xmlns:a16="http://schemas.microsoft.com/office/drawing/2014/main" id="{D26FEF42-7C18-D2D5-664F-4B2AC7A5C1D8}"/>
              </a:ext>
            </a:extLst>
          </p:cNvPr>
          <p:cNvGrpSpPr/>
          <p:nvPr/>
        </p:nvGrpSpPr>
        <p:grpSpPr>
          <a:xfrm>
            <a:off x="7813434" y="6557835"/>
            <a:ext cx="748766" cy="187940"/>
            <a:chOff x="2798337" y="4988585"/>
            <a:chExt cx="748766" cy="187940"/>
          </a:xfrm>
          <a:solidFill>
            <a:schemeClr val="bg1"/>
          </a:solidFill>
        </p:grpSpPr>
        <p:sp>
          <p:nvSpPr>
            <p:cNvPr id="95" name="Isosceles Triangle 40">
              <a:extLst>
                <a:ext uri="{FF2B5EF4-FFF2-40B4-BE49-F238E27FC236}">
                  <a16:creationId xmlns:a16="http://schemas.microsoft.com/office/drawing/2014/main" id="{4DDF0C1B-775A-D262-37E6-DDC953493A6E}"/>
                </a:ext>
              </a:extLst>
            </p:cNvPr>
            <p:cNvSpPr/>
            <p:nvPr/>
          </p:nvSpPr>
          <p:spPr>
            <a:xfrm rot="10800000">
              <a:off x="2798337"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96" name="Isosceles Triangle 41">
              <a:extLst>
                <a:ext uri="{FF2B5EF4-FFF2-40B4-BE49-F238E27FC236}">
                  <a16:creationId xmlns:a16="http://schemas.microsoft.com/office/drawing/2014/main" id="{EB41D227-55AF-7010-E11D-2B97FC95239F}"/>
                </a:ext>
              </a:extLst>
            </p:cNvPr>
            <p:cNvSpPr/>
            <p:nvPr/>
          </p:nvSpPr>
          <p:spPr>
            <a:xfrm rot="10800000">
              <a:off x="2931026"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97" name="Isosceles Triangle 42">
              <a:extLst>
                <a:ext uri="{FF2B5EF4-FFF2-40B4-BE49-F238E27FC236}">
                  <a16:creationId xmlns:a16="http://schemas.microsoft.com/office/drawing/2014/main" id="{BD37B65F-6D32-1E5B-7886-725CD3808D2C}"/>
                </a:ext>
              </a:extLst>
            </p:cNvPr>
            <p:cNvSpPr/>
            <p:nvPr/>
          </p:nvSpPr>
          <p:spPr>
            <a:xfrm rot="10800000">
              <a:off x="3063715"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98" name="Isosceles Triangle 43">
              <a:extLst>
                <a:ext uri="{FF2B5EF4-FFF2-40B4-BE49-F238E27FC236}">
                  <a16:creationId xmlns:a16="http://schemas.microsoft.com/office/drawing/2014/main" id="{AB5F136F-E5CA-0982-9FB0-A8CAEC59772E}"/>
                </a:ext>
              </a:extLst>
            </p:cNvPr>
            <p:cNvSpPr/>
            <p:nvPr/>
          </p:nvSpPr>
          <p:spPr>
            <a:xfrm rot="10800000">
              <a:off x="3196404"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99" name="Isosceles Triangle 44">
              <a:extLst>
                <a:ext uri="{FF2B5EF4-FFF2-40B4-BE49-F238E27FC236}">
                  <a16:creationId xmlns:a16="http://schemas.microsoft.com/office/drawing/2014/main" id="{86F7FF29-4DA6-0587-8B09-2F24D056A3FF}"/>
                </a:ext>
              </a:extLst>
            </p:cNvPr>
            <p:cNvSpPr/>
            <p:nvPr/>
          </p:nvSpPr>
          <p:spPr>
            <a:xfrm rot="10800000">
              <a:off x="3329092"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grpSp>
      <p:grpSp>
        <p:nvGrpSpPr>
          <p:cNvPr id="100" name="Group 99">
            <a:extLst>
              <a:ext uri="{FF2B5EF4-FFF2-40B4-BE49-F238E27FC236}">
                <a16:creationId xmlns:a16="http://schemas.microsoft.com/office/drawing/2014/main" id="{97E678BC-FD51-E7C6-8C38-84973A452B10}"/>
              </a:ext>
            </a:extLst>
          </p:cNvPr>
          <p:cNvGrpSpPr/>
          <p:nvPr/>
        </p:nvGrpSpPr>
        <p:grpSpPr>
          <a:xfrm>
            <a:off x="7660869" y="6216068"/>
            <a:ext cx="315782" cy="338554"/>
            <a:chOff x="708872" y="5073088"/>
            <a:chExt cx="315782" cy="338554"/>
          </a:xfrm>
        </p:grpSpPr>
        <p:sp>
          <p:nvSpPr>
            <p:cNvPr id="101" name="TextBox 100">
              <a:extLst>
                <a:ext uri="{FF2B5EF4-FFF2-40B4-BE49-F238E27FC236}">
                  <a16:creationId xmlns:a16="http://schemas.microsoft.com/office/drawing/2014/main" id="{03A14B66-24B9-3F6A-3574-CE8222D92C40}"/>
                </a:ext>
              </a:extLst>
            </p:cNvPr>
            <p:cNvSpPr txBox="1"/>
            <p:nvPr/>
          </p:nvSpPr>
          <p:spPr>
            <a:xfrm>
              <a:off x="708872" y="5073088"/>
              <a:ext cx="270026" cy="338554"/>
            </a:xfrm>
            <a:prstGeom prst="rect">
              <a:avLst/>
            </a:prstGeom>
            <a:noFill/>
          </p:spPr>
          <p:txBody>
            <a:bodyPr wrap="square">
              <a:spAutoFit/>
            </a:bodyPr>
            <a:lstStyle/>
            <a:p>
              <a:pPr defTabSz="914400">
                <a:defRPr/>
              </a:pPr>
              <a:r>
                <a:rPr lang="en-US" altLang="zh-CN" sz="1600">
                  <a:solidFill>
                    <a:srgbClr val="D9D9D9"/>
                  </a:solidFill>
                  <a:latin typeface="Calibri" panose="020F0502020204030204"/>
                </a:rPr>
                <a:t>1</a:t>
              </a:r>
            </a:p>
          </p:txBody>
        </p:sp>
        <p:cxnSp>
          <p:nvCxnSpPr>
            <p:cNvPr id="102" name="Straight Connector 101">
              <a:extLst>
                <a:ext uri="{FF2B5EF4-FFF2-40B4-BE49-F238E27FC236}">
                  <a16:creationId xmlns:a16="http://schemas.microsoft.com/office/drawing/2014/main" id="{AB24DD50-207D-D33A-EA43-4B42B354F38C}"/>
                </a:ext>
              </a:extLst>
            </p:cNvPr>
            <p:cNvCxnSpPr>
              <a:cxnSpLocks/>
            </p:cNvCxnSpPr>
            <p:nvPr/>
          </p:nvCxnSpPr>
          <p:spPr>
            <a:xfrm flipH="1">
              <a:off x="909152" y="5210733"/>
              <a:ext cx="115502" cy="115502"/>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grpSp>
      <p:sp>
        <p:nvSpPr>
          <p:cNvPr id="103" name="TextBox 102">
            <a:extLst>
              <a:ext uri="{FF2B5EF4-FFF2-40B4-BE49-F238E27FC236}">
                <a16:creationId xmlns:a16="http://schemas.microsoft.com/office/drawing/2014/main" id="{B21D313E-AAFC-C0FC-CFD0-376780D1BA02}"/>
              </a:ext>
            </a:extLst>
          </p:cNvPr>
          <p:cNvSpPr txBox="1"/>
          <p:nvPr/>
        </p:nvSpPr>
        <p:spPr>
          <a:xfrm>
            <a:off x="7299128" y="7020924"/>
            <a:ext cx="2042565" cy="461665"/>
          </a:xfrm>
          <a:prstGeom prst="rect">
            <a:avLst/>
          </a:prstGeom>
          <a:noFill/>
        </p:spPr>
        <p:txBody>
          <a:bodyPr wrap="square">
            <a:spAutoFit/>
          </a:bodyPr>
          <a:lstStyle/>
          <a:p>
            <a:pPr algn="ctr"/>
            <a:r>
              <a:rPr lang="en-US" sz="2400" b="1" dirty="0">
                <a:solidFill>
                  <a:srgbClr val="FF0000"/>
                </a:solidFill>
              </a:rPr>
              <a:t>Pin disabled</a:t>
            </a:r>
          </a:p>
        </p:txBody>
      </p:sp>
      <p:sp>
        <p:nvSpPr>
          <p:cNvPr id="104" name="TextBox 103">
            <a:extLst>
              <a:ext uri="{FF2B5EF4-FFF2-40B4-BE49-F238E27FC236}">
                <a16:creationId xmlns:a16="http://schemas.microsoft.com/office/drawing/2014/main" id="{4828F06D-C0E6-B8A9-BEC4-E81B483F8280}"/>
              </a:ext>
            </a:extLst>
          </p:cNvPr>
          <p:cNvSpPr txBox="1"/>
          <p:nvPr/>
        </p:nvSpPr>
        <p:spPr>
          <a:xfrm>
            <a:off x="8095691" y="2631272"/>
            <a:ext cx="1578574" cy="461665"/>
          </a:xfrm>
          <a:prstGeom prst="rect">
            <a:avLst/>
          </a:prstGeom>
          <a:noFill/>
        </p:spPr>
        <p:txBody>
          <a:bodyPr wrap="square">
            <a:spAutoFit/>
          </a:bodyPr>
          <a:lstStyle/>
          <a:p>
            <a:pPr defTabSz="914400">
              <a:defRPr/>
            </a:pPr>
            <a:r>
              <a:rPr lang="en-US" altLang="zh-CN" sz="2400" b="1" dirty="0">
                <a:solidFill>
                  <a:schemeClr val="accent1">
                    <a:lumMod val="75000"/>
                  </a:schemeClr>
                </a:solidFill>
              </a:rPr>
              <a:t>ECC chip</a:t>
            </a:r>
          </a:p>
        </p:txBody>
      </p:sp>
      <p:sp>
        <p:nvSpPr>
          <p:cNvPr id="105" name="Rounded Rectangle 104">
            <a:extLst>
              <a:ext uri="{FF2B5EF4-FFF2-40B4-BE49-F238E27FC236}">
                <a16:creationId xmlns:a16="http://schemas.microsoft.com/office/drawing/2014/main" id="{4D8AA844-A91F-AF67-0295-DBF71421B4D3}"/>
              </a:ext>
            </a:extLst>
          </p:cNvPr>
          <p:cNvSpPr/>
          <p:nvPr/>
        </p:nvSpPr>
        <p:spPr>
          <a:xfrm>
            <a:off x="9644773"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ounded Rectangle 105">
            <a:extLst>
              <a:ext uri="{FF2B5EF4-FFF2-40B4-BE49-F238E27FC236}">
                <a16:creationId xmlns:a16="http://schemas.microsoft.com/office/drawing/2014/main" id="{72DE9E90-EA59-BC04-47EF-9AEE5FA06058}"/>
              </a:ext>
            </a:extLst>
          </p:cNvPr>
          <p:cNvSpPr/>
          <p:nvPr/>
        </p:nvSpPr>
        <p:spPr>
          <a:xfrm>
            <a:off x="9604837"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ounded Rectangle 106">
            <a:extLst>
              <a:ext uri="{FF2B5EF4-FFF2-40B4-BE49-F238E27FC236}">
                <a16:creationId xmlns:a16="http://schemas.microsoft.com/office/drawing/2014/main" id="{093A2735-B05D-3374-4990-B9ECCFF87A58}"/>
              </a:ext>
            </a:extLst>
          </p:cNvPr>
          <p:cNvSpPr/>
          <p:nvPr/>
        </p:nvSpPr>
        <p:spPr>
          <a:xfrm>
            <a:off x="9560232"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ounded Rectangle 107">
            <a:extLst>
              <a:ext uri="{FF2B5EF4-FFF2-40B4-BE49-F238E27FC236}">
                <a16:creationId xmlns:a16="http://schemas.microsoft.com/office/drawing/2014/main" id="{82D52A58-8511-8ADD-70F5-364F17A0F4B8}"/>
              </a:ext>
            </a:extLst>
          </p:cNvPr>
          <p:cNvSpPr/>
          <p:nvPr/>
        </p:nvSpPr>
        <p:spPr>
          <a:xfrm>
            <a:off x="9516266"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ounded Rectangle 108">
            <a:extLst>
              <a:ext uri="{FF2B5EF4-FFF2-40B4-BE49-F238E27FC236}">
                <a16:creationId xmlns:a16="http://schemas.microsoft.com/office/drawing/2014/main" id="{4026B8C2-73D2-0CD9-3517-BE27F263940E}"/>
              </a:ext>
            </a:extLst>
          </p:cNvPr>
          <p:cNvSpPr/>
          <p:nvPr/>
        </p:nvSpPr>
        <p:spPr>
          <a:xfrm>
            <a:off x="8451240"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109">
            <a:extLst>
              <a:ext uri="{FF2B5EF4-FFF2-40B4-BE49-F238E27FC236}">
                <a16:creationId xmlns:a16="http://schemas.microsoft.com/office/drawing/2014/main" id="{45F4BB6E-4C7B-0C35-DA37-257FAF134FD4}"/>
              </a:ext>
            </a:extLst>
          </p:cNvPr>
          <p:cNvSpPr/>
          <p:nvPr/>
        </p:nvSpPr>
        <p:spPr>
          <a:xfrm>
            <a:off x="8411304"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110">
            <a:extLst>
              <a:ext uri="{FF2B5EF4-FFF2-40B4-BE49-F238E27FC236}">
                <a16:creationId xmlns:a16="http://schemas.microsoft.com/office/drawing/2014/main" id="{A7C7B166-C1B3-F5E1-A579-6EEA6381E88E}"/>
              </a:ext>
            </a:extLst>
          </p:cNvPr>
          <p:cNvSpPr/>
          <p:nvPr/>
        </p:nvSpPr>
        <p:spPr>
          <a:xfrm>
            <a:off x="8366699"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ounded Rectangle 111">
            <a:extLst>
              <a:ext uri="{FF2B5EF4-FFF2-40B4-BE49-F238E27FC236}">
                <a16:creationId xmlns:a16="http://schemas.microsoft.com/office/drawing/2014/main" id="{B7C79C47-F25C-2613-1BE9-0CBF4272D0E4}"/>
              </a:ext>
            </a:extLst>
          </p:cNvPr>
          <p:cNvSpPr/>
          <p:nvPr/>
        </p:nvSpPr>
        <p:spPr>
          <a:xfrm>
            <a:off x="8322733"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Connector 112">
            <a:extLst>
              <a:ext uri="{FF2B5EF4-FFF2-40B4-BE49-F238E27FC236}">
                <a16:creationId xmlns:a16="http://schemas.microsoft.com/office/drawing/2014/main" id="{35E99294-2026-F1E7-0329-37A08D7BD1C0}"/>
              </a:ext>
            </a:extLst>
          </p:cNvPr>
          <p:cNvCxnSpPr>
            <a:cxnSpLocks/>
          </p:cNvCxnSpPr>
          <p:nvPr/>
        </p:nvCxnSpPr>
        <p:spPr>
          <a:xfrm flipV="1">
            <a:off x="7665653"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8B0603A-6F0C-8D73-75A6-C6CBFC6F32E3}"/>
              </a:ext>
            </a:extLst>
          </p:cNvPr>
          <p:cNvCxnSpPr>
            <a:cxnSpLocks/>
          </p:cNvCxnSpPr>
          <p:nvPr/>
        </p:nvCxnSpPr>
        <p:spPr>
          <a:xfrm flipV="1">
            <a:off x="8815342"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6CAEFD1-7CCF-50FE-4BCC-34C084AFA27A}"/>
              </a:ext>
            </a:extLst>
          </p:cNvPr>
          <p:cNvCxnSpPr>
            <a:cxnSpLocks/>
          </p:cNvCxnSpPr>
          <p:nvPr/>
        </p:nvCxnSpPr>
        <p:spPr>
          <a:xfrm flipV="1">
            <a:off x="9984655"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3657DEBE-50E8-2F90-2BE1-944B23635D54}"/>
              </a:ext>
            </a:extLst>
          </p:cNvPr>
          <p:cNvCxnSpPr/>
          <p:nvPr/>
        </p:nvCxnSpPr>
        <p:spPr>
          <a:xfrm>
            <a:off x="5407573" y="5032303"/>
            <a:ext cx="1418897" cy="0"/>
          </a:xfrm>
          <a:prstGeom prst="straightConnector1">
            <a:avLst/>
          </a:prstGeom>
          <a:ln w="63500">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493099033"/>
      </p:ext>
    </p:extLst>
  </p:cSld>
  <p:clrMapOvr>
    <a:masterClrMapping/>
  </p:clrMapOvr>
  <mc:AlternateContent xmlns:mc="http://schemas.openxmlformats.org/markup-compatibility/2006" xmlns:p14="http://schemas.microsoft.com/office/powerpoint/2010/main">
    <mc:Choice Requires="p14">
      <p:transition spd="slow" p14:dur="2000" advTm="30534"/>
    </mc:Choice>
    <mc:Fallback xmlns="">
      <p:transition spd="slow" advTm="305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69" grpId="0" animBg="1"/>
      <p:bldP spid="70" grpId="0" animBg="1"/>
      <p:bldP spid="73" grpId="0" animBg="1"/>
      <p:bldP spid="92" grpId="0" animBg="1"/>
      <p:bldP spid="93" grpId="0" animBg="1"/>
      <p:bldP spid="103" grpId="0"/>
      <p:bldP spid="104" grpId="0"/>
      <p:bldP spid="105" grpId="0" animBg="1"/>
      <p:bldP spid="106" grpId="0" animBg="1"/>
      <p:bldP spid="107" grpId="0" animBg="1"/>
      <p:bldP spid="108" grpId="0" animBg="1"/>
      <p:bldP spid="109" grpId="0" animBg="1"/>
      <p:bldP spid="110" grpId="0" animBg="1"/>
      <p:bldP spid="111" grpId="0" animBg="1"/>
      <p:bldP spid="11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B7932-8D86-7946-1361-91EAA5B0D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08F76-9BDF-A65E-116F-2DC50D49A32C}"/>
              </a:ext>
            </a:extLst>
          </p:cNvPr>
          <p:cNvSpPr>
            <a:spLocks noGrp="1"/>
          </p:cNvSpPr>
          <p:nvPr>
            <p:ph type="title"/>
          </p:nvPr>
        </p:nvSpPr>
        <p:spPr/>
        <p:txBody>
          <a:bodyPr/>
          <a:lstStyle/>
          <a:p>
            <a:r>
              <a:rPr lang="en-US" dirty="0"/>
              <a:t>Detection Capability</a:t>
            </a:r>
          </a:p>
        </p:txBody>
      </p:sp>
      <p:sp>
        <p:nvSpPr>
          <p:cNvPr id="11" name="Rectangle 10">
            <a:extLst>
              <a:ext uri="{FF2B5EF4-FFF2-40B4-BE49-F238E27FC236}">
                <a16:creationId xmlns:a16="http://schemas.microsoft.com/office/drawing/2014/main" id="{1C97D9C4-5F44-8E61-F8E5-B320CBFEFF8D}"/>
              </a:ext>
            </a:extLst>
          </p:cNvPr>
          <p:cNvSpPr/>
          <p:nvPr/>
        </p:nvSpPr>
        <p:spPr>
          <a:xfrm>
            <a:off x="1253254" y="2773669"/>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12" name="Rectangle 11">
            <a:extLst>
              <a:ext uri="{FF2B5EF4-FFF2-40B4-BE49-F238E27FC236}">
                <a16:creationId xmlns:a16="http://schemas.microsoft.com/office/drawing/2014/main" id="{CEC09F57-6EA5-FA0D-2005-A7699D6CD5EA}"/>
              </a:ext>
            </a:extLst>
          </p:cNvPr>
          <p:cNvSpPr/>
          <p:nvPr/>
        </p:nvSpPr>
        <p:spPr>
          <a:xfrm>
            <a:off x="8784585" y="2773669"/>
            <a:ext cx="1828800" cy="548640"/>
          </a:xfrm>
          <a:prstGeom prst="rect">
            <a:avLst/>
          </a:prstGeom>
          <a:solidFill>
            <a:schemeClr val="accent1">
              <a:lumMod val="20000"/>
              <a:lumOff val="80000"/>
              <a:alpha val="99000"/>
            </a:schemeClr>
          </a:solid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128b Parity</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3ACC3506-4EBE-D90D-00B5-A9541AFC8FA8}"/>
                  </a:ext>
                </a:extLst>
              </p:cNvPr>
              <p:cNvSpPr txBox="1"/>
              <p:nvPr/>
            </p:nvSpPr>
            <p:spPr>
              <a:xfrm>
                <a:off x="1807903" y="3374232"/>
                <a:ext cx="8087214" cy="523220"/>
              </a:xfrm>
              <a:prstGeom prst="rect">
                <a:avLst/>
              </a:prstGeom>
              <a:noFill/>
            </p:spPr>
            <p:txBody>
              <a:bodyPr wrap="none" rtlCol="0">
                <a:spAutoFit/>
              </a:bodyPr>
              <a:lstStyle/>
              <a:p>
                <a:r>
                  <a:rPr lang="en-US" sz="2800" dirty="0"/>
                  <a:t>Collusion probability=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2</m:t>
                        </m:r>
                      </m:e>
                      <m:sup>
                        <m:r>
                          <a:rPr lang="en-US" sz="2800" i="1" dirty="0">
                            <a:latin typeface="Cambria Math" panose="02040503050406030204" pitchFamily="18" charset="0"/>
                          </a:rPr>
                          <m:t>−128</m:t>
                        </m:r>
                      </m:sup>
                    </m:sSup>
                  </m:oMath>
                </a14:m>
                <a:r>
                  <a:rPr lang="en-US" sz="2800" dirty="0"/>
                  <a:t>&gt;&gt; 512 single bit flip cases</a:t>
                </a:r>
              </a:p>
            </p:txBody>
          </p:sp>
        </mc:Choice>
        <mc:Fallback>
          <p:sp>
            <p:nvSpPr>
              <p:cNvPr id="14" name="TextBox 13">
                <a:extLst>
                  <a:ext uri="{FF2B5EF4-FFF2-40B4-BE49-F238E27FC236}">
                    <a16:creationId xmlns:a16="http://schemas.microsoft.com/office/drawing/2014/main" id="{3ACC3506-4EBE-D90D-00B5-A9541AFC8FA8}"/>
                  </a:ext>
                </a:extLst>
              </p:cNvPr>
              <p:cNvSpPr txBox="1">
                <a:spLocks noRot="1" noChangeAspect="1" noMove="1" noResize="1" noEditPoints="1" noAdjustHandles="1" noChangeArrowheads="1" noChangeShapeType="1" noTextEdit="1"/>
              </p:cNvSpPr>
              <p:nvPr/>
            </p:nvSpPr>
            <p:spPr>
              <a:xfrm>
                <a:off x="1807903" y="3374232"/>
                <a:ext cx="8087214" cy="523220"/>
              </a:xfrm>
              <a:prstGeom prst="rect">
                <a:avLst/>
              </a:prstGeom>
              <a:blipFill>
                <a:blip r:embed="rId4"/>
                <a:stretch>
                  <a:fillRect l="-1584" t="-11765" r="-679" b="-34118"/>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AC1C0C2E-E751-05A9-99BA-7AF65C7EEC52}"/>
              </a:ext>
            </a:extLst>
          </p:cNvPr>
          <p:cNvSpPr/>
          <p:nvPr/>
        </p:nvSpPr>
        <p:spPr>
          <a:xfrm>
            <a:off x="1253254" y="6370331"/>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E795CAC-6A22-B60C-4275-0E329E301B2B}"/>
                  </a:ext>
                </a:extLst>
              </p:cNvPr>
              <p:cNvSpPr txBox="1"/>
              <p:nvPr/>
            </p:nvSpPr>
            <p:spPr>
              <a:xfrm>
                <a:off x="1807903" y="7002858"/>
                <a:ext cx="8479950" cy="523220"/>
              </a:xfrm>
              <a:prstGeom prst="rect">
                <a:avLst/>
              </a:prstGeom>
              <a:noFill/>
            </p:spPr>
            <p:txBody>
              <a:bodyPr wrap="none" rtlCol="0">
                <a:spAutoFit/>
              </a:bodyPr>
              <a:lstStyle/>
              <a:p>
                <a:r>
                  <a:rPr lang="en-US" sz="2800" dirty="0"/>
                  <a:t>Collusion probability= </a:t>
                </a:r>
                <a14:m>
                  <m:oMath xmlns:m="http://schemas.openxmlformats.org/officeDocument/2006/math">
                    <m:sSup>
                      <m:sSupPr>
                        <m:ctrlPr>
                          <a:rPr lang="en-US" sz="2800" i="1" dirty="0">
                            <a:latin typeface="Cambria Math" panose="02040503050406030204" pitchFamily="18" charset="0"/>
                          </a:rPr>
                        </m:ctrlPr>
                      </m:sSupPr>
                      <m:e>
                        <m:r>
                          <a:rPr lang="en-US" sz="2800" i="1" dirty="0">
                            <a:latin typeface="Cambria Math" panose="02040503050406030204" pitchFamily="18" charset="0"/>
                          </a:rPr>
                          <m:t>2</m:t>
                        </m:r>
                      </m:e>
                      <m:sup>
                        <m:r>
                          <a:rPr lang="en-US" sz="2800" i="1" dirty="0">
                            <a:latin typeface="Cambria Math" panose="02040503050406030204" pitchFamily="18" charset="0"/>
                          </a:rPr>
                          <m:t>−64</m:t>
                        </m:r>
                      </m:sup>
                    </m:sSup>
                  </m:oMath>
                </a14:m>
                <a:r>
                  <a:rPr lang="en-US" sz="2800" dirty="0"/>
                  <a:t>&gt;&gt; 512*16 single bit flip cases</a:t>
                </a:r>
              </a:p>
            </p:txBody>
          </p:sp>
        </mc:Choice>
        <mc:Fallback>
          <p:sp>
            <p:nvSpPr>
              <p:cNvPr id="5" name="TextBox 4">
                <a:extLst>
                  <a:ext uri="{FF2B5EF4-FFF2-40B4-BE49-F238E27FC236}">
                    <a16:creationId xmlns:a16="http://schemas.microsoft.com/office/drawing/2014/main" id="{9E795CAC-6A22-B60C-4275-0E329E301B2B}"/>
                  </a:ext>
                </a:extLst>
              </p:cNvPr>
              <p:cNvSpPr txBox="1">
                <a:spLocks noRot="1" noChangeAspect="1" noMove="1" noResize="1" noEditPoints="1" noAdjustHandles="1" noChangeArrowheads="1" noChangeShapeType="1" noTextEdit="1"/>
              </p:cNvSpPr>
              <p:nvPr/>
            </p:nvSpPr>
            <p:spPr>
              <a:xfrm>
                <a:off x="1807903" y="7002858"/>
                <a:ext cx="8479950" cy="523220"/>
              </a:xfrm>
              <a:prstGeom prst="rect">
                <a:avLst/>
              </a:prstGeom>
              <a:blipFill>
                <a:blip r:embed="rId5"/>
                <a:stretch>
                  <a:fillRect l="-1510" t="-11628" r="-575" b="-32558"/>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D6EC32B8-06C8-86E2-F1AC-9ED9310B5BE8}"/>
              </a:ext>
            </a:extLst>
          </p:cNvPr>
          <p:cNvSpPr/>
          <p:nvPr/>
        </p:nvSpPr>
        <p:spPr>
          <a:xfrm>
            <a:off x="1253254" y="5064664"/>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7" name="Rectangle 6">
            <a:extLst>
              <a:ext uri="{FF2B5EF4-FFF2-40B4-BE49-F238E27FC236}">
                <a16:creationId xmlns:a16="http://schemas.microsoft.com/office/drawing/2014/main" id="{B288B678-B5C2-7BA2-D970-647A21184625}"/>
              </a:ext>
            </a:extLst>
          </p:cNvPr>
          <p:cNvSpPr/>
          <p:nvPr/>
        </p:nvSpPr>
        <p:spPr>
          <a:xfrm>
            <a:off x="1253254" y="4379465"/>
            <a:ext cx="7315200" cy="548640"/>
          </a:xfrm>
          <a:prstGeom prst="rect">
            <a:avLst/>
          </a:prstGeom>
          <a:solidFill>
            <a:schemeClr val="bg1">
              <a:lumMod val="95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512b </a:t>
            </a:r>
            <a:r>
              <a:rPr lang="en-US" sz="2400" dirty="0" err="1">
                <a:solidFill>
                  <a:schemeClr val="tx1"/>
                </a:solidFill>
              </a:rPr>
              <a:t>Cacheline</a:t>
            </a:r>
            <a:endParaRPr lang="en-US" sz="2400" dirty="0">
              <a:solidFill>
                <a:schemeClr val="tx1"/>
              </a:solidFill>
            </a:endParaRPr>
          </a:p>
        </p:txBody>
      </p:sp>
      <p:sp>
        <p:nvSpPr>
          <p:cNvPr id="8" name="TextBox 7">
            <a:extLst>
              <a:ext uri="{FF2B5EF4-FFF2-40B4-BE49-F238E27FC236}">
                <a16:creationId xmlns:a16="http://schemas.microsoft.com/office/drawing/2014/main" id="{5A994883-1D33-47CD-BA28-90D5EBB34544}"/>
              </a:ext>
            </a:extLst>
          </p:cNvPr>
          <p:cNvSpPr txBox="1"/>
          <p:nvPr/>
        </p:nvSpPr>
        <p:spPr>
          <a:xfrm rot="5400000">
            <a:off x="4973200" y="5621426"/>
            <a:ext cx="602672" cy="727364"/>
          </a:xfrm>
          <a:prstGeom prst="rect">
            <a:avLst/>
          </a:prstGeom>
          <a:noFill/>
        </p:spPr>
        <p:txBody>
          <a:bodyPr wrap="square" rtlCol="0">
            <a:spAutoFit/>
          </a:bodyPr>
          <a:lstStyle/>
          <a:p>
            <a:r>
              <a:rPr lang="en-US" sz="4000" dirty="0"/>
              <a:t>…</a:t>
            </a:r>
          </a:p>
        </p:txBody>
      </p:sp>
      <p:sp>
        <p:nvSpPr>
          <p:cNvPr id="16" name="Rectangle 15">
            <a:extLst>
              <a:ext uri="{FF2B5EF4-FFF2-40B4-BE49-F238E27FC236}">
                <a16:creationId xmlns:a16="http://schemas.microsoft.com/office/drawing/2014/main" id="{FB264AE2-2688-DEA2-1ACC-E895CA424876}"/>
              </a:ext>
            </a:extLst>
          </p:cNvPr>
          <p:cNvSpPr/>
          <p:nvPr/>
        </p:nvSpPr>
        <p:spPr>
          <a:xfrm>
            <a:off x="8784585" y="4387253"/>
            <a:ext cx="1828800" cy="548640"/>
          </a:xfrm>
          <a:prstGeom prst="rect">
            <a:avLst/>
          </a:prstGeom>
          <a:solidFill>
            <a:schemeClr val="bg1">
              <a:alpha val="99000"/>
            </a:schemeClr>
          </a:solidFill>
          <a:ln w="38100">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128b Parity</a:t>
            </a:r>
          </a:p>
        </p:txBody>
      </p:sp>
      <p:sp>
        <p:nvSpPr>
          <p:cNvPr id="17" name="Rectangle 16">
            <a:extLst>
              <a:ext uri="{FF2B5EF4-FFF2-40B4-BE49-F238E27FC236}">
                <a16:creationId xmlns:a16="http://schemas.microsoft.com/office/drawing/2014/main" id="{DB1A44FA-901D-4B5C-D08F-02D7897326A6}"/>
              </a:ext>
            </a:extLst>
          </p:cNvPr>
          <p:cNvSpPr/>
          <p:nvPr/>
        </p:nvSpPr>
        <p:spPr>
          <a:xfrm>
            <a:off x="8784585" y="5072786"/>
            <a:ext cx="1828800" cy="548640"/>
          </a:xfrm>
          <a:prstGeom prst="rect">
            <a:avLst/>
          </a:prstGeom>
          <a:solidFill>
            <a:schemeClr val="bg1">
              <a:alpha val="99000"/>
            </a:schemeClr>
          </a:solidFill>
          <a:ln w="38100">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128b Parity</a:t>
            </a:r>
          </a:p>
        </p:txBody>
      </p:sp>
      <p:sp>
        <p:nvSpPr>
          <p:cNvPr id="18" name="Rectangle 17">
            <a:extLst>
              <a:ext uri="{FF2B5EF4-FFF2-40B4-BE49-F238E27FC236}">
                <a16:creationId xmlns:a16="http://schemas.microsoft.com/office/drawing/2014/main" id="{2F4FC5AD-552D-5A8A-07D2-A5BA962DE228}"/>
              </a:ext>
            </a:extLst>
          </p:cNvPr>
          <p:cNvSpPr/>
          <p:nvPr/>
        </p:nvSpPr>
        <p:spPr>
          <a:xfrm>
            <a:off x="8784585" y="6370331"/>
            <a:ext cx="1828800" cy="548640"/>
          </a:xfrm>
          <a:prstGeom prst="rect">
            <a:avLst/>
          </a:prstGeom>
          <a:solidFill>
            <a:schemeClr val="bg1">
              <a:alpha val="99000"/>
            </a:schemeClr>
          </a:solidFill>
          <a:ln w="38100">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128b Parity</a:t>
            </a:r>
          </a:p>
        </p:txBody>
      </p:sp>
      <p:sp>
        <p:nvSpPr>
          <p:cNvPr id="9" name="Rectangle 8">
            <a:extLst>
              <a:ext uri="{FF2B5EF4-FFF2-40B4-BE49-F238E27FC236}">
                <a16:creationId xmlns:a16="http://schemas.microsoft.com/office/drawing/2014/main" id="{A157D34C-9C39-6B84-4678-B4BA8C4E6DA7}"/>
              </a:ext>
            </a:extLst>
          </p:cNvPr>
          <p:cNvSpPr/>
          <p:nvPr/>
        </p:nvSpPr>
        <p:spPr>
          <a:xfrm>
            <a:off x="8679543" y="4263572"/>
            <a:ext cx="2100496" cy="2739287"/>
          </a:xfrm>
          <a:prstGeom prst="rect">
            <a:avLst/>
          </a:prstGeom>
          <a:solidFill>
            <a:schemeClr val="bg1">
              <a:alpha val="8586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BB8948A-66A7-8775-062C-B4E1B4F9FC6C}"/>
              </a:ext>
            </a:extLst>
          </p:cNvPr>
          <p:cNvSpPr/>
          <p:nvPr/>
        </p:nvSpPr>
        <p:spPr>
          <a:xfrm>
            <a:off x="10024346" y="5371035"/>
            <a:ext cx="914400" cy="548640"/>
          </a:xfrm>
          <a:prstGeom prst="rect">
            <a:avLst/>
          </a:prstGeom>
          <a:solidFill>
            <a:schemeClr val="accent1">
              <a:lumMod val="20000"/>
              <a:lumOff val="80000"/>
              <a:alpha val="99000"/>
            </a:schemeClr>
          </a:solid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64b</a:t>
            </a:r>
          </a:p>
        </p:txBody>
      </p:sp>
      <p:sp>
        <p:nvSpPr>
          <p:cNvPr id="15" name="Trapezoid 14">
            <a:extLst>
              <a:ext uri="{FF2B5EF4-FFF2-40B4-BE49-F238E27FC236}">
                <a16:creationId xmlns:a16="http://schemas.microsoft.com/office/drawing/2014/main" id="{6CE77BDD-1FD7-8839-532C-4A8B98A244C4}"/>
              </a:ext>
            </a:extLst>
          </p:cNvPr>
          <p:cNvSpPr/>
          <p:nvPr/>
        </p:nvSpPr>
        <p:spPr>
          <a:xfrm rot="5400000">
            <a:off x="7749783" y="5414271"/>
            <a:ext cx="2539507" cy="469900"/>
          </a:xfrm>
          <a:prstGeom prst="trapezoid">
            <a:avLst>
              <a:gd name="adj" fmla="val 442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CRC Unit</a:t>
            </a:r>
          </a:p>
        </p:txBody>
      </p:sp>
      <p:cxnSp>
        <p:nvCxnSpPr>
          <p:cNvPr id="20" name="Straight Connector 19">
            <a:extLst>
              <a:ext uri="{FF2B5EF4-FFF2-40B4-BE49-F238E27FC236}">
                <a16:creationId xmlns:a16="http://schemas.microsoft.com/office/drawing/2014/main" id="{F289ECA4-84BA-DA29-5453-83EA8669E440}"/>
              </a:ext>
            </a:extLst>
          </p:cNvPr>
          <p:cNvCxnSpPr>
            <a:cxnSpLocks/>
          </p:cNvCxnSpPr>
          <p:nvPr/>
        </p:nvCxnSpPr>
        <p:spPr>
          <a:xfrm>
            <a:off x="9312650" y="5683772"/>
            <a:ext cx="617838" cy="0"/>
          </a:xfrm>
          <a:prstGeom prst="line">
            <a:avLst/>
          </a:prstGeom>
          <a:ln w="38100">
            <a:solidFill>
              <a:schemeClr val="tx1"/>
            </a:solidFill>
            <a:headEnd type="none" w="med" len="sm"/>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20811741"/>
      </p:ext>
    </p:extLst>
  </p:cSld>
  <p:clrMapOvr>
    <a:masterClrMapping/>
  </p:clrMapOvr>
  <mc:AlternateContent xmlns:mc="http://schemas.openxmlformats.org/markup-compatibility/2006" xmlns:p14="http://schemas.microsoft.com/office/powerpoint/2010/main">
    <mc:Choice Requires="p14">
      <p:transition spd="slow" p14:dur="2000" advTm="19357"/>
    </mc:Choice>
    <mc:Fallback xmlns="">
      <p:transition spd="slow" advTm="19357"/>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30BD6-421A-E20F-970A-F7F2DAF45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D98DB-1E10-A037-9B13-D809C095CD11}"/>
              </a:ext>
            </a:extLst>
          </p:cNvPr>
          <p:cNvSpPr>
            <a:spLocks noGrp="1"/>
          </p:cNvSpPr>
          <p:nvPr>
            <p:ph type="title"/>
          </p:nvPr>
        </p:nvSpPr>
        <p:spPr/>
        <p:txBody>
          <a:bodyPr/>
          <a:lstStyle/>
          <a:p>
            <a:r>
              <a:rPr lang="en-US" dirty="0"/>
              <a:t>Error Detection &amp; Correction Logic</a:t>
            </a:r>
          </a:p>
        </p:txBody>
      </p:sp>
      <p:sp>
        <p:nvSpPr>
          <p:cNvPr id="4" name="Rectangle 3">
            <a:extLst>
              <a:ext uri="{FF2B5EF4-FFF2-40B4-BE49-F238E27FC236}">
                <a16:creationId xmlns:a16="http://schemas.microsoft.com/office/drawing/2014/main" id="{0241B113-BD5D-68E6-95C2-F80E1E1172BD}"/>
              </a:ext>
            </a:extLst>
          </p:cNvPr>
          <p:cNvSpPr/>
          <p:nvPr/>
        </p:nvSpPr>
        <p:spPr>
          <a:xfrm flipH="1">
            <a:off x="1186464" y="3018218"/>
            <a:ext cx="3649476" cy="4028170"/>
          </a:xfrm>
          <a:prstGeom prst="rect">
            <a:avLst/>
          </a:prstGeom>
          <a:solidFill>
            <a:schemeClr val="bg1"/>
          </a:solidFill>
          <a:ln w="19050" cap="flat" cmpd="sng" algn="ctr">
            <a:solidFill>
              <a:srgbClr val="002060"/>
            </a:solidFill>
            <a:prstDash val="solid"/>
            <a:miter lim="800000"/>
          </a:ln>
          <a:effectLst>
            <a:outerShdw blurRad="50800" dist="38100" dir="2700000" algn="tl" rotWithShape="0">
              <a:prstClr val="black">
                <a:alpha val="40000"/>
              </a:prstClr>
            </a:outerShdw>
          </a:effectLst>
        </p:spPr>
        <p:txBody>
          <a:bodyPr vert="horz" wrap="none" rtlCol="0" anchor="ctr"/>
          <a:lstStyle/>
          <a:p>
            <a:pPr algn="ctr" defTabSz="914400">
              <a:defRPr/>
            </a:pPr>
            <a:endParaRPr lang="en-US" sz="1600" kern="0">
              <a:solidFill>
                <a:schemeClr val="bg1"/>
              </a:solidFill>
              <a:latin typeface="Calibri" panose="020F0502020204030204"/>
            </a:endParaRPr>
          </a:p>
        </p:txBody>
      </p:sp>
      <p:sp>
        <p:nvSpPr>
          <p:cNvPr id="15" name="Rounded Rectangle 14">
            <a:extLst>
              <a:ext uri="{FF2B5EF4-FFF2-40B4-BE49-F238E27FC236}">
                <a16:creationId xmlns:a16="http://schemas.microsoft.com/office/drawing/2014/main" id="{68B274DF-8E3D-7C56-759A-542F2A128D4E}"/>
              </a:ext>
            </a:extLst>
          </p:cNvPr>
          <p:cNvSpPr/>
          <p:nvPr/>
        </p:nvSpPr>
        <p:spPr>
          <a:xfrm>
            <a:off x="1368583"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9859F18D-F2EB-C632-C984-5D37DC6BC8C9}"/>
              </a:ext>
            </a:extLst>
          </p:cNvPr>
          <p:cNvSpPr/>
          <p:nvPr/>
        </p:nvSpPr>
        <p:spPr>
          <a:xfrm>
            <a:off x="1328647"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92023220-A423-B808-AE97-596F2F693621}"/>
              </a:ext>
            </a:extLst>
          </p:cNvPr>
          <p:cNvSpPr/>
          <p:nvPr/>
        </p:nvSpPr>
        <p:spPr>
          <a:xfrm>
            <a:off x="1284042"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B0C874A-10BF-7565-A0D0-E4B0780ED6C8}"/>
              </a:ext>
            </a:extLst>
          </p:cNvPr>
          <p:cNvSpPr/>
          <p:nvPr/>
        </p:nvSpPr>
        <p:spPr>
          <a:xfrm>
            <a:off x="1240076"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Bank</a:t>
            </a:r>
          </a:p>
        </p:txBody>
      </p:sp>
      <p:cxnSp>
        <p:nvCxnSpPr>
          <p:cNvPr id="26" name="Straight Connector 25">
            <a:extLst>
              <a:ext uri="{FF2B5EF4-FFF2-40B4-BE49-F238E27FC236}">
                <a16:creationId xmlns:a16="http://schemas.microsoft.com/office/drawing/2014/main" id="{3C21EFFC-69B3-BAF4-1828-1307B1DF789D}"/>
              </a:ext>
            </a:extLst>
          </p:cNvPr>
          <p:cNvCxnSpPr>
            <a:cxnSpLocks/>
          </p:cNvCxnSpPr>
          <p:nvPr/>
        </p:nvCxnSpPr>
        <p:spPr>
          <a:xfrm flipV="1">
            <a:off x="2260975" y="5309979"/>
            <a:ext cx="0" cy="717685"/>
          </a:xfrm>
          <a:prstGeom prst="line">
            <a:avLst/>
          </a:prstGeom>
          <a:ln w="38100">
            <a:solidFill>
              <a:srgbClr val="D9D9D9"/>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7B6FDCD-C132-CF5F-3CF0-DAA0E0D24C6A}"/>
              </a:ext>
            </a:extLst>
          </p:cNvPr>
          <p:cNvCxnSpPr>
            <a:cxnSpLocks/>
          </p:cNvCxnSpPr>
          <p:nvPr/>
        </p:nvCxnSpPr>
        <p:spPr>
          <a:xfrm>
            <a:off x="1381129" y="4253129"/>
            <a:ext cx="3404649" cy="0"/>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28" name="Rectangle: Rounded Corners 6">
            <a:extLst>
              <a:ext uri="{FF2B5EF4-FFF2-40B4-BE49-F238E27FC236}">
                <a16:creationId xmlns:a16="http://schemas.microsoft.com/office/drawing/2014/main" id="{AFE98B0D-90CA-817F-E917-3599EA1D6656}"/>
              </a:ext>
            </a:extLst>
          </p:cNvPr>
          <p:cNvSpPr/>
          <p:nvPr/>
        </p:nvSpPr>
        <p:spPr>
          <a:xfrm>
            <a:off x="1663310" y="4674665"/>
            <a:ext cx="1195330" cy="522093"/>
          </a:xfrm>
          <a:prstGeom prst="roundRect">
            <a:avLst/>
          </a:prstGeom>
          <a:solidFill>
            <a:schemeClr val="accent2">
              <a:lumMod val="40000"/>
              <a:lumOff val="60000"/>
            </a:schemeClr>
          </a:solidFill>
          <a:ln w="1905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b="1" dirty="0">
                <a:solidFill>
                  <a:schemeClr val="tx1"/>
                </a:solidFill>
              </a:rPr>
              <a:t>IO buffer</a:t>
            </a:r>
          </a:p>
        </p:txBody>
      </p:sp>
      <p:cxnSp>
        <p:nvCxnSpPr>
          <p:cNvPr id="32" name="Straight Connector 31">
            <a:extLst>
              <a:ext uri="{FF2B5EF4-FFF2-40B4-BE49-F238E27FC236}">
                <a16:creationId xmlns:a16="http://schemas.microsoft.com/office/drawing/2014/main" id="{4EFE940B-7345-0704-5AB7-885D3158E100}"/>
              </a:ext>
            </a:extLst>
          </p:cNvPr>
          <p:cNvCxnSpPr>
            <a:cxnSpLocks/>
          </p:cNvCxnSpPr>
          <p:nvPr/>
        </p:nvCxnSpPr>
        <p:spPr>
          <a:xfrm flipV="1">
            <a:off x="2260975" y="4245817"/>
            <a:ext cx="0" cy="420175"/>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2740C90-9395-524F-66D3-A4262744B41B}"/>
              </a:ext>
            </a:extLst>
          </p:cNvPr>
          <p:cNvCxnSpPr>
            <a:cxnSpLocks/>
          </p:cNvCxnSpPr>
          <p:nvPr/>
        </p:nvCxnSpPr>
        <p:spPr>
          <a:xfrm flipV="1">
            <a:off x="2260975" y="5197265"/>
            <a:ext cx="0" cy="47956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D9206A6-500C-1AF7-3020-F7946D5C892B}"/>
              </a:ext>
            </a:extLst>
          </p:cNvPr>
          <p:cNvCxnSpPr>
            <a:cxnSpLocks/>
          </p:cNvCxnSpPr>
          <p:nvPr/>
        </p:nvCxnSpPr>
        <p:spPr>
          <a:xfrm>
            <a:off x="2864225" y="4937983"/>
            <a:ext cx="1595147" cy="0"/>
          </a:xfrm>
          <a:prstGeom prst="line">
            <a:avLst/>
          </a:prstGeom>
          <a:ln w="25400">
            <a:solidFill>
              <a:schemeClr val="tx1"/>
            </a:solidFill>
            <a:headEnd type="triangl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351EF3E5-E1E2-DDB4-937E-BC156C75E0FD}"/>
              </a:ext>
            </a:extLst>
          </p:cNvPr>
          <p:cNvGrpSpPr/>
          <p:nvPr/>
        </p:nvGrpSpPr>
        <p:grpSpPr>
          <a:xfrm>
            <a:off x="3365055" y="5061487"/>
            <a:ext cx="713316" cy="1223433"/>
            <a:chOff x="8435455" y="2690283"/>
            <a:chExt cx="713316" cy="1223433"/>
          </a:xfrm>
          <a:effectLst>
            <a:outerShdw blurRad="50800" dist="38100" dir="2700000" algn="tl" rotWithShape="0">
              <a:prstClr val="black">
                <a:alpha val="40000"/>
              </a:prstClr>
            </a:outerShdw>
          </a:effectLst>
        </p:grpSpPr>
        <p:sp>
          <p:nvSpPr>
            <p:cNvPr id="42" name="Rectangle: Rounded Corners 50">
              <a:extLst>
                <a:ext uri="{FF2B5EF4-FFF2-40B4-BE49-F238E27FC236}">
                  <a16:creationId xmlns:a16="http://schemas.microsoft.com/office/drawing/2014/main" id="{AED6C39D-A116-1CA0-30A4-C3934BFC3F1D}"/>
                </a:ext>
              </a:extLst>
            </p:cNvPr>
            <p:cNvSpPr/>
            <p:nvPr/>
          </p:nvSpPr>
          <p:spPr>
            <a:xfrm>
              <a:off x="8435455" y="2690283"/>
              <a:ext cx="713316" cy="1223433"/>
            </a:xfrm>
            <a:prstGeom prst="roundRect">
              <a:avLst>
                <a:gd name="adj" fmla="val 8799"/>
              </a:avLst>
            </a:prstGeom>
            <a:solidFill>
              <a:srgbClr val="FBE5D6"/>
            </a:solid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600">
                <a:solidFill>
                  <a:schemeClr val="tx1"/>
                </a:solidFill>
              </a:endParaRPr>
            </a:p>
          </p:txBody>
        </p:sp>
        <p:sp>
          <p:nvSpPr>
            <p:cNvPr id="43" name="Rectangle: Rounded Corners 51">
              <a:extLst>
                <a:ext uri="{FF2B5EF4-FFF2-40B4-BE49-F238E27FC236}">
                  <a16:creationId xmlns:a16="http://schemas.microsoft.com/office/drawing/2014/main" id="{804BE7C4-C83C-AADA-C3D0-7C3AC03F972B}"/>
                </a:ext>
              </a:extLst>
            </p:cNvPr>
            <p:cNvSpPr/>
            <p:nvPr/>
          </p:nvSpPr>
          <p:spPr>
            <a:xfrm>
              <a:off x="8562515" y="2801086"/>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sp>
          <p:nvSpPr>
            <p:cNvPr id="44" name="Rectangle: Rounded Corners 52">
              <a:extLst>
                <a:ext uri="{FF2B5EF4-FFF2-40B4-BE49-F238E27FC236}">
                  <a16:creationId xmlns:a16="http://schemas.microsoft.com/office/drawing/2014/main" id="{9DA04B46-7A3C-403D-E5C8-91D6B47BBF80}"/>
                </a:ext>
              </a:extLst>
            </p:cNvPr>
            <p:cNvSpPr/>
            <p:nvPr/>
          </p:nvSpPr>
          <p:spPr>
            <a:xfrm>
              <a:off x="8562515" y="3059670"/>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dirty="0">
                  <a:solidFill>
                    <a:schemeClr val="tx1"/>
                  </a:solidFill>
                </a:rPr>
                <a:t>CRC8</a:t>
              </a:r>
            </a:p>
          </p:txBody>
        </p:sp>
        <p:sp>
          <p:nvSpPr>
            <p:cNvPr id="45" name="Rectangle: Rounded Corners 53">
              <a:extLst>
                <a:ext uri="{FF2B5EF4-FFF2-40B4-BE49-F238E27FC236}">
                  <a16:creationId xmlns:a16="http://schemas.microsoft.com/office/drawing/2014/main" id="{4C8C40FE-5291-1BA1-1604-F9338B08DE19}"/>
                </a:ext>
              </a:extLst>
            </p:cNvPr>
            <p:cNvSpPr/>
            <p:nvPr/>
          </p:nvSpPr>
          <p:spPr>
            <a:xfrm>
              <a:off x="8562515" y="3318254"/>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sp>
          <p:nvSpPr>
            <p:cNvPr id="46" name="Rectangle: Rounded Corners 54">
              <a:extLst>
                <a:ext uri="{FF2B5EF4-FFF2-40B4-BE49-F238E27FC236}">
                  <a16:creationId xmlns:a16="http://schemas.microsoft.com/office/drawing/2014/main" id="{9CBFBF67-D700-AEB5-C19D-C57E601C990A}"/>
                </a:ext>
              </a:extLst>
            </p:cNvPr>
            <p:cNvSpPr/>
            <p:nvPr/>
          </p:nvSpPr>
          <p:spPr>
            <a:xfrm>
              <a:off x="8562515" y="3576838"/>
              <a:ext cx="465077" cy="206428"/>
            </a:xfrm>
            <a:prstGeom prst="roundRect">
              <a:avLst>
                <a:gd name="adj" fmla="val 0"/>
              </a:avLst>
            </a:prstGeom>
            <a:solidFill>
              <a:schemeClr val="accent2">
                <a:lumMod val="20000"/>
                <a:lumOff val="80000"/>
                <a:alpha val="50000"/>
              </a:schemeClr>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600">
                  <a:solidFill>
                    <a:schemeClr val="tx1"/>
                  </a:solidFill>
                </a:rPr>
                <a:t>CRC8</a:t>
              </a:r>
            </a:p>
          </p:txBody>
        </p:sp>
      </p:grpSp>
      <p:cxnSp>
        <p:nvCxnSpPr>
          <p:cNvPr id="47" name="Straight Connector 46">
            <a:extLst>
              <a:ext uri="{FF2B5EF4-FFF2-40B4-BE49-F238E27FC236}">
                <a16:creationId xmlns:a16="http://schemas.microsoft.com/office/drawing/2014/main" id="{0D320AA4-42FF-1206-C72A-58A44D33A135}"/>
              </a:ext>
            </a:extLst>
          </p:cNvPr>
          <p:cNvCxnSpPr>
            <a:cxnSpLocks/>
          </p:cNvCxnSpPr>
          <p:nvPr/>
        </p:nvCxnSpPr>
        <p:spPr>
          <a:xfrm>
            <a:off x="2257509" y="5659766"/>
            <a:ext cx="1104900" cy="0"/>
          </a:xfrm>
          <a:prstGeom prst="line">
            <a:avLst/>
          </a:prstGeom>
          <a:ln w="38100">
            <a:solidFill>
              <a:schemeClr val="tx1"/>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EAE9FDF-C23E-4FCE-BC3A-DD33CE7AC133}"/>
              </a:ext>
            </a:extLst>
          </p:cNvPr>
          <p:cNvCxnSpPr>
            <a:cxnSpLocks/>
          </p:cNvCxnSpPr>
          <p:nvPr/>
        </p:nvCxnSpPr>
        <p:spPr>
          <a:xfrm>
            <a:off x="4077844" y="5659766"/>
            <a:ext cx="389995" cy="0"/>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312777D-EBA3-08E4-7FC3-5D2942717D69}"/>
              </a:ext>
            </a:extLst>
          </p:cNvPr>
          <p:cNvCxnSpPr>
            <a:cxnSpLocks/>
          </p:cNvCxnSpPr>
          <p:nvPr/>
        </p:nvCxnSpPr>
        <p:spPr>
          <a:xfrm>
            <a:off x="4459107" y="4930046"/>
            <a:ext cx="0" cy="730459"/>
          </a:xfrm>
          <a:prstGeom prst="line">
            <a:avLst/>
          </a:prstGeom>
          <a:ln w="254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84B2AB2B-A57A-5A7F-E7D5-0DC4713F1A86}"/>
              </a:ext>
            </a:extLst>
          </p:cNvPr>
          <p:cNvGrpSpPr/>
          <p:nvPr/>
        </p:nvGrpSpPr>
        <p:grpSpPr>
          <a:xfrm>
            <a:off x="2007608" y="6251750"/>
            <a:ext cx="526458" cy="767171"/>
            <a:chOff x="2815261" y="4682499"/>
            <a:chExt cx="526458" cy="767171"/>
          </a:xfrm>
          <a:solidFill>
            <a:schemeClr val="bg1"/>
          </a:solidFill>
        </p:grpSpPr>
        <p:cxnSp>
          <p:nvCxnSpPr>
            <p:cNvPr id="54" name="Straight Connector 53">
              <a:extLst>
                <a:ext uri="{FF2B5EF4-FFF2-40B4-BE49-F238E27FC236}">
                  <a16:creationId xmlns:a16="http://schemas.microsoft.com/office/drawing/2014/main" id="{08238E69-32A2-43CA-80E3-5378C663B34F}"/>
                </a:ext>
              </a:extLst>
            </p:cNvPr>
            <p:cNvCxnSpPr>
              <a:cxnSpLocks/>
            </p:cNvCxnSpPr>
            <p:nvPr/>
          </p:nvCxnSpPr>
          <p:spPr>
            <a:xfrm rot="5400000">
              <a:off x="2431675"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CD6EC6F-5269-9EA2-567D-0DEFBB759AB2}"/>
                </a:ext>
              </a:extLst>
            </p:cNvPr>
            <p:cNvCxnSpPr>
              <a:cxnSpLocks/>
            </p:cNvCxnSpPr>
            <p:nvPr/>
          </p:nvCxnSpPr>
          <p:spPr>
            <a:xfrm rot="5400000">
              <a:off x="2563289"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06B3FBB-2BC1-31E3-EBA8-14D8496C1FDF}"/>
                </a:ext>
              </a:extLst>
            </p:cNvPr>
            <p:cNvCxnSpPr>
              <a:cxnSpLocks/>
            </p:cNvCxnSpPr>
            <p:nvPr/>
          </p:nvCxnSpPr>
          <p:spPr>
            <a:xfrm rot="5400000">
              <a:off x="2694903"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3E725C0-74AC-63C8-7468-534EB88401E7}"/>
                </a:ext>
              </a:extLst>
            </p:cNvPr>
            <p:cNvCxnSpPr>
              <a:cxnSpLocks/>
            </p:cNvCxnSpPr>
            <p:nvPr/>
          </p:nvCxnSpPr>
          <p:spPr>
            <a:xfrm rot="5400000">
              <a:off x="2826517"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F0E9AB2-EF62-2809-9F01-E09B15C41480}"/>
                </a:ext>
              </a:extLst>
            </p:cNvPr>
            <p:cNvCxnSpPr>
              <a:cxnSpLocks/>
            </p:cNvCxnSpPr>
            <p:nvPr/>
          </p:nvCxnSpPr>
          <p:spPr>
            <a:xfrm rot="5400000">
              <a:off x="2958133" y="5066085"/>
              <a:ext cx="767171" cy="0"/>
            </a:xfrm>
            <a:prstGeom prst="line">
              <a:avLst/>
            </a:prstGeom>
            <a:grpFill/>
            <a:ln w="15875">
              <a:solidFill>
                <a:srgbClr val="D9D9D9"/>
              </a:solidFill>
              <a:headEnd type="none"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59" name="Flowchart: Manual Operation 33">
            <a:extLst>
              <a:ext uri="{FF2B5EF4-FFF2-40B4-BE49-F238E27FC236}">
                <a16:creationId xmlns:a16="http://schemas.microsoft.com/office/drawing/2014/main" id="{60B05907-3CD2-4A30-1F4F-BE68506C163C}"/>
              </a:ext>
            </a:extLst>
          </p:cNvPr>
          <p:cNvSpPr/>
          <p:nvPr/>
        </p:nvSpPr>
        <p:spPr>
          <a:xfrm>
            <a:off x="1736262" y="6038775"/>
            <a:ext cx="1055509" cy="240369"/>
          </a:xfrm>
          <a:prstGeom prst="flowChartManualOperation">
            <a:avLst/>
          </a:prstGeom>
          <a:solidFill>
            <a:schemeClr val="bg1"/>
          </a:solidFill>
          <a:ln w="12700">
            <a:solidFill>
              <a:srgbClr val="D9D9D9"/>
            </a:solidFill>
          </a:ln>
        </p:spPr>
        <p:style>
          <a:lnRef idx="2">
            <a:schemeClr val="accent1">
              <a:shade val="15000"/>
            </a:schemeClr>
          </a:lnRef>
          <a:fillRef idx="1">
            <a:schemeClr val="accent1"/>
          </a:fillRef>
          <a:effectRef idx="0">
            <a:schemeClr val="accent1"/>
          </a:effectRef>
          <a:fontRef idx="minor">
            <a:schemeClr val="lt1"/>
          </a:fontRef>
        </p:style>
        <p:txBody>
          <a:bodyPr vert="horz" wrap="none" rtlCol="0" anchor="ctr"/>
          <a:lstStyle/>
          <a:p>
            <a:pPr algn="ctr"/>
            <a:r>
              <a:rPr lang="en-US" sz="1600">
                <a:solidFill>
                  <a:srgbClr val="D9D9D9"/>
                </a:solidFill>
              </a:rPr>
              <a:t>serializer</a:t>
            </a:r>
          </a:p>
        </p:txBody>
      </p:sp>
      <p:sp>
        <p:nvSpPr>
          <p:cNvPr id="60" name="TextBox 59">
            <a:extLst>
              <a:ext uri="{FF2B5EF4-FFF2-40B4-BE49-F238E27FC236}">
                <a16:creationId xmlns:a16="http://schemas.microsoft.com/office/drawing/2014/main" id="{96B0A554-5736-4075-9009-798645D6512B}"/>
              </a:ext>
            </a:extLst>
          </p:cNvPr>
          <p:cNvSpPr txBox="1"/>
          <p:nvPr/>
        </p:nvSpPr>
        <p:spPr>
          <a:xfrm>
            <a:off x="2529242" y="6493296"/>
            <a:ext cx="1116665" cy="338554"/>
          </a:xfrm>
          <a:prstGeom prst="rect">
            <a:avLst/>
          </a:prstGeom>
          <a:noFill/>
          <a:ln>
            <a:solidFill>
              <a:schemeClr val="bg1"/>
            </a:solidFill>
          </a:ln>
        </p:spPr>
        <p:txBody>
          <a:bodyPr wrap="square">
            <a:spAutoFit/>
          </a:bodyPr>
          <a:lstStyle/>
          <a:p>
            <a:pPr algn="ctr"/>
            <a:r>
              <a:rPr lang="en-US" sz="1600">
                <a:solidFill>
                  <a:srgbClr val="D9D9D9"/>
                </a:solidFill>
              </a:rPr>
              <a:t>IO drivers</a:t>
            </a:r>
          </a:p>
        </p:txBody>
      </p:sp>
      <p:grpSp>
        <p:nvGrpSpPr>
          <p:cNvPr id="61" name="Group 60">
            <a:extLst>
              <a:ext uri="{FF2B5EF4-FFF2-40B4-BE49-F238E27FC236}">
                <a16:creationId xmlns:a16="http://schemas.microsoft.com/office/drawing/2014/main" id="{2BF7886E-D9EA-2F6D-EDDB-9C2A54BB3CE6}"/>
              </a:ext>
            </a:extLst>
          </p:cNvPr>
          <p:cNvGrpSpPr/>
          <p:nvPr/>
        </p:nvGrpSpPr>
        <p:grpSpPr>
          <a:xfrm>
            <a:off x="1895434" y="6557835"/>
            <a:ext cx="748766" cy="187940"/>
            <a:chOff x="2798337" y="4988585"/>
            <a:chExt cx="748766" cy="187940"/>
          </a:xfrm>
          <a:solidFill>
            <a:schemeClr val="bg1"/>
          </a:solidFill>
        </p:grpSpPr>
        <p:sp>
          <p:nvSpPr>
            <p:cNvPr id="62" name="Isosceles Triangle 40">
              <a:extLst>
                <a:ext uri="{FF2B5EF4-FFF2-40B4-BE49-F238E27FC236}">
                  <a16:creationId xmlns:a16="http://schemas.microsoft.com/office/drawing/2014/main" id="{FFB1EF3D-DC79-D613-031D-05C348B72C9D}"/>
                </a:ext>
              </a:extLst>
            </p:cNvPr>
            <p:cNvSpPr/>
            <p:nvPr/>
          </p:nvSpPr>
          <p:spPr>
            <a:xfrm rot="10800000">
              <a:off x="2798337"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63" name="Isosceles Triangle 41">
              <a:extLst>
                <a:ext uri="{FF2B5EF4-FFF2-40B4-BE49-F238E27FC236}">
                  <a16:creationId xmlns:a16="http://schemas.microsoft.com/office/drawing/2014/main" id="{0059DDBC-C32F-67A7-4B96-734D99DE9076}"/>
                </a:ext>
              </a:extLst>
            </p:cNvPr>
            <p:cNvSpPr/>
            <p:nvPr/>
          </p:nvSpPr>
          <p:spPr>
            <a:xfrm rot="10800000">
              <a:off x="2931026"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64" name="Isosceles Triangle 42">
              <a:extLst>
                <a:ext uri="{FF2B5EF4-FFF2-40B4-BE49-F238E27FC236}">
                  <a16:creationId xmlns:a16="http://schemas.microsoft.com/office/drawing/2014/main" id="{B97EB67D-C6B3-E3CC-FE59-E84768BF93F8}"/>
                </a:ext>
              </a:extLst>
            </p:cNvPr>
            <p:cNvSpPr/>
            <p:nvPr/>
          </p:nvSpPr>
          <p:spPr>
            <a:xfrm rot="10800000">
              <a:off x="3063715"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65" name="Isosceles Triangle 43">
              <a:extLst>
                <a:ext uri="{FF2B5EF4-FFF2-40B4-BE49-F238E27FC236}">
                  <a16:creationId xmlns:a16="http://schemas.microsoft.com/office/drawing/2014/main" id="{4F20BACE-E910-1C37-AA9C-E44F92E30326}"/>
                </a:ext>
              </a:extLst>
            </p:cNvPr>
            <p:cNvSpPr/>
            <p:nvPr/>
          </p:nvSpPr>
          <p:spPr>
            <a:xfrm rot="10800000">
              <a:off x="3196404"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sp>
          <p:nvSpPr>
            <p:cNvPr id="66" name="Isosceles Triangle 44">
              <a:extLst>
                <a:ext uri="{FF2B5EF4-FFF2-40B4-BE49-F238E27FC236}">
                  <a16:creationId xmlns:a16="http://schemas.microsoft.com/office/drawing/2014/main" id="{40F624DC-1E37-5CA3-B2FC-31729EDE3417}"/>
                </a:ext>
              </a:extLst>
            </p:cNvPr>
            <p:cNvSpPr/>
            <p:nvPr/>
          </p:nvSpPr>
          <p:spPr>
            <a:xfrm rot="10800000">
              <a:off x="3329092" y="4988585"/>
              <a:ext cx="218011" cy="187940"/>
            </a:xfrm>
            <a:prstGeom prst="triangle">
              <a:avLst/>
            </a:prstGeom>
            <a:grpFill/>
            <a:ln w="12700" cap="flat" cmpd="sng" algn="ctr">
              <a:solidFill>
                <a:srgbClr val="D9D9D9"/>
              </a:solidFill>
              <a:prstDash val="solid"/>
              <a:miter lim="800000"/>
            </a:ln>
            <a:effectLst/>
          </p:spPr>
          <p:txBody>
            <a:bodyPr rtlCol="0" anchor="ctr"/>
            <a:lstStyle/>
            <a:p>
              <a:pPr algn="ctr" defTabSz="914400">
                <a:defRPr/>
              </a:pPr>
              <a:endParaRPr lang="en-US" sz="1600" kern="0">
                <a:solidFill>
                  <a:srgbClr val="D9D9D9"/>
                </a:solidFill>
                <a:latin typeface="Calibri" panose="020F0502020204030204"/>
              </a:endParaRPr>
            </a:p>
          </p:txBody>
        </p:sp>
      </p:grpSp>
      <p:grpSp>
        <p:nvGrpSpPr>
          <p:cNvPr id="67" name="Group 66">
            <a:extLst>
              <a:ext uri="{FF2B5EF4-FFF2-40B4-BE49-F238E27FC236}">
                <a16:creationId xmlns:a16="http://schemas.microsoft.com/office/drawing/2014/main" id="{49490E77-3678-6E47-AF51-F12BE4EC4139}"/>
              </a:ext>
            </a:extLst>
          </p:cNvPr>
          <p:cNvGrpSpPr/>
          <p:nvPr/>
        </p:nvGrpSpPr>
        <p:grpSpPr>
          <a:xfrm>
            <a:off x="1742869" y="6216068"/>
            <a:ext cx="315782" cy="338554"/>
            <a:chOff x="708872" y="5073088"/>
            <a:chExt cx="315782" cy="338554"/>
          </a:xfrm>
        </p:grpSpPr>
        <p:sp>
          <p:nvSpPr>
            <p:cNvPr id="68" name="TextBox 67">
              <a:extLst>
                <a:ext uri="{FF2B5EF4-FFF2-40B4-BE49-F238E27FC236}">
                  <a16:creationId xmlns:a16="http://schemas.microsoft.com/office/drawing/2014/main" id="{C114BC83-3929-419B-E7DB-E9E366EAA1A0}"/>
                </a:ext>
              </a:extLst>
            </p:cNvPr>
            <p:cNvSpPr txBox="1"/>
            <p:nvPr/>
          </p:nvSpPr>
          <p:spPr>
            <a:xfrm>
              <a:off x="708872" y="5073088"/>
              <a:ext cx="270026" cy="338554"/>
            </a:xfrm>
            <a:prstGeom prst="rect">
              <a:avLst/>
            </a:prstGeom>
            <a:noFill/>
          </p:spPr>
          <p:txBody>
            <a:bodyPr wrap="square">
              <a:spAutoFit/>
            </a:bodyPr>
            <a:lstStyle/>
            <a:p>
              <a:pPr defTabSz="914400">
                <a:defRPr/>
              </a:pPr>
              <a:r>
                <a:rPr lang="en-US" altLang="zh-CN" sz="1600">
                  <a:solidFill>
                    <a:srgbClr val="D9D9D9"/>
                  </a:solidFill>
                  <a:latin typeface="Calibri" panose="020F0502020204030204"/>
                </a:rPr>
                <a:t>1</a:t>
              </a:r>
            </a:p>
          </p:txBody>
        </p:sp>
        <p:cxnSp>
          <p:nvCxnSpPr>
            <p:cNvPr id="69" name="Straight Connector 68">
              <a:extLst>
                <a:ext uri="{FF2B5EF4-FFF2-40B4-BE49-F238E27FC236}">
                  <a16:creationId xmlns:a16="http://schemas.microsoft.com/office/drawing/2014/main" id="{1BBFFA7E-0607-EBFD-E5D9-4820CD2FB594}"/>
                </a:ext>
              </a:extLst>
            </p:cNvPr>
            <p:cNvCxnSpPr>
              <a:cxnSpLocks/>
            </p:cNvCxnSpPr>
            <p:nvPr/>
          </p:nvCxnSpPr>
          <p:spPr>
            <a:xfrm flipH="1">
              <a:off x="909152" y="5210733"/>
              <a:ext cx="115502" cy="115502"/>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cxnSp>
      </p:grpSp>
      <p:sp>
        <p:nvSpPr>
          <p:cNvPr id="70" name="TextBox 69">
            <a:extLst>
              <a:ext uri="{FF2B5EF4-FFF2-40B4-BE49-F238E27FC236}">
                <a16:creationId xmlns:a16="http://schemas.microsoft.com/office/drawing/2014/main" id="{E8F99B5F-30F0-7F30-F97D-F8DE88D1C16D}"/>
              </a:ext>
            </a:extLst>
          </p:cNvPr>
          <p:cNvSpPr txBox="1"/>
          <p:nvPr/>
        </p:nvSpPr>
        <p:spPr>
          <a:xfrm>
            <a:off x="1381128" y="7020924"/>
            <a:ext cx="2042565" cy="461665"/>
          </a:xfrm>
          <a:prstGeom prst="rect">
            <a:avLst/>
          </a:prstGeom>
          <a:noFill/>
        </p:spPr>
        <p:txBody>
          <a:bodyPr wrap="square">
            <a:spAutoFit/>
          </a:bodyPr>
          <a:lstStyle/>
          <a:p>
            <a:pPr algn="ctr"/>
            <a:r>
              <a:rPr lang="en-US" sz="2400" b="1" dirty="0">
                <a:solidFill>
                  <a:srgbClr val="FF0000"/>
                </a:solidFill>
              </a:rPr>
              <a:t>Pin disabled</a:t>
            </a:r>
          </a:p>
        </p:txBody>
      </p:sp>
      <p:sp>
        <p:nvSpPr>
          <p:cNvPr id="90" name="TextBox 89">
            <a:extLst>
              <a:ext uri="{FF2B5EF4-FFF2-40B4-BE49-F238E27FC236}">
                <a16:creationId xmlns:a16="http://schemas.microsoft.com/office/drawing/2014/main" id="{BEB334C7-1043-E1AE-F442-6EF1C3059665}"/>
              </a:ext>
            </a:extLst>
          </p:cNvPr>
          <p:cNvSpPr txBox="1"/>
          <p:nvPr/>
        </p:nvSpPr>
        <p:spPr>
          <a:xfrm>
            <a:off x="2177691" y="2631272"/>
            <a:ext cx="1578574" cy="461665"/>
          </a:xfrm>
          <a:prstGeom prst="rect">
            <a:avLst/>
          </a:prstGeom>
          <a:noFill/>
        </p:spPr>
        <p:txBody>
          <a:bodyPr wrap="square">
            <a:spAutoFit/>
          </a:bodyPr>
          <a:lstStyle/>
          <a:p>
            <a:pPr defTabSz="914400">
              <a:defRPr/>
            </a:pPr>
            <a:r>
              <a:rPr lang="en-US" altLang="zh-CN" sz="2400" b="1" dirty="0">
                <a:solidFill>
                  <a:schemeClr val="accent1">
                    <a:lumMod val="75000"/>
                  </a:schemeClr>
                </a:solidFill>
              </a:rPr>
              <a:t>ECC chip</a:t>
            </a:r>
          </a:p>
        </p:txBody>
      </p:sp>
      <p:sp>
        <p:nvSpPr>
          <p:cNvPr id="91" name="Rounded Rectangle 90">
            <a:extLst>
              <a:ext uri="{FF2B5EF4-FFF2-40B4-BE49-F238E27FC236}">
                <a16:creationId xmlns:a16="http://schemas.microsoft.com/office/drawing/2014/main" id="{F17D96D8-99E7-1912-1C59-CA67A34DE621}"/>
              </a:ext>
            </a:extLst>
          </p:cNvPr>
          <p:cNvSpPr/>
          <p:nvPr/>
        </p:nvSpPr>
        <p:spPr>
          <a:xfrm>
            <a:off x="3726773"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ounded Rectangle 91">
            <a:extLst>
              <a:ext uri="{FF2B5EF4-FFF2-40B4-BE49-F238E27FC236}">
                <a16:creationId xmlns:a16="http://schemas.microsoft.com/office/drawing/2014/main" id="{D6A4B6FB-03F0-16B4-3E22-D99DAFC3190C}"/>
              </a:ext>
            </a:extLst>
          </p:cNvPr>
          <p:cNvSpPr/>
          <p:nvPr/>
        </p:nvSpPr>
        <p:spPr>
          <a:xfrm>
            <a:off x="3686837"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ounded Rectangle 92">
            <a:extLst>
              <a:ext uri="{FF2B5EF4-FFF2-40B4-BE49-F238E27FC236}">
                <a16:creationId xmlns:a16="http://schemas.microsoft.com/office/drawing/2014/main" id="{D7B1C23B-0C6A-5521-9F89-B4E3D4DEFC23}"/>
              </a:ext>
            </a:extLst>
          </p:cNvPr>
          <p:cNvSpPr/>
          <p:nvPr/>
        </p:nvSpPr>
        <p:spPr>
          <a:xfrm>
            <a:off x="3642232"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ounded Rectangle 93">
            <a:extLst>
              <a:ext uri="{FF2B5EF4-FFF2-40B4-BE49-F238E27FC236}">
                <a16:creationId xmlns:a16="http://schemas.microsoft.com/office/drawing/2014/main" id="{936D8C36-4BDD-6B85-094A-FE6E1A7DEA2A}"/>
              </a:ext>
            </a:extLst>
          </p:cNvPr>
          <p:cNvSpPr/>
          <p:nvPr/>
        </p:nvSpPr>
        <p:spPr>
          <a:xfrm>
            <a:off x="3598266"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ounded Rectangle 107">
            <a:extLst>
              <a:ext uri="{FF2B5EF4-FFF2-40B4-BE49-F238E27FC236}">
                <a16:creationId xmlns:a16="http://schemas.microsoft.com/office/drawing/2014/main" id="{FD66952F-5FC0-55EF-198D-B51B311117E6}"/>
              </a:ext>
            </a:extLst>
          </p:cNvPr>
          <p:cNvSpPr/>
          <p:nvPr/>
        </p:nvSpPr>
        <p:spPr>
          <a:xfrm>
            <a:off x="2533240" y="338238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ounded Rectangle 108">
            <a:extLst>
              <a:ext uri="{FF2B5EF4-FFF2-40B4-BE49-F238E27FC236}">
                <a16:creationId xmlns:a16="http://schemas.microsoft.com/office/drawing/2014/main" id="{1E20D53B-EEFE-1287-72FF-A6106EC2BA9C}"/>
              </a:ext>
            </a:extLst>
          </p:cNvPr>
          <p:cNvSpPr/>
          <p:nvPr/>
        </p:nvSpPr>
        <p:spPr>
          <a:xfrm>
            <a:off x="2493304" y="3434912"/>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109">
            <a:extLst>
              <a:ext uri="{FF2B5EF4-FFF2-40B4-BE49-F238E27FC236}">
                <a16:creationId xmlns:a16="http://schemas.microsoft.com/office/drawing/2014/main" id="{4FED5281-CA31-9A8C-A2E6-C00F77C4FCA8}"/>
              </a:ext>
            </a:extLst>
          </p:cNvPr>
          <p:cNvSpPr/>
          <p:nvPr/>
        </p:nvSpPr>
        <p:spPr>
          <a:xfrm>
            <a:off x="2448699" y="3497385"/>
            <a:ext cx="1018960" cy="337365"/>
          </a:xfrm>
          <a:prstGeom prst="roundRect">
            <a:avLst>
              <a:gd name="adj" fmla="val 0"/>
            </a:avLst>
          </a:prstGeom>
          <a:solidFill>
            <a:srgbClr val="F3F8FD"/>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110">
            <a:extLst>
              <a:ext uri="{FF2B5EF4-FFF2-40B4-BE49-F238E27FC236}">
                <a16:creationId xmlns:a16="http://schemas.microsoft.com/office/drawing/2014/main" id="{418F6118-32A9-6280-9C27-6331EAA2CA8B}"/>
              </a:ext>
            </a:extLst>
          </p:cNvPr>
          <p:cNvSpPr/>
          <p:nvPr/>
        </p:nvSpPr>
        <p:spPr>
          <a:xfrm>
            <a:off x="2404733" y="3559257"/>
            <a:ext cx="1018960" cy="337365"/>
          </a:xfrm>
          <a:prstGeom prst="roundRect">
            <a:avLst>
              <a:gd name="adj" fmla="val 0"/>
            </a:avLst>
          </a:prstGeom>
          <a:solidFill>
            <a:srgbClr val="F3F8FD">
              <a:alpha val="83829"/>
            </a:srgbClr>
          </a:solidFill>
          <a:ln>
            <a:solidFill>
              <a:schemeClr val="accent1">
                <a:shade val="1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8" name="Straight Connector 117">
            <a:extLst>
              <a:ext uri="{FF2B5EF4-FFF2-40B4-BE49-F238E27FC236}">
                <a16:creationId xmlns:a16="http://schemas.microsoft.com/office/drawing/2014/main" id="{D55A9332-4690-D95E-6A00-CD0E738E51A3}"/>
              </a:ext>
            </a:extLst>
          </p:cNvPr>
          <p:cNvCxnSpPr>
            <a:cxnSpLocks/>
          </p:cNvCxnSpPr>
          <p:nvPr/>
        </p:nvCxnSpPr>
        <p:spPr>
          <a:xfrm flipV="1">
            <a:off x="1747653"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36FC5E7-3149-8F44-3DEF-1485527CD986}"/>
              </a:ext>
            </a:extLst>
          </p:cNvPr>
          <p:cNvCxnSpPr>
            <a:cxnSpLocks/>
          </p:cNvCxnSpPr>
          <p:nvPr/>
        </p:nvCxnSpPr>
        <p:spPr>
          <a:xfrm flipV="1">
            <a:off x="2897342"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4B8CC9F-27A0-32FA-DFC0-78F41DF60109}"/>
              </a:ext>
            </a:extLst>
          </p:cNvPr>
          <p:cNvCxnSpPr>
            <a:cxnSpLocks/>
          </p:cNvCxnSpPr>
          <p:nvPr/>
        </p:nvCxnSpPr>
        <p:spPr>
          <a:xfrm flipV="1">
            <a:off x="4066655" y="3926135"/>
            <a:ext cx="0" cy="3244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14D63CB-412F-3505-5930-4ABED361CCC0}"/>
              </a:ext>
            </a:extLst>
          </p:cNvPr>
          <p:cNvCxnSpPr>
            <a:cxnSpLocks/>
            <a:stCxn id="138" idx="1"/>
            <a:endCxn id="135" idx="3"/>
          </p:cNvCxnSpPr>
          <p:nvPr/>
        </p:nvCxnSpPr>
        <p:spPr>
          <a:xfrm flipH="1">
            <a:off x="7461203" y="3738582"/>
            <a:ext cx="584956" cy="0"/>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A57D98B3-E069-FB7F-0AF1-111A142583CE}"/>
              </a:ext>
            </a:extLst>
          </p:cNvPr>
          <p:cNvCxnSpPr>
            <a:cxnSpLocks/>
          </p:cNvCxnSpPr>
          <p:nvPr/>
        </p:nvCxnSpPr>
        <p:spPr>
          <a:xfrm flipV="1">
            <a:off x="8864682" y="4171582"/>
            <a:ext cx="0" cy="388850"/>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367E155-AEE5-9DBF-72D6-9193C94099AB}"/>
              </a:ext>
            </a:extLst>
          </p:cNvPr>
          <p:cNvCxnSpPr>
            <a:cxnSpLocks/>
            <a:stCxn id="125" idx="3"/>
            <a:endCxn id="137" idx="1"/>
          </p:cNvCxnSpPr>
          <p:nvPr/>
        </p:nvCxnSpPr>
        <p:spPr>
          <a:xfrm>
            <a:off x="7461203" y="6312258"/>
            <a:ext cx="584958" cy="10827"/>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25" name="Flowchart: Process 1537">
            <a:extLst>
              <a:ext uri="{FF2B5EF4-FFF2-40B4-BE49-F238E27FC236}">
                <a16:creationId xmlns:a16="http://schemas.microsoft.com/office/drawing/2014/main" id="{6DCD2D6E-7A15-B0A5-E74C-6AB939748C5B}"/>
              </a:ext>
            </a:extLst>
          </p:cNvPr>
          <p:cNvSpPr/>
          <p:nvPr/>
        </p:nvSpPr>
        <p:spPr>
          <a:xfrm>
            <a:off x="5204613" y="5942323"/>
            <a:ext cx="2256590" cy="739869"/>
          </a:xfrm>
          <a:prstGeom prst="flowChartProcess">
            <a:avLst/>
          </a:prstGeom>
          <a:solidFill>
            <a:schemeClr val="bg1"/>
          </a:solidFill>
          <a:ln w="19050">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Calibri" panose="020F0502020204030204"/>
              </a:rPr>
              <a:t>Detected but Uncorrected</a:t>
            </a:r>
          </a:p>
        </p:txBody>
      </p:sp>
      <p:cxnSp>
        <p:nvCxnSpPr>
          <p:cNvPr id="126" name="Straight Connector 125">
            <a:extLst>
              <a:ext uri="{FF2B5EF4-FFF2-40B4-BE49-F238E27FC236}">
                <a16:creationId xmlns:a16="http://schemas.microsoft.com/office/drawing/2014/main" id="{D901F8F7-A816-9E04-2B60-30A7818A2EA3}"/>
              </a:ext>
            </a:extLst>
          </p:cNvPr>
          <p:cNvCxnSpPr>
            <a:cxnSpLocks/>
          </p:cNvCxnSpPr>
          <p:nvPr/>
        </p:nvCxnSpPr>
        <p:spPr>
          <a:xfrm flipV="1">
            <a:off x="8864682" y="5492614"/>
            <a:ext cx="0" cy="388850"/>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27" name="Flowchart: Process 1539">
            <a:extLst>
              <a:ext uri="{FF2B5EF4-FFF2-40B4-BE49-F238E27FC236}">
                <a16:creationId xmlns:a16="http://schemas.microsoft.com/office/drawing/2014/main" id="{D239798E-3A2E-01AE-740C-6AF4E055A22C}"/>
              </a:ext>
            </a:extLst>
          </p:cNvPr>
          <p:cNvSpPr/>
          <p:nvPr/>
        </p:nvSpPr>
        <p:spPr>
          <a:xfrm>
            <a:off x="10151888" y="5955902"/>
            <a:ext cx="1344087" cy="739869"/>
          </a:xfrm>
          <a:prstGeom prst="flowChartProcess">
            <a:avLst/>
          </a:prstGeom>
          <a:solidFill>
            <a:schemeClr val="bg1"/>
          </a:solidFill>
          <a:ln w="19050">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000">
                <a:solidFill>
                  <a:prstClr val="black"/>
                </a:solidFill>
                <a:latin typeface="Calibri" panose="020F0502020204030204"/>
              </a:rPr>
              <a:t>Corrected</a:t>
            </a:r>
          </a:p>
        </p:txBody>
      </p:sp>
      <p:cxnSp>
        <p:nvCxnSpPr>
          <p:cNvPr id="128" name="Straight Connector 127">
            <a:extLst>
              <a:ext uri="{FF2B5EF4-FFF2-40B4-BE49-F238E27FC236}">
                <a16:creationId xmlns:a16="http://schemas.microsoft.com/office/drawing/2014/main" id="{4DBB96FF-2491-2E8C-8357-479B04F6478E}"/>
              </a:ext>
            </a:extLst>
          </p:cNvPr>
          <p:cNvCxnSpPr>
            <a:cxnSpLocks/>
          </p:cNvCxnSpPr>
          <p:nvPr/>
        </p:nvCxnSpPr>
        <p:spPr>
          <a:xfrm rot="16200000" flipV="1">
            <a:off x="9885243" y="6131010"/>
            <a:ext cx="0" cy="388850"/>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929F7EB5-421A-D7C9-572F-A876F1F95C58}"/>
              </a:ext>
            </a:extLst>
          </p:cNvPr>
          <p:cNvCxnSpPr>
            <a:cxnSpLocks/>
          </p:cNvCxnSpPr>
          <p:nvPr/>
        </p:nvCxnSpPr>
        <p:spPr>
          <a:xfrm rot="16200000" flipV="1">
            <a:off x="9885243" y="3555987"/>
            <a:ext cx="0" cy="388850"/>
          </a:xfrm>
          <a:prstGeom prst="line">
            <a:avLst/>
          </a:prstGeom>
          <a:ln w="19050">
            <a:solidFill>
              <a:schemeClr val="tx1"/>
            </a:solidFill>
            <a:headEnd type="arrow"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0" name="Flowchart: Process 1542">
            <a:extLst>
              <a:ext uri="{FF2B5EF4-FFF2-40B4-BE49-F238E27FC236}">
                <a16:creationId xmlns:a16="http://schemas.microsoft.com/office/drawing/2014/main" id="{359E7B2B-40DE-45C2-A0D8-89F543A588F3}"/>
              </a:ext>
            </a:extLst>
          </p:cNvPr>
          <p:cNvSpPr/>
          <p:nvPr/>
        </p:nvSpPr>
        <p:spPr>
          <a:xfrm>
            <a:off x="10145932" y="3365571"/>
            <a:ext cx="1344087" cy="739869"/>
          </a:xfrm>
          <a:prstGeom prst="flowChartProcess">
            <a:avLst/>
          </a:prstGeom>
          <a:solidFill>
            <a:schemeClr val="bg1"/>
          </a:solidFill>
          <a:ln w="19050">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000" dirty="0">
                <a:solidFill>
                  <a:prstClr val="black"/>
                </a:solidFill>
                <a:latin typeface="Calibri" panose="020F0502020204030204"/>
              </a:rPr>
              <a:t>No Error</a:t>
            </a:r>
          </a:p>
        </p:txBody>
      </p:sp>
      <p:sp>
        <p:nvSpPr>
          <p:cNvPr id="131" name="TextBox 130">
            <a:extLst>
              <a:ext uri="{FF2B5EF4-FFF2-40B4-BE49-F238E27FC236}">
                <a16:creationId xmlns:a16="http://schemas.microsoft.com/office/drawing/2014/main" id="{04DC54CD-7D72-1BC5-6C06-701A21B2B21C}"/>
              </a:ext>
            </a:extLst>
          </p:cNvPr>
          <p:cNvSpPr txBox="1"/>
          <p:nvPr/>
        </p:nvSpPr>
        <p:spPr>
          <a:xfrm>
            <a:off x="9482513" y="3345878"/>
            <a:ext cx="864353" cy="400110"/>
          </a:xfrm>
          <a:prstGeom prst="rect">
            <a:avLst/>
          </a:prstGeom>
          <a:noFill/>
          <a:effectLst/>
        </p:spPr>
        <p:txBody>
          <a:bodyPr wrap="square">
            <a:spAutoFit/>
          </a:bodyPr>
          <a:lstStyle/>
          <a:p>
            <a:pPr defTabSz="914400">
              <a:defRPr/>
            </a:pPr>
            <a:r>
              <a:rPr lang="en-US" altLang="zh-CN" sz="2000" b="1" dirty="0">
                <a:solidFill>
                  <a:prstClr val="black"/>
                </a:solidFill>
                <a:latin typeface="Calibri" panose="020F0502020204030204"/>
              </a:rPr>
              <a:t>Pass</a:t>
            </a:r>
          </a:p>
        </p:txBody>
      </p:sp>
      <p:sp>
        <p:nvSpPr>
          <p:cNvPr id="132" name="TextBox 131">
            <a:extLst>
              <a:ext uri="{FF2B5EF4-FFF2-40B4-BE49-F238E27FC236}">
                <a16:creationId xmlns:a16="http://schemas.microsoft.com/office/drawing/2014/main" id="{14510CDE-9B62-9EE5-8089-C4806C368841}"/>
              </a:ext>
            </a:extLst>
          </p:cNvPr>
          <p:cNvSpPr txBox="1"/>
          <p:nvPr/>
        </p:nvSpPr>
        <p:spPr>
          <a:xfrm>
            <a:off x="8896468" y="4071334"/>
            <a:ext cx="864353" cy="400110"/>
          </a:xfrm>
          <a:prstGeom prst="rect">
            <a:avLst/>
          </a:prstGeom>
          <a:noFill/>
          <a:effectLst/>
        </p:spPr>
        <p:txBody>
          <a:bodyPr wrap="square">
            <a:spAutoFit/>
          </a:bodyPr>
          <a:lstStyle/>
          <a:p>
            <a:pPr defTabSz="914400">
              <a:defRPr/>
            </a:pPr>
            <a:r>
              <a:rPr lang="en-US" altLang="zh-CN" sz="2000" b="1" dirty="0">
                <a:solidFill>
                  <a:prstClr val="black"/>
                </a:solidFill>
                <a:latin typeface="Calibri" panose="020F0502020204030204"/>
              </a:rPr>
              <a:t>Fail</a:t>
            </a:r>
          </a:p>
        </p:txBody>
      </p:sp>
      <p:sp>
        <p:nvSpPr>
          <p:cNvPr id="133" name="TextBox 132">
            <a:extLst>
              <a:ext uri="{FF2B5EF4-FFF2-40B4-BE49-F238E27FC236}">
                <a16:creationId xmlns:a16="http://schemas.microsoft.com/office/drawing/2014/main" id="{219EE3E5-2BBE-5EC9-C217-E6213092CA12}"/>
              </a:ext>
            </a:extLst>
          </p:cNvPr>
          <p:cNvSpPr txBox="1"/>
          <p:nvPr/>
        </p:nvSpPr>
        <p:spPr>
          <a:xfrm>
            <a:off x="9498849" y="5966545"/>
            <a:ext cx="864353" cy="400110"/>
          </a:xfrm>
          <a:prstGeom prst="rect">
            <a:avLst/>
          </a:prstGeom>
          <a:noFill/>
          <a:effectLst/>
        </p:spPr>
        <p:txBody>
          <a:bodyPr wrap="square">
            <a:spAutoFit/>
          </a:bodyPr>
          <a:lstStyle/>
          <a:p>
            <a:pPr defTabSz="914400">
              <a:defRPr/>
            </a:pPr>
            <a:r>
              <a:rPr lang="en-US" altLang="zh-CN" sz="2000" b="1" dirty="0">
                <a:solidFill>
                  <a:prstClr val="black"/>
                </a:solidFill>
                <a:latin typeface="Calibri" panose="020F0502020204030204"/>
              </a:rPr>
              <a:t>Pass</a:t>
            </a:r>
          </a:p>
        </p:txBody>
      </p:sp>
      <p:sp>
        <p:nvSpPr>
          <p:cNvPr id="134" name="TextBox 133">
            <a:extLst>
              <a:ext uri="{FF2B5EF4-FFF2-40B4-BE49-F238E27FC236}">
                <a16:creationId xmlns:a16="http://schemas.microsoft.com/office/drawing/2014/main" id="{0B882313-474C-B60B-F625-00D06F520E3E}"/>
              </a:ext>
            </a:extLst>
          </p:cNvPr>
          <p:cNvSpPr txBox="1"/>
          <p:nvPr/>
        </p:nvSpPr>
        <p:spPr>
          <a:xfrm>
            <a:off x="7591623" y="5966545"/>
            <a:ext cx="864353" cy="400110"/>
          </a:xfrm>
          <a:prstGeom prst="rect">
            <a:avLst/>
          </a:prstGeom>
          <a:noFill/>
          <a:effectLst/>
        </p:spPr>
        <p:txBody>
          <a:bodyPr wrap="square">
            <a:spAutoFit/>
          </a:bodyPr>
          <a:lstStyle/>
          <a:p>
            <a:pPr defTabSz="914400">
              <a:defRPr/>
            </a:pPr>
            <a:r>
              <a:rPr lang="en-US" altLang="zh-CN" sz="2000" b="1" dirty="0">
                <a:solidFill>
                  <a:prstClr val="black"/>
                </a:solidFill>
                <a:latin typeface="Calibri" panose="020F0502020204030204"/>
              </a:rPr>
              <a:t>Fail</a:t>
            </a:r>
          </a:p>
        </p:txBody>
      </p:sp>
      <p:sp>
        <p:nvSpPr>
          <p:cNvPr id="135" name="Flowchart: Process 457">
            <a:extLst>
              <a:ext uri="{FF2B5EF4-FFF2-40B4-BE49-F238E27FC236}">
                <a16:creationId xmlns:a16="http://schemas.microsoft.com/office/drawing/2014/main" id="{565668E0-2F43-0943-2E7D-84AAB9A54C96}"/>
              </a:ext>
            </a:extLst>
          </p:cNvPr>
          <p:cNvSpPr/>
          <p:nvPr/>
        </p:nvSpPr>
        <p:spPr>
          <a:xfrm>
            <a:off x="5204613" y="3245336"/>
            <a:ext cx="2256590" cy="986492"/>
          </a:xfrm>
          <a:prstGeom prst="flowChartProcess">
            <a:avLst/>
          </a:prstGeom>
          <a:solidFill>
            <a:schemeClr val="bg1"/>
          </a:solidFill>
          <a:ln w="19050">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prstClr val="black"/>
                </a:solidFill>
                <a:latin typeface="Calibri" panose="020F0502020204030204"/>
              </a:rPr>
              <a:t>Read </a:t>
            </a:r>
          </a:p>
          <a:p>
            <a:pPr algn="ctr"/>
            <a:r>
              <a:rPr lang="en-US" sz="2000" dirty="0">
                <a:solidFill>
                  <a:prstClr val="black"/>
                </a:solidFill>
                <a:latin typeface="Calibri" panose="020F0502020204030204"/>
              </a:rPr>
              <a:t>Bulk-sized Data w/ Tier-2 Parity</a:t>
            </a:r>
            <a:endParaRPr lang="en-US" sz="2000" dirty="0"/>
          </a:p>
        </p:txBody>
      </p:sp>
      <p:sp>
        <p:nvSpPr>
          <p:cNvPr id="136" name="Flowchart: Process 190">
            <a:extLst>
              <a:ext uri="{FF2B5EF4-FFF2-40B4-BE49-F238E27FC236}">
                <a16:creationId xmlns:a16="http://schemas.microsoft.com/office/drawing/2014/main" id="{5E214000-DFD8-6FC6-5524-B48B5AF5D653}"/>
              </a:ext>
            </a:extLst>
          </p:cNvPr>
          <p:cNvSpPr/>
          <p:nvPr/>
        </p:nvSpPr>
        <p:spPr>
          <a:xfrm>
            <a:off x="7736388" y="4566523"/>
            <a:ext cx="2256590" cy="986492"/>
          </a:xfrm>
          <a:prstGeom prst="flowChartProcess">
            <a:avLst/>
          </a:prstGeom>
          <a:solidFill>
            <a:schemeClr val="bg1"/>
          </a:solidFill>
          <a:ln w="19050">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prstClr val="black"/>
                </a:solidFill>
                <a:latin typeface="Calibri" panose="020F0502020204030204"/>
              </a:rPr>
              <a:t>Reread </a:t>
            </a:r>
          </a:p>
          <a:p>
            <a:pPr algn="ctr"/>
            <a:r>
              <a:rPr lang="en-US" sz="2000">
                <a:solidFill>
                  <a:prstClr val="black"/>
                </a:solidFill>
                <a:latin typeface="Calibri" panose="020F0502020204030204"/>
              </a:rPr>
              <a:t>Bulk-sized Data</a:t>
            </a:r>
          </a:p>
          <a:p>
            <a:pPr algn="ctr"/>
            <a:r>
              <a:rPr lang="en-US" sz="2000">
                <a:solidFill>
                  <a:prstClr val="black"/>
                </a:solidFill>
                <a:latin typeface="Calibri" panose="020F0502020204030204"/>
              </a:rPr>
              <a:t>w/ Tier-1 Parity</a:t>
            </a:r>
            <a:endParaRPr lang="en-US" sz="2000"/>
          </a:p>
        </p:txBody>
      </p:sp>
      <p:sp>
        <p:nvSpPr>
          <p:cNvPr id="137" name="Diamond 136">
            <a:extLst>
              <a:ext uri="{FF2B5EF4-FFF2-40B4-BE49-F238E27FC236}">
                <a16:creationId xmlns:a16="http://schemas.microsoft.com/office/drawing/2014/main" id="{1E64F186-7C74-D78A-4B1D-02FFD405E509}"/>
              </a:ext>
            </a:extLst>
          </p:cNvPr>
          <p:cNvSpPr/>
          <p:nvPr/>
        </p:nvSpPr>
        <p:spPr>
          <a:xfrm>
            <a:off x="8046162" y="5856247"/>
            <a:ext cx="1637043" cy="933674"/>
          </a:xfrm>
          <a:prstGeom prst="diamond">
            <a:avLst/>
          </a:prstGeom>
          <a:solidFill>
            <a:schemeClr val="accent1">
              <a:lumMod val="20000"/>
              <a:lumOff val="80000"/>
            </a:schemeClr>
          </a:solidFill>
          <a:ln w="19050">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000" dirty="0">
                <a:solidFill>
                  <a:schemeClr val="tx1"/>
                </a:solidFill>
              </a:rPr>
              <a:t>Error </a:t>
            </a:r>
          </a:p>
          <a:p>
            <a:pPr algn="ctr"/>
            <a:r>
              <a:rPr lang="en-US" sz="2000" dirty="0">
                <a:solidFill>
                  <a:schemeClr val="tx1"/>
                </a:solidFill>
              </a:rPr>
              <a:t>Correct</a:t>
            </a:r>
          </a:p>
        </p:txBody>
      </p:sp>
      <p:sp>
        <p:nvSpPr>
          <p:cNvPr id="138" name="Diamond 137">
            <a:extLst>
              <a:ext uri="{FF2B5EF4-FFF2-40B4-BE49-F238E27FC236}">
                <a16:creationId xmlns:a16="http://schemas.microsoft.com/office/drawing/2014/main" id="{F271E955-00CF-370A-7F54-899CB2F53835}"/>
              </a:ext>
            </a:extLst>
          </p:cNvPr>
          <p:cNvSpPr/>
          <p:nvPr/>
        </p:nvSpPr>
        <p:spPr>
          <a:xfrm>
            <a:off x="8046160" y="3271745"/>
            <a:ext cx="1637043" cy="933674"/>
          </a:xfrm>
          <a:prstGeom prst="diamond">
            <a:avLst/>
          </a:prstGeom>
          <a:solidFill>
            <a:schemeClr val="accent1">
              <a:lumMod val="20000"/>
              <a:lumOff val="80000"/>
            </a:schemeClr>
          </a:solidFill>
          <a:ln w="19050">
            <a:solidFill>
              <a:srgbClr val="002060"/>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000" dirty="0">
                <a:solidFill>
                  <a:schemeClr val="tx1"/>
                </a:solidFill>
              </a:rPr>
              <a:t>Parity </a:t>
            </a:r>
          </a:p>
          <a:p>
            <a:pPr algn="ctr"/>
            <a:r>
              <a:rPr lang="en-US" sz="2000" dirty="0">
                <a:solidFill>
                  <a:schemeClr val="tx1"/>
                </a:solidFill>
              </a:rPr>
              <a:t>Check</a:t>
            </a:r>
          </a:p>
        </p:txBody>
      </p:sp>
    </p:spTree>
    <p:custDataLst>
      <p:tags r:id="rId1"/>
    </p:custDataLst>
    <p:extLst>
      <p:ext uri="{BB962C8B-B14F-4D97-AF65-F5344CB8AC3E}">
        <p14:creationId xmlns:p14="http://schemas.microsoft.com/office/powerpoint/2010/main" val="3014506463"/>
      </p:ext>
    </p:extLst>
  </p:cSld>
  <p:clrMapOvr>
    <a:masterClrMapping/>
  </p:clrMapOvr>
  <mc:AlternateContent xmlns:mc="http://schemas.openxmlformats.org/markup-compatibility/2006" xmlns:p14="http://schemas.microsoft.com/office/powerpoint/2010/main">
    <mc:Choice Requires="p14">
      <p:transition spd="slow" p14:dur="2000" advTm="56682"/>
    </mc:Choice>
    <mc:Fallback xmlns="">
      <p:transition spd="slow" advTm="5668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7" grpId="0" animBg="1"/>
      <p:bldP spid="130" grpId="0" animBg="1"/>
      <p:bldP spid="131" grpId="0"/>
      <p:bldP spid="132" grpId="0"/>
      <p:bldP spid="133" grpId="0"/>
      <p:bldP spid="134" grpId="0"/>
      <p:bldP spid="135" grpId="0" animBg="1"/>
      <p:bldP spid="136" grpId="0" animBg="1"/>
      <p:bldP spid="137" grpId="0" animBg="1"/>
      <p:bldP spid="13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 name="TextBox 1060">
            <a:extLst>
              <a:ext uri="{FF2B5EF4-FFF2-40B4-BE49-F238E27FC236}">
                <a16:creationId xmlns:a16="http://schemas.microsoft.com/office/drawing/2014/main" id="{35FAE2CE-F307-5FC4-F35E-63C998558971}"/>
              </a:ext>
            </a:extLst>
          </p:cNvPr>
          <p:cNvSpPr txBox="1"/>
          <p:nvPr/>
        </p:nvSpPr>
        <p:spPr>
          <a:xfrm>
            <a:off x="909816" y="3167366"/>
            <a:ext cx="1112464" cy="1584063"/>
          </a:xfrm>
          <a:prstGeom prst="rect">
            <a:avLst/>
          </a:prstGeom>
          <a:noFill/>
        </p:spPr>
        <p:txBody>
          <a:bodyPr wrap="none">
            <a:noAutofit/>
          </a:bodyPr>
          <a:lstStyle/>
          <a:p>
            <a:r>
              <a:rPr lang="en-US" altLang="zh-CN" sz="2000" i="1" dirty="0">
                <a:latin typeface="+mj-lt"/>
              </a:rPr>
              <a:t>0x0000</a:t>
            </a:r>
          </a:p>
          <a:p>
            <a:r>
              <a:rPr lang="en-US" altLang="zh-CN" sz="2000" i="1" dirty="0"/>
              <a:t>0x0040</a:t>
            </a:r>
          </a:p>
          <a:p>
            <a:r>
              <a:rPr lang="en-US" altLang="zh-CN" sz="2000" i="1" dirty="0"/>
              <a:t>0x0080</a:t>
            </a:r>
          </a:p>
          <a:p>
            <a:r>
              <a:rPr lang="en-US" altLang="zh-CN" sz="2000" i="1" dirty="0"/>
              <a:t>0x00C0</a:t>
            </a:r>
          </a:p>
          <a:p>
            <a:r>
              <a:rPr lang="en-US" altLang="zh-CN" sz="2000" i="1" dirty="0"/>
              <a:t>0x0100</a:t>
            </a:r>
            <a:endParaRPr lang="en-US" sz="2000" i="1" dirty="0"/>
          </a:p>
          <a:p>
            <a:endParaRPr lang="en-US" sz="2000" i="1" dirty="0"/>
          </a:p>
          <a:p>
            <a:endParaRPr lang="en-US" sz="2000" i="1" dirty="0"/>
          </a:p>
          <a:p>
            <a:endParaRPr lang="en-US" sz="2000" i="1" dirty="0"/>
          </a:p>
          <a:p>
            <a:endParaRPr lang="en-US" sz="2000" i="1" dirty="0">
              <a:latin typeface="+mj-lt"/>
            </a:endParaRPr>
          </a:p>
        </p:txBody>
      </p:sp>
      <p:sp>
        <p:nvSpPr>
          <p:cNvPr id="1067" name="TextBox 1066">
            <a:extLst>
              <a:ext uri="{FF2B5EF4-FFF2-40B4-BE49-F238E27FC236}">
                <a16:creationId xmlns:a16="http://schemas.microsoft.com/office/drawing/2014/main" id="{700B81AE-5C6D-DDEA-65AA-5FABDB322AD5}"/>
              </a:ext>
            </a:extLst>
          </p:cNvPr>
          <p:cNvSpPr txBox="1"/>
          <p:nvPr/>
        </p:nvSpPr>
        <p:spPr>
          <a:xfrm rot="5400000">
            <a:off x="751048" y="6511323"/>
            <a:ext cx="885517" cy="830570"/>
          </a:xfrm>
          <a:prstGeom prst="rect">
            <a:avLst/>
          </a:prstGeom>
          <a:noFill/>
        </p:spPr>
        <p:txBody>
          <a:bodyPr wrap="none">
            <a:noAutofit/>
          </a:bodyPr>
          <a:lstStyle/>
          <a:p>
            <a:pPr algn="ctr"/>
            <a:r>
              <a:rPr lang="en-US" altLang="zh-CN" sz="2400" b="1" dirty="0">
                <a:latin typeface="+mj-lt"/>
              </a:rPr>
              <a:t>… … </a:t>
            </a:r>
            <a:endParaRPr lang="en-US" sz="2400" b="1" dirty="0">
              <a:latin typeface="+mj-lt"/>
            </a:endParaRPr>
          </a:p>
        </p:txBody>
      </p:sp>
      <p:sp>
        <p:nvSpPr>
          <p:cNvPr id="1072" name="TextBox 1071">
            <a:extLst>
              <a:ext uri="{FF2B5EF4-FFF2-40B4-BE49-F238E27FC236}">
                <a16:creationId xmlns:a16="http://schemas.microsoft.com/office/drawing/2014/main" id="{AB49FDA5-DB8A-227D-36CE-8B68A047F8E7}"/>
              </a:ext>
            </a:extLst>
          </p:cNvPr>
          <p:cNvSpPr txBox="1"/>
          <p:nvPr/>
        </p:nvSpPr>
        <p:spPr>
          <a:xfrm rot="16200000">
            <a:off x="-511471" y="4560500"/>
            <a:ext cx="2579982" cy="461665"/>
          </a:xfrm>
          <a:prstGeom prst="rect">
            <a:avLst/>
          </a:prstGeom>
          <a:noFill/>
        </p:spPr>
        <p:txBody>
          <a:bodyPr wrap="square" rtlCol="0">
            <a:spAutoFit/>
          </a:bodyPr>
          <a:lstStyle/>
          <a:p>
            <a:r>
              <a:rPr lang="en-US" sz="2400" b="1" dirty="0" err="1"/>
              <a:t>Cacheline</a:t>
            </a:r>
            <a:r>
              <a:rPr lang="en-US" sz="2400" b="1" dirty="0"/>
              <a:t> Offset</a:t>
            </a:r>
          </a:p>
        </p:txBody>
      </p:sp>
      <p:sp>
        <p:nvSpPr>
          <p:cNvPr id="945" name="Rectangle 944">
            <a:extLst>
              <a:ext uri="{FF2B5EF4-FFF2-40B4-BE49-F238E27FC236}">
                <a16:creationId xmlns:a16="http://schemas.microsoft.com/office/drawing/2014/main" id="{114E0175-58E9-2C7F-4C85-0A507715142E}"/>
              </a:ext>
            </a:extLst>
          </p:cNvPr>
          <p:cNvSpPr/>
          <p:nvPr/>
        </p:nvSpPr>
        <p:spPr>
          <a:xfrm>
            <a:off x="7390772" y="3094187"/>
            <a:ext cx="1499519" cy="4541688"/>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46" name="Rectangle 945">
            <a:extLst>
              <a:ext uri="{FF2B5EF4-FFF2-40B4-BE49-F238E27FC236}">
                <a16:creationId xmlns:a16="http://schemas.microsoft.com/office/drawing/2014/main" id="{E93AED1A-6108-2170-8888-D00E3AEA2A99}"/>
              </a:ext>
            </a:extLst>
          </p:cNvPr>
          <p:cNvSpPr/>
          <p:nvPr/>
        </p:nvSpPr>
        <p:spPr>
          <a:xfrm>
            <a:off x="1909670" y="3094187"/>
            <a:ext cx="5487576" cy="4541688"/>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7" name="TextBox 946">
            <a:extLst>
              <a:ext uri="{FF2B5EF4-FFF2-40B4-BE49-F238E27FC236}">
                <a16:creationId xmlns:a16="http://schemas.microsoft.com/office/drawing/2014/main" id="{3ECDBEA3-4080-EBC9-7DD9-193F26DBB75D}"/>
              </a:ext>
            </a:extLst>
          </p:cNvPr>
          <p:cNvSpPr txBox="1"/>
          <p:nvPr/>
        </p:nvSpPr>
        <p:spPr>
          <a:xfrm flipH="1">
            <a:off x="2701600" y="6516504"/>
            <a:ext cx="3714336" cy="830997"/>
          </a:xfrm>
          <a:prstGeom prst="rect">
            <a:avLst/>
          </a:prstGeom>
          <a:noFill/>
        </p:spPr>
        <p:txBody>
          <a:bodyPr wrap="square">
            <a:spAutoFit/>
          </a:bodyPr>
          <a:lstStyle/>
          <a:p>
            <a:pPr algn="ctr"/>
            <a:r>
              <a:rPr lang="en-US" altLang="zh-CN" sz="2400" dirty="0"/>
              <a:t>Data Bandwidth  </a:t>
            </a:r>
          </a:p>
          <a:p>
            <a:pPr algn="ctr"/>
            <a:r>
              <a:rPr lang="en-US" altLang="zh-CN" sz="2400" dirty="0"/>
              <a:t>32-bit</a:t>
            </a:r>
            <a:endParaRPr lang="en-US" sz="2400" dirty="0"/>
          </a:p>
        </p:txBody>
      </p:sp>
      <p:sp>
        <p:nvSpPr>
          <p:cNvPr id="949" name="Rectangle 948">
            <a:extLst>
              <a:ext uri="{FF2B5EF4-FFF2-40B4-BE49-F238E27FC236}">
                <a16:creationId xmlns:a16="http://schemas.microsoft.com/office/drawing/2014/main" id="{074FCDEB-2484-6990-C002-BD65AC5A1A6B}"/>
              </a:ext>
            </a:extLst>
          </p:cNvPr>
          <p:cNvSpPr/>
          <p:nvPr/>
        </p:nvSpPr>
        <p:spPr>
          <a:xfrm>
            <a:off x="206977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50" name="Rectangle 949">
            <a:extLst>
              <a:ext uri="{FF2B5EF4-FFF2-40B4-BE49-F238E27FC236}">
                <a16:creationId xmlns:a16="http://schemas.microsoft.com/office/drawing/2014/main" id="{D0B50163-5E91-9C5A-F1AA-D08AA8F808F9}"/>
              </a:ext>
            </a:extLst>
          </p:cNvPr>
          <p:cNvSpPr/>
          <p:nvPr/>
        </p:nvSpPr>
        <p:spPr>
          <a:xfrm>
            <a:off x="273059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51" name="Rectangle 950">
            <a:extLst>
              <a:ext uri="{FF2B5EF4-FFF2-40B4-BE49-F238E27FC236}">
                <a16:creationId xmlns:a16="http://schemas.microsoft.com/office/drawing/2014/main" id="{53EE092A-523C-0114-A41B-A6D7CC37C10A}"/>
              </a:ext>
            </a:extLst>
          </p:cNvPr>
          <p:cNvSpPr/>
          <p:nvPr/>
        </p:nvSpPr>
        <p:spPr>
          <a:xfrm>
            <a:off x="405223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52" name="Rectangle 951">
            <a:extLst>
              <a:ext uri="{FF2B5EF4-FFF2-40B4-BE49-F238E27FC236}">
                <a16:creationId xmlns:a16="http://schemas.microsoft.com/office/drawing/2014/main" id="{3158395B-275D-3EDB-0612-032BC2CADF9C}"/>
              </a:ext>
            </a:extLst>
          </p:cNvPr>
          <p:cNvSpPr/>
          <p:nvPr/>
        </p:nvSpPr>
        <p:spPr>
          <a:xfrm>
            <a:off x="339141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53" name="Rectangle 952">
            <a:extLst>
              <a:ext uri="{FF2B5EF4-FFF2-40B4-BE49-F238E27FC236}">
                <a16:creationId xmlns:a16="http://schemas.microsoft.com/office/drawing/2014/main" id="{05311EB8-D5D4-CA80-1807-CCC859A9001E}"/>
              </a:ext>
            </a:extLst>
          </p:cNvPr>
          <p:cNvSpPr/>
          <p:nvPr/>
        </p:nvSpPr>
        <p:spPr>
          <a:xfrm>
            <a:off x="4713056"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54" name="Rectangle 953">
            <a:extLst>
              <a:ext uri="{FF2B5EF4-FFF2-40B4-BE49-F238E27FC236}">
                <a16:creationId xmlns:a16="http://schemas.microsoft.com/office/drawing/2014/main" id="{AD98D8EA-C77B-04FA-8EB5-DBC645FCB28B}"/>
              </a:ext>
            </a:extLst>
          </p:cNvPr>
          <p:cNvSpPr/>
          <p:nvPr/>
        </p:nvSpPr>
        <p:spPr>
          <a:xfrm>
            <a:off x="537387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55" name="Rectangle 954">
            <a:extLst>
              <a:ext uri="{FF2B5EF4-FFF2-40B4-BE49-F238E27FC236}">
                <a16:creationId xmlns:a16="http://schemas.microsoft.com/office/drawing/2014/main" id="{F723E678-F447-767B-7A45-5B3E52B20F4D}"/>
              </a:ext>
            </a:extLst>
          </p:cNvPr>
          <p:cNvSpPr/>
          <p:nvPr/>
        </p:nvSpPr>
        <p:spPr>
          <a:xfrm>
            <a:off x="669551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56" name="Rectangle 955">
            <a:extLst>
              <a:ext uri="{FF2B5EF4-FFF2-40B4-BE49-F238E27FC236}">
                <a16:creationId xmlns:a16="http://schemas.microsoft.com/office/drawing/2014/main" id="{1A428274-3B8C-C2EA-70C9-3C8E9CE4F4B6}"/>
              </a:ext>
            </a:extLst>
          </p:cNvPr>
          <p:cNvSpPr/>
          <p:nvPr/>
        </p:nvSpPr>
        <p:spPr>
          <a:xfrm>
            <a:off x="603469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059" name="Straight Connector 1058">
            <a:extLst>
              <a:ext uri="{FF2B5EF4-FFF2-40B4-BE49-F238E27FC236}">
                <a16:creationId xmlns:a16="http://schemas.microsoft.com/office/drawing/2014/main" id="{CC7C0E1A-980A-5278-3D36-4DF3E4CDF435}"/>
              </a:ext>
            </a:extLst>
          </p:cNvPr>
          <p:cNvCxnSpPr>
            <a:cxnSpLocks/>
          </p:cNvCxnSpPr>
          <p:nvPr/>
        </p:nvCxnSpPr>
        <p:spPr>
          <a:xfrm>
            <a:off x="1951485" y="7362790"/>
            <a:ext cx="542614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3F22D908-A424-E133-7440-1A21598C85FB}"/>
              </a:ext>
            </a:extLst>
          </p:cNvPr>
          <p:cNvCxnSpPr>
            <a:cxnSpLocks/>
          </p:cNvCxnSpPr>
          <p:nvPr/>
        </p:nvCxnSpPr>
        <p:spPr>
          <a:xfrm>
            <a:off x="7384979" y="7362790"/>
            <a:ext cx="151448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82" name="TextBox 1181">
            <a:extLst>
              <a:ext uri="{FF2B5EF4-FFF2-40B4-BE49-F238E27FC236}">
                <a16:creationId xmlns:a16="http://schemas.microsoft.com/office/drawing/2014/main" id="{63DEE518-B1F9-BC7D-CCB3-9F0378DC33F2}"/>
              </a:ext>
            </a:extLst>
          </p:cNvPr>
          <p:cNvSpPr txBox="1"/>
          <p:nvPr/>
        </p:nvSpPr>
        <p:spPr>
          <a:xfrm>
            <a:off x="909816" y="4932441"/>
            <a:ext cx="1112464" cy="1584063"/>
          </a:xfrm>
          <a:prstGeom prst="rect">
            <a:avLst/>
          </a:prstGeom>
          <a:noFill/>
        </p:spPr>
        <p:txBody>
          <a:bodyPr wrap="none">
            <a:noAutofit/>
          </a:bodyPr>
          <a:lstStyle/>
          <a:p>
            <a:r>
              <a:rPr lang="en-US" altLang="zh-CN" sz="2000" i="1" dirty="0"/>
              <a:t>0x0140</a:t>
            </a:r>
          </a:p>
          <a:p>
            <a:r>
              <a:rPr lang="en-US" altLang="zh-CN" sz="2000" i="1" dirty="0"/>
              <a:t>0x0180</a:t>
            </a:r>
          </a:p>
          <a:p>
            <a:r>
              <a:rPr lang="en-US" altLang="zh-CN" sz="2000" i="1" dirty="0"/>
              <a:t>0x01C0</a:t>
            </a:r>
          </a:p>
          <a:p>
            <a:r>
              <a:rPr lang="en-US" altLang="zh-CN" sz="2000" i="1" dirty="0"/>
              <a:t>0x0200</a:t>
            </a:r>
          </a:p>
          <a:p>
            <a:r>
              <a:rPr lang="en-US" sz="2000" i="1" dirty="0"/>
              <a:t>0x0240</a:t>
            </a:r>
          </a:p>
          <a:p>
            <a:endParaRPr lang="en-US" sz="2000" i="1" dirty="0"/>
          </a:p>
          <a:p>
            <a:endParaRPr lang="en-US" sz="2000" i="1" dirty="0"/>
          </a:p>
          <a:p>
            <a:endParaRPr lang="en-US" sz="2000" i="1" dirty="0"/>
          </a:p>
        </p:txBody>
      </p:sp>
      <p:sp>
        <p:nvSpPr>
          <p:cNvPr id="41" name="Rectangle 40">
            <a:extLst>
              <a:ext uri="{FF2B5EF4-FFF2-40B4-BE49-F238E27FC236}">
                <a16:creationId xmlns:a16="http://schemas.microsoft.com/office/drawing/2014/main" id="{70D8D861-E893-5C78-3256-8166B51B8FDE}"/>
              </a:ext>
            </a:extLst>
          </p:cNvPr>
          <p:cNvSpPr/>
          <p:nvPr/>
        </p:nvSpPr>
        <p:spPr>
          <a:xfrm>
            <a:off x="8164200"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 name="Rectangle 41">
            <a:extLst>
              <a:ext uri="{FF2B5EF4-FFF2-40B4-BE49-F238E27FC236}">
                <a16:creationId xmlns:a16="http://schemas.microsoft.com/office/drawing/2014/main" id="{B715168B-BBDC-812E-B24A-1D6AF18D8E93}"/>
              </a:ext>
            </a:extLst>
          </p:cNvPr>
          <p:cNvSpPr/>
          <p:nvPr/>
        </p:nvSpPr>
        <p:spPr>
          <a:xfrm>
            <a:off x="750338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1" name="TextBox 60">
            <a:extLst>
              <a:ext uri="{FF2B5EF4-FFF2-40B4-BE49-F238E27FC236}">
                <a16:creationId xmlns:a16="http://schemas.microsoft.com/office/drawing/2014/main" id="{C0924D32-44CC-35F2-6BEA-3D25E276989B}"/>
              </a:ext>
            </a:extLst>
          </p:cNvPr>
          <p:cNvSpPr txBox="1"/>
          <p:nvPr/>
        </p:nvSpPr>
        <p:spPr>
          <a:xfrm flipH="1">
            <a:off x="6269553" y="6516504"/>
            <a:ext cx="3714336" cy="830997"/>
          </a:xfrm>
          <a:prstGeom prst="rect">
            <a:avLst/>
          </a:prstGeom>
          <a:noFill/>
        </p:spPr>
        <p:txBody>
          <a:bodyPr wrap="square">
            <a:spAutoFit/>
          </a:bodyPr>
          <a:lstStyle/>
          <a:p>
            <a:pPr algn="ctr"/>
            <a:r>
              <a:rPr lang="en-US" altLang="zh-CN" sz="2400" dirty="0"/>
              <a:t>Parity </a:t>
            </a:r>
            <a:r>
              <a:rPr lang="en-US" altLang="zh-CN" sz="2400" dirty="0" err="1"/>
              <a:t>Bdw</a:t>
            </a:r>
            <a:endParaRPr lang="en-US" altLang="zh-CN" sz="2400" dirty="0"/>
          </a:p>
          <a:p>
            <a:pPr algn="ctr"/>
            <a:r>
              <a:rPr lang="en-US" sz="2400" dirty="0"/>
              <a:t>8-bit</a:t>
            </a:r>
          </a:p>
        </p:txBody>
      </p:sp>
      <p:cxnSp>
        <p:nvCxnSpPr>
          <p:cNvPr id="914" name="Straight Connector 913">
            <a:extLst>
              <a:ext uri="{FF2B5EF4-FFF2-40B4-BE49-F238E27FC236}">
                <a16:creationId xmlns:a16="http://schemas.microsoft.com/office/drawing/2014/main" id="{111F8490-125F-FE94-EDEA-65206AE8230B}"/>
              </a:ext>
            </a:extLst>
          </p:cNvPr>
          <p:cNvCxnSpPr>
            <a:cxnSpLocks/>
          </p:cNvCxnSpPr>
          <p:nvPr/>
        </p:nvCxnSpPr>
        <p:spPr>
          <a:xfrm>
            <a:off x="10596141" y="3349635"/>
            <a:ext cx="550431" cy="0"/>
          </a:xfrm>
          <a:prstGeom prst="line">
            <a:avLst/>
          </a:prstGeom>
          <a:ln w="50800">
            <a:solidFill>
              <a:srgbClr val="FF0000"/>
            </a:solidFill>
            <a:headEnd type="none" w="med" len="sm"/>
            <a:tailEnd type="none" w="lg" len="lg"/>
          </a:ln>
        </p:spPr>
        <p:style>
          <a:lnRef idx="1">
            <a:schemeClr val="accent1"/>
          </a:lnRef>
          <a:fillRef idx="0">
            <a:schemeClr val="accent1"/>
          </a:fillRef>
          <a:effectRef idx="0">
            <a:schemeClr val="accent1"/>
          </a:effectRef>
          <a:fontRef idx="minor">
            <a:schemeClr val="tx1"/>
          </a:fontRef>
        </p:style>
      </p:cxnSp>
      <p:sp>
        <p:nvSpPr>
          <p:cNvPr id="915" name="Trapezoid 914">
            <a:extLst>
              <a:ext uri="{FF2B5EF4-FFF2-40B4-BE49-F238E27FC236}">
                <a16:creationId xmlns:a16="http://schemas.microsoft.com/office/drawing/2014/main" id="{563A149D-340F-7CA3-3664-0CE03B668A55}"/>
              </a:ext>
            </a:extLst>
          </p:cNvPr>
          <p:cNvSpPr/>
          <p:nvPr/>
        </p:nvSpPr>
        <p:spPr>
          <a:xfrm rot="5400000">
            <a:off x="10567548" y="3656631"/>
            <a:ext cx="1582533" cy="550431"/>
          </a:xfrm>
          <a:prstGeom prst="trapezoid">
            <a:avLst>
              <a:gd name="adj" fmla="val 442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CRC </a:t>
            </a:r>
          </a:p>
        </p:txBody>
      </p:sp>
      <p:sp>
        <p:nvSpPr>
          <p:cNvPr id="916" name="Rectangle 915">
            <a:extLst>
              <a:ext uri="{FF2B5EF4-FFF2-40B4-BE49-F238E27FC236}">
                <a16:creationId xmlns:a16="http://schemas.microsoft.com/office/drawing/2014/main" id="{671A5632-D281-6547-67E3-5FF9A336999C}"/>
              </a:ext>
            </a:extLst>
          </p:cNvPr>
          <p:cNvSpPr/>
          <p:nvPr/>
        </p:nvSpPr>
        <p:spPr>
          <a:xfrm>
            <a:off x="9804234"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7" name="Rectangle 916">
            <a:extLst>
              <a:ext uri="{FF2B5EF4-FFF2-40B4-BE49-F238E27FC236}">
                <a16:creationId xmlns:a16="http://schemas.microsoft.com/office/drawing/2014/main" id="{F9401E0F-E9EA-6BBC-633C-AAB699F724E7}"/>
              </a:ext>
            </a:extLst>
          </p:cNvPr>
          <p:cNvSpPr/>
          <p:nvPr/>
        </p:nvSpPr>
        <p:spPr>
          <a:xfrm>
            <a:off x="10474502"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8" name="TextBox 917">
            <a:extLst>
              <a:ext uri="{FF2B5EF4-FFF2-40B4-BE49-F238E27FC236}">
                <a16:creationId xmlns:a16="http://schemas.microsoft.com/office/drawing/2014/main" id="{8B22B469-0DA2-6124-3D69-D7A42EFD3692}"/>
              </a:ext>
            </a:extLst>
          </p:cNvPr>
          <p:cNvSpPr txBox="1"/>
          <p:nvPr/>
        </p:nvSpPr>
        <p:spPr>
          <a:xfrm>
            <a:off x="9590554" y="5929531"/>
            <a:ext cx="1633064" cy="461665"/>
          </a:xfrm>
          <a:prstGeom prst="rect">
            <a:avLst/>
          </a:prstGeom>
          <a:noFill/>
        </p:spPr>
        <p:txBody>
          <a:bodyPr wrap="square" rtlCol="0">
            <a:spAutoFit/>
          </a:bodyPr>
          <a:lstStyle/>
          <a:p>
            <a:r>
              <a:rPr lang="en-US" sz="2400" dirty="0"/>
              <a:t>Tier-2 ECC</a:t>
            </a:r>
          </a:p>
        </p:txBody>
      </p:sp>
      <p:cxnSp>
        <p:nvCxnSpPr>
          <p:cNvPr id="919" name="Elbow Connector 918">
            <a:extLst>
              <a:ext uri="{FF2B5EF4-FFF2-40B4-BE49-F238E27FC236}">
                <a16:creationId xmlns:a16="http://schemas.microsoft.com/office/drawing/2014/main" id="{B5FA194C-79E0-CE20-0118-9A72951D6012}"/>
              </a:ext>
            </a:extLst>
          </p:cNvPr>
          <p:cNvCxnSpPr>
            <a:cxnSpLocks/>
            <a:stCxn id="915" idx="0"/>
            <a:endCxn id="917" idx="0"/>
          </p:cNvCxnSpPr>
          <p:nvPr/>
        </p:nvCxnSpPr>
        <p:spPr>
          <a:xfrm flipH="1">
            <a:off x="10776287" y="3931847"/>
            <a:ext cx="857743" cy="1804025"/>
          </a:xfrm>
          <a:prstGeom prst="bentConnector4">
            <a:avLst>
              <a:gd name="adj1" fmla="val -26651"/>
              <a:gd name="adj2" fmla="val 57628"/>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20" name="Rectangle 919">
            <a:extLst>
              <a:ext uri="{FF2B5EF4-FFF2-40B4-BE49-F238E27FC236}">
                <a16:creationId xmlns:a16="http://schemas.microsoft.com/office/drawing/2014/main" id="{82F99180-CD43-5768-E8C3-F525DDB1D77A}"/>
              </a:ext>
            </a:extLst>
          </p:cNvPr>
          <p:cNvSpPr/>
          <p:nvPr/>
        </p:nvSpPr>
        <p:spPr>
          <a:xfrm>
            <a:off x="9304547"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21" name="Rectangle 920">
            <a:extLst>
              <a:ext uri="{FF2B5EF4-FFF2-40B4-BE49-F238E27FC236}">
                <a16:creationId xmlns:a16="http://schemas.microsoft.com/office/drawing/2014/main" id="{25AA2751-8D93-09B4-54E8-1A8B45A26517}"/>
              </a:ext>
            </a:extLst>
          </p:cNvPr>
          <p:cNvSpPr/>
          <p:nvPr/>
        </p:nvSpPr>
        <p:spPr>
          <a:xfrm>
            <a:off x="9965374"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4" name="Title 923">
            <a:extLst>
              <a:ext uri="{FF2B5EF4-FFF2-40B4-BE49-F238E27FC236}">
                <a16:creationId xmlns:a16="http://schemas.microsoft.com/office/drawing/2014/main" id="{5A92FFBB-BE00-1475-D8D6-5DEA13269010}"/>
              </a:ext>
            </a:extLst>
          </p:cNvPr>
          <p:cNvSpPr>
            <a:spLocks noGrp="1"/>
          </p:cNvSpPr>
          <p:nvPr>
            <p:ph type="title"/>
          </p:nvPr>
        </p:nvSpPr>
        <p:spPr/>
        <p:txBody>
          <a:bodyPr/>
          <a:lstStyle/>
          <a:p>
            <a:r>
              <a:rPr lang="en-US" dirty="0"/>
              <a:t>Workflow</a:t>
            </a:r>
          </a:p>
        </p:txBody>
      </p:sp>
    </p:spTree>
    <p:extLst>
      <p:ext uri="{BB962C8B-B14F-4D97-AF65-F5344CB8AC3E}">
        <p14:creationId xmlns:p14="http://schemas.microsoft.com/office/powerpoint/2010/main" val="2309567618"/>
      </p:ext>
    </p:extLst>
  </p:cSld>
  <p:clrMapOvr>
    <a:masterClrMapping/>
  </p:clrMapOvr>
  <mc:AlternateContent xmlns:mc="http://schemas.openxmlformats.org/markup-compatibility/2006" xmlns:p14="http://schemas.microsoft.com/office/powerpoint/2010/main">
    <mc:Choice Requires="p14">
      <p:transition spd="slow" p14:dur="2000" advTm="25096"/>
    </mc:Choice>
    <mc:Fallback xmlns="">
      <p:transition spd="slow" advTm="25096"/>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39BE-86BA-1DFC-E58C-FA8BF3880F92}"/>
            </a:ext>
          </a:extLst>
        </p:cNvPr>
        <p:cNvGrpSpPr/>
        <p:nvPr/>
      </p:nvGrpSpPr>
      <p:grpSpPr>
        <a:xfrm>
          <a:off x="0" y="0"/>
          <a:ext cx="0" cy="0"/>
          <a:chOff x="0" y="0"/>
          <a:chExt cx="0" cy="0"/>
        </a:xfrm>
      </p:grpSpPr>
      <p:sp>
        <p:nvSpPr>
          <p:cNvPr id="1061" name="TextBox 1060">
            <a:extLst>
              <a:ext uri="{FF2B5EF4-FFF2-40B4-BE49-F238E27FC236}">
                <a16:creationId xmlns:a16="http://schemas.microsoft.com/office/drawing/2014/main" id="{EC8234FF-DD5E-E2E3-CDD8-D2297B312416}"/>
              </a:ext>
            </a:extLst>
          </p:cNvPr>
          <p:cNvSpPr txBox="1"/>
          <p:nvPr/>
        </p:nvSpPr>
        <p:spPr>
          <a:xfrm>
            <a:off x="909816" y="3167366"/>
            <a:ext cx="1112464" cy="1584063"/>
          </a:xfrm>
          <a:prstGeom prst="rect">
            <a:avLst/>
          </a:prstGeom>
          <a:noFill/>
        </p:spPr>
        <p:txBody>
          <a:bodyPr wrap="none">
            <a:noAutofit/>
          </a:bodyPr>
          <a:lstStyle/>
          <a:p>
            <a:r>
              <a:rPr lang="en-US" altLang="zh-CN" sz="2000" i="1" dirty="0">
                <a:latin typeface="+mj-lt"/>
              </a:rPr>
              <a:t>0x0000</a:t>
            </a:r>
          </a:p>
          <a:p>
            <a:r>
              <a:rPr lang="en-US" altLang="zh-CN" sz="2000" i="1" dirty="0"/>
              <a:t>0x0040</a:t>
            </a:r>
          </a:p>
          <a:p>
            <a:r>
              <a:rPr lang="en-US" altLang="zh-CN" sz="2000" i="1" dirty="0"/>
              <a:t>0x0080</a:t>
            </a:r>
          </a:p>
          <a:p>
            <a:r>
              <a:rPr lang="en-US" altLang="zh-CN" sz="2000" i="1" dirty="0"/>
              <a:t>0x00C0</a:t>
            </a:r>
          </a:p>
          <a:p>
            <a:r>
              <a:rPr lang="en-US" altLang="zh-CN" sz="2000" i="1" dirty="0"/>
              <a:t>0x0100</a:t>
            </a:r>
            <a:endParaRPr lang="en-US" sz="2000" i="1" dirty="0"/>
          </a:p>
          <a:p>
            <a:endParaRPr lang="en-US" sz="2000" i="1" dirty="0"/>
          </a:p>
          <a:p>
            <a:endParaRPr lang="en-US" sz="2000" i="1" dirty="0"/>
          </a:p>
          <a:p>
            <a:endParaRPr lang="en-US" sz="2000" i="1" dirty="0"/>
          </a:p>
          <a:p>
            <a:endParaRPr lang="en-US" sz="2000" i="1" dirty="0">
              <a:latin typeface="+mj-lt"/>
            </a:endParaRPr>
          </a:p>
        </p:txBody>
      </p:sp>
      <p:sp>
        <p:nvSpPr>
          <p:cNvPr id="1067" name="TextBox 1066">
            <a:extLst>
              <a:ext uri="{FF2B5EF4-FFF2-40B4-BE49-F238E27FC236}">
                <a16:creationId xmlns:a16="http://schemas.microsoft.com/office/drawing/2014/main" id="{2CB36698-AD9A-93BE-EF96-2C3A75FD58D1}"/>
              </a:ext>
            </a:extLst>
          </p:cNvPr>
          <p:cNvSpPr txBox="1"/>
          <p:nvPr/>
        </p:nvSpPr>
        <p:spPr>
          <a:xfrm rot="5400000">
            <a:off x="751048" y="6511323"/>
            <a:ext cx="885517" cy="830570"/>
          </a:xfrm>
          <a:prstGeom prst="rect">
            <a:avLst/>
          </a:prstGeom>
          <a:noFill/>
        </p:spPr>
        <p:txBody>
          <a:bodyPr wrap="none">
            <a:noAutofit/>
          </a:bodyPr>
          <a:lstStyle/>
          <a:p>
            <a:pPr algn="ctr"/>
            <a:r>
              <a:rPr lang="en-US" altLang="zh-CN" sz="2400" b="1" dirty="0">
                <a:latin typeface="+mj-lt"/>
              </a:rPr>
              <a:t>… … </a:t>
            </a:r>
            <a:endParaRPr lang="en-US" sz="2400" b="1" dirty="0">
              <a:latin typeface="+mj-lt"/>
            </a:endParaRPr>
          </a:p>
        </p:txBody>
      </p:sp>
      <p:sp>
        <p:nvSpPr>
          <p:cNvPr id="1072" name="TextBox 1071">
            <a:extLst>
              <a:ext uri="{FF2B5EF4-FFF2-40B4-BE49-F238E27FC236}">
                <a16:creationId xmlns:a16="http://schemas.microsoft.com/office/drawing/2014/main" id="{178B9EFB-603B-FB8B-AC02-00262008A431}"/>
              </a:ext>
            </a:extLst>
          </p:cNvPr>
          <p:cNvSpPr txBox="1"/>
          <p:nvPr/>
        </p:nvSpPr>
        <p:spPr>
          <a:xfrm rot="16200000">
            <a:off x="-511471" y="4560500"/>
            <a:ext cx="2579982" cy="461665"/>
          </a:xfrm>
          <a:prstGeom prst="rect">
            <a:avLst/>
          </a:prstGeom>
          <a:noFill/>
        </p:spPr>
        <p:txBody>
          <a:bodyPr wrap="square" rtlCol="0">
            <a:spAutoFit/>
          </a:bodyPr>
          <a:lstStyle/>
          <a:p>
            <a:r>
              <a:rPr lang="en-US" sz="2400" b="1" dirty="0" err="1"/>
              <a:t>Cacheline</a:t>
            </a:r>
            <a:r>
              <a:rPr lang="en-US" sz="2400" b="1" dirty="0"/>
              <a:t> Offset</a:t>
            </a:r>
          </a:p>
        </p:txBody>
      </p:sp>
      <p:sp>
        <p:nvSpPr>
          <p:cNvPr id="945" name="Rectangle 944">
            <a:extLst>
              <a:ext uri="{FF2B5EF4-FFF2-40B4-BE49-F238E27FC236}">
                <a16:creationId xmlns:a16="http://schemas.microsoft.com/office/drawing/2014/main" id="{938CF893-29FD-1FCA-7F4F-CB332F957FC8}"/>
              </a:ext>
            </a:extLst>
          </p:cNvPr>
          <p:cNvSpPr/>
          <p:nvPr/>
        </p:nvSpPr>
        <p:spPr>
          <a:xfrm>
            <a:off x="7390772" y="3094187"/>
            <a:ext cx="1499519" cy="4541688"/>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46" name="Rectangle 945">
            <a:extLst>
              <a:ext uri="{FF2B5EF4-FFF2-40B4-BE49-F238E27FC236}">
                <a16:creationId xmlns:a16="http://schemas.microsoft.com/office/drawing/2014/main" id="{50B98B07-964A-CDCE-DF96-A6D2D345BFD4}"/>
              </a:ext>
            </a:extLst>
          </p:cNvPr>
          <p:cNvSpPr/>
          <p:nvPr/>
        </p:nvSpPr>
        <p:spPr>
          <a:xfrm>
            <a:off x="1909670" y="3094187"/>
            <a:ext cx="5487576" cy="4541688"/>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7" name="TextBox 946">
            <a:extLst>
              <a:ext uri="{FF2B5EF4-FFF2-40B4-BE49-F238E27FC236}">
                <a16:creationId xmlns:a16="http://schemas.microsoft.com/office/drawing/2014/main" id="{49FF766E-124C-D031-FD90-5518CD34F6EC}"/>
              </a:ext>
            </a:extLst>
          </p:cNvPr>
          <p:cNvSpPr txBox="1"/>
          <p:nvPr/>
        </p:nvSpPr>
        <p:spPr>
          <a:xfrm flipH="1">
            <a:off x="2701600" y="6516504"/>
            <a:ext cx="3714336" cy="830997"/>
          </a:xfrm>
          <a:prstGeom prst="rect">
            <a:avLst/>
          </a:prstGeom>
          <a:noFill/>
        </p:spPr>
        <p:txBody>
          <a:bodyPr wrap="square">
            <a:spAutoFit/>
          </a:bodyPr>
          <a:lstStyle/>
          <a:p>
            <a:pPr algn="ctr"/>
            <a:r>
              <a:rPr lang="en-US" altLang="zh-CN" sz="2400" dirty="0"/>
              <a:t>Data Bandwidth  </a:t>
            </a:r>
          </a:p>
          <a:p>
            <a:pPr algn="ctr"/>
            <a:r>
              <a:rPr lang="en-US" altLang="zh-CN" sz="2400" dirty="0"/>
              <a:t>32-bit</a:t>
            </a:r>
            <a:endParaRPr lang="en-US" sz="2400" dirty="0"/>
          </a:p>
        </p:txBody>
      </p:sp>
      <p:sp>
        <p:nvSpPr>
          <p:cNvPr id="957" name="Rectangle 956">
            <a:extLst>
              <a:ext uri="{FF2B5EF4-FFF2-40B4-BE49-F238E27FC236}">
                <a16:creationId xmlns:a16="http://schemas.microsoft.com/office/drawing/2014/main" id="{0C445EE1-7E24-88DA-B32F-FAEB4CC39E34}"/>
              </a:ext>
            </a:extLst>
          </p:cNvPr>
          <p:cNvSpPr/>
          <p:nvPr/>
        </p:nvSpPr>
        <p:spPr>
          <a:xfrm>
            <a:off x="9304547"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58" name="Rectangle 957">
            <a:extLst>
              <a:ext uri="{FF2B5EF4-FFF2-40B4-BE49-F238E27FC236}">
                <a16:creationId xmlns:a16="http://schemas.microsoft.com/office/drawing/2014/main" id="{AC99ACE0-373E-FA61-F9F7-1533F7AC0977}"/>
              </a:ext>
            </a:extLst>
          </p:cNvPr>
          <p:cNvSpPr/>
          <p:nvPr/>
        </p:nvSpPr>
        <p:spPr>
          <a:xfrm>
            <a:off x="9965374"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059" name="Straight Connector 1058">
            <a:extLst>
              <a:ext uri="{FF2B5EF4-FFF2-40B4-BE49-F238E27FC236}">
                <a16:creationId xmlns:a16="http://schemas.microsoft.com/office/drawing/2014/main" id="{FD282E46-0BB8-C5A0-AFC8-BA598BA4CA0C}"/>
              </a:ext>
            </a:extLst>
          </p:cNvPr>
          <p:cNvCxnSpPr>
            <a:cxnSpLocks/>
          </p:cNvCxnSpPr>
          <p:nvPr/>
        </p:nvCxnSpPr>
        <p:spPr>
          <a:xfrm>
            <a:off x="1951485" y="7362790"/>
            <a:ext cx="542614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6F736959-8118-342A-1387-A995F8DE92D4}"/>
              </a:ext>
            </a:extLst>
          </p:cNvPr>
          <p:cNvCxnSpPr>
            <a:cxnSpLocks/>
          </p:cNvCxnSpPr>
          <p:nvPr/>
        </p:nvCxnSpPr>
        <p:spPr>
          <a:xfrm>
            <a:off x="7384979" y="7362790"/>
            <a:ext cx="151448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82" name="TextBox 1181">
            <a:extLst>
              <a:ext uri="{FF2B5EF4-FFF2-40B4-BE49-F238E27FC236}">
                <a16:creationId xmlns:a16="http://schemas.microsoft.com/office/drawing/2014/main" id="{DEBD9E94-6542-820C-51B9-3A30B76F4CEF}"/>
              </a:ext>
            </a:extLst>
          </p:cNvPr>
          <p:cNvSpPr txBox="1"/>
          <p:nvPr/>
        </p:nvSpPr>
        <p:spPr>
          <a:xfrm>
            <a:off x="909816" y="4932441"/>
            <a:ext cx="1112464" cy="1584063"/>
          </a:xfrm>
          <a:prstGeom prst="rect">
            <a:avLst/>
          </a:prstGeom>
          <a:noFill/>
        </p:spPr>
        <p:txBody>
          <a:bodyPr wrap="none">
            <a:noAutofit/>
          </a:bodyPr>
          <a:lstStyle/>
          <a:p>
            <a:r>
              <a:rPr lang="en-US" altLang="zh-CN" sz="2000" i="1" dirty="0"/>
              <a:t>0x0140</a:t>
            </a:r>
          </a:p>
          <a:p>
            <a:r>
              <a:rPr lang="en-US" altLang="zh-CN" sz="2000" i="1" dirty="0"/>
              <a:t>0x0180</a:t>
            </a:r>
          </a:p>
          <a:p>
            <a:r>
              <a:rPr lang="en-US" altLang="zh-CN" sz="2000" i="1" dirty="0"/>
              <a:t>0x01C0</a:t>
            </a:r>
          </a:p>
          <a:p>
            <a:r>
              <a:rPr lang="en-US" altLang="zh-CN" sz="2000" i="1" dirty="0"/>
              <a:t>0x0200</a:t>
            </a:r>
          </a:p>
          <a:p>
            <a:r>
              <a:rPr lang="en-US" sz="2000" i="1" dirty="0"/>
              <a:t>0x0240</a:t>
            </a:r>
          </a:p>
          <a:p>
            <a:endParaRPr lang="en-US" sz="2000" i="1" dirty="0"/>
          </a:p>
          <a:p>
            <a:endParaRPr lang="en-US" sz="2000" i="1" dirty="0"/>
          </a:p>
          <a:p>
            <a:endParaRPr lang="en-US" sz="2000" i="1" dirty="0"/>
          </a:p>
        </p:txBody>
      </p:sp>
      <p:cxnSp>
        <p:nvCxnSpPr>
          <p:cNvPr id="2" name="Straight Connector 1">
            <a:extLst>
              <a:ext uri="{FF2B5EF4-FFF2-40B4-BE49-F238E27FC236}">
                <a16:creationId xmlns:a16="http://schemas.microsoft.com/office/drawing/2014/main" id="{A7C3B787-B80D-29E8-00CD-A1FFB2BDBB73}"/>
              </a:ext>
            </a:extLst>
          </p:cNvPr>
          <p:cNvCxnSpPr>
            <a:cxnSpLocks/>
          </p:cNvCxnSpPr>
          <p:nvPr/>
        </p:nvCxnSpPr>
        <p:spPr>
          <a:xfrm>
            <a:off x="10596141" y="3617264"/>
            <a:ext cx="550431" cy="0"/>
          </a:xfrm>
          <a:prstGeom prst="line">
            <a:avLst/>
          </a:prstGeom>
          <a:ln w="50800">
            <a:solidFill>
              <a:srgbClr val="FF0000"/>
            </a:solidFill>
            <a:headEnd type="none" w="med" len="sm"/>
            <a:tailEnd type="none" w="lg" len="lg"/>
          </a:ln>
        </p:spPr>
        <p:style>
          <a:lnRef idx="1">
            <a:schemeClr val="accent1"/>
          </a:lnRef>
          <a:fillRef idx="0">
            <a:schemeClr val="accent1"/>
          </a:fillRef>
          <a:effectRef idx="0">
            <a:schemeClr val="accent1"/>
          </a:effectRef>
          <a:fontRef idx="minor">
            <a:schemeClr val="tx1"/>
          </a:fontRef>
        </p:style>
      </p:cxnSp>
      <p:sp>
        <p:nvSpPr>
          <p:cNvPr id="21" name="Trapezoid 20">
            <a:extLst>
              <a:ext uri="{FF2B5EF4-FFF2-40B4-BE49-F238E27FC236}">
                <a16:creationId xmlns:a16="http://schemas.microsoft.com/office/drawing/2014/main" id="{2AF59E5E-479C-12B9-83DA-B5E6EAD3AE41}"/>
              </a:ext>
            </a:extLst>
          </p:cNvPr>
          <p:cNvSpPr/>
          <p:nvPr/>
        </p:nvSpPr>
        <p:spPr>
          <a:xfrm rot="5400000">
            <a:off x="10567548" y="3656631"/>
            <a:ext cx="1582533" cy="550431"/>
          </a:xfrm>
          <a:prstGeom prst="trapezoid">
            <a:avLst>
              <a:gd name="adj" fmla="val 442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CRC </a:t>
            </a:r>
          </a:p>
        </p:txBody>
      </p:sp>
      <p:sp>
        <p:nvSpPr>
          <p:cNvPr id="55" name="Rectangle 54">
            <a:extLst>
              <a:ext uri="{FF2B5EF4-FFF2-40B4-BE49-F238E27FC236}">
                <a16:creationId xmlns:a16="http://schemas.microsoft.com/office/drawing/2014/main" id="{1CF73497-6D43-40C9-A17D-9E760521F5ED}"/>
              </a:ext>
            </a:extLst>
          </p:cNvPr>
          <p:cNvSpPr/>
          <p:nvPr/>
        </p:nvSpPr>
        <p:spPr>
          <a:xfrm>
            <a:off x="9804234"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Rectangle 55">
            <a:extLst>
              <a:ext uri="{FF2B5EF4-FFF2-40B4-BE49-F238E27FC236}">
                <a16:creationId xmlns:a16="http://schemas.microsoft.com/office/drawing/2014/main" id="{0FD753FF-F237-4AB5-A111-52099B543909}"/>
              </a:ext>
            </a:extLst>
          </p:cNvPr>
          <p:cNvSpPr/>
          <p:nvPr/>
        </p:nvSpPr>
        <p:spPr>
          <a:xfrm>
            <a:off x="10474502"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 name="TextBox 56">
            <a:extLst>
              <a:ext uri="{FF2B5EF4-FFF2-40B4-BE49-F238E27FC236}">
                <a16:creationId xmlns:a16="http://schemas.microsoft.com/office/drawing/2014/main" id="{31318AF7-1F71-0D74-FCA2-8C4B939F4769}"/>
              </a:ext>
            </a:extLst>
          </p:cNvPr>
          <p:cNvSpPr txBox="1"/>
          <p:nvPr/>
        </p:nvSpPr>
        <p:spPr>
          <a:xfrm>
            <a:off x="9590554" y="5929531"/>
            <a:ext cx="1633064" cy="461665"/>
          </a:xfrm>
          <a:prstGeom prst="rect">
            <a:avLst/>
          </a:prstGeom>
          <a:noFill/>
        </p:spPr>
        <p:txBody>
          <a:bodyPr wrap="square" rtlCol="0">
            <a:spAutoFit/>
          </a:bodyPr>
          <a:lstStyle/>
          <a:p>
            <a:r>
              <a:rPr lang="en-US" sz="2400" dirty="0"/>
              <a:t>Tier-2 ECC</a:t>
            </a:r>
          </a:p>
        </p:txBody>
      </p:sp>
      <p:cxnSp>
        <p:nvCxnSpPr>
          <p:cNvPr id="58" name="Elbow Connector 57">
            <a:extLst>
              <a:ext uri="{FF2B5EF4-FFF2-40B4-BE49-F238E27FC236}">
                <a16:creationId xmlns:a16="http://schemas.microsoft.com/office/drawing/2014/main" id="{8A34B224-DA04-2F95-079C-AA348254EAAD}"/>
              </a:ext>
            </a:extLst>
          </p:cNvPr>
          <p:cNvCxnSpPr>
            <a:cxnSpLocks/>
            <a:stCxn id="21" idx="0"/>
            <a:endCxn id="56" idx="0"/>
          </p:cNvCxnSpPr>
          <p:nvPr/>
        </p:nvCxnSpPr>
        <p:spPr>
          <a:xfrm flipH="1">
            <a:off x="10776287" y="3931847"/>
            <a:ext cx="857743" cy="1804025"/>
          </a:xfrm>
          <a:prstGeom prst="bentConnector4">
            <a:avLst>
              <a:gd name="adj1" fmla="val -26651"/>
              <a:gd name="adj2" fmla="val 57628"/>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43A1336D-AB79-21DD-31C4-3B03F0D4B887}"/>
              </a:ext>
            </a:extLst>
          </p:cNvPr>
          <p:cNvSpPr txBox="1"/>
          <p:nvPr/>
        </p:nvSpPr>
        <p:spPr>
          <a:xfrm flipH="1">
            <a:off x="6269553" y="6516504"/>
            <a:ext cx="3714336" cy="830997"/>
          </a:xfrm>
          <a:prstGeom prst="rect">
            <a:avLst/>
          </a:prstGeom>
          <a:noFill/>
        </p:spPr>
        <p:txBody>
          <a:bodyPr wrap="square">
            <a:spAutoFit/>
          </a:bodyPr>
          <a:lstStyle/>
          <a:p>
            <a:pPr algn="ctr"/>
            <a:r>
              <a:rPr lang="en-US" altLang="zh-CN" sz="2400" dirty="0"/>
              <a:t>Parity </a:t>
            </a:r>
            <a:r>
              <a:rPr lang="en-US" altLang="zh-CN" sz="2400" dirty="0" err="1"/>
              <a:t>Bdw</a:t>
            </a:r>
            <a:endParaRPr lang="en-US" altLang="zh-CN" sz="2400" dirty="0"/>
          </a:p>
          <a:p>
            <a:pPr algn="ctr"/>
            <a:r>
              <a:rPr lang="en-US" sz="2400" dirty="0"/>
              <a:t>8-bit</a:t>
            </a:r>
          </a:p>
        </p:txBody>
      </p:sp>
      <p:sp>
        <p:nvSpPr>
          <p:cNvPr id="11" name="Rectangle 10">
            <a:extLst>
              <a:ext uri="{FF2B5EF4-FFF2-40B4-BE49-F238E27FC236}">
                <a16:creationId xmlns:a16="http://schemas.microsoft.com/office/drawing/2014/main" id="{93E10895-2332-A835-0ECF-3FAA0B9C91FF}"/>
              </a:ext>
            </a:extLst>
          </p:cNvPr>
          <p:cNvSpPr/>
          <p:nvPr/>
        </p:nvSpPr>
        <p:spPr>
          <a:xfrm>
            <a:off x="206977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 name="Rectangle 11">
            <a:extLst>
              <a:ext uri="{FF2B5EF4-FFF2-40B4-BE49-F238E27FC236}">
                <a16:creationId xmlns:a16="http://schemas.microsoft.com/office/drawing/2014/main" id="{8AD08806-EA2E-51C8-C742-81D24A3CE3CD}"/>
              </a:ext>
            </a:extLst>
          </p:cNvPr>
          <p:cNvSpPr/>
          <p:nvPr/>
        </p:nvSpPr>
        <p:spPr>
          <a:xfrm>
            <a:off x="273059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 name="Rectangle 12">
            <a:extLst>
              <a:ext uri="{FF2B5EF4-FFF2-40B4-BE49-F238E27FC236}">
                <a16:creationId xmlns:a16="http://schemas.microsoft.com/office/drawing/2014/main" id="{EDD0522B-8062-86CC-A4EB-27F633ED65A2}"/>
              </a:ext>
            </a:extLst>
          </p:cNvPr>
          <p:cNvSpPr/>
          <p:nvPr/>
        </p:nvSpPr>
        <p:spPr>
          <a:xfrm>
            <a:off x="405223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0C531546-3E16-015A-BB47-0AF0D573F969}"/>
              </a:ext>
            </a:extLst>
          </p:cNvPr>
          <p:cNvSpPr/>
          <p:nvPr/>
        </p:nvSpPr>
        <p:spPr>
          <a:xfrm>
            <a:off x="339141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a:extLst>
              <a:ext uri="{FF2B5EF4-FFF2-40B4-BE49-F238E27FC236}">
                <a16:creationId xmlns:a16="http://schemas.microsoft.com/office/drawing/2014/main" id="{48E638FA-A88A-78CB-D6C5-63AF10591D00}"/>
              </a:ext>
            </a:extLst>
          </p:cNvPr>
          <p:cNvSpPr/>
          <p:nvPr/>
        </p:nvSpPr>
        <p:spPr>
          <a:xfrm>
            <a:off x="4713056"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Rectangle 15">
            <a:extLst>
              <a:ext uri="{FF2B5EF4-FFF2-40B4-BE49-F238E27FC236}">
                <a16:creationId xmlns:a16="http://schemas.microsoft.com/office/drawing/2014/main" id="{2F16BC55-92DD-930D-77B6-C8D660202742}"/>
              </a:ext>
            </a:extLst>
          </p:cNvPr>
          <p:cNvSpPr/>
          <p:nvPr/>
        </p:nvSpPr>
        <p:spPr>
          <a:xfrm>
            <a:off x="537387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Rectangle 16">
            <a:extLst>
              <a:ext uri="{FF2B5EF4-FFF2-40B4-BE49-F238E27FC236}">
                <a16:creationId xmlns:a16="http://schemas.microsoft.com/office/drawing/2014/main" id="{4430B733-C2A2-8849-3BBC-EA6B5856B15E}"/>
              </a:ext>
            </a:extLst>
          </p:cNvPr>
          <p:cNvSpPr/>
          <p:nvPr/>
        </p:nvSpPr>
        <p:spPr>
          <a:xfrm>
            <a:off x="669551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8" name="Rectangle 17">
            <a:extLst>
              <a:ext uri="{FF2B5EF4-FFF2-40B4-BE49-F238E27FC236}">
                <a16:creationId xmlns:a16="http://schemas.microsoft.com/office/drawing/2014/main" id="{C0946D67-EF24-6160-973F-457D5CBFE6F2}"/>
              </a:ext>
            </a:extLst>
          </p:cNvPr>
          <p:cNvSpPr/>
          <p:nvPr/>
        </p:nvSpPr>
        <p:spPr>
          <a:xfrm>
            <a:off x="603469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Rectangle 21">
            <a:extLst>
              <a:ext uri="{FF2B5EF4-FFF2-40B4-BE49-F238E27FC236}">
                <a16:creationId xmlns:a16="http://schemas.microsoft.com/office/drawing/2014/main" id="{26635D76-1991-5489-AC5B-827921E4982F}"/>
              </a:ext>
            </a:extLst>
          </p:cNvPr>
          <p:cNvSpPr/>
          <p:nvPr/>
        </p:nvSpPr>
        <p:spPr>
          <a:xfrm>
            <a:off x="206977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Rectangle 22">
            <a:extLst>
              <a:ext uri="{FF2B5EF4-FFF2-40B4-BE49-F238E27FC236}">
                <a16:creationId xmlns:a16="http://schemas.microsoft.com/office/drawing/2014/main" id="{2FA7DC23-E899-E31C-7599-FEE281DB809C}"/>
              </a:ext>
            </a:extLst>
          </p:cNvPr>
          <p:cNvSpPr/>
          <p:nvPr/>
        </p:nvSpPr>
        <p:spPr>
          <a:xfrm>
            <a:off x="273059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Rectangle 23">
            <a:extLst>
              <a:ext uri="{FF2B5EF4-FFF2-40B4-BE49-F238E27FC236}">
                <a16:creationId xmlns:a16="http://schemas.microsoft.com/office/drawing/2014/main" id="{A8E17E3C-9DCC-BFCC-DAB9-670CB8704358}"/>
              </a:ext>
            </a:extLst>
          </p:cNvPr>
          <p:cNvSpPr/>
          <p:nvPr/>
        </p:nvSpPr>
        <p:spPr>
          <a:xfrm>
            <a:off x="405223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Rectangle 24">
            <a:extLst>
              <a:ext uri="{FF2B5EF4-FFF2-40B4-BE49-F238E27FC236}">
                <a16:creationId xmlns:a16="http://schemas.microsoft.com/office/drawing/2014/main" id="{DB32837A-BF0D-A95C-C597-AAF519DAA93A}"/>
              </a:ext>
            </a:extLst>
          </p:cNvPr>
          <p:cNvSpPr/>
          <p:nvPr/>
        </p:nvSpPr>
        <p:spPr>
          <a:xfrm>
            <a:off x="339141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 name="Rectangle 25">
            <a:extLst>
              <a:ext uri="{FF2B5EF4-FFF2-40B4-BE49-F238E27FC236}">
                <a16:creationId xmlns:a16="http://schemas.microsoft.com/office/drawing/2014/main" id="{49842327-8574-1948-E224-CB88138E9DB0}"/>
              </a:ext>
            </a:extLst>
          </p:cNvPr>
          <p:cNvSpPr/>
          <p:nvPr/>
        </p:nvSpPr>
        <p:spPr>
          <a:xfrm>
            <a:off x="4713056"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Rectangle 26">
            <a:extLst>
              <a:ext uri="{FF2B5EF4-FFF2-40B4-BE49-F238E27FC236}">
                <a16:creationId xmlns:a16="http://schemas.microsoft.com/office/drawing/2014/main" id="{D51A6B95-A97E-D6D8-7F8D-CF7212F5AC7C}"/>
              </a:ext>
            </a:extLst>
          </p:cNvPr>
          <p:cNvSpPr/>
          <p:nvPr/>
        </p:nvSpPr>
        <p:spPr>
          <a:xfrm>
            <a:off x="537387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Rectangle 27">
            <a:extLst>
              <a:ext uri="{FF2B5EF4-FFF2-40B4-BE49-F238E27FC236}">
                <a16:creationId xmlns:a16="http://schemas.microsoft.com/office/drawing/2014/main" id="{9596F160-A36E-6CE6-5208-B2D0C3E40F90}"/>
              </a:ext>
            </a:extLst>
          </p:cNvPr>
          <p:cNvSpPr/>
          <p:nvPr/>
        </p:nvSpPr>
        <p:spPr>
          <a:xfrm>
            <a:off x="669551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a:extLst>
              <a:ext uri="{FF2B5EF4-FFF2-40B4-BE49-F238E27FC236}">
                <a16:creationId xmlns:a16="http://schemas.microsoft.com/office/drawing/2014/main" id="{9FCFC0E9-E304-8430-C12C-1095A27B4613}"/>
              </a:ext>
            </a:extLst>
          </p:cNvPr>
          <p:cNvSpPr/>
          <p:nvPr/>
        </p:nvSpPr>
        <p:spPr>
          <a:xfrm>
            <a:off x="603469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2" name="Rectangle 901">
            <a:extLst>
              <a:ext uri="{FF2B5EF4-FFF2-40B4-BE49-F238E27FC236}">
                <a16:creationId xmlns:a16="http://schemas.microsoft.com/office/drawing/2014/main" id="{7821285A-0D02-FE46-7F7F-D6DA44A10B86}"/>
              </a:ext>
            </a:extLst>
          </p:cNvPr>
          <p:cNvSpPr/>
          <p:nvPr/>
        </p:nvSpPr>
        <p:spPr>
          <a:xfrm>
            <a:off x="8141870"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3" name="Rectangle 902">
            <a:extLst>
              <a:ext uri="{FF2B5EF4-FFF2-40B4-BE49-F238E27FC236}">
                <a16:creationId xmlns:a16="http://schemas.microsoft.com/office/drawing/2014/main" id="{E768010B-B0FE-8DF9-AA65-78F72A13B85A}"/>
              </a:ext>
            </a:extLst>
          </p:cNvPr>
          <p:cNvSpPr/>
          <p:nvPr/>
        </p:nvSpPr>
        <p:spPr>
          <a:xfrm>
            <a:off x="748105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4" name="Rectangle 903">
            <a:extLst>
              <a:ext uri="{FF2B5EF4-FFF2-40B4-BE49-F238E27FC236}">
                <a16:creationId xmlns:a16="http://schemas.microsoft.com/office/drawing/2014/main" id="{D6208AA6-3F85-BEC1-BB79-E7575C3D3D42}"/>
              </a:ext>
            </a:extLst>
          </p:cNvPr>
          <p:cNvSpPr/>
          <p:nvPr/>
        </p:nvSpPr>
        <p:spPr>
          <a:xfrm>
            <a:off x="8141870"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5" name="Rectangle 904">
            <a:extLst>
              <a:ext uri="{FF2B5EF4-FFF2-40B4-BE49-F238E27FC236}">
                <a16:creationId xmlns:a16="http://schemas.microsoft.com/office/drawing/2014/main" id="{244537F3-3621-E3B2-23F2-1C38D5E1005E}"/>
              </a:ext>
            </a:extLst>
          </p:cNvPr>
          <p:cNvSpPr/>
          <p:nvPr/>
        </p:nvSpPr>
        <p:spPr>
          <a:xfrm>
            <a:off x="748105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6" name="Rectangle 905">
            <a:extLst>
              <a:ext uri="{FF2B5EF4-FFF2-40B4-BE49-F238E27FC236}">
                <a16:creationId xmlns:a16="http://schemas.microsoft.com/office/drawing/2014/main" id="{BC2EE48A-5849-523F-552E-A4EEDC268B9F}"/>
              </a:ext>
            </a:extLst>
          </p:cNvPr>
          <p:cNvSpPr/>
          <p:nvPr/>
        </p:nvSpPr>
        <p:spPr>
          <a:xfrm>
            <a:off x="9304547"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07" name="Rectangle 906">
            <a:extLst>
              <a:ext uri="{FF2B5EF4-FFF2-40B4-BE49-F238E27FC236}">
                <a16:creationId xmlns:a16="http://schemas.microsoft.com/office/drawing/2014/main" id="{CBA72C05-E2C7-3ECD-EDDD-6C2022425836}"/>
              </a:ext>
            </a:extLst>
          </p:cNvPr>
          <p:cNvSpPr/>
          <p:nvPr/>
        </p:nvSpPr>
        <p:spPr>
          <a:xfrm>
            <a:off x="9965374"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1" name="Rectangle 900">
            <a:extLst>
              <a:ext uri="{FF2B5EF4-FFF2-40B4-BE49-F238E27FC236}">
                <a16:creationId xmlns:a16="http://schemas.microsoft.com/office/drawing/2014/main" id="{2B383FE3-AE8D-E89E-BC79-A338FEDCC504}"/>
              </a:ext>
            </a:extLst>
          </p:cNvPr>
          <p:cNvSpPr/>
          <p:nvPr/>
        </p:nvSpPr>
        <p:spPr>
          <a:xfrm>
            <a:off x="1974802" y="3111829"/>
            <a:ext cx="8801485" cy="380127"/>
          </a:xfrm>
          <a:prstGeom prst="rect">
            <a:avLst/>
          </a:prstGeom>
          <a:solidFill>
            <a:schemeClr val="bg1">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Title 908">
            <a:extLst>
              <a:ext uri="{FF2B5EF4-FFF2-40B4-BE49-F238E27FC236}">
                <a16:creationId xmlns:a16="http://schemas.microsoft.com/office/drawing/2014/main" id="{B256C9E8-736B-3D98-1AEB-BFCDB3C09FCF}"/>
              </a:ext>
            </a:extLst>
          </p:cNvPr>
          <p:cNvSpPr>
            <a:spLocks noGrp="1"/>
          </p:cNvSpPr>
          <p:nvPr>
            <p:ph type="title"/>
          </p:nvPr>
        </p:nvSpPr>
        <p:spPr/>
        <p:txBody>
          <a:bodyPr/>
          <a:lstStyle/>
          <a:p>
            <a:r>
              <a:rPr lang="en-US" dirty="0"/>
              <a:t>Workflow</a:t>
            </a:r>
          </a:p>
        </p:txBody>
      </p:sp>
    </p:spTree>
    <p:extLst>
      <p:ext uri="{BB962C8B-B14F-4D97-AF65-F5344CB8AC3E}">
        <p14:creationId xmlns:p14="http://schemas.microsoft.com/office/powerpoint/2010/main" val="2010893644"/>
      </p:ext>
    </p:extLst>
  </p:cSld>
  <p:clrMapOvr>
    <a:masterClrMapping/>
  </p:clrMapOvr>
  <mc:AlternateContent xmlns:mc="http://schemas.openxmlformats.org/markup-compatibility/2006" xmlns:p14="http://schemas.microsoft.com/office/powerpoint/2010/main">
    <mc:Choice Requires="p14">
      <p:transition spd="slow" p14:dur="2000" advTm="1933"/>
    </mc:Choice>
    <mc:Fallback xmlns="">
      <p:transition spd="slow" advTm="1933"/>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FA61B-43BA-BF2A-5FD1-E62841E64C7C}"/>
            </a:ext>
          </a:extLst>
        </p:cNvPr>
        <p:cNvGrpSpPr/>
        <p:nvPr/>
      </p:nvGrpSpPr>
      <p:grpSpPr>
        <a:xfrm>
          <a:off x="0" y="0"/>
          <a:ext cx="0" cy="0"/>
          <a:chOff x="0" y="0"/>
          <a:chExt cx="0" cy="0"/>
        </a:xfrm>
      </p:grpSpPr>
      <p:sp>
        <p:nvSpPr>
          <p:cNvPr id="1061" name="TextBox 1060">
            <a:extLst>
              <a:ext uri="{FF2B5EF4-FFF2-40B4-BE49-F238E27FC236}">
                <a16:creationId xmlns:a16="http://schemas.microsoft.com/office/drawing/2014/main" id="{E11F9FEF-034A-9829-CA5E-9F5AB48CA974}"/>
              </a:ext>
            </a:extLst>
          </p:cNvPr>
          <p:cNvSpPr txBox="1"/>
          <p:nvPr/>
        </p:nvSpPr>
        <p:spPr>
          <a:xfrm>
            <a:off x="909816" y="3167366"/>
            <a:ext cx="1112464" cy="1584063"/>
          </a:xfrm>
          <a:prstGeom prst="rect">
            <a:avLst/>
          </a:prstGeom>
          <a:noFill/>
        </p:spPr>
        <p:txBody>
          <a:bodyPr wrap="none">
            <a:noAutofit/>
          </a:bodyPr>
          <a:lstStyle/>
          <a:p>
            <a:r>
              <a:rPr lang="en-US" altLang="zh-CN" sz="2000" i="1" dirty="0">
                <a:latin typeface="+mj-lt"/>
              </a:rPr>
              <a:t>0x0000</a:t>
            </a:r>
          </a:p>
          <a:p>
            <a:r>
              <a:rPr lang="en-US" altLang="zh-CN" sz="2000" i="1" dirty="0"/>
              <a:t>0x0040</a:t>
            </a:r>
          </a:p>
          <a:p>
            <a:r>
              <a:rPr lang="en-US" altLang="zh-CN" sz="2000" i="1" dirty="0"/>
              <a:t>0x0080</a:t>
            </a:r>
          </a:p>
          <a:p>
            <a:r>
              <a:rPr lang="en-US" altLang="zh-CN" sz="2000" i="1" dirty="0"/>
              <a:t>0x00C0</a:t>
            </a:r>
          </a:p>
          <a:p>
            <a:r>
              <a:rPr lang="en-US" altLang="zh-CN" sz="2000" i="1" dirty="0"/>
              <a:t>0x0100</a:t>
            </a:r>
            <a:endParaRPr lang="en-US" sz="2000" i="1" dirty="0"/>
          </a:p>
          <a:p>
            <a:endParaRPr lang="en-US" sz="2000" i="1" dirty="0"/>
          </a:p>
          <a:p>
            <a:endParaRPr lang="en-US" sz="2000" i="1" dirty="0"/>
          </a:p>
          <a:p>
            <a:endParaRPr lang="en-US" sz="2000" i="1" dirty="0"/>
          </a:p>
          <a:p>
            <a:endParaRPr lang="en-US" sz="2000" i="1" dirty="0">
              <a:latin typeface="+mj-lt"/>
            </a:endParaRPr>
          </a:p>
        </p:txBody>
      </p:sp>
      <p:sp>
        <p:nvSpPr>
          <p:cNvPr id="1067" name="TextBox 1066">
            <a:extLst>
              <a:ext uri="{FF2B5EF4-FFF2-40B4-BE49-F238E27FC236}">
                <a16:creationId xmlns:a16="http://schemas.microsoft.com/office/drawing/2014/main" id="{40DDAA8B-D79A-B73C-C108-249874F6E643}"/>
              </a:ext>
            </a:extLst>
          </p:cNvPr>
          <p:cNvSpPr txBox="1"/>
          <p:nvPr/>
        </p:nvSpPr>
        <p:spPr>
          <a:xfrm rot="5400000">
            <a:off x="751048" y="6511323"/>
            <a:ext cx="885517" cy="830570"/>
          </a:xfrm>
          <a:prstGeom prst="rect">
            <a:avLst/>
          </a:prstGeom>
          <a:noFill/>
        </p:spPr>
        <p:txBody>
          <a:bodyPr wrap="none">
            <a:noAutofit/>
          </a:bodyPr>
          <a:lstStyle/>
          <a:p>
            <a:pPr algn="ctr"/>
            <a:r>
              <a:rPr lang="en-US" altLang="zh-CN" sz="2400" b="1" dirty="0">
                <a:latin typeface="+mj-lt"/>
              </a:rPr>
              <a:t>… … </a:t>
            </a:r>
            <a:endParaRPr lang="en-US" sz="2400" b="1" dirty="0">
              <a:latin typeface="+mj-lt"/>
            </a:endParaRPr>
          </a:p>
        </p:txBody>
      </p:sp>
      <p:sp>
        <p:nvSpPr>
          <p:cNvPr id="1072" name="TextBox 1071">
            <a:extLst>
              <a:ext uri="{FF2B5EF4-FFF2-40B4-BE49-F238E27FC236}">
                <a16:creationId xmlns:a16="http://schemas.microsoft.com/office/drawing/2014/main" id="{5FD986CE-1995-08BF-7438-8814F50F8CEB}"/>
              </a:ext>
            </a:extLst>
          </p:cNvPr>
          <p:cNvSpPr txBox="1"/>
          <p:nvPr/>
        </p:nvSpPr>
        <p:spPr>
          <a:xfrm rot="16200000">
            <a:off x="-511471" y="4560500"/>
            <a:ext cx="2579982" cy="461665"/>
          </a:xfrm>
          <a:prstGeom prst="rect">
            <a:avLst/>
          </a:prstGeom>
          <a:noFill/>
        </p:spPr>
        <p:txBody>
          <a:bodyPr wrap="square" rtlCol="0">
            <a:spAutoFit/>
          </a:bodyPr>
          <a:lstStyle/>
          <a:p>
            <a:r>
              <a:rPr lang="en-US" sz="2400" b="1" dirty="0" err="1"/>
              <a:t>Cacheline</a:t>
            </a:r>
            <a:r>
              <a:rPr lang="en-US" sz="2400" b="1" dirty="0"/>
              <a:t> Offset</a:t>
            </a:r>
          </a:p>
        </p:txBody>
      </p:sp>
      <p:sp>
        <p:nvSpPr>
          <p:cNvPr id="945" name="Rectangle 944">
            <a:extLst>
              <a:ext uri="{FF2B5EF4-FFF2-40B4-BE49-F238E27FC236}">
                <a16:creationId xmlns:a16="http://schemas.microsoft.com/office/drawing/2014/main" id="{993CDE53-3B13-34F8-017B-56A1B38424F0}"/>
              </a:ext>
            </a:extLst>
          </p:cNvPr>
          <p:cNvSpPr/>
          <p:nvPr/>
        </p:nvSpPr>
        <p:spPr>
          <a:xfrm>
            <a:off x="7390772" y="3094187"/>
            <a:ext cx="1499519" cy="4541688"/>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46" name="Rectangle 945">
            <a:extLst>
              <a:ext uri="{FF2B5EF4-FFF2-40B4-BE49-F238E27FC236}">
                <a16:creationId xmlns:a16="http://schemas.microsoft.com/office/drawing/2014/main" id="{F4EE6B0C-5ED3-B3AE-9322-823174405D34}"/>
              </a:ext>
            </a:extLst>
          </p:cNvPr>
          <p:cNvSpPr/>
          <p:nvPr/>
        </p:nvSpPr>
        <p:spPr>
          <a:xfrm>
            <a:off x="1909670" y="3094187"/>
            <a:ext cx="5487576" cy="4541688"/>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7" name="TextBox 946">
            <a:extLst>
              <a:ext uri="{FF2B5EF4-FFF2-40B4-BE49-F238E27FC236}">
                <a16:creationId xmlns:a16="http://schemas.microsoft.com/office/drawing/2014/main" id="{564A4285-31F0-11CF-5984-71464A2A3AD5}"/>
              </a:ext>
            </a:extLst>
          </p:cNvPr>
          <p:cNvSpPr txBox="1"/>
          <p:nvPr/>
        </p:nvSpPr>
        <p:spPr>
          <a:xfrm flipH="1">
            <a:off x="2701600" y="6516504"/>
            <a:ext cx="3714336" cy="830997"/>
          </a:xfrm>
          <a:prstGeom prst="rect">
            <a:avLst/>
          </a:prstGeom>
          <a:noFill/>
        </p:spPr>
        <p:txBody>
          <a:bodyPr wrap="square">
            <a:spAutoFit/>
          </a:bodyPr>
          <a:lstStyle/>
          <a:p>
            <a:pPr algn="ctr"/>
            <a:r>
              <a:rPr lang="en-US" altLang="zh-CN" sz="2400" dirty="0"/>
              <a:t>Data Bandwidth  </a:t>
            </a:r>
          </a:p>
          <a:p>
            <a:pPr algn="ctr"/>
            <a:r>
              <a:rPr lang="en-US" altLang="zh-CN" sz="2400" dirty="0"/>
              <a:t>32-bit</a:t>
            </a:r>
            <a:endParaRPr lang="en-US" sz="2400" dirty="0"/>
          </a:p>
        </p:txBody>
      </p:sp>
      <p:sp>
        <p:nvSpPr>
          <p:cNvPr id="957" name="Rectangle 956">
            <a:extLst>
              <a:ext uri="{FF2B5EF4-FFF2-40B4-BE49-F238E27FC236}">
                <a16:creationId xmlns:a16="http://schemas.microsoft.com/office/drawing/2014/main" id="{94EDDE33-F6D8-017E-A3F0-10644940C579}"/>
              </a:ext>
            </a:extLst>
          </p:cNvPr>
          <p:cNvSpPr/>
          <p:nvPr/>
        </p:nvSpPr>
        <p:spPr>
          <a:xfrm>
            <a:off x="9304547" y="3840585"/>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58" name="Rectangle 957">
            <a:extLst>
              <a:ext uri="{FF2B5EF4-FFF2-40B4-BE49-F238E27FC236}">
                <a16:creationId xmlns:a16="http://schemas.microsoft.com/office/drawing/2014/main" id="{28EF832E-D411-B599-D792-00CE98F69443}"/>
              </a:ext>
            </a:extLst>
          </p:cNvPr>
          <p:cNvSpPr/>
          <p:nvPr/>
        </p:nvSpPr>
        <p:spPr>
          <a:xfrm>
            <a:off x="9965374" y="3840585"/>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059" name="Straight Connector 1058">
            <a:extLst>
              <a:ext uri="{FF2B5EF4-FFF2-40B4-BE49-F238E27FC236}">
                <a16:creationId xmlns:a16="http://schemas.microsoft.com/office/drawing/2014/main" id="{54AF585F-0511-00DC-EC4E-142BAFD33E41}"/>
              </a:ext>
            </a:extLst>
          </p:cNvPr>
          <p:cNvCxnSpPr>
            <a:cxnSpLocks/>
          </p:cNvCxnSpPr>
          <p:nvPr/>
        </p:nvCxnSpPr>
        <p:spPr>
          <a:xfrm>
            <a:off x="1951485" y="7362790"/>
            <a:ext cx="542614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8D26AB04-058C-C252-4F49-013073F03119}"/>
              </a:ext>
            </a:extLst>
          </p:cNvPr>
          <p:cNvCxnSpPr>
            <a:cxnSpLocks/>
          </p:cNvCxnSpPr>
          <p:nvPr/>
        </p:nvCxnSpPr>
        <p:spPr>
          <a:xfrm>
            <a:off x="7384979" y="7362790"/>
            <a:ext cx="151448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82" name="TextBox 1181">
            <a:extLst>
              <a:ext uri="{FF2B5EF4-FFF2-40B4-BE49-F238E27FC236}">
                <a16:creationId xmlns:a16="http://schemas.microsoft.com/office/drawing/2014/main" id="{41498665-44A4-3B0C-E19D-C884FE9D3106}"/>
              </a:ext>
            </a:extLst>
          </p:cNvPr>
          <p:cNvSpPr txBox="1"/>
          <p:nvPr/>
        </p:nvSpPr>
        <p:spPr>
          <a:xfrm>
            <a:off x="909816" y="4932441"/>
            <a:ext cx="1112464" cy="1584063"/>
          </a:xfrm>
          <a:prstGeom prst="rect">
            <a:avLst/>
          </a:prstGeom>
          <a:noFill/>
        </p:spPr>
        <p:txBody>
          <a:bodyPr wrap="none">
            <a:noAutofit/>
          </a:bodyPr>
          <a:lstStyle/>
          <a:p>
            <a:r>
              <a:rPr lang="en-US" altLang="zh-CN" sz="2000" i="1" dirty="0"/>
              <a:t>0x0140</a:t>
            </a:r>
          </a:p>
          <a:p>
            <a:r>
              <a:rPr lang="en-US" altLang="zh-CN" sz="2000" i="1" dirty="0"/>
              <a:t>0x0180</a:t>
            </a:r>
          </a:p>
          <a:p>
            <a:r>
              <a:rPr lang="en-US" altLang="zh-CN" sz="2000" i="1" dirty="0"/>
              <a:t>0x01C0</a:t>
            </a:r>
          </a:p>
          <a:p>
            <a:r>
              <a:rPr lang="en-US" altLang="zh-CN" sz="2000" i="1" dirty="0"/>
              <a:t>0x0200</a:t>
            </a:r>
          </a:p>
          <a:p>
            <a:r>
              <a:rPr lang="en-US" sz="2000" i="1" dirty="0"/>
              <a:t>0x0240</a:t>
            </a:r>
          </a:p>
          <a:p>
            <a:endParaRPr lang="en-US" sz="2000" i="1" dirty="0"/>
          </a:p>
          <a:p>
            <a:endParaRPr lang="en-US" sz="2000" i="1" dirty="0"/>
          </a:p>
          <a:p>
            <a:endParaRPr lang="en-US" sz="2000" i="1" dirty="0"/>
          </a:p>
        </p:txBody>
      </p:sp>
      <p:cxnSp>
        <p:nvCxnSpPr>
          <p:cNvPr id="2" name="Straight Connector 1">
            <a:extLst>
              <a:ext uri="{FF2B5EF4-FFF2-40B4-BE49-F238E27FC236}">
                <a16:creationId xmlns:a16="http://schemas.microsoft.com/office/drawing/2014/main" id="{2FC2FDC0-1FD2-C46A-6C69-080DF5A7097E}"/>
              </a:ext>
            </a:extLst>
          </p:cNvPr>
          <p:cNvCxnSpPr>
            <a:cxnSpLocks/>
          </p:cNvCxnSpPr>
          <p:nvPr/>
        </p:nvCxnSpPr>
        <p:spPr>
          <a:xfrm>
            <a:off x="10596141" y="3931846"/>
            <a:ext cx="550431" cy="0"/>
          </a:xfrm>
          <a:prstGeom prst="line">
            <a:avLst/>
          </a:prstGeom>
          <a:ln w="50800">
            <a:solidFill>
              <a:srgbClr val="FF0000"/>
            </a:solidFill>
            <a:headEnd type="none" w="med" len="sm"/>
            <a:tailEnd type="none" w="lg" len="lg"/>
          </a:ln>
        </p:spPr>
        <p:style>
          <a:lnRef idx="1">
            <a:schemeClr val="accent1"/>
          </a:lnRef>
          <a:fillRef idx="0">
            <a:schemeClr val="accent1"/>
          </a:fillRef>
          <a:effectRef idx="0">
            <a:schemeClr val="accent1"/>
          </a:effectRef>
          <a:fontRef idx="minor">
            <a:schemeClr val="tx1"/>
          </a:fontRef>
        </p:style>
      </p:cxnSp>
      <p:sp>
        <p:nvSpPr>
          <p:cNvPr id="21" name="Trapezoid 20">
            <a:extLst>
              <a:ext uri="{FF2B5EF4-FFF2-40B4-BE49-F238E27FC236}">
                <a16:creationId xmlns:a16="http://schemas.microsoft.com/office/drawing/2014/main" id="{2E1D127A-CE38-7E1E-0F03-006FE948E6B2}"/>
              </a:ext>
            </a:extLst>
          </p:cNvPr>
          <p:cNvSpPr/>
          <p:nvPr/>
        </p:nvSpPr>
        <p:spPr>
          <a:xfrm rot="5400000">
            <a:off x="10567548" y="3656631"/>
            <a:ext cx="1582533" cy="550431"/>
          </a:xfrm>
          <a:prstGeom prst="trapezoid">
            <a:avLst>
              <a:gd name="adj" fmla="val 442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CRC </a:t>
            </a:r>
          </a:p>
        </p:txBody>
      </p:sp>
      <p:sp>
        <p:nvSpPr>
          <p:cNvPr id="55" name="Rectangle 54">
            <a:extLst>
              <a:ext uri="{FF2B5EF4-FFF2-40B4-BE49-F238E27FC236}">
                <a16:creationId xmlns:a16="http://schemas.microsoft.com/office/drawing/2014/main" id="{44B30C18-F5B1-EEE9-B39A-E85130E355BF}"/>
              </a:ext>
            </a:extLst>
          </p:cNvPr>
          <p:cNvSpPr/>
          <p:nvPr/>
        </p:nvSpPr>
        <p:spPr>
          <a:xfrm>
            <a:off x="9804234"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Rectangle 55">
            <a:extLst>
              <a:ext uri="{FF2B5EF4-FFF2-40B4-BE49-F238E27FC236}">
                <a16:creationId xmlns:a16="http://schemas.microsoft.com/office/drawing/2014/main" id="{FE9F5BB4-E54F-A515-1280-7097D4D89412}"/>
              </a:ext>
            </a:extLst>
          </p:cNvPr>
          <p:cNvSpPr/>
          <p:nvPr/>
        </p:nvSpPr>
        <p:spPr>
          <a:xfrm>
            <a:off x="10474502"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 name="TextBox 56">
            <a:extLst>
              <a:ext uri="{FF2B5EF4-FFF2-40B4-BE49-F238E27FC236}">
                <a16:creationId xmlns:a16="http://schemas.microsoft.com/office/drawing/2014/main" id="{CCFD2E65-8D74-C68B-6F33-569396E77EDD}"/>
              </a:ext>
            </a:extLst>
          </p:cNvPr>
          <p:cNvSpPr txBox="1"/>
          <p:nvPr/>
        </p:nvSpPr>
        <p:spPr>
          <a:xfrm>
            <a:off x="9590554" y="5929531"/>
            <a:ext cx="1633064" cy="461665"/>
          </a:xfrm>
          <a:prstGeom prst="rect">
            <a:avLst/>
          </a:prstGeom>
          <a:noFill/>
        </p:spPr>
        <p:txBody>
          <a:bodyPr wrap="square" rtlCol="0">
            <a:spAutoFit/>
          </a:bodyPr>
          <a:lstStyle/>
          <a:p>
            <a:r>
              <a:rPr lang="en-US" sz="2400" dirty="0"/>
              <a:t>Tier-2 ECC</a:t>
            </a:r>
          </a:p>
        </p:txBody>
      </p:sp>
      <p:cxnSp>
        <p:nvCxnSpPr>
          <p:cNvPr id="58" name="Elbow Connector 57">
            <a:extLst>
              <a:ext uri="{FF2B5EF4-FFF2-40B4-BE49-F238E27FC236}">
                <a16:creationId xmlns:a16="http://schemas.microsoft.com/office/drawing/2014/main" id="{7D38FE4A-65DF-BCCA-40F5-A2AF14DB460A}"/>
              </a:ext>
            </a:extLst>
          </p:cNvPr>
          <p:cNvCxnSpPr>
            <a:cxnSpLocks/>
            <a:stCxn id="21" idx="0"/>
            <a:endCxn id="56" idx="0"/>
          </p:cNvCxnSpPr>
          <p:nvPr/>
        </p:nvCxnSpPr>
        <p:spPr>
          <a:xfrm flipH="1">
            <a:off x="10776287" y="3931847"/>
            <a:ext cx="857743" cy="1804025"/>
          </a:xfrm>
          <a:prstGeom prst="bentConnector4">
            <a:avLst>
              <a:gd name="adj1" fmla="val -26651"/>
              <a:gd name="adj2" fmla="val 57628"/>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FDBFB7C-A4FC-37F5-04A2-746ED7490371}"/>
              </a:ext>
            </a:extLst>
          </p:cNvPr>
          <p:cNvSpPr txBox="1"/>
          <p:nvPr/>
        </p:nvSpPr>
        <p:spPr>
          <a:xfrm flipH="1">
            <a:off x="6269553" y="6516504"/>
            <a:ext cx="3714336" cy="830997"/>
          </a:xfrm>
          <a:prstGeom prst="rect">
            <a:avLst/>
          </a:prstGeom>
          <a:noFill/>
        </p:spPr>
        <p:txBody>
          <a:bodyPr wrap="square">
            <a:spAutoFit/>
          </a:bodyPr>
          <a:lstStyle/>
          <a:p>
            <a:pPr algn="ctr"/>
            <a:r>
              <a:rPr lang="en-US" altLang="zh-CN" sz="2400" dirty="0"/>
              <a:t>Parity </a:t>
            </a:r>
            <a:r>
              <a:rPr lang="en-US" altLang="zh-CN" sz="2400" dirty="0" err="1"/>
              <a:t>Bdw</a:t>
            </a:r>
            <a:endParaRPr lang="en-US" altLang="zh-CN" sz="2400" dirty="0"/>
          </a:p>
          <a:p>
            <a:pPr algn="ctr"/>
            <a:r>
              <a:rPr lang="en-US" sz="2400" dirty="0"/>
              <a:t>8-bit</a:t>
            </a:r>
          </a:p>
        </p:txBody>
      </p:sp>
      <p:sp>
        <p:nvSpPr>
          <p:cNvPr id="11" name="Rectangle 10">
            <a:extLst>
              <a:ext uri="{FF2B5EF4-FFF2-40B4-BE49-F238E27FC236}">
                <a16:creationId xmlns:a16="http://schemas.microsoft.com/office/drawing/2014/main" id="{035813F8-3EDA-BB43-78E7-C963C8B48209}"/>
              </a:ext>
            </a:extLst>
          </p:cNvPr>
          <p:cNvSpPr/>
          <p:nvPr/>
        </p:nvSpPr>
        <p:spPr>
          <a:xfrm>
            <a:off x="206977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 name="Rectangle 11">
            <a:extLst>
              <a:ext uri="{FF2B5EF4-FFF2-40B4-BE49-F238E27FC236}">
                <a16:creationId xmlns:a16="http://schemas.microsoft.com/office/drawing/2014/main" id="{695CEDA1-488F-11E5-8C2A-02814EE6BBEE}"/>
              </a:ext>
            </a:extLst>
          </p:cNvPr>
          <p:cNvSpPr/>
          <p:nvPr/>
        </p:nvSpPr>
        <p:spPr>
          <a:xfrm>
            <a:off x="273059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 name="Rectangle 12">
            <a:extLst>
              <a:ext uri="{FF2B5EF4-FFF2-40B4-BE49-F238E27FC236}">
                <a16:creationId xmlns:a16="http://schemas.microsoft.com/office/drawing/2014/main" id="{5F5A6D5C-21DB-BB7E-B9CF-977A4AEDF7CB}"/>
              </a:ext>
            </a:extLst>
          </p:cNvPr>
          <p:cNvSpPr/>
          <p:nvPr/>
        </p:nvSpPr>
        <p:spPr>
          <a:xfrm>
            <a:off x="405223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F80E5C0F-7586-1CD7-34B8-9D5E7DDECC29}"/>
              </a:ext>
            </a:extLst>
          </p:cNvPr>
          <p:cNvSpPr/>
          <p:nvPr/>
        </p:nvSpPr>
        <p:spPr>
          <a:xfrm>
            <a:off x="339141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a:extLst>
              <a:ext uri="{FF2B5EF4-FFF2-40B4-BE49-F238E27FC236}">
                <a16:creationId xmlns:a16="http://schemas.microsoft.com/office/drawing/2014/main" id="{7524D874-1032-33B6-3076-864AB571C2A6}"/>
              </a:ext>
            </a:extLst>
          </p:cNvPr>
          <p:cNvSpPr/>
          <p:nvPr/>
        </p:nvSpPr>
        <p:spPr>
          <a:xfrm>
            <a:off x="4713056"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Rectangle 15">
            <a:extLst>
              <a:ext uri="{FF2B5EF4-FFF2-40B4-BE49-F238E27FC236}">
                <a16:creationId xmlns:a16="http://schemas.microsoft.com/office/drawing/2014/main" id="{D8C6060E-272D-0D56-7BC3-4602988ADC80}"/>
              </a:ext>
            </a:extLst>
          </p:cNvPr>
          <p:cNvSpPr/>
          <p:nvPr/>
        </p:nvSpPr>
        <p:spPr>
          <a:xfrm>
            <a:off x="537387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Rectangle 16">
            <a:extLst>
              <a:ext uri="{FF2B5EF4-FFF2-40B4-BE49-F238E27FC236}">
                <a16:creationId xmlns:a16="http://schemas.microsoft.com/office/drawing/2014/main" id="{1E493BE5-12BE-3343-0E5B-A13A4210B459}"/>
              </a:ext>
            </a:extLst>
          </p:cNvPr>
          <p:cNvSpPr/>
          <p:nvPr/>
        </p:nvSpPr>
        <p:spPr>
          <a:xfrm>
            <a:off x="669551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8" name="Rectangle 17">
            <a:extLst>
              <a:ext uri="{FF2B5EF4-FFF2-40B4-BE49-F238E27FC236}">
                <a16:creationId xmlns:a16="http://schemas.microsoft.com/office/drawing/2014/main" id="{51DFB662-7A92-A568-329B-FFCF70FB291C}"/>
              </a:ext>
            </a:extLst>
          </p:cNvPr>
          <p:cNvSpPr/>
          <p:nvPr/>
        </p:nvSpPr>
        <p:spPr>
          <a:xfrm>
            <a:off x="603469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Rectangle 21">
            <a:extLst>
              <a:ext uri="{FF2B5EF4-FFF2-40B4-BE49-F238E27FC236}">
                <a16:creationId xmlns:a16="http://schemas.microsoft.com/office/drawing/2014/main" id="{818ECFC2-FC80-7CC0-5FA4-305E3AF8A6B0}"/>
              </a:ext>
            </a:extLst>
          </p:cNvPr>
          <p:cNvSpPr/>
          <p:nvPr/>
        </p:nvSpPr>
        <p:spPr>
          <a:xfrm>
            <a:off x="206977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Rectangle 22">
            <a:extLst>
              <a:ext uri="{FF2B5EF4-FFF2-40B4-BE49-F238E27FC236}">
                <a16:creationId xmlns:a16="http://schemas.microsoft.com/office/drawing/2014/main" id="{1D029B6D-BF4D-038A-8130-2BE77C8AA18A}"/>
              </a:ext>
            </a:extLst>
          </p:cNvPr>
          <p:cNvSpPr/>
          <p:nvPr/>
        </p:nvSpPr>
        <p:spPr>
          <a:xfrm>
            <a:off x="273059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Rectangle 23">
            <a:extLst>
              <a:ext uri="{FF2B5EF4-FFF2-40B4-BE49-F238E27FC236}">
                <a16:creationId xmlns:a16="http://schemas.microsoft.com/office/drawing/2014/main" id="{D71AC182-CE0C-6E88-5507-9C3820E8A8CB}"/>
              </a:ext>
            </a:extLst>
          </p:cNvPr>
          <p:cNvSpPr/>
          <p:nvPr/>
        </p:nvSpPr>
        <p:spPr>
          <a:xfrm>
            <a:off x="405223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Rectangle 24">
            <a:extLst>
              <a:ext uri="{FF2B5EF4-FFF2-40B4-BE49-F238E27FC236}">
                <a16:creationId xmlns:a16="http://schemas.microsoft.com/office/drawing/2014/main" id="{CE282AFD-3431-9934-E684-DD6F3654A225}"/>
              </a:ext>
            </a:extLst>
          </p:cNvPr>
          <p:cNvSpPr/>
          <p:nvPr/>
        </p:nvSpPr>
        <p:spPr>
          <a:xfrm>
            <a:off x="339141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 name="Rectangle 25">
            <a:extLst>
              <a:ext uri="{FF2B5EF4-FFF2-40B4-BE49-F238E27FC236}">
                <a16:creationId xmlns:a16="http://schemas.microsoft.com/office/drawing/2014/main" id="{1161678D-D7E0-D145-6D49-44E0B3E6518F}"/>
              </a:ext>
            </a:extLst>
          </p:cNvPr>
          <p:cNvSpPr/>
          <p:nvPr/>
        </p:nvSpPr>
        <p:spPr>
          <a:xfrm>
            <a:off x="4713056"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Rectangle 26">
            <a:extLst>
              <a:ext uri="{FF2B5EF4-FFF2-40B4-BE49-F238E27FC236}">
                <a16:creationId xmlns:a16="http://schemas.microsoft.com/office/drawing/2014/main" id="{DD964A29-852A-DCC1-5EA6-6FCBBA929E0A}"/>
              </a:ext>
            </a:extLst>
          </p:cNvPr>
          <p:cNvSpPr/>
          <p:nvPr/>
        </p:nvSpPr>
        <p:spPr>
          <a:xfrm>
            <a:off x="537387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Rectangle 27">
            <a:extLst>
              <a:ext uri="{FF2B5EF4-FFF2-40B4-BE49-F238E27FC236}">
                <a16:creationId xmlns:a16="http://schemas.microsoft.com/office/drawing/2014/main" id="{7E348B2B-DBFE-7D65-70A4-9F798529B875}"/>
              </a:ext>
            </a:extLst>
          </p:cNvPr>
          <p:cNvSpPr/>
          <p:nvPr/>
        </p:nvSpPr>
        <p:spPr>
          <a:xfrm>
            <a:off x="669551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a:extLst>
              <a:ext uri="{FF2B5EF4-FFF2-40B4-BE49-F238E27FC236}">
                <a16:creationId xmlns:a16="http://schemas.microsoft.com/office/drawing/2014/main" id="{3633539E-CB67-9EA8-6996-7E495353F63D}"/>
              </a:ext>
            </a:extLst>
          </p:cNvPr>
          <p:cNvSpPr/>
          <p:nvPr/>
        </p:nvSpPr>
        <p:spPr>
          <a:xfrm>
            <a:off x="603469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2" name="Rectangle 901">
            <a:extLst>
              <a:ext uri="{FF2B5EF4-FFF2-40B4-BE49-F238E27FC236}">
                <a16:creationId xmlns:a16="http://schemas.microsoft.com/office/drawing/2014/main" id="{E0D48F58-E6CE-78E2-B748-A65F6D9BBF27}"/>
              </a:ext>
            </a:extLst>
          </p:cNvPr>
          <p:cNvSpPr/>
          <p:nvPr/>
        </p:nvSpPr>
        <p:spPr>
          <a:xfrm>
            <a:off x="8141870"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3" name="Rectangle 902">
            <a:extLst>
              <a:ext uri="{FF2B5EF4-FFF2-40B4-BE49-F238E27FC236}">
                <a16:creationId xmlns:a16="http://schemas.microsoft.com/office/drawing/2014/main" id="{8BBE94DA-5683-FEF9-480B-B979F79DFFF1}"/>
              </a:ext>
            </a:extLst>
          </p:cNvPr>
          <p:cNvSpPr/>
          <p:nvPr/>
        </p:nvSpPr>
        <p:spPr>
          <a:xfrm>
            <a:off x="748105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4" name="Rectangle 903">
            <a:extLst>
              <a:ext uri="{FF2B5EF4-FFF2-40B4-BE49-F238E27FC236}">
                <a16:creationId xmlns:a16="http://schemas.microsoft.com/office/drawing/2014/main" id="{16996652-E53D-0F87-1493-1628304F5A37}"/>
              </a:ext>
            </a:extLst>
          </p:cNvPr>
          <p:cNvSpPr/>
          <p:nvPr/>
        </p:nvSpPr>
        <p:spPr>
          <a:xfrm>
            <a:off x="8141870"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5" name="Rectangle 904">
            <a:extLst>
              <a:ext uri="{FF2B5EF4-FFF2-40B4-BE49-F238E27FC236}">
                <a16:creationId xmlns:a16="http://schemas.microsoft.com/office/drawing/2014/main" id="{22EF9752-A919-08D6-19B9-C604B15FBB63}"/>
              </a:ext>
            </a:extLst>
          </p:cNvPr>
          <p:cNvSpPr/>
          <p:nvPr/>
        </p:nvSpPr>
        <p:spPr>
          <a:xfrm>
            <a:off x="748105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Rectangle 2">
            <a:extLst>
              <a:ext uri="{FF2B5EF4-FFF2-40B4-BE49-F238E27FC236}">
                <a16:creationId xmlns:a16="http://schemas.microsoft.com/office/drawing/2014/main" id="{3E072D85-27A0-67F4-DEC7-F38518E28EC3}"/>
              </a:ext>
            </a:extLst>
          </p:cNvPr>
          <p:cNvSpPr/>
          <p:nvPr/>
        </p:nvSpPr>
        <p:spPr>
          <a:xfrm>
            <a:off x="206977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Rectangle 3">
            <a:extLst>
              <a:ext uri="{FF2B5EF4-FFF2-40B4-BE49-F238E27FC236}">
                <a16:creationId xmlns:a16="http://schemas.microsoft.com/office/drawing/2014/main" id="{4DF24914-5E37-2C4F-4597-125B8DF5786D}"/>
              </a:ext>
            </a:extLst>
          </p:cNvPr>
          <p:cNvSpPr/>
          <p:nvPr/>
        </p:nvSpPr>
        <p:spPr>
          <a:xfrm>
            <a:off x="273059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Rectangle 4">
            <a:extLst>
              <a:ext uri="{FF2B5EF4-FFF2-40B4-BE49-F238E27FC236}">
                <a16:creationId xmlns:a16="http://schemas.microsoft.com/office/drawing/2014/main" id="{349050FC-F9D2-E515-C844-5AE93598EAF3}"/>
              </a:ext>
            </a:extLst>
          </p:cNvPr>
          <p:cNvSpPr/>
          <p:nvPr/>
        </p:nvSpPr>
        <p:spPr>
          <a:xfrm>
            <a:off x="405223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Rectangle 5">
            <a:extLst>
              <a:ext uri="{FF2B5EF4-FFF2-40B4-BE49-F238E27FC236}">
                <a16:creationId xmlns:a16="http://schemas.microsoft.com/office/drawing/2014/main" id="{1787BEDB-2852-B187-D8F6-69FC75F0FFB0}"/>
              </a:ext>
            </a:extLst>
          </p:cNvPr>
          <p:cNvSpPr/>
          <p:nvPr/>
        </p:nvSpPr>
        <p:spPr>
          <a:xfrm>
            <a:off x="339141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A959B9A9-B0C5-9C69-1436-25AEFBC33E4D}"/>
              </a:ext>
            </a:extLst>
          </p:cNvPr>
          <p:cNvSpPr/>
          <p:nvPr/>
        </p:nvSpPr>
        <p:spPr>
          <a:xfrm>
            <a:off x="4713056"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Rectangle 7">
            <a:extLst>
              <a:ext uri="{FF2B5EF4-FFF2-40B4-BE49-F238E27FC236}">
                <a16:creationId xmlns:a16="http://schemas.microsoft.com/office/drawing/2014/main" id="{EB00EB32-20A0-BF69-08D8-879941DA24E3}"/>
              </a:ext>
            </a:extLst>
          </p:cNvPr>
          <p:cNvSpPr/>
          <p:nvPr/>
        </p:nvSpPr>
        <p:spPr>
          <a:xfrm>
            <a:off x="537387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Rectangle 8">
            <a:extLst>
              <a:ext uri="{FF2B5EF4-FFF2-40B4-BE49-F238E27FC236}">
                <a16:creationId xmlns:a16="http://schemas.microsoft.com/office/drawing/2014/main" id="{A4FDECE1-1260-CD4C-CEE5-5DF3205ECB69}"/>
              </a:ext>
            </a:extLst>
          </p:cNvPr>
          <p:cNvSpPr/>
          <p:nvPr/>
        </p:nvSpPr>
        <p:spPr>
          <a:xfrm>
            <a:off x="669551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tangle 9">
            <a:extLst>
              <a:ext uri="{FF2B5EF4-FFF2-40B4-BE49-F238E27FC236}">
                <a16:creationId xmlns:a16="http://schemas.microsoft.com/office/drawing/2014/main" id="{7DF48D29-35B7-0B86-3DC7-7B72F465C920}"/>
              </a:ext>
            </a:extLst>
          </p:cNvPr>
          <p:cNvSpPr/>
          <p:nvPr/>
        </p:nvSpPr>
        <p:spPr>
          <a:xfrm>
            <a:off x="603469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Rectangle 18">
            <a:extLst>
              <a:ext uri="{FF2B5EF4-FFF2-40B4-BE49-F238E27FC236}">
                <a16:creationId xmlns:a16="http://schemas.microsoft.com/office/drawing/2014/main" id="{B9D25973-F0BE-910A-0CB4-D93612438F33}"/>
              </a:ext>
            </a:extLst>
          </p:cNvPr>
          <p:cNvSpPr/>
          <p:nvPr/>
        </p:nvSpPr>
        <p:spPr>
          <a:xfrm>
            <a:off x="8141870"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Rectangle 19">
            <a:extLst>
              <a:ext uri="{FF2B5EF4-FFF2-40B4-BE49-F238E27FC236}">
                <a16:creationId xmlns:a16="http://schemas.microsoft.com/office/drawing/2014/main" id="{C131DA1D-A0EA-F44D-7869-CDBC421F324D}"/>
              </a:ext>
            </a:extLst>
          </p:cNvPr>
          <p:cNvSpPr/>
          <p:nvPr/>
        </p:nvSpPr>
        <p:spPr>
          <a:xfrm>
            <a:off x="748105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Rectangle 29">
            <a:extLst>
              <a:ext uri="{FF2B5EF4-FFF2-40B4-BE49-F238E27FC236}">
                <a16:creationId xmlns:a16="http://schemas.microsoft.com/office/drawing/2014/main" id="{9077753D-6468-DDF9-427E-4A5DDA00385F}"/>
              </a:ext>
            </a:extLst>
          </p:cNvPr>
          <p:cNvSpPr/>
          <p:nvPr/>
        </p:nvSpPr>
        <p:spPr>
          <a:xfrm>
            <a:off x="9304547"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1" name="Rectangle 30">
            <a:extLst>
              <a:ext uri="{FF2B5EF4-FFF2-40B4-BE49-F238E27FC236}">
                <a16:creationId xmlns:a16="http://schemas.microsoft.com/office/drawing/2014/main" id="{71DF3981-9F18-83D3-913F-D6FB100C0E98}"/>
              </a:ext>
            </a:extLst>
          </p:cNvPr>
          <p:cNvSpPr/>
          <p:nvPr/>
        </p:nvSpPr>
        <p:spPr>
          <a:xfrm>
            <a:off x="9965374"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2" name="Rectangle 31">
            <a:extLst>
              <a:ext uri="{FF2B5EF4-FFF2-40B4-BE49-F238E27FC236}">
                <a16:creationId xmlns:a16="http://schemas.microsoft.com/office/drawing/2014/main" id="{07702A04-F448-B07D-2DA0-7AE95DC65806}"/>
              </a:ext>
            </a:extLst>
          </p:cNvPr>
          <p:cNvSpPr/>
          <p:nvPr/>
        </p:nvSpPr>
        <p:spPr>
          <a:xfrm>
            <a:off x="9304547"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3" name="Rectangle 32">
            <a:extLst>
              <a:ext uri="{FF2B5EF4-FFF2-40B4-BE49-F238E27FC236}">
                <a16:creationId xmlns:a16="http://schemas.microsoft.com/office/drawing/2014/main" id="{AFFAA26E-19AC-142E-4D98-D830CD17E088}"/>
              </a:ext>
            </a:extLst>
          </p:cNvPr>
          <p:cNvSpPr/>
          <p:nvPr/>
        </p:nvSpPr>
        <p:spPr>
          <a:xfrm>
            <a:off x="9965374"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1" name="Rectangle 900">
            <a:extLst>
              <a:ext uri="{FF2B5EF4-FFF2-40B4-BE49-F238E27FC236}">
                <a16:creationId xmlns:a16="http://schemas.microsoft.com/office/drawing/2014/main" id="{D3A17944-54E0-1D86-A0F5-63E24E5AA6F1}"/>
              </a:ext>
            </a:extLst>
          </p:cNvPr>
          <p:cNvSpPr/>
          <p:nvPr/>
        </p:nvSpPr>
        <p:spPr>
          <a:xfrm>
            <a:off x="1974802" y="3111829"/>
            <a:ext cx="8801485" cy="683511"/>
          </a:xfrm>
          <a:prstGeom prst="rect">
            <a:avLst/>
          </a:prstGeom>
          <a:solidFill>
            <a:schemeClr val="bg1">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34">
            <a:extLst>
              <a:ext uri="{FF2B5EF4-FFF2-40B4-BE49-F238E27FC236}">
                <a16:creationId xmlns:a16="http://schemas.microsoft.com/office/drawing/2014/main" id="{69140F55-ED60-2946-BA6B-5BE03C398400}"/>
              </a:ext>
            </a:extLst>
          </p:cNvPr>
          <p:cNvSpPr>
            <a:spLocks noGrp="1"/>
          </p:cNvSpPr>
          <p:nvPr>
            <p:ph type="title"/>
          </p:nvPr>
        </p:nvSpPr>
        <p:spPr/>
        <p:txBody>
          <a:bodyPr/>
          <a:lstStyle/>
          <a:p>
            <a:r>
              <a:rPr lang="en-US" dirty="0"/>
              <a:t>Workflow</a:t>
            </a:r>
          </a:p>
        </p:txBody>
      </p:sp>
    </p:spTree>
    <p:extLst>
      <p:ext uri="{BB962C8B-B14F-4D97-AF65-F5344CB8AC3E}">
        <p14:creationId xmlns:p14="http://schemas.microsoft.com/office/powerpoint/2010/main" val="458814478"/>
      </p:ext>
    </p:extLst>
  </p:cSld>
  <p:clrMapOvr>
    <a:masterClrMapping/>
  </p:clrMapOvr>
  <mc:AlternateContent xmlns:mc="http://schemas.openxmlformats.org/markup-compatibility/2006" xmlns:p14="http://schemas.microsoft.com/office/powerpoint/2010/main">
    <mc:Choice Requires="p14">
      <p:transition spd="slow" p14:dur="2000" advTm="1333"/>
    </mc:Choice>
    <mc:Fallback xmlns="">
      <p:transition spd="slow" advTm="1333"/>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1B4DD-67B0-DA7C-E017-EFCC1ECB1BA1}"/>
            </a:ext>
          </a:extLst>
        </p:cNvPr>
        <p:cNvGrpSpPr/>
        <p:nvPr/>
      </p:nvGrpSpPr>
      <p:grpSpPr>
        <a:xfrm>
          <a:off x="0" y="0"/>
          <a:ext cx="0" cy="0"/>
          <a:chOff x="0" y="0"/>
          <a:chExt cx="0" cy="0"/>
        </a:xfrm>
      </p:grpSpPr>
      <p:sp>
        <p:nvSpPr>
          <p:cNvPr id="1061" name="TextBox 1060">
            <a:extLst>
              <a:ext uri="{FF2B5EF4-FFF2-40B4-BE49-F238E27FC236}">
                <a16:creationId xmlns:a16="http://schemas.microsoft.com/office/drawing/2014/main" id="{EB3485D4-49DD-2247-ACD5-D1A7182D7300}"/>
              </a:ext>
            </a:extLst>
          </p:cNvPr>
          <p:cNvSpPr txBox="1"/>
          <p:nvPr/>
        </p:nvSpPr>
        <p:spPr>
          <a:xfrm>
            <a:off x="909816" y="3167366"/>
            <a:ext cx="1112464" cy="1584063"/>
          </a:xfrm>
          <a:prstGeom prst="rect">
            <a:avLst/>
          </a:prstGeom>
          <a:noFill/>
        </p:spPr>
        <p:txBody>
          <a:bodyPr wrap="none">
            <a:noAutofit/>
          </a:bodyPr>
          <a:lstStyle/>
          <a:p>
            <a:r>
              <a:rPr lang="en-US" altLang="zh-CN" sz="2000" i="1" dirty="0">
                <a:latin typeface="+mj-lt"/>
              </a:rPr>
              <a:t>0x0000</a:t>
            </a:r>
          </a:p>
          <a:p>
            <a:r>
              <a:rPr lang="en-US" altLang="zh-CN" sz="2000" i="1" dirty="0"/>
              <a:t>0x0040</a:t>
            </a:r>
          </a:p>
          <a:p>
            <a:r>
              <a:rPr lang="en-US" altLang="zh-CN" sz="2000" i="1" dirty="0"/>
              <a:t>0x0080</a:t>
            </a:r>
          </a:p>
          <a:p>
            <a:r>
              <a:rPr lang="en-US" altLang="zh-CN" sz="2000" i="1" dirty="0"/>
              <a:t>0x00C0</a:t>
            </a:r>
          </a:p>
          <a:p>
            <a:r>
              <a:rPr lang="en-US" altLang="zh-CN" sz="2000" i="1" dirty="0"/>
              <a:t>0x0100</a:t>
            </a:r>
            <a:endParaRPr lang="en-US" sz="2000" i="1" dirty="0"/>
          </a:p>
          <a:p>
            <a:endParaRPr lang="en-US" sz="2000" i="1" dirty="0"/>
          </a:p>
          <a:p>
            <a:endParaRPr lang="en-US" sz="2000" i="1" dirty="0"/>
          </a:p>
          <a:p>
            <a:endParaRPr lang="en-US" sz="2000" i="1" dirty="0"/>
          </a:p>
          <a:p>
            <a:endParaRPr lang="en-US" sz="2000" i="1" dirty="0">
              <a:latin typeface="+mj-lt"/>
            </a:endParaRPr>
          </a:p>
        </p:txBody>
      </p:sp>
      <p:sp>
        <p:nvSpPr>
          <p:cNvPr id="1067" name="TextBox 1066">
            <a:extLst>
              <a:ext uri="{FF2B5EF4-FFF2-40B4-BE49-F238E27FC236}">
                <a16:creationId xmlns:a16="http://schemas.microsoft.com/office/drawing/2014/main" id="{F1356D2D-364E-259F-105A-326903E0DA4E}"/>
              </a:ext>
            </a:extLst>
          </p:cNvPr>
          <p:cNvSpPr txBox="1"/>
          <p:nvPr/>
        </p:nvSpPr>
        <p:spPr>
          <a:xfrm rot="5400000">
            <a:off x="751048" y="6511323"/>
            <a:ext cx="885517" cy="830570"/>
          </a:xfrm>
          <a:prstGeom prst="rect">
            <a:avLst/>
          </a:prstGeom>
          <a:noFill/>
        </p:spPr>
        <p:txBody>
          <a:bodyPr wrap="none">
            <a:noAutofit/>
          </a:bodyPr>
          <a:lstStyle/>
          <a:p>
            <a:pPr algn="ctr"/>
            <a:r>
              <a:rPr lang="en-US" altLang="zh-CN" sz="2400" b="1" dirty="0">
                <a:latin typeface="+mj-lt"/>
              </a:rPr>
              <a:t>… … </a:t>
            </a:r>
            <a:endParaRPr lang="en-US" sz="2400" b="1" dirty="0">
              <a:latin typeface="+mj-lt"/>
            </a:endParaRPr>
          </a:p>
        </p:txBody>
      </p:sp>
      <p:sp>
        <p:nvSpPr>
          <p:cNvPr id="1072" name="TextBox 1071">
            <a:extLst>
              <a:ext uri="{FF2B5EF4-FFF2-40B4-BE49-F238E27FC236}">
                <a16:creationId xmlns:a16="http://schemas.microsoft.com/office/drawing/2014/main" id="{8103D0CF-A6FA-32FB-D543-01BED51A43F5}"/>
              </a:ext>
            </a:extLst>
          </p:cNvPr>
          <p:cNvSpPr txBox="1"/>
          <p:nvPr/>
        </p:nvSpPr>
        <p:spPr>
          <a:xfrm rot="16200000">
            <a:off x="-511471" y="4560500"/>
            <a:ext cx="2579982" cy="461665"/>
          </a:xfrm>
          <a:prstGeom prst="rect">
            <a:avLst/>
          </a:prstGeom>
          <a:noFill/>
        </p:spPr>
        <p:txBody>
          <a:bodyPr wrap="square" rtlCol="0">
            <a:spAutoFit/>
          </a:bodyPr>
          <a:lstStyle/>
          <a:p>
            <a:r>
              <a:rPr lang="en-US" sz="2400" b="1" dirty="0" err="1"/>
              <a:t>Cacheline</a:t>
            </a:r>
            <a:r>
              <a:rPr lang="en-US" sz="2400" b="1" dirty="0"/>
              <a:t> Offset</a:t>
            </a:r>
          </a:p>
        </p:txBody>
      </p:sp>
      <p:sp>
        <p:nvSpPr>
          <p:cNvPr id="945" name="Rectangle 944">
            <a:extLst>
              <a:ext uri="{FF2B5EF4-FFF2-40B4-BE49-F238E27FC236}">
                <a16:creationId xmlns:a16="http://schemas.microsoft.com/office/drawing/2014/main" id="{F09A7372-B64F-241E-0359-D40A9147921C}"/>
              </a:ext>
            </a:extLst>
          </p:cNvPr>
          <p:cNvSpPr/>
          <p:nvPr/>
        </p:nvSpPr>
        <p:spPr>
          <a:xfrm>
            <a:off x="7390772" y="3094187"/>
            <a:ext cx="1499519" cy="4541688"/>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46" name="Rectangle 945">
            <a:extLst>
              <a:ext uri="{FF2B5EF4-FFF2-40B4-BE49-F238E27FC236}">
                <a16:creationId xmlns:a16="http://schemas.microsoft.com/office/drawing/2014/main" id="{C8204E9D-C291-0303-D5D0-E99772355915}"/>
              </a:ext>
            </a:extLst>
          </p:cNvPr>
          <p:cNvSpPr/>
          <p:nvPr/>
        </p:nvSpPr>
        <p:spPr>
          <a:xfrm>
            <a:off x="1909670" y="3094187"/>
            <a:ext cx="5487576" cy="4541688"/>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7" name="TextBox 946">
            <a:extLst>
              <a:ext uri="{FF2B5EF4-FFF2-40B4-BE49-F238E27FC236}">
                <a16:creationId xmlns:a16="http://schemas.microsoft.com/office/drawing/2014/main" id="{03704273-0115-6282-1B92-5C9CC57157F9}"/>
              </a:ext>
            </a:extLst>
          </p:cNvPr>
          <p:cNvSpPr txBox="1"/>
          <p:nvPr/>
        </p:nvSpPr>
        <p:spPr>
          <a:xfrm flipH="1">
            <a:off x="2701600" y="6516504"/>
            <a:ext cx="3714336" cy="830997"/>
          </a:xfrm>
          <a:prstGeom prst="rect">
            <a:avLst/>
          </a:prstGeom>
          <a:noFill/>
        </p:spPr>
        <p:txBody>
          <a:bodyPr wrap="square">
            <a:spAutoFit/>
          </a:bodyPr>
          <a:lstStyle/>
          <a:p>
            <a:pPr algn="ctr"/>
            <a:r>
              <a:rPr lang="en-US" altLang="zh-CN" sz="2400" dirty="0"/>
              <a:t>Data Bandwidth  </a:t>
            </a:r>
          </a:p>
          <a:p>
            <a:pPr algn="ctr"/>
            <a:r>
              <a:rPr lang="en-US" altLang="zh-CN" sz="2400" dirty="0"/>
              <a:t>32-bit</a:t>
            </a:r>
            <a:endParaRPr lang="en-US" sz="2400" dirty="0"/>
          </a:p>
        </p:txBody>
      </p:sp>
      <p:sp>
        <p:nvSpPr>
          <p:cNvPr id="957" name="Rectangle 956">
            <a:extLst>
              <a:ext uri="{FF2B5EF4-FFF2-40B4-BE49-F238E27FC236}">
                <a16:creationId xmlns:a16="http://schemas.microsoft.com/office/drawing/2014/main" id="{D11E265C-B43A-CF62-DA0C-E2E9A791F37B}"/>
              </a:ext>
            </a:extLst>
          </p:cNvPr>
          <p:cNvSpPr/>
          <p:nvPr/>
        </p:nvSpPr>
        <p:spPr>
          <a:xfrm>
            <a:off x="9304547" y="4186552"/>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58" name="Rectangle 957">
            <a:extLst>
              <a:ext uri="{FF2B5EF4-FFF2-40B4-BE49-F238E27FC236}">
                <a16:creationId xmlns:a16="http://schemas.microsoft.com/office/drawing/2014/main" id="{C4F9F3D2-58B7-B183-EA78-0C5B5CC3FA7D}"/>
              </a:ext>
            </a:extLst>
          </p:cNvPr>
          <p:cNvSpPr/>
          <p:nvPr/>
        </p:nvSpPr>
        <p:spPr>
          <a:xfrm>
            <a:off x="9965374" y="4186552"/>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059" name="Straight Connector 1058">
            <a:extLst>
              <a:ext uri="{FF2B5EF4-FFF2-40B4-BE49-F238E27FC236}">
                <a16:creationId xmlns:a16="http://schemas.microsoft.com/office/drawing/2014/main" id="{B1A3D334-918D-349D-9E80-C42F973EBF86}"/>
              </a:ext>
            </a:extLst>
          </p:cNvPr>
          <p:cNvCxnSpPr>
            <a:cxnSpLocks/>
          </p:cNvCxnSpPr>
          <p:nvPr/>
        </p:nvCxnSpPr>
        <p:spPr>
          <a:xfrm>
            <a:off x="1951485" y="7362790"/>
            <a:ext cx="542614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5F34C040-C3A9-A23C-60E8-EEB343E66416}"/>
              </a:ext>
            </a:extLst>
          </p:cNvPr>
          <p:cNvCxnSpPr>
            <a:cxnSpLocks/>
          </p:cNvCxnSpPr>
          <p:nvPr/>
        </p:nvCxnSpPr>
        <p:spPr>
          <a:xfrm>
            <a:off x="7384979" y="7362790"/>
            <a:ext cx="151448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82" name="TextBox 1181">
            <a:extLst>
              <a:ext uri="{FF2B5EF4-FFF2-40B4-BE49-F238E27FC236}">
                <a16:creationId xmlns:a16="http://schemas.microsoft.com/office/drawing/2014/main" id="{0EB7EC5D-D9C0-AC8B-1D86-F495B80D4726}"/>
              </a:ext>
            </a:extLst>
          </p:cNvPr>
          <p:cNvSpPr txBox="1"/>
          <p:nvPr/>
        </p:nvSpPr>
        <p:spPr>
          <a:xfrm>
            <a:off x="909816" y="4932441"/>
            <a:ext cx="1112464" cy="1584063"/>
          </a:xfrm>
          <a:prstGeom prst="rect">
            <a:avLst/>
          </a:prstGeom>
          <a:noFill/>
        </p:spPr>
        <p:txBody>
          <a:bodyPr wrap="none">
            <a:noAutofit/>
          </a:bodyPr>
          <a:lstStyle/>
          <a:p>
            <a:r>
              <a:rPr lang="en-US" altLang="zh-CN" sz="2000" i="1" dirty="0"/>
              <a:t>0x0140</a:t>
            </a:r>
          </a:p>
          <a:p>
            <a:r>
              <a:rPr lang="en-US" altLang="zh-CN" sz="2000" i="1" dirty="0"/>
              <a:t>0x0180</a:t>
            </a:r>
          </a:p>
          <a:p>
            <a:r>
              <a:rPr lang="en-US" altLang="zh-CN" sz="2000" i="1" dirty="0"/>
              <a:t>0x01C0</a:t>
            </a:r>
          </a:p>
          <a:p>
            <a:r>
              <a:rPr lang="en-US" altLang="zh-CN" sz="2000" i="1" dirty="0"/>
              <a:t>0x0200</a:t>
            </a:r>
          </a:p>
          <a:p>
            <a:r>
              <a:rPr lang="en-US" sz="2000" i="1" dirty="0"/>
              <a:t>0x0240</a:t>
            </a:r>
          </a:p>
          <a:p>
            <a:endParaRPr lang="en-US" sz="2000" i="1" dirty="0"/>
          </a:p>
          <a:p>
            <a:endParaRPr lang="en-US" sz="2000" i="1" dirty="0"/>
          </a:p>
          <a:p>
            <a:endParaRPr lang="en-US" sz="2000" i="1" dirty="0"/>
          </a:p>
        </p:txBody>
      </p:sp>
      <p:cxnSp>
        <p:nvCxnSpPr>
          <p:cNvPr id="2" name="Straight Connector 1">
            <a:extLst>
              <a:ext uri="{FF2B5EF4-FFF2-40B4-BE49-F238E27FC236}">
                <a16:creationId xmlns:a16="http://schemas.microsoft.com/office/drawing/2014/main" id="{7826EE6F-5F51-7EE8-975E-6B1C93EB9A3C}"/>
              </a:ext>
            </a:extLst>
          </p:cNvPr>
          <p:cNvCxnSpPr>
            <a:cxnSpLocks/>
          </p:cNvCxnSpPr>
          <p:nvPr/>
        </p:nvCxnSpPr>
        <p:spPr>
          <a:xfrm>
            <a:off x="10596141" y="4277813"/>
            <a:ext cx="550431" cy="0"/>
          </a:xfrm>
          <a:prstGeom prst="line">
            <a:avLst/>
          </a:prstGeom>
          <a:ln w="50800">
            <a:solidFill>
              <a:srgbClr val="FF0000"/>
            </a:solidFill>
            <a:headEnd type="none" w="med" len="sm"/>
            <a:tailEnd type="none" w="lg" len="lg"/>
          </a:ln>
        </p:spPr>
        <p:style>
          <a:lnRef idx="1">
            <a:schemeClr val="accent1"/>
          </a:lnRef>
          <a:fillRef idx="0">
            <a:schemeClr val="accent1"/>
          </a:fillRef>
          <a:effectRef idx="0">
            <a:schemeClr val="accent1"/>
          </a:effectRef>
          <a:fontRef idx="minor">
            <a:schemeClr val="tx1"/>
          </a:fontRef>
        </p:style>
      </p:cxnSp>
      <p:sp>
        <p:nvSpPr>
          <p:cNvPr id="21" name="Trapezoid 20">
            <a:extLst>
              <a:ext uri="{FF2B5EF4-FFF2-40B4-BE49-F238E27FC236}">
                <a16:creationId xmlns:a16="http://schemas.microsoft.com/office/drawing/2014/main" id="{7D6DF9F1-A369-E095-4555-FA994681A70F}"/>
              </a:ext>
            </a:extLst>
          </p:cNvPr>
          <p:cNvSpPr/>
          <p:nvPr/>
        </p:nvSpPr>
        <p:spPr>
          <a:xfrm rot="5400000">
            <a:off x="10567548" y="3656631"/>
            <a:ext cx="1582533" cy="550431"/>
          </a:xfrm>
          <a:prstGeom prst="trapezoid">
            <a:avLst>
              <a:gd name="adj" fmla="val 442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CRC </a:t>
            </a:r>
          </a:p>
        </p:txBody>
      </p:sp>
      <p:sp>
        <p:nvSpPr>
          <p:cNvPr id="55" name="Rectangle 54">
            <a:extLst>
              <a:ext uri="{FF2B5EF4-FFF2-40B4-BE49-F238E27FC236}">
                <a16:creationId xmlns:a16="http://schemas.microsoft.com/office/drawing/2014/main" id="{CBE34E45-2E0E-3266-EFD9-A1CC6AC05EB4}"/>
              </a:ext>
            </a:extLst>
          </p:cNvPr>
          <p:cNvSpPr/>
          <p:nvPr/>
        </p:nvSpPr>
        <p:spPr>
          <a:xfrm>
            <a:off x="9804234"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Rectangle 55">
            <a:extLst>
              <a:ext uri="{FF2B5EF4-FFF2-40B4-BE49-F238E27FC236}">
                <a16:creationId xmlns:a16="http://schemas.microsoft.com/office/drawing/2014/main" id="{943EE7DC-7474-E7FD-013D-3ED91906B0A6}"/>
              </a:ext>
            </a:extLst>
          </p:cNvPr>
          <p:cNvSpPr/>
          <p:nvPr/>
        </p:nvSpPr>
        <p:spPr>
          <a:xfrm>
            <a:off x="10474502"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 name="TextBox 56">
            <a:extLst>
              <a:ext uri="{FF2B5EF4-FFF2-40B4-BE49-F238E27FC236}">
                <a16:creationId xmlns:a16="http://schemas.microsoft.com/office/drawing/2014/main" id="{5373AFE7-39E5-D987-5C82-7BFF0A2759E8}"/>
              </a:ext>
            </a:extLst>
          </p:cNvPr>
          <p:cNvSpPr txBox="1"/>
          <p:nvPr/>
        </p:nvSpPr>
        <p:spPr>
          <a:xfrm>
            <a:off x="9590554" y="5929531"/>
            <a:ext cx="1633064" cy="461665"/>
          </a:xfrm>
          <a:prstGeom prst="rect">
            <a:avLst/>
          </a:prstGeom>
          <a:noFill/>
        </p:spPr>
        <p:txBody>
          <a:bodyPr wrap="square" rtlCol="0">
            <a:spAutoFit/>
          </a:bodyPr>
          <a:lstStyle/>
          <a:p>
            <a:r>
              <a:rPr lang="en-US" sz="2400" dirty="0"/>
              <a:t>Tier-2 ECC</a:t>
            </a:r>
          </a:p>
        </p:txBody>
      </p:sp>
      <p:cxnSp>
        <p:nvCxnSpPr>
          <p:cNvPr id="58" name="Elbow Connector 57">
            <a:extLst>
              <a:ext uri="{FF2B5EF4-FFF2-40B4-BE49-F238E27FC236}">
                <a16:creationId xmlns:a16="http://schemas.microsoft.com/office/drawing/2014/main" id="{0249E045-310A-3482-F318-6024B8D24C66}"/>
              </a:ext>
            </a:extLst>
          </p:cNvPr>
          <p:cNvCxnSpPr>
            <a:cxnSpLocks/>
            <a:stCxn id="21" idx="0"/>
            <a:endCxn id="56" idx="0"/>
          </p:cNvCxnSpPr>
          <p:nvPr/>
        </p:nvCxnSpPr>
        <p:spPr>
          <a:xfrm flipH="1">
            <a:off x="10776287" y="3931847"/>
            <a:ext cx="857743" cy="1804025"/>
          </a:xfrm>
          <a:prstGeom prst="bentConnector4">
            <a:avLst>
              <a:gd name="adj1" fmla="val -26651"/>
              <a:gd name="adj2" fmla="val 57628"/>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27134F93-EEA7-032E-DFB5-220027F56FEE}"/>
              </a:ext>
            </a:extLst>
          </p:cNvPr>
          <p:cNvSpPr txBox="1"/>
          <p:nvPr/>
        </p:nvSpPr>
        <p:spPr>
          <a:xfrm flipH="1">
            <a:off x="6269553" y="6516504"/>
            <a:ext cx="3714336" cy="830997"/>
          </a:xfrm>
          <a:prstGeom prst="rect">
            <a:avLst/>
          </a:prstGeom>
          <a:noFill/>
        </p:spPr>
        <p:txBody>
          <a:bodyPr wrap="square">
            <a:spAutoFit/>
          </a:bodyPr>
          <a:lstStyle/>
          <a:p>
            <a:pPr algn="ctr"/>
            <a:r>
              <a:rPr lang="en-US" altLang="zh-CN" sz="2400" dirty="0"/>
              <a:t>Parity </a:t>
            </a:r>
            <a:r>
              <a:rPr lang="en-US" altLang="zh-CN" sz="2400" dirty="0" err="1"/>
              <a:t>Bdw</a:t>
            </a:r>
            <a:endParaRPr lang="en-US" altLang="zh-CN" sz="2400" dirty="0"/>
          </a:p>
          <a:p>
            <a:pPr algn="ctr"/>
            <a:r>
              <a:rPr lang="en-US" sz="2400" dirty="0"/>
              <a:t>8-bit</a:t>
            </a:r>
          </a:p>
        </p:txBody>
      </p:sp>
      <p:sp>
        <p:nvSpPr>
          <p:cNvPr id="11" name="Rectangle 10">
            <a:extLst>
              <a:ext uri="{FF2B5EF4-FFF2-40B4-BE49-F238E27FC236}">
                <a16:creationId xmlns:a16="http://schemas.microsoft.com/office/drawing/2014/main" id="{BF2DA591-26A2-6059-4D4D-F2D77D6162A5}"/>
              </a:ext>
            </a:extLst>
          </p:cNvPr>
          <p:cNvSpPr/>
          <p:nvPr/>
        </p:nvSpPr>
        <p:spPr>
          <a:xfrm>
            <a:off x="206977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 name="Rectangle 11">
            <a:extLst>
              <a:ext uri="{FF2B5EF4-FFF2-40B4-BE49-F238E27FC236}">
                <a16:creationId xmlns:a16="http://schemas.microsoft.com/office/drawing/2014/main" id="{3FCBA64B-C4CF-DB07-8E02-CBB6818AF9A0}"/>
              </a:ext>
            </a:extLst>
          </p:cNvPr>
          <p:cNvSpPr/>
          <p:nvPr/>
        </p:nvSpPr>
        <p:spPr>
          <a:xfrm>
            <a:off x="273059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 name="Rectangle 12">
            <a:extLst>
              <a:ext uri="{FF2B5EF4-FFF2-40B4-BE49-F238E27FC236}">
                <a16:creationId xmlns:a16="http://schemas.microsoft.com/office/drawing/2014/main" id="{A5E2D7F6-9480-777C-31B6-7BC448D95EE2}"/>
              </a:ext>
            </a:extLst>
          </p:cNvPr>
          <p:cNvSpPr/>
          <p:nvPr/>
        </p:nvSpPr>
        <p:spPr>
          <a:xfrm>
            <a:off x="405223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1C7686B7-9A6C-8DCA-2CA0-C3BE43EBBA78}"/>
              </a:ext>
            </a:extLst>
          </p:cNvPr>
          <p:cNvSpPr/>
          <p:nvPr/>
        </p:nvSpPr>
        <p:spPr>
          <a:xfrm>
            <a:off x="339141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a:extLst>
              <a:ext uri="{FF2B5EF4-FFF2-40B4-BE49-F238E27FC236}">
                <a16:creationId xmlns:a16="http://schemas.microsoft.com/office/drawing/2014/main" id="{732F3DF7-9AF7-46A7-B49A-F5DB83FE569C}"/>
              </a:ext>
            </a:extLst>
          </p:cNvPr>
          <p:cNvSpPr/>
          <p:nvPr/>
        </p:nvSpPr>
        <p:spPr>
          <a:xfrm>
            <a:off x="4713056"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Rectangle 15">
            <a:extLst>
              <a:ext uri="{FF2B5EF4-FFF2-40B4-BE49-F238E27FC236}">
                <a16:creationId xmlns:a16="http://schemas.microsoft.com/office/drawing/2014/main" id="{D0146EA5-784A-29A7-E2DC-619120F4A3EA}"/>
              </a:ext>
            </a:extLst>
          </p:cNvPr>
          <p:cNvSpPr/>
          <p:nvPr/>
        </p:nvSpPr>
        <p:spPr>
          <a:xfrm>
            <a:off x="537387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Rectangle 16">
            <a:extLst>
              <a:ext uri="{FF2B5EF4-FFF2-40B4-BE49-F238E27FC236}">
                <a16:creationId xmlns:a16="http://schemas.microsoft.com/office/drawing/2014/main" id="{7647F503-EBFF-AED7-23A8-2BD3706D9D09}"/>
              </a:ext>
            </a:extLst>
          </p:cNvPr>
          <p:cNvSpPr/>
          <p:nvPr/>
        </p:nvSpPr>
        <p:spPr>
          <a:xfrm>
            <a:off x="669551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8" name="Rectangle 17">
            <a:extLst>
              <a:ext uri="{FF2B5EF4-FFF2-40B4-BE49-F238E27FC236}">
                <a16:creationId xmlns:a16="http://schemas.microsoft.com/office/drawing/2014/main" id="{B14BEA6D-A04A-EFEE-5F4D-94934B3CDA1D}"/>
              </a:ext>
            </a:extLst>
          </p:cNvPr>
          <p:cNvSpPr/>
          <p:nvPr/>
        </p:nvSpPr>
        <p:spPr>
          <a:xfrm>
            <a:off x="603469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Rectangle 21">
            <a:extLst>
              <a:ext uri="{FF2B5EF4-FFF2-40B4-BE49-F238E27FC236}">
                <a16:creationId xmlns:a16="http://schemas.microsoft.com/office/drawing/2014/main" id="{A851E116-E5BF-4517-35D3-655F7A4927D9}"/>
              </a:ext>
            </a:extLst>
          </p:cNvPr>
          <p:cNvSpPr/>
          <p:nvPr/>
        </p:nvSpPr>
        <p:spPr>
          <a:xfrm>
            <a:off x="206977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Rectangle 22">
            <a:extLst>
              <a:ext uri="{FF2B5EF4-FFF2-40B4-BE49-F238E27FC236}">
                <a16:creationId xmlns:a16="http://schemas.microsoft.com/office/drawing/2014/main" id="{A8C3CE35-3C08-657C-8EEB-C5CD14B1D6D2}"/>
              </a:ext>
            </a:extLst>
          </p:cNvPr>
          <p:cNvSpPr/>
          <p:nvPr/>
        </p:nvSpPr>
        <p:spPr>
          <a:xfrm>
            <a:off x="273059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Rectangle 23">
            <a:extLst>
              <a:ext uri="{FF2B5EF4-FFF2-40B4-BE49-F238E27FC236}">
                <a16:creationId xmlns:a16="http://schemas.microsoft.com/office/drawing/2014/main" id="{23FEFFB2-5C80-C131-A9F3-5E2611A553DE}"/>
              </a:ext>
            </a:extLst>
          </p:cNvPr>
          <p:cNvSpPr/>
          <p:nvPr/>
        </p:nvSpPr>
        <p:spPr>
          <a:xfrm>
            <a:off x="405223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Rectangle 24">
            <a:extLst>
              <a:ext uri="{FF2B5EF4-FFF2-40B4-BE49-F238E27FC236}">
                <a16:creationId xmlns:a16="http://schemas.microsoft.com/office/drawing/2014/main" id="{FDCD383B-52E6-6F56-57FB-1DA01B611BD8}"/>
              </a:ext>
            </a:extLst>
          </p:cNvPr>
          <p:cNvSpPr/>
          <p:nvPr/>
        </p:nvSpPr>
        <p:spPr>
          <a:xfrm>
            <a:off x="339141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 name="Rectangle 25">
            <a:extLst>
              <a:ext uri="{FF2B5EF4-FFF2-40B4-BE49-F238E27FC236}">
                <a16:creationId xmlns:a16="http://schemas.microsoft.com/office/drawing/2014/main" id="{FD193DB8-847E-B83E-9488-9E99E3B04888}"/>
              </a:ext>
            </a:extLst>
          </p:cNvPr>
          <p:cNvSpPr/>
          <p:nvPr/>
        </p:nvSpPr>
        <p:spPr>
          <a:xfrm>
            <a:off x="4713056"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Rectangle 26">
            <a:extLst>
              <a:ext uri="{FF2B5EF4-FFF2-40B4-BE49-F238E27FC236}">
                <a16:creationId xmlns:a16="http://schemas.microsoft.com/office/drawing/2014/main" id="{7B95A7AE-CE68-5966-571A-193895164059}"/>
              </a:ext>
            </a:extLst>
          </p:cNvPr>
          <p:cNvSpPr/>
          <p:nvPr/>
        </p:nvSpPr>
        <p:spPr>
          <a:xfrm>
            <a:off x="537387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Rectangle 27">
            <a:extLst>
              <a:ext uri="{FF2B5EF4-FFF2-40B4-BE49-F238E27FC236}">
                <a16:creationId xmlns:a16="http://schemas.microsoft.com/office/drawing/2014/main" id="{D2E54685-B5A7-064D-8FA7-4526C6A40A40}"/>
              </a:ext>
            </a:extLst>
          </p:cNvPr>
          <p:cNvSpPr/>
          <p:nvPr/>
        </p:nvSpPr>
        <p:spPr>
          <a:xfrm>
            <a:off x="669551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a:extLst>
              <a:ext uri="{FF2B5EF4-FFF2-40B4-BE49-F238E27FC236}">
                <a16:creationId xmlns:a16="http://schemas.microsoft.com/office/drawing/2014/main" id="{22D95B03-D7EB-15EB-5407-CBF7F209C181}"/>
              </a:ext>
            </a:extLst>
          </p:cNvPr>
          <p:cNvSpPr/>
          <p:nvPr/>
        </p:nvSpPr>
        <p:spPr>
          <a:xfrm>
            <a:off x="603469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2" name="Rectangle 901">
            <a:extLst>
              <a:ext uri="{FF2B5EF4-FFF2-40B4-BE49-F238E27FC236}">
                <a16:creationId xmlns:a16="http://schemas.microsoft.com/office/drawing/2014/main" id="{C6BA5CBE-E674-F426-7BA7-B40128B1F5FD}"/>
              </a:ext>
            </a:extLst>
          </p:cNvPr>
          <p:cNvSpPr/>
          <p:nvPr/>
        </p:nvSpPr>
        <p:spPr>
          <a:xfrm>
            <a:off x="8141870"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3" name="Rectangle 902">
            <a:extLst>
              <a:ext uri="{FF2B5EF4-FFF2-40B4-BE49-F238E27FC236}">
                <a16:creationId xmlns:a16="http://schemas.microsoft.com/office/drawing/2014/main" id="{F0A7FD4E-9E10-3854-03DC-2EEB7F56A38D}"/>
              </a:ext>
            </a:extLst>
          </p:cNvPr>
          <p:cNvSpPr/>
          <p:nvPr/>
        </p:nvSpPr>
        <p:spPr>
          <a:xfrm>
            <a:off x="748105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4" name="Rectangle 903">
            <a:extLst>
              <a:ext uri="{FF2B5EF4-FFF2-40B4-BE49-F238E27FC236}">
                <a16:creationId xmlns:a16="http://schemas.microsoft.com/office/drawing/2014/main" id="{CDCBE6C0-1161-C1DD-759C-A2091C1AAD93}"/>
              </a:ext>
            </a:extLst>
          </p:cNvPr>
          <p:cNvSpPr/>
          <p:nvPr/>
        </p:nvSpPr>
        <p:spPr>
          <a:xfrm>
            <a:off x="8141870"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5" name="Rectangle 904">
            <a:extLst>
              <a:ext uri="{FF2B5EF4-FFF2-40B4-BE49-F238E27FC236}">
                <a16:creationId xmlns:a16="http://schemas.microsoft.com/office/drawing/2014/main" id="{B2FB6BF9-E7B5-44A3-1433-BCDA791B9C28}"/>
              </a:ext>
            </a:extLst>
          </p:cNvPr>
          <p:cNvSpPr/>
          <p:nvPr/>
        </p:nvSpPr>
        <p:spPr>
          <a:xfrm>
            <a:off x="748105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Rectangle 2">
            <a:extLst>
              <a:ext uri="{FF2B5EF4-FFF2-40B4-BE49-F238E27FC236}">
                <a16:creationId xmlns:a16="http://schemas.microsoft.com/office/drawing/2014/main" id="{D80A09A2-8280-1CAA-BF0A-7194FEB044E3}"/>
              </a:ext>
            </a:extLst>
          </p:cNvPr>
          <p:cNvSpPr/>
          <p:nvPr/>
        </p:nvSpPr>
        <p:spPr>
          <a:xfrm>
            <a:off x="206977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Rectangle 3">
            <a:extLst>
              <a:ext uri="{FF2B5EF4-FFF2-40B4-BE49-F238E27FC236}">
                <a16:creationId xmlns:a16="http://schemas.microsoft.com/office/drawing/2014/main" id="{C0B0547D-0116-202F-1E12-4EBB2B152622}"/>
              </a:ext>
            </a:extLst>
          </p:cNvPr>
          <p:cNvSpPr/>
          <p:nvPr/>
        </p:nvSpPr>
        <p:spPr>
          <a:xfrm>
            <a:off x="273059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Rectangle 4">
            <a:extLst>
              <a:ext uri="{FF2B5EF4-FFF2-40B4-BE49-F238E27FC236}">
                <a16:creationId xmlns:a16="http://schemas.microsoft.com/office/drawing/2014/main" id="{FB0DAA03-E092-6405-BDA7-8FC1C08EDE39}"/>
              </a:ext>
            </a:extLst>
          </p:cNvPr>
          <p:cNvSpPr/>
          <p:nvPr/>
        </p:nvSpPr>
        <p:spPr>
          <a:xfrm>
            <a:off x="405223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Rectangle 5">
            <a:extLst>
              <a:ext uri="{FF2B5EF4-FFF2-40B4-BE49-F238E27FC236}">
                <a16:creationId xmlns:a16="http://schemas.microsoft.com/office/drawing/2014/main" id="{F0936847-C1FC-AB1D-4C36-2B5BC398FBEC}"/>
              </a:ext>
            </a:extLst>
          </p:cNvPr>
          <p:cNvSpPr/>
          <p:nvPr/>
        </p:nvSpPr>
        <p:spPr>
          <a:xfrm>
            <a:off x="339141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3309759D-234A-E517-36B1-7FCDE05D6521}"/>
              </a:ext>
            </a:extLst>
          </p:cNvPr>
          <p:cNvSpPr/>
          <p:nvPr/>
        </p:nvSpPr>
        <p:spPr>
          <a:xfrm>
            <a:off x="4713056"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Rectangle 7">
            <a:extLst>
              <a:ext uri="{FF2B5EF4-FFF2-40B4-BE49-F238E27FC236}">
                <a16:creationId xmlns:a16="http://schemas.microsoft.com/office/drawing/2014/main" id="{718BC0C0-6545-A7FD-55F1-AD4C85EE74E1}"/>
              </a:ext>
            </a:extLst>
          </p:cNvPr>
          <p:cNvSpPr/>
          <p:nvPr/>
        </p:nvSpPr>
        <p:spPr>
          <a:xfrm>
            <a:off x="537387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Rectangle 8">
            <a:extLst>
              <a:ext uri="{FF2B5EF4-FFF2-40B4-BE49-F238E27FC236}">
                <a16:creationId xmlns:a16="http://schemas.microsoft.com/office/drawing/2014/main" id="{134414A6-72C5-B285-5251-74DD558AD71D}"/>
              </a:ext>
            </a:extLst>
          </p:cNvPr>
          <p:cNvSpPr/>
          <p:nvPr/>
        </p:nvSpPr>
        <p:spPr>
          <a:xfrm>
            <a:off x="669551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tangle 9">
            <a:extLst>
              <a:ext uri="{FF2B5EF4-FFF2-40B4-BE49-F238E27FC236}">
                <a16:creationId xmlns:a16="http://schemas.microsoft.com/office/drawing/2014/main" id="{0A22F493-0609-E8E3-009D-EA97C454040F}"/>
              </a:ext>
            </a:extLst>
          </p:cNvPr>
          <p:cNvSpPr/>
          <p:nvPr/>
        </p:nvSpPr>
        <p:spPr>
          <a:xfrm>
            <a:off x="603469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Rectangle 18">
            <a:extLst>
              <a:ext uri="{FF2B5EF4-FFF2-40B4-BE49-F238E27FC236}">
                <a16:creationId xmlns:a16="http://schemas.microsoft.com/office/drawing/2014/main" id="{689C8DC8-615D-BA94-8E7B-E8DC33E32839}"/>
              </a:ext>
            </a:extLst>
          </p:cNvPr>
          <p:cNvSpPr/>
          <p:nvPr/>
        </p:nvSpPr>
        <p:spPr>
          <a:xfrm>
            <a:off x="8141870"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Rectangle 19">
            <a:extLst>
              <a:ext uri="{FF2B5EF4-FFF2-40B4-BE49-F238E27FC236}">
                <a16:creationId xmlns:a16="http://schemas.microsoft.com/office/drawing/2014/main" id="{DFAC2877-749F-7B4B-785D-10EC258A9A87}"/>
              </a:ext>
            </a:extLst>
          </p:cNvPr>
          <p:cNvSpPr/>
          <p:nvPr/>
        </p:nvSpPr>
        <p:spPr>
          <a:xfrm>
            <a:off x="748105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Rectangle 29">
            <a:extLst>
              <a:ext uri="{FF2B5EF4-FFF2-40B4-BE49-F238E27FC236}">
                <a16:creationId xmlns:a16="http://schemas.microsoft.com/office/drawing/2014/main" id="{6A0A0DA2-B70A-A6C0-C0F4-12101AC8B502}"/>
              </a:ext>
            </a:extLst>
          </p:cNvPr>
          <p:cNvSpPr/>
          <p:nvPr/>
        </p:nvSpPr>
        <p:spPr>
          <a:xfrm>
            <a:off x="2069775"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Rectangle 30">
            <a:extLst>
              <a:ext uri="{FF2B5EF4-FFF2-40B4-BE49-F238E27FC236}">
                <a16:creationId xmlns:a16="http://schemas.microsoft.com/office/drawing/2014/main" id="{11A82FCD-60AD-FA95-313A-6E7361FB91A3}"/>
              </a:ext>
            </a:extLst>
          </p:cNvPr>
          <p:cNvSpPr/>
          <p:nvPr/>
        </p:nvSpPr>
        <p:spPr>
          <a:xfrm>
            <a:off x="2730595"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2" name="Rectangle 31">
            <a:extLst>
              <a:ext uri="{FF2B5EF4-FFF2-40B4-BE49-F238E27FC236}">
                <a16:creationId xmlns:a16="http://schemas.microsoft.com/office/drawing/2014/main" id="{50C11DE0-965B-4276-6395-AA21435522AB}"/>
              </a:ext>
            </a:extLst>
          </p:cNvPr>
          <p:cNvSpPr/>
          <p:nvPr/>
        </p:nvSpPr>
        <p:spPr>
          <a:xfrm>
            <a:off x="4052234"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3" name="Rectangle 32">
            <a:extLst>
              <a:ext uri="{FF2B5EF4-FFF2-40B4-BE49-F238E27FC236}">
                <a16:creationId xmlns:a16="http://schemas.microsoft.com/office/drawing/2014/main" id="{196C4E91-0951-DA36-2F88-21B165109171}"/>
              </a:ext>
            </a:extLst>
          </p:cNvPr>
          <p:cNvSpPr/>
          <p:nvPr/>
        </p:nvSpPr>
        <p:spPr>
          <a:xfrm>
            <a:off x="3391413"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 name="Rectangle 33">
            <a:extLst>
              <a:ext uri="{FF2B5EF4-FFF2-40B4-BE49-F238E27FC236}">
                <a16:creationId xmlns:a16="http://schemas.microsoft.com/office/drawing/2014/main" id="{00EFF731-2149-BF98-94D8-953A2124BDAC}"/>
              </a:ext>
            </a:extLst>
          </p:cNvPr>
          <p:cNvSpPr/>
          <p:nvPr/>
        </p:nvSpPr>
        <p:spPr>
          <a:xfrm>
            <a:off x="4713056"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 name="Rectangle 34">
            <a:extLst>
              <a:ext uri="{FF2B5EF4-FFF2-40B4-BE49-F238E27FC236}">
                <a16:creationId xmlns:a16="http://schemas.microsoft.com/office/drawing/2014/main" id="{A660A3AA-7DD6-2AE3-E396-FD7441C318B4}"/>
              </a:ext>
            </a:extLst>
          </p:cNvPr>
          <p:cNvSpPr/>
          <p:nvPr/>
        </p:nvSpPr>
        <p:spPr>
          <a:xfrm>
            <a:off x="5373873"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Rectangle 35">
            <a:extLst>
              <a:ext uri="{FF2B5EF4-FFF2-40B4-BE49-F238E27FC236}">
                <a16:creationId xmlns:a16="http://schemas.microsoft.com/office/drawing/2014/main" id="{C67B6902-8432-3E6C-4336-5FCFC3AC27E2}"/>
              </a:ext>
            </a:extLst>
          </p:cNvPr>
          <p:cNvSpPr/>
          <p:nvPr/>
        </p:nvSpPr>
        <p:spPr>
          <a:xfrm>
            <a:off x="6695512"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Rectangle 36">
            <a:extLst>
              <a:ext uri="{FF2B5EF4-FFF2-40B4-BE49-F238E27FC236}">
                <a16:creationId xmlns:a16="http://schemas.microsoft.com/office/drawing/2014/main" id="{96A6EEA3-6426-2405-533B-08986FC43BC8}"/>
              </a:ext>
            </a:extLst>
          </p:cNvPr>
          <p:cNvSpPr/>
          <p:nvPr/>
        </p:nvSpPr>
        <p:spPr>
          <a:xfrm>
            <a:off x="6034694"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Rectangle 37">
            <a:extLst>
              <a:ext uri="{FF2B5EF4-FFF2-40B4-BE49-F238E27FC236}">
                <a16:creationId xmlns:a16="http://schemas.microsoft.com/office/drawing/2014/main" id="{2655FBC1-D284-5C51-23CE-9DFDC3153C47}"/>
              </a:ext>
            </a:extLst>
          </p:cNvPr>
          <p:cNvSpPr/>
          <p:nvPr/>
        </p:nvSpPr>
        <p:spPr>
          <a:xfrm>
            <a:off x="8141870"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6A7D6FD6-5BA8-6915-5D17-BD91D87A436F}"/>
              </a:ext>
            </a:extLst>
          </p:cNvPr>
          <p:cNvSpPr/>
          <p:nvPr/>
        </p:nvSpPr>
        <p:spPr>
          <a:xfrm>
            <a:off x="7481052" y="418655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a:extLst>
              <a:ext uri="{FF2B5EF4-FFF2-40B4-BE49-F238E27FC236}">
                <a16:creationId xmlns:a16="http://schemas.microsoft.com/office/drawing/2014/main" id="{58E8B638-9CC8-2E3D-0524-70D9817B5517}"/>
              </a:ext>
            </a:extLst>
          </p:cNvPr>
          <p:cNvSpPr/>
          <p:nvPr/>
        </p:nvSpPr>
        <p:spPr>
          <a:xfrm>
            <a:off x="9304547" y="3840585"/>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41" name="Rectangle 40">
            <a:extLst>
              <a:ext uri="{FF2B5EF4-FFF2-40B4-BE49-F238E27FC236}">
                <a16:creationId xmlns:a16="http://schemas.microsoft.com/office/drawing/2014/main" id="{AAAC27C0-A1C6-1EE0-605A-CF95CF47496E}"/>
              </a:ext>
            </a:extLst>
          </p:cNvPr>
          <p:cNvSpPr/>
          <p:nvPr/>
        </p:nvSpPr>
        <p:spPr>
          <a:xfrm>
            <a:off x="9965374" y="3840585"/>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 name="Rectangle 41">
            <a:extLst>
              <a:ext uri="{FF2B5EF4-FFF2-40B4-BE49-F238E27FC236}">
                <a16:creationId xmlns:a16="http://schemas.microsoft.com/office/drawing/2014/main" id="{0DBED7EA-7FA9-7DFC-3DF6-6036CA1FD047}"/>
              </a:ext>
            </a:extLst>
          </p:cNvPr>
          <p:cNvSpPr/>
          <p:nvPr/>
        </p:nvSpPr>
        <p:spPr>
          <a:xfrm>
            <a:off x="9304547"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43" name="Rectangle 42">
            <a:extLst>
              <a:ext uri="{FF2B5EF4-FFF2-40B4-BE49-F238E27FC236}">
                <a16:creationId xmlns:a16="http://schemas.microsoft.com/office/drawing/2014/main" id="{9FD3A49C-DFA9-16A6-2145-2A608A8BDFEF}"/>
              </a:ext>
            </a:extLst>
          </p:cNvPr>
          <p:cNvSpPr/>
          <p:nvPr/>
        </p:nvSpPr>
        <p:spPr>
          <a:xfrm>
            <a:off x="9965374"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Rectangle 43">
            <a:extLst>
              <a:ext uri="{FF2B5EF4-FFF2-40B4-BE49-F238E27FC236}">
                <a16:creationId xmlns:a16="http://schemas.microsoft.com/office/drawing/2014/main" id="{163223F5-5196-6DBC-4908-4D17725A52F1}"/>
              </a:ext>
            </a:extLst>
          </p:cNvPr>
          <p:cNvSpPr/>
          <p:nvPr/>
        </p:nvSpPr>
        <p:spPr>
          <a:xfrm>
            <a:off x="9304547"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45" name="Rectangle 44">
            <a:extLst>
              <a:ext uri="{FF2B5EF4-FFF2-40B4-BE49-F238E27FC236}">
                <a16:creationId xmlns:a16="http://schemas.microsoft.com/office/drawing/2014/main" id="{F0A36E94-CD3D-FBF9-3322-D60650CCA259}"/>
              </a:ext>
            </a:extLst>
          </p:cNvPr>
          <p:cNvSpPr/>
          <p:nvPr/>
        </p:nvSpPr>
        <p:spPr>
          <a:xfrm>
            <a:off x="9965374"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1" name="Rectangle 900">
            <a:extLst>
              <a:ext uri="{FF2B5EF4-FFF2-40B4-BE49-F238E27FC236}">
                <a16:creationId xmlns:a16="http://schemas.microsoft.com/office/drawing/2014/main" id="{9AD03F0A-1EBF-B0EF-A699-6178526A0D12}"/>
              </a:ext>
            </a:extLst>
          </p:cNvPr>
          <p:cNvSpPr/>
          <p:nvPr/>
        </p:nvSpPr>
        <p:spPr>
          <a:xfrm>
            <a:off x="1974802" y="3111829"/>
            <a:ext cx="8801485" cy="1059433"/>
          </a:xfrm>
          <a:prstGeom prst="rect">
            <a:avLst/>
          </a:prstGeom>
          <a:solidFill>
            <a:schemeClr val="bg1">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itle 46">
            <a:extLst>
              <a:ext uri="{FF2B5EF4-FFF2-40B4-BE49-F238E27FC236}">
                <a16:creationId xmlns:a16="http://schemas.microsoft.com/office/drawing/2014/main" id="{7F888857-3678-5E3F-9CE4-8A5A7DBE87C0}"/>
              </a:ext>
            </a:extLst>
          </p:cNvPr>
          <p:cNvSpPr>
            <a:spLocks noGrp="1"/>
          </p:cNvSpPr>
          <p:nvPr>
            <p:ph type="title"/>
          </p:nvPr>
        </p:nvSpPr>
        <p:spPr/>
        <p:txBody>
          <a:bodyPr/>
          <a:lstStyle/>
          <a:p>
            <a:r>
              <a:rPr lang="en-US" dirty="0"/>
              <a:t>Workflow</a:t>
            </a:r>
          </a:p>
        </p:txBody>
      </p:sp>
    </p:spTree>
    <p:extLst>
      <p:ext uri="{BB962C8B-B14F-4D97-AF65-F5344CB8AC3E}">
        <p14:creationId xmlns:p14="http://schemas.microsoft.com/office/powerpoint/2010/main" val="3893729343"/>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4E058-87F5-5225-CF5B-7E6A3A7A238E}"/>
            </a:ext>
          </a:extLst>
        </p:cNvPr>
        <p:cNvGrpSpPr/>
        <p:nvPr/>
      </p:nvGrpSpPr>
      <p:grpSpPr>
        <a:xfrm>
          <a:off x="0" y="0"/>
          <a:ext cx="0" cy="0"/>
          <a:chOff x="0" y="0"/>
          <a:chExt cx="0" cy="0"/>
        </a:xfrm>
      </p:grpSpPr>
      <p:sp>
        <p:nvSpPr>
          <p:cNvPr id="1061" name="TextBox 1060">
            <a:extLst>
              <a:ext uri="{FF2B5EF4-FFF2-40B4-BE49-F238E27FC236}">
                <a16:creationId xmlns:a16="http://schemas.microsoft.com/office/drawing/2014/main" id="{036F407B-4849-C3C8-F8D2-4D6BE999189E}"/>
              </a:ext>
            </a:extLst>
          </p:cNvPr>
          <p:cNvSpPr txBox="1"/>
          <p:nvPr/>
        </p:nvSpPr>
        <p:spPr>
          <a:xfrm>
            <a:off x="909816" y="3167366"/>
            <a:ext cx="1112464" cy="1584063"/>
          </a:xfrm>
          <a:prstGeom prst="rect">
            <a:avLst/>
          </a:prstGeom>
          <a:noFill/>
        </p:spPr>
        <p:txBody>
          <a:bodyPr wrap="none">
            <a:noAutofit/>
          </a:bodyPr>
          <a:lstStyle/>
          <a:p>
            <a:r>
              <a:rPr lang="en-US" altLang="zh-CN" sz="2000" i="1" dirty="0">
                <a:latin typeface="+mj-lt"/>
              </a:rPr>
              <a:t>0x0000</a:t>
            </a:r>
          </a:p>
          <a:p>
            <a:r>
              <a:rPr lang="en-US" altLang="zh-CN" sz="2000" i="1" dirty="0"/>
              <a:t>0x0040</a:t>
            </a:r>
          </a:p>
          <a:p>
            <a:r>
              <a:rPr lang="en-US" altLang="zh-CN" sz="2000" i="1" dirty="0"/>
              <a:t>0x0080</a:t>
            </a:r>
          </a:p>
          <a:p>
            <a:r>
              <a:rPr lang="en-US" altLang="zh-CN" sz="2000" i="1" dirty="0"/>
              <a:t>0x00C0</a:t>
            </a:r>
          </a:p>
          <a:p>
            <a:r>
              <a:rPr lang="en-US" altLang="zh-CN" sz="2000" i="1" dirty="0"/>
              <a:t>0x0100</a:t>
            </a:r>
            <a:endParaRPr lang="en-US" sz="2000" i="1" dirty="0"/>
          </a:p>
          <a:p>
            <a:endParaRPr lang="en-US" sz="2000" i="1" dirty="0"/>
          </a:p>
          <a:p>
            <a:endParaRPr lang="en-US" sz="2000" i="1" dirty="0"/>
          </a:p>
          <a:p>
            <a:endParaRPr lang="en-US" sz="2000" i="1" dirty="0"/>
          </a:p>
          <a:p>
            <a:endParaRPr lang="en-US" sz="2000" i="1" dirty="0">
              <a:latin typeface="+mj-lt"/>
            </a:endParaRPr>
          </a:p>
        </p:txBody>
      </p:sp>
      <p:sp>
        <p:nvSpPr>
          <p:cNvPr id="1067" name="TextBox 1066">
            <a:extLst>
              <a:ext uri="{FF2B5EF4-FFF2-40B4-BE49-F238E27FC236}">
                <a16:creationId xmlns:a16="http://schemas.microsoft.com/office/drawing/2014/main" id="{10D12E10-C779-A971-48B4-D5C34B7FC86C}"/>
              </a:ext>
            </a:extLst>
          </p:cNvPr>
          <p:cNvSpPr txBox="1"/>
          <p:nvPr/>
        </p:nvSpPr>
        <p:spPr>
          <a:xfrm rot="5400000">
            <a:off x="751048" y="6511323"/>
            <a:ext cx="885517" cy="830570"/>
          </a:xfrm>
          <a:prstGeom prst="rect">
            <a:avLst/>
          </a:prstGeom>
          <a:noFill/>
        </p:spPr>
        <p:txBody>
          <a:bodyPr wrap="none">
            <a:noAutofit/>
          </a:bodyPr>
          <a:lstStyle/>
          <a:p>
            <a:pPr algn="ctr"/>
            <a:r>
              <a:rPr lang="en-US" altLang="zh-CN" sz="2400" b="1" dirty="0">
                <a:latin typeface="+mj-lt"/>
              </a:rPr>
              <a:t>… … </a:t>
            </a:r>
            <a:endParaRPr lang="en-US" sz="2400" b="1" dirty="0">
              <a:latin typeface="+mj-lt"/>
            </a:endParaRPr>
          </a:p>
        </p:txBody>
      </p:sp>
      <p:sp>
        <p:nvSpPr>
          <p:cNvPr id="1072" name="TextBox 1071">
            <a:extLst>
              <a:ext uri="{FF2B5EF4-FFF2-40B4-BE49-F238E27FC236}">
                <a16:creationId xmlns:a16="http://schemas.microsoft.com/office/drawing/2014/main" id="{D1D31F2E-A2CC-5C07-1F08-E8C531076311}"/>
              </a:ext>
            </a:extLst>
          </p:cNvPr>
          <p:cNvSpPr txBox="1"/>
          <p:nvPr/>
        </p:nvSpPr>
        <p:spPr>
          <a:xfrm rot="16200000">
            <a:off x="-511471" y="4560500"/>
            <a:ext cx="2579982" cy="461665"/>
          </a:xfrm>
          <a:prstGeom prst="rect">
            <a:avLst/>
          </a:prstGeom>
          <a:noFill/>
        </p:spPr>
        <p:txBody>
          <a:bodyPr wrap="square" rtlCol="0">
            <a:spAutoFit/>
          </a:bodyPr>
          <a:lstStyle/>
          <a:p>
            <a:r>
              <a:rPr lang="en-US" sz="2400" b="1" dirty="0" err="1"/>
              <a:t>Cacheline</a:t>
            </a:r>
            <a:r>
              <a:rPr lang="en-US" sz="2400" b="1" dirty="0"/>
              <a:t> Offset</a:t>
            </a:r>
          </a:p>
        </p:txBody>
      </p:sp>
      <p:sp>
        <p:nvSpPr>
          <p:cNvPr id="945" name="Rectangle 944">
            <a:extLst>
              <a:ext uri="{FF2B5EF4-FFF2-40B4-BE49-F238E27FC236}">
                <a16:creationId xmlns:a16="http://schemas.microsoft.com/office/drawing/2014/main" id="{7420EDC1-B2FC-70B9-BE2D-24628D646BF9}"/>
              </a:ext>
            </a:extLst>
          </p:cNvPr>
          <p:cNvSpPr/>
          <p:nvPr/>
        </p:nvSpPr>
        <p:spPr>
          <a:xfrm>
            <a:off x="7390772" y="3094187"/>
            <a:ext cx="1499519" cy="4541688"/>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46" name="Rectangle 945">
            <a:extLst>
              <a:ext uri="{FF2B5EF4-FFF2-40B4-BE49-F238E27FC236}">
                <a16:creationId xmlns:a16="http://schemas.microsoft.com/office/drawing/2014/main" id="{ACD331C5-E765-DA0D-EB78-B96FACA750A6}"/>
              </a:ext>
            </a:extLst>
          </p:cNvPr>
          <p:cNvSpPr/>
          <p:nvPr/>
        </p:nvSpPr>
        <p:spPr>
          <a:xfrm>
            <a:off x="1909670" y="3094187"/>
            <a:ext cx="5487576" cy="4541688"/>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7" name="TextBox 946">
            <a:extLst>
              <a:ext uri="{FF2B5EF4-FFF2-40B4-BE49-F238E27FC236}">
                <a16:creationId xmlns:a16="http://schemas.microsoft.com/office/drawing/2014/main" id="{C34B280A-0CC3-28F0-C7DF-8DE3CD76837A}"/>
              </a:ext>
            </a:extLst>
          </p:cNvPr>
          <p:cNvSpPr txBox="1"/>
          <p:nvPr/>
        </p:nvSpPr>
        <p:spPr>
          <a:xfrm flipH="1">
            <a:off x="2701600" y="6516504"/>
            <a:ext cx="3714336" cy="830997"/>
          </a:xfrm>
          <a:prstGeom prst="rect">
            <a:avLst/>
          </a:prstGeom>
          <a:noFill/>
        </p:spPr>
        <p:txBody>
          <a:bodyPr wrap="square">
            <a:spAutoFit/>
          </a:bodyPr>
          <a:lstStyle/>
          <a:p>
            <a:pPr algn="ctr"/>
            <a:r>
              <a:rPr lang="en-US" altLang="zh-CN" sz="2400" dirty="0"/>
              <a:t>Data Bandwidth  </a:t>
            </a:r>
          </a:p>
          <a:p>
            <a:pPr algn="ctr"/>
            <a:r>
              <a:rPr lang="en-US" altLang="zh-CN" sz="2400" dirty="0"/>
              <a:t>32-bit</a:t>
            </a:r>
            <a:endParaRPr lang="en-US" sz="2400" dirty="0"/>
          </a:p>
        </p:txBody>
      </p:sp>
      <p:sp>
        <p:nvSpPr>
          <p:cNvPr id="957" name="Rectangle 956">
            <a:extLst>
              <a:ext uri="{FF2B5EF4-FFF2-40B4-BE49-F238E27FC236}">
                <a16:creationId xmlns:a16="http://schemas.microsoft.com/office/drawing/2014/main" id="{FA8BFFC5-AA95-6504-5F12-BC54557DDF54}"/>
              </a:ext>
            </a:extLst>
          </p:cNvPr>
          <p:cNvSpPr/>
          <p:nvPr/>
        </p:nvSpPr>
        <p:spPr>
          <a:xfrm>
            <a:off x="9304547" y="4443231"/>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58" name="Rectangle 957">
            <a:extLst>
              <a:ext uri="{FF2B5EF4-FFF2-40B4-BE49-F238E27FC236}">
                <a16:creationId xmlns:a16="http://schemas.microsoft.com/office/drawing/2014/main" id="{A0BE760F-CEAE-512A-1750-5F69ACB30A5E}"/>
              </a:ext>
            </a:extLst>
          </p:cNvPr>
          <p:cNvSpPr/>
          <p:nvPr/>
        </p:nvSpPr>
        <p:spPr>
          <a:xfrm>
            <a:off x="9965374" y="4443231"/>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059" name="Straight Connector 1058">
            <a:extLst>
              <a:ext uri="{FF2B5EF4-FFF2-40B4-BE49-F238E27FC236}">
                <a16:creationId xmlns:a16="http://schemas.microsoft.com/office/drawing/2014/main" id="{1AF7F058-E08A-7463-2B16-5555631E13DB}"/>
              </a:ext>
            </a:extLst>
          </p:cNvPr>
          <p:cNvCxnSpPr>
            <a:cxnSpLocks/>
          </p:cNvCxnSpPr>
          <p:nvPr/>
        </p:nvCxnSpPr>
        <p:spPr>
          <a:xfrm>
            <a:off x="1951485" y="7362790"/>
            <a:ext cx="542614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3B50CE32-66E0-2A4E-E180-591D9EE0C49C}"/>
              </a:ext>
            </a:extLst>
          </p:cNvPr>
          <p:cNvCxnSpPr>
            <a:cxnSpLocks/>
          </p:cNvCxnSpPr>
          <p:nvPr/>
        </p:nvCxnSpPr>
        <p:spPr>
          <a:xfrm>
            <a:off x="7384979" y="7362790"/>
            <a:ext cx="151448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82" name="TextBox 1181">
            <a:extLst>
              <a:ext uri="{FF2B5EF4-FFF2-40B4-BE49-F238E27FC236}">
                <a16:creationId xmlns:a16="http://schemas.microsoft.com/office/drawing/2014/main" id="{13EB238B-540E-C88E-E221-BB6524BB6574}"/>
              </a:ext>
            </a:extLst>
          </p:cNvPr>
          <p:cNvSpPr txBox="1"/>
          <p:nvPr/>
        </p:nvSpPr>
        <p:spPr>
          <a:xfrm>
            <a:off x="909816" y="4932441"/>
            <a:ext cx="1112464" cy="1584063"/>
          </a:xfrm>
          <a:prstGeom prst="rect">
            <a:avLst/>
          </a:prstGeom>
          <a:noFill/>
        </p:spPr>
        <p:txBody>
          <a:bodyPr wrap="none">
            <a:noAutofit/>
          </a:bodyPr>
          <a:lstStyle/>
          <a:p>
            <a:r>
              <a:rPr lang="en-US" altLang="zh-CN" sz="2000" i="1" dirty="0"/>
              <a:t>0x0140</a:t>
            </a:r>
          </a:p>
          <a:p>
            <a:r>
              <a:rPr lang="en-US" altLang="zh-CN" sz="2000" i="1" dirty="0"/>
              <a:t>0x0180</a:t>
            </a:r>
          </a:p>
          <a:p>
            <a:r>
              <a:rPr lang="en-US" altLang="zh-CN" sz="2000" i="1" dirty="0"/>
              <a:t>0x01C0</a:t>
            </a:r>
          </a:p>
          <a:p>
            <a:r>
              <a:rPr lang="en-US" altLang="zh-CN" sz="2000" i="1" dirty="0"/>
              <a:t>0x0200</a:t>
            </a:r>
          </a:p>
          <a:p>
            <a:r>
              <a:rPr lang="en-US" sz="2000" i="1" dirty="0"/>
              <a:t>0x0240</a:t>
            </a:r>
          </a:p>
          <a:p>
            <a:endParaRPr lang="en-US" sz="2000" i="1" dirty="0"/>
          </a:p>
          <a:p>
            <a:endParaRPr lang="en-US" sz="2000" i="1" dirty="0"/>
          </a:p>
          <a:p>
            <a:endParaRPr lang="en-US" sz="2000" i="1" dirty="0"/>
          </a:p>
        </p:txBody>
      </p:sp>
      <p:sp>
        <p:nvSpPr>
          <p:cNvPr id="1213" name="TextBox 1212">
            <a:extLst>
              <a:ext uri="{FF2B5EF4-FFF2-40B4-BE49-F238E27FC236}">
                <a16:creationId xmlns:a16="http://schemas.microsoft.com/office/drawing/2014/main" id="{5AEBBF72-DDA5-C3BE-87CB-63246CFCD17B}"/>
              </a:ext>
            </a:extLst>
          </p:cNvPr>
          <p:cNvSpPr txBox="1"/>
          <p:nvPr/>
        </p:nvSpPr>
        <p:spPr>
          <a:xfrm>
            <a:off x="10132215" y="6628337"/>
            <a:ext cx="1633064" cy="461665"/>
          </a:xfrm>
          <a:prstGeom prst="rect">
            <a:avLst/>
          </a:prstGeom>
          <a:noFill/>
        </p:spPr>
        <p:txBody>
          <a:bodyPr wrap="square" rtlCol="0">
            <a:spAutoFit/>
          </a:bodyPr>
          <a:lstStyle/>
          <a:p>
            <a:r>
              <a:rPr lang="en-US" sz="2400" dirty="0"/>
              <a:t>Tier-2 ECC</a:t>
            </a:r>
          </a:p>
        </p:txBody>
      </p:sp>
      <p:cxnSp>
        <p:nvCxnSpPr>
          <p:cNvPr id="2" name="Straight Connector 1">
            <a:extLst>
              <a:ext uri="{FF2B5EF4-FFF2-40B4-BE49-F238E27FC236}">
                <a16:creationId xmlns:a16="http://schemas.microsoft.com/office/drawing/2014/main" id="{D38194DD-C102-DBD3-A25E-54A62704D657}"/>
              </a:ext>
            </a:extLst>
          </p:cNvPr>
          <p:cNvCxnSpPr>
            <a:cxnSpLocks/>
          </p:cNvCxnSpPr>
          <p:nvPr/>
        </p:nvCxnSpPr>
        <p:spPr>
          <a:xfrm>
            <a:off x="10596141" y="4542989"/>
            <a:ext cx="550431" cy="0"/>
          </a:xfrm>
          <a:prstGeom prst="line">
            <a:avLst/>
          </a:prstGeom>
          <a:ln w="50800">
            <a:solidFill>
              <a:srgbClr val="FF0000"/>
            </a:solidFill>
            <a:headEnd type="none" w="med" len="sm"/>
            <a:tailEnd type="none" w="lg" len="lg"/>
          </a:ln>
        </p:spPr>
        <p:style>
          <a:lnRef idx="1">
            <a:schemeClr val="accent1"/>
          </a:lnRef>
          <a:fillRef idx="0">
            <a:schemeClr val="accent1"/>
          </a:fillRef>
          <a:effectRef idx="0">
            <a:schemeClr val="accent1"/>
          </a:effectRef>
          <a:fontRef idx="minor">
            <a:schemeClr val="tx1"/>
          </a:fontRef>
        </p:style>
      </p:cxnSp>
      <p:sp>
        <p:nvSpPr>
          <p:cNvPr id="21" name="Trapezoid 20">
            <a:extLst>
              <a:ext uri="{FF2B5EF4-FFF2-40B4-BE49-F238E27FC236}">
                <a16:creationId xmlns:a16="http://schemas.microsoft.com/office/drawing/2014/main" id="{8BEFEF93-D521-019C-A586-610E40BBB5AA}"/>
              </a:ext>
            </a:extLst>
          </p:cNvPr>
          <p:cNvSpPr/>
          <p:nvPr/>
        </p:nvSpPr>
        <p:spPr>
          <a:xfrm rot="5400000">
            <a:off x="10567548" y="3656631"/>
            <a:ext cx="1582533" cy="550431"/>
          </a:xfrm>
          <a:prstGeom prst="trapezoid">
            <a:avLst>
              <a:gd name="adj" fmla="val 4424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CRC </a:t>
            </a:r>
          </a:p>
        </p:txBody>
      </p:sp>
      <p:sp>
        <p:nvSpPr>
          <p:cNvPr id="55" name="Rectangle 54">
            <a:extLst>
              <a:ext uri="{FF2B5EF4-FFF2-40B4-BE49-F238E27FC236}">
                <a16:creationId xmlns:a16="http://schemas.microsoft.com/office/drawing/2014/main" id="{52A5C14C-F3BA-7B4B-4D46-8F3747FF9A85}"/>
              </a:ext>
            </a:extLst>
          </p:cNvPr>
          <p:cNvSpPr/>
          <p:nvPr/>
        </p:nvSpPr>
        <p:spPr>
          <a:xfrm>
            <a:off x="9804234"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Rectangle 55">
            <a:extLst>
              <a:ext uri="{FF2B5EF4-FFF2-40B4-BE49-F238E27FC236}">
                <a16:creationId xmlns:a16="http://schemas.microsoft.com/office/drawing/2014/main" id="{9DD4563A-6155-72C7-6D3D-29B2D2EAA283}"/>
              </a:ext>
            </a:extLst>
          </p:cNvPr>
          <p:cNvSpPr/>
          <p:nvPr/>
        </p:nvSpPr>
        <p:spPr>
          <a:xfrm>
            <a:off x="10474502" y="5735871"/>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 name="TextBox 56">
            <a:extLst>
              <a:ext uri="{FF2B5EF4-FFF2-40B4-BE49-F238E27FC236}">
                <a16:creationId xmlns:a16="http://schemas.microsoft.com/office/drawing/2014/main" id="{E78F28B4-12BD-3B22-6BB1-43DB65D4AAE9}"/>
              </a:ext>
            </a:extLst>
          </p:cNvPr>
          <p:cNvSpPr txBox="1"/>
          <p:nvPr/>
        </p:nvSpPr>
        <p:spPr>
          <a:xfrm>
            <a:off x="9590554" y="5929531"/>
            <a:ext cx="1633064" cy="461665"/>
          </a:xfrm>
          <a:prstGeom prst="rect">
            <a:avLst/>
          </a:prstGeom>
          <a:noFill/>
        </p:spPr>
        <p:txBody>
          <a:bodyPr wrap="square" rtlCol="0">
            <a:spAutoFit/>
          </a:bodyPr>
          <a:lstStyle/>
          <a:p>
            <a:r>
              <a:rPr lang="en-US" sz="2400" dirty="0"/>
              <a:t>Tier-2 ECC</a:t>
            </a:r>
          </a:p>
        </p:txBody>
      </p:sp>
      <p:cxnSp>
        <p:nvCxnSpPr>
          <p:cNvPr id="58" name="Elbow Connector 57">
            <a:extLst>
              <a:ext uri="{FF2B5EF4-FFF2-40B4-BE49-F238E27FC236}">
                <a16:creationId xmlns:a16="http://schemas.microsoft.com/office/drawing/2014/main" id="{46F8E314-21EE-D3B2-2687-845AAEE2B8BF}"/>
              </a:ext>
            </a:extLst>
          </p:cNvPr>
          <p:cNvCxnSpPr>
            <a:cxnSpLocks/>
            <a:stCxn id="21" idx="0"/>
            <a:endCxn id="56" idx="0"/>
          </p:cNvCxnSpPr>
          <p:nvPr/>
        </p:nvCxnSpPr>
        <p:spPr>
          <a:xfrm flipH="1">
            <a:off x="10776287" y="3931847"/>
            <a:ext cx="857743" cy="1804025"/>
          </a:xfrm>
          <a:prstGeom prst="bentConnector4">
            <a:avLst>
              <a:gd name="adj1" fmla="val -26651"/>
              <a:gd name="adj2" fmla="val 57628"/>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3F408CEF-C31F-F196-225B-7C1A4BFD2F96}"/>
              </a:ext>
            </a:extLst>
          </p:cNvPr>
          <p:cNvSpPr txBox="1"/>
          <p:nvPr/>
        </p:nvSpPr>
        <p:spPr>
          <a:xfrm flipH="1">
            <a:off x="6269553" y="6516504"/>
            <a:ext cx="3714336" cy="830997"/>
          </a:xfrm>
          <a:prstGeom prst="rect">
            <a:avLst/>
          </a:prstGeom>
          <a:noFill/>
        </p:spPr>
        <p:txBody>
          <a:bodyPr wrap="square">
            <a:spAutoFit/>
          </a:bodyPr>
          <a:lstStyle/>
          <a:p>
            <a:pPr algn="ctr"/>
            <a:r>
              <a:rPr lang="en-US" altLang="zh-CN" sz="2400" dirty="0"/>
              <a:t>Parity </a:t>
            </a:r>
            <a:r>
              <a:rPr lang="en-US" altLang="zh-CN" sz="2400" dirty="0" err="1"/>
              <a:t>Bdw</a:t>
            </a:r>
            <a:endParaRPr lang="en-US" altLang="zh-CN" sz="2400" dirty="0"/>
          </a:p>
          <a:p>
            <a:pPr algn="ctr"/>
            <a:r>
              <a:rPr lang="en-US" sz="2400" dirty="0"/>
              <a:t>8-bit</a:t>
            </a:r>
          </a:p>
        </p:txBody>
      </p:sp>
      <p:sp>
        <p:nvSpPr>
          <p:cNvPr id="11" name="Rectangle 10">
            <a:extLst>
              <a:ext uri="{FF2B5EF4-FFF2-40B4-BE49-F238E27FC236}">
                <a16:creationId xmlns:a16="http://schemas.microsoft.com/office/drawing/2014/main" id="{2E73BAB6-3DA5-2444-15A3-99A25B144179}"/>
              </a:ext>
            </a:extLst>
          </p:cNvPr>
          <p:cNvSpPr/>
          <p:nvPr/>
        </p:nvSpPr>
        <p:spPr>
          <a:xfrm>
            <a:off x="206977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 name="Rectangle 11">
            <a:extLst>
              <a:ext uri="{FF2B5EF4-FFF2-40B4-BE49-F238E27FC236}">
                <a16:creationId xmlns:a16="http://schemas.microsoft.com/office/drawing/2014/main" id="{47648424-1A21-BC4F-585B-701B34FCBACA}"/>
              </a:ext>
            </a:extLst>
          </p:cNvPr>
          <p:cNvSpPr/>
          <p:nvPr/>
        </p:nvSpPr>
        <p:spPr>
          <a:xfrm>
            <a:off x="273059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 name="Rectangle 12">
            <a:extLst>
              <a:ext uri="{FF2B5EF4-FFF2-40B4-BE49-F238E27FC236}">
                <a16:creationId xmlns:a16="http://schemas.microsoft.com/office/drawing/2014/main" id="{3049ED0A-158F-069E-00CA-C17DA52A3A5A}"/>
              </a:ext>
            </a:extLst>
          </p:cNvPr>
          <p:cNvSpPr/>
          <p:nvPr/>
        </p:nvSpPr>
        <p:spPr>
          <a:xfrm>
            <a:off x="405223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D4B200B2-C1FE-78EB-6DB0-1D4B475A19CA}"/>
              </a:ext>
            </a:extLst>
          </p:cNvPr>
          <p:cNvSpPr/>
          <p:nvPr/>
        </p:nvSpPr>
        <p:spPr>
          <a:xfrm>
            <a:off x="339141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a:extLst>
              <a:ext uri="{FF2B5EF4-FFF2-40B4-BE49-F238E27FC236}">
                <a16:creationId xmlns:a16="http://schemas.microsoft.com/office/drawing/2014/main" id="{547B1918-74B8-E92E-7AB8-11EE22C4A220}"/>
              </a:ext>
            </a:extLst>
          </p:cNvPr>
          <p:cNvSpPr/>
          <p:nvPr/>
        </p:nvSpPr>
        <p:spPr>
          <a:xfrm>
            <a:off x="4713056"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Rectangle 15">
            <a:extLst>
              <a:ext uri="{FF2B5EF4-FFF2-40B4-BE49-F238E27FC236}">
                <a16:creationId xmlns:a16="http://schemas.microsoft.com/office/drawing/2014/main" id="{64C2967F-1A18-F038-F113-61A8D36C5FFB}"/>
              </a:ext>
            </a:extLst>
          </p:cNvPr>
          <p:cNvSpPr/>
          <p:nvPr/>
        </p:nvSpPr>
        <p:spPr>
          <a:xfrm>
            <a:off x="537387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Rectangle 16">
            <a:extLst>
              <a:ext uri="{FF2B5EF4-FFF2-40B4-BE49-F238E27FC236}">
                <a16:creationId xmlns:a16="http://schemas.microsoft.com/office/drawing/2014/main" id="{5579CBDF-998B-DBA7-AB53-CFFC9A7F9AC2}"/>
              </a:ext>
            </a:extLst>
          </p:cNvPr>
          <p:cNvSpPr/>
          <p:nvPr/>
        </p:nvSpPr>
        <p:spPr>
          <a:xfrm>
            <a:off x="669551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8" name="Rectangle 17">
            <a:extLst>
              <a:ext uri="{FF2B5EF4-FFF2-40B4-BE49-F238E27FC236}">
                <a16:creationId xmlns:a16="http://schemas.microsoft.com/office/drawing/2014/main" id="{B77B9FB4-AB59-F5B9-4520-0A433E99EC74}"/>
              </a:ext>
            </a:extLst>
          </p:cNvPr>
          <p:cNvSpPr/>
          <p:nvPr/>
        </p:nvSpPr>
        <p:spPr>
          <a:xfrm>
            <a:off x="603469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Rectangle 21">
            <a:extLst>
              <a:ext uri="{FF2B5EF4-FFF2-40B4-BE49-F238E27FC236}">
                <a16:creationId xmlns:a16="http://schemas.microsoft.com/office/drawing/2014/main" id="{36F3B9B4-715C-AE67-AE9A-E2EF7461F132}"/>
              </a:ext>
            </a:extLst>
          </p:cNvPr>
          <p:cNvSpPr/>
          <p:nvPr/>
        </p:nvSpPr>
        <p:spPr>
          <a:xfrm>
            <a:off x="206977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Rectangle 22">
            <a:extLst>
              <a:ext uri="{FF2B5EF4-FFF2-40B4-BE49-F238E27FC236}">
                <a16:creationId xmlns:a16="http://schemas.microsoft.com/office/drawing/2014/main" id="{AA31D200-2FF7-26A6-7EE1-C2A2A04E9244}"/>
              </a:ext>
            </a:extLst>
          </p:cNvPr>
          <p:cNvSpPr/>
          <p:nvPr/>
        </p:nvSpPr>
        <p:spPr>
          <a:xfrm>
            <a:off x="273059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Rectangle 23">
            <a:extLst>
              <a:ext uri="{FF2B5EF4-FFF2-40B4-BE49-F238E27FC236}">
                <a16:creationId xmlns:a16="http://schemas.microsoft.com/office/drawing/2014/main" id="{2A5E5F54-6A2A-31F9-0BC8-A68529715493}"/>
              </a:ext>
            </a:extLst>
          </p:cNvPr>
          <p:cNvSpPr/>
          <p:nvPr/>
        </p:nvSpPr>
        <p:spPr>
          <a:xfrm>
            <a:off x="405223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Rectangle 24">
            <a:extLst>
              <a:ext uri="{FF2B5EF4-FFF2-40B4-BE49-F238E27FC236}">
                <a16:creationId xmlns:a16="http://schemas.microsoft.com/office/drawing/2014/main" id="{1BD8353B-FE1B-A5E1-3627-A7498FE92B97}"/>
              </a:ext>
            </a:extLst>
          </p:cNvPr>
          <p:cNvSpPr/>
          <p:nvPr/>
        </p:nvSpPr>
        <p:spPr>
          <a:xfrm>
            <a:off x="339141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 name="Rectangle 25">
            <a:extLst>
              <a:ext uri="{FF2B5EF4-FFF2-40B4-BE49-F238E27FC236}">
                <a16:creationId xmlns:a16="http://schemas.microsoft.com/office/drawing/2014/main" id="{A1E16834-4590-F2E7-0659-A4D0DA72616E}"/>
              </a:ext>
            </a:extLst>
          </p:cNvPr>
          <p:cNvSpPr/>
          <p:nvPr/>
        </p:nvSpPr>
        <p:spPr>
          <a:xfrm>
            <a:off x="4713056"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Rectangle 26">
            <a:extLst>
              <a:ext uri="{FF2B5EF4-FFF2-40B4-BE49-F238E27FC236}">
                <a16:creationId xmlns:a16="http://schemas.microsoft.com/office/drawing/2014/main" id="{8C04E5DA-074A-A03A-485C-E64F82C0012D}"/>
              </a:ext>
            </a:extLst>
          </p:cNvPr>
          <p:cNvSpPr/>
          <p:nvPr/>
        </p:nvSpPr>
        <p:spPr>
          <a:xfrm>
            <a:off x="537387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Rectangle 27">
            <a:extLst>
              <a:ext uri="{FF2B5EF4-FFF2-40B4-BE49-F238E27FC236}">
                <a16:creationId xmlns:a16="http://schemas.microsoft.com/office/drawing/2014/main" id="{9692EF81-6F25-BA69-4A8F-D02654A34A83}"/>
              </a:ext>
            </a:extLst>
          </p:cNvPr>
          <p:cNvSpPr/>
          <p:nvPr/>
        </p:nvSpPr>
        <p:spPr>
          <a:xfrm>
            <a:off x="669551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a:extLst>
              <a:ext uri="{FF2B5EF4-FFF2-40B4-BE49-F238E27FC236}">
                <a16:creationId xmlns:a16="http://schemas.microsoft.com/office/drawing/2014/main" id="{64DF6297-3195-BA30-B3ED-EB33E22C9A6C}"/>
              </a:ext>
            </a:extLst>
          </p:cNvPr>
          <p:cNvSpPr/>
          <p:nvPr/>
        </p:nvSpPr>
        <p:spPr>
          <a:xfrm>
            <a:off x="603469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2" name="Rectangle 901">
            <a:extLst>
              <a:ext uri="{FF2B5EF4-FFF2-40B4-BE49-F238E27FC236}">
                <a16:creationId xmlns:a16="http://schemas.microsoft.com/office/drawing/2014/main" id="{0BAD975B-8887-453F-4509-76B3D04E79EF}"/>
              </a:ext>
            </a:extLst>
          </p:cNvPr>
          <p:cNvSpPr/>
          <p:nvPr/>
        </p:nvSpPr>
        <p:spPr>
          <a:xfrm>
            <a:off x="8141870"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3" name="Rectangle 902">
            <a:extLst>
              <a:ext uri="{FF2B5EF4-FFF2-40B4-BE49-F238E27FC236}">
                <a16:creationId xmlns:a16="http://schemas.microsoft.com/office/drawing/2014/main" id="{AF05AFBF-381F-D79B-111A-AF5C67AA6F54}"/>
              </a:ext>
            </a:extLst>
          </p:cNvPr>
          <p:cNvSpPr/>
          <p:nvPr/>
        </p:nvSpPr>
        <p:spPr>
          <a:xfrm>
            <a:off x="748105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4" name="Rectangle 903">
            <a:extLst>
              <a:ext uri="{FF2B5EF4-FFF2-40B4-BE49-F238E27FC236}">
                <a16:creationId xmlns:a16="http://schemas.microsoft.com/office/drawing/2014/main" id="{3ED4299E-32FB-63BD-AB1B-70462CCFF832}"/>
              </a:ext>
            </a:extLst>
          </p:cNvPr>
          <p:cNvSpPr/>
          <p:nvPr/>
        </p:nvSpPr>
        <p:spPr>
          <a:xfrm>
            <a:off x="8141870"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5" name="Rectangle 904">
            <a:extLst>
              <a:ext uri="{FF2B5EF4-FFF2-40B4-BE49-F238E27FC236}">
                <a16:creationId xmlns:a16="http://schemas.microsoft.com/office/drawing/2014/main" id="{0F6A6BDA-2759-4C19-648C-2BD723361E11}"/>
              </a:ext>
            </a:extLst>
          </p:cNvPr>
          <p:cNvSpPr/>
          <p:nvPr/>
        </p:nvSpPr>
        <p:spPr>
          <a:xfrm>
            <a:off x="748105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Rectangle 2">
            <a:extLst>
              <a:ext uri="{FF2B5EF4-FFF2-40B4-BE49-F238E27FC236}">
                <a16:creationId xmlns:a16="http://schemas.microsoft.com/office/drawing/2014/main" id="{53728A0E-BDB8-995F-A4B4-6BBF33D8F44D}"/>
              </a:ext>
            </a:extLst>
          </p:cNvPr>
          <p:cNvSpPr/>
          <p:nvPr/>
        </p:nvSpPr>
        <p:spPr>
          <a:xfrm>
            <a:off x="206977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Rectangle 3">
            <a:extLst>
              <a:ext uri="{FF2B5EF4-FFF2-40B4-BE49-F238E27FC236}">
                <a16:creationId xmlns:a16="http://schemas.microsoft.com/office/drawing/2014/main" id="{38B3ED25-E27E-3510-D691-D5F0CE0EEC38}"/>
              </a:ext>
            </a:extLst>
          </p:cNvPr>
          <p:cNvSpPr/>
          <p:nvPr/>
        </p:nvSpPr>
        <p:spPr>
          <a:xfrm>
            <a:off x="273059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Rectangle 4">
            <a:extLst>
              <a:ext uri="{FF2B5EF4-FFF2-40B4-BE49-F238E27FC236}">
                <a16:creationId xmlns:a16="http://schemas.microsoft.com/office/drawing/2014/main" id="{9C92A315-A5B7-62F7-0C1E-F842738E26E0}"/>
              </a:ext>
            </a:extLst>
          </p:cNvPr>
          <p:cNvSpPr/>
          <p:nvPr/>
        </p:nvSpPr>
        <p:spPr>
          <a:xfrm>
            <a:off x="405223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Rectangle 5">
            <a:extLst>
              <a:ext uri="{FF2B5EF4-FFF2-40B4-BE49-F238E27FC236}">
                <a16:creationId xmlns:a16="http://schemas.microsoft.com/office/drawing/2014/main" id="{F2F5149C-E530-D94D-191F-F17E78FF2CD5}"/>
              </a:ext>
            </a:extLst>
          </p:cNvPr>
          <p:cNvSpPr/>
          <p:nvPr/>
        </p:nvSpPr>
        <p:spPr>
          <a:xfrm>
            <a:off x="339141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39A87C87-7054-8829-CB77-4159C3B054F6}"/>
              </a:ext>
            </a:extLst>
          </p:cNvPr>
          <p:cNvSpPr/>
          <p:nvPr/>
        </p:nvSpPr>
        <p:spPr>
          <a:xfrm>
            <a:off x="4713056"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Rectangle 7">
            <a:extLst>
              <a:ext uri="{FF2B5EF4-FFF2-40B4-BE49-F238E27FC236}">
                <a16:creationId xmlns:a16="http://schemas.microsoft.com/office/drawing/2014/main" id="{96C88890-E9BD-D148-6CE3-633F72AD3CCD}"/>
              </a:ext>
            </a:extLst>
          </p:cNvPr>
          <p:cNvSpPr/>
          <p:nvPr/>
        </p:nvSpPr>
        <p:spPr>
          <a:xfrm>
            <a:off x="537387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Rectangle 8">
            <a:extLst>
              <a:ext uri="{FF2B5EF4-FFF2-40B4-BE49-F238E27FC236}">
                <a16:creationId xmlns:a16="http://schemas.microsoft.com/office/drawing/2014/main" id="{527242EE-AB43-5213-19CA-EFDFC7D1BB93}"/>
              </a:ext>
            </a:extLst>
          </p:cNvPr>
          <p:cNvSpPr/>
          <p:nvPr/>
        </p:nvSpPr>
        <p:spPr>
          <a:xfrm>
            <a:off x="669551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tangle 9">
            <a:extLst>
              <a:ext uri="{FF2B5EF4-FFF2-40B4-BE49-F238E27FC236}">
                <a16:creationId xmlns:a16="http://schemas.microsoft.com/office/drawing/2014/main" id="{5D4F7007-E12A-6586-E13B-B6F8268673B3}"/>
              </a:ext>
            </a:extLst>
          </p:cNvPr>
          <p:cNvSpPr/>
          <p:nvPr/>
        </p:nvSpPr>
        <p:spPr>
          <a:xfrm>
            <a:off x="603469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Rectangle 18">
            <a:extLst>
              <a:ext uri="{FF2B5EF4-FFF2-40B4-BE49-F238E27FC236}">
                <a16:creationId xmlns:a16="http://schemas.microsoft.com/office/drawing/2014/main" id="{DD230841-8EE5-F808-6A4B-99471BF98CF4}"/>
              </a:ext>
            </a:extLst>
          </p:cNvPr>
          <p:cNvSpPr/>
          <p:nvPr/>
        </p:nvSpPr>
        <p:spPr>
          <a:xfrm>
            <a:off x="8141870"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Rectangle 19">
            <a:extLst>
              <a:ext uri="{FF2B5EF4-FFF2-40B4-BE49-F238E27FC236}">
                <a16:creationId xmlns:a16="http://schemas.microsoft.com/office/drawing/2014/main" id="{256E5691-E6F1-149A-85D1-20C267B4EE2A}"/>
              </a:ext>
            </a:extLst>
          </p:cNvPr>
          <p:cNvSpPr/>
          <p:nvPr/>
        </p:nvSpPr>
        <p:spPr>
          <a:xfrm>
            <a:off x="748105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Rectangle 29">
            <a:extLst>
              <a:ext uri="{FF2B5EF4-FFF2-40B4-BE49-F238E27FC236}">
                <a16:creationId xmlns:a16="http://schemas.microsoft.com/office/drawing/2014/main" id="{1C3C5FA5-15AF-AEDE-8C78-50C9B04AFCE4}"/>
              </a:ext>
            </a:extLst>
          </p:cNvPr>
          <p:cNvSpPr/>
          <p:nvPr/>
        </p:nvSpPr>
        <p:spPr>
          <a:xfrm>
            <a:off x="2069775"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Rectangle 30">
            <a:extLst>
              <a:ext uri="{FF2B5EF4-FFF2-40B4-BE49-F238E27FC236}">
                <a16:creationId xmlns:a16="http://schemas.microsoft.com/office/drawing/2014/main" id="{6E648112-FDCD-ACCA-35FD-164D52881C4E}"/>
              </a:ext>
            </a:extLst>
          </p:cNvPr>
          <p:cNvSpPr/>
          <p:nvPr/>
        </p:nvSpPr>
        <p:spPr>
          <a:xfrm>
            <a:off x="2730595"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2" name="Rectangle 31">
            <a:extLst>
              <a:ext uri="{FF2B5EF4-FFF2-40B4-BE49-F238E27FC236}">
                <a16:creationId xmlns:a16="http://schemas.microsoft.com/office/drawing/2014/main" id="{3ECD018D-7287-2E35-3301-D732AF23602D}"/>
              </a:ext>
            </a:extLst>
          </p:cNvPr>
          <p:cNvSpPr/>
          <p:nvPr/>
        </p:nvSpPr>
        <p:spPr>
          <a:xfrm>
            <a:off x="4052234"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3" name="Rectangle 32">
            <a:extLst>
              <a:ext uri="{FF2B5EF4-FFF2-40B4-BE49-F238E27FC236}">
                <a16:creationId xmlns:a16="http://schemas.microsoft.com/office/drawing/2014/main" id="{7A7F5F4E-AB9D-67CA-BC43-A7423F33345D}"/>
              </a:ext>
            </a:extLst>
          </p:cNvPr>
          <p:cNvSpPr/>
          <p:nvPr/>
        </p:nvSpPr>
        <p:spPr>
          <a:xfrm>
            <a:off x="3391413"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 name="Rectangle 33">
            <a:extLst>
              <a:ext uri="{FF2B5EF4-FFF2-40B4-BE49-F238E27FC236}">
                <a16:creationId xmlns:a16="http://schemas.microsoft.com/office/drawing/2014/main" id="{BB955E62-FC84-E6D8-0AC0-BB118A7F9727}"/>
              </a:ext>
            </a:extLst>
          </p:cNvPr>
          <p:cNvSpPr/>
          <p:nvPr/>
        </p:nvSpPr>
        <p:spPr>
          <a:xfrm>
            <a:off x="4713056"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 name="Rectangle 34">
            <a:extLst>
              <a:ext uri="{FF2B5EF4-FFF2-40B4-BE49-F238E27FC236}">
                <a16:creationId xmlns:a16="http://schemas.microsoft.com/office/drawing/2014/main" id="{DEC557DD-B10D-900A-28C7-6F4AB5F4B886}"/>
              </a:ext>
            </a:extLst>
          </p:cNvPr>
          <p:cNvSpPr/>
          <p:nvPr/>
        </p:nvSpPr>
        <p:spPr>
          <a:xfrm>
            <a:off x="5373873"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Rectangle 35">
            <a:extLst>
              <a:ext uri="{FF2B5EF4-FFF2-40B4-BE49-F238E27FC236}">
                <a16:creationId xmlns:a16="http://schemas.microsoft.com/office/drawing/2014/main" id="{951935ED-D38D-461B-77E4-A7BD9EEE6BF1}"/>
              </a:ext>
            </a:extLst>
          </p:cNvPr>
          <p:cNvSpPr/>
          <p:nvPr/>
        </p:nvSpPr>
        <p:spPr>
          <a:xfrm>
            <a:off x="6695512"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Rectangle 36">
            <a:extLst>
              <a:ext uri="{FF2B5EF4-FFF2-40B4-BE49-F238E27FC236}">
                <a16:creationId xmlns:a16="http://schemas.microsoft.com/office/drawing/2014/main" id="{56A520A5-574F-522B-8CC7-6CFA21419D9E}"/>
              </a:ext>
            </a:extLst>
          </p:cNvPr>
          <p:cNvSpPr/>
          <p:nvPr/>
        </p:nvSpPr>
        <p:spPr>
          <a:xfrm>
            <a:off x="6034694"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Rectangle 37">
            <a:extLst>
              <a:ext uri="{FF2B5EF4-FFF2-40B4-BE49-F238E27FC236}">
                <a16:creationId xmlns:a16="http://schemas.microsoft.com/office/drawing/2014/main" id="{0E003DD1-277F-8115-9A5D-EC9A4C71EFC0}"/>
              </a:ext>
            </a:extLst>
          </p:cNvPr>
          <p:cNvSpPr/>
          <p:nvPr/>
        </p:nvSpPr>
        <p:spPr>
          <a:xfrm>
            <a:off x="8141870"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87B18B4C-BF7A-6FB3-A055-42D5589F2CB6}"/>
              </a:ext>
            </a:extLst>
          </p:cNvPr>
          <p:cNvSpPr/>
          <p:nvPr/>
        </p:nvSpPr>
        <p:spPr>
          <a:xfrm>
            <a:off x="7481052"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a:extLst>
              <a:ext uri="{FF2B5EF4-FFF2-40B4-BE49-F238E27FC236}">
                <a16:creationId xmlns:a16="http://schemas.microsoft.com/office/drawing/2014/main" id="{5DC9D077-C31E-7318-777E-5EA4C73ED57C}"/>
              </a:ext>
            </a:extLst>
          </p:cNvPr>
          <p:cNvSpPr/>
          <p:nvPr/>
        </p:nvSpPr>
        <p:spPr>
          <a:xfrm>
            <a:off x="2069775"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a:extLst>
              <a:ext uri="{FF2B5EF4-FFF2-40B4-BE49-F238E27FC236}">
                <a16:creationId xmlns:a16="http://schemas.microsoft.com/office/drawing/2014/main" id="{18D154D2-91B3-95D6-5726-62F3BDC9F3C4}"/>
              </a:ext>
            </a:extLst>
          </p:cNvPr>
          <p:cNvSpPr/>
          <p:nvPr/>
        </p:nvSpPr>
        <p:spPr>
          <a:xfrm>
            <a:off x="2730595"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 name="Rectangle 41">
            <a:extLst>
              <a:ext uri="{FF2B5EF4-FFF2-40B4-BE49-F238E27FC236}">
                <a16:creationId xmlns:a16="http://schemas.microsoft.com/office/drawing/2014/main" id="{49D26F42-811B-41F7-1B2B-EE77311310FC}"/>
              </a:ext>
            </a:extLst>
          </p:cNvPr>
          <p:cNvSpPr/>
          <p:nvPr/>
        </p:nvSpPr>
        <p:spPr>
          <a:xfrm>
            <a:off x="4052234"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3" name="Rectangle 42">
            <a:extLst>
              <a:ext uri="{FF2B5EF4-FFF2-40B4-BE49-F238E27FC236}">
                <a16:creationId xmlns:a16="http://schemas.microsoft.com/office/drawing/2014/main" id="{3ED21CBE-82A5-5E64-85D6-5AFBCE0B28DC}"/>
              </a:ext>
            </a:extLst>
          </p:cNvPr>
          <p:cNvSpPr/>
          <p:nvPr/>
        </p:nvSpPr>
        <p:spPr>
          <a:xfrm>
            <a:off x="3391413"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Rectangle 43">
            <a:extLst>
              <a:ext uri="{FF2B5EF4-FFF2-40B4-BE49-F238E27FC236}">
                <a16:creationId xmlns:a16="http://schemas.microsoft.com/office/drawing/2014/main" id="{16ABB8FD-7347-E010-90A9-457F16A1E10F}"/>
              </a:ext>
            </a:extLst>
          </p:cNvPr>
          <p:cNvSpPr/>
          <p:nvPr/>
        </p:nvSpPr>
        <p:spPr>
          <a:xfrm>
            <a:off x="4713056"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 name="Rectangle 44">
            <a:extLst>
              <a:ext uri="{FF2B5EF4-FFF2-40B4-BE49-F238E27FC236}">
                <a16:creationId xmlns:a16="http://schemas.microsoft.com/office/drawing/2014/main" id="{CED3BF80-C6B2-4040-B52A-90FA16CCACA8}"/>
              </a:ext>
            </a:extLst>
          </p:cNvPr>
          <p:cNvSpPr/>
          <p:nvPr/>
        </p:nvSpPr>
        <p:spPr>
          <a:xfrm>
            <a:off x="5373873"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 name="Rectangle 45">
            <a:extLst>
              <a:ext uri="{FF2B5EF4-FFF2-40B4-BE49-F238E27FC236}">
                <a16:creationId xmlns:a16="http://schemas.microsoft.com/office/drawing/2014/main" id="{43D0ECC3-EF92-C96F-2812-8989513A90A8}"/>
              </a:ext>
            </a:extLst>
          </p:cNvPr>
          <p:cNvSpPr/>
          <p:nvPr/>
        </p:nvSpPr>
        <p:spPr>
          <a:xfrm>
            <a:off x="6695512"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 name="Rectangle 46">
            <a:extLst>
              <a:ext uri="{FF2B5EF4-FFF2-40B4-BE49-F238E27FC236}">
                <a16:creationId xmlns:a16="http://schemas.microsoft.com/office/drawing/2014/main" id="{F660EFF1-159B-CFA6-DFC1-CA382BC58E4A}"/>
              </a:ext>
            </a:extLst>
          </p:cNvPr>
          <p:cNvSpPr/>
          <p:nvPr/>
        </p:nvSpPr>
        <p:spPr>
          <a:xfrm>
            <a:off x="6034694"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 name="Rectangle 50">
            <a:extLst>
              <a:ext uri="{FF2B5EF4-FFF2-40B4-BE49-F238E27FC236}">
                <a16:creationId xmlns:a16="http://schemas.microsoft.com/office/drawing/2014/main" id="{D481FA61-A593-7638-4AFB-4968BAB5AB69}"/>
              </a:ext>
            </a:extLst>
          </p:cNvPr>
          <p:cNvSpPr/>
          <p:nvPr/>
        </p:nvSpPr>
        <p:spPr>
          <a:xfrm>
            <a:off x="7479488" y="4472242"/>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94DA30F9-C664-6FC7-849B-3B84D051EFF5}"/>
              </a:ext>
            </a:extLst>
          </p:cNvPr>
          <p:cNvSpPr/>
          <p:nvPr/>
        </p:nvSpPr>
        <p:spPr>
          <a:xfrm>
            <a:off x="8149756" y="4472242"/>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3" name="Elbow Connector 52">
            <a:extLst>
              <a:ext uri="{FF2B5EF4-FFF2-40B4-BE49-F238E27FC236}">
                <a16:creationId xmlns:a16="http://schemas.microsoft.com/office/drawing/2014/main" id="{04A3E1B8-EA25-BCB4-3BE1-A7CD6C376EDC}"/>
              </a:ext>
            </a:extLst>
          </p:cNvPr>
          <p:cNvCxnSpPr>
            <a:cxnSpLocks/>
            <a:stCxn id="55" idx="1"/>
            <a:endCxn id="52" idx="2"/>
          </p:cNvCxnSpPr>
          <p:nvPr/>
        </p:nvCxnSpPr>
        <p:spPr>
          <a:xfrm rot="10800000">
            <a:off x="8451542" y="4723112"/>
            <a:ext cx="1352693" cy="1138194"/>
          </a:xfrm>
          <a:prstGeom prst="bentConnector2">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2" name="Title 61">
            <a:extLst>
              <a:ext uri="{FF2B5EF4-FFF2-40B4-BE49-F238E27FC236}">
                <a16:creationId xmlns:a16="http://schemas.microsoft.com/office/drawing/2014/main" id="{727EBA63-D5C8-0DC1-DBA0-CE3B9713222F}"/>
              </a:ext>
            </a:extLst>
          </p:cNvPr>
          <p:cNvSpPr>
            <a:spLocks noGrp="1"/>
          </p:cNvSpPr>
          <p:nvPr>
            <p:ph type="title"/>
          </p:nvPr>
        </p:nvSpPr>
        <p:spPr/>
        <p:txBody>
          <a:bodyPr/>
          <a:lstStyle/>
          <a:p>
            <a:r>
              <a:rPr lang="en-US" dirty="0"/>
              <a:t>Workflow</a:t>
            </a:r>
          </a:p>
        </p:txBody>
      </p:sp>
      <p:sp>
        <p:nvSpPr>
          <p:cNvPr id="63" name="Rectangle 62">
            <a:extLst>
              <a:ext uri="{FF2B5EF4-FFF2-40B4-BE49-F238E27FC236}">
                <a16:creationId xmlns:a16="http://schemas.microsoft.com/office/drawing/2014/main" id="{5AB60F0D-1527-3E4F-9BDB-08B0ABAA5394}"/>
              </a:ext>
            </a:extLst>
          </p:cNvPr>
          <p:cNvSpPr/>
          <p:nvPr/>
        </p:nvSpPr>
        <p:spPr>
          <a:xfrm>
            <a:off x="9304547" y="4186552"/>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96" name="Rectangle 895">
            <a:extLst>
              <a:ext uri="{FF2B5EF4-FFF2-40B4-BE49-F238E27FC236}">
                <a16:creationId xmlns:a16="http://schemas.microsoft.com/office/drawing/2014/main" id="{EB17B304-F0E0-8413-C03A-968E5C0B6B15}"/>
              </a:ext>
            </a:extLst>
          </p:cNvPr>
          <p:cNvSpPr/>
          <p:nvPr/>
        </p:nvSpPr>
        <p:spPr>
          <a:xfrm>
            <a:off x="9965374" y="4186552"/>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7" name="Rectangle 896">
            <a:extLst>
              <a:ext uri="{FF2B5EF4-FFF2-40B4-BE49-F238E27FC236}">
                <a16:creationId xmlns:a16="http://schemas.microsoft.com/office/drawing/2014/main" id="{6768466C-ED47-0A8E-57FB-BB2A87D2299E}"/>
              </a:ext>
            </a:extLst>
          </p:cNvPr>
          <p:cNvSpPr/>
          <p:nvPr/>
        </p:nvSpPr>
        <p:spPr>
          <a:xfrm>
            <a:off x="9304547" y="3840585"/>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98" name="Rectangle 897">
            <a:extLst>
              <a:ext uri="{FF2B5EF4-FFF2-40B4-BE49-F238E27FC236}">
                <a16:creationId xmlns:a16="http://schemas.microsoft.com/office/drawing/2014/main" id="{DC6BE475-7B04-4D53-7626-5340A7C0CB85}"/>
              </a:ext>
            </a:extLst>
          </p:cNvPr>
          <p:cNvSpPr/>
          <p:nvPr/>
        </p:nvSpPr>
        <p:spPr>
          <a:xfrm>
            <a:off x="9965374" y="3840585"/>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9" name="Rectangle 898">
            <a:extLst>
              <a:ext uri="{FF2B5EF4-FFF2-40B4-BE49-F238E27FC236}">
                <a16:creationId xmlns:a16="http://schemas.microsoft.com/office/drawing/2014/main" id="{DDD448B9-F673-B089-7DA2-8273C8642FF7}"/>
              </a:ext>
            </a:extLst>
          </p:cNvPr>
          <p:cNvSpPr/>
          <p:nvPr/>
        </p:nvSpPr>
        <p:spPr>
          <a:xfrm>
            <a:off x="9304547"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00" name="Rectangle 899">
            <a:extLst>
              <a:ext uri="{FF2B5EF4-FFF2-40B4-BE49-F238E27FC236}">
                <a16:creationId xmlns:a16="http://schemas.microsoft.com/office/drawing/2014/main" id="{A6C698F5-2281-4AB1-2B49-6FF9D6CFF67E}"/>
              </a:ext>
            </a:extLst>
          </p:cNvPr>
          <p:cNvSpPr/>
          <p:nvPr/>
        </p:nvSpPr>
        <p:spPr>
          <a:xfrm>
            <a:off x="9965374" y="3519626"/>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6" name="Rectangle 905">
            <a:extLst>
              <a:ext uri="{FF2B5EF4-FFF2-40B4-BE49-F238E27FC236}">
                <a16:creationId xmlns:a16="http://schemas.microsoft.com/office/drawing/2014/main" id="{3C378C3B-6D0F-FBA4-23FA-D10C10700979}"/>
              </a:ext>
            </a:extLst>
          </p:cNvPr>
          <p:cNvSpPr/>
          <p:nvPr/>
        </p:nvSpPr>
        <p:spPr>
          <a:xfrm>
            <a:off x="9304547"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07" name="Rectangle 906">
            <a:extLst>
              <a:ext uri="{FF2B5EF4-FFF2-40B4-BE49-F238E27FC236}">
                <a16:creationId xmlns:a16="http://schemas.microsoft.com/office/drawing/2014/main" id="{F0A6AEE4-D5E9-1D7F-D384-FC51021F4685}"/>
              </a:ext>
            </a:extLst>
          </p:cNvPr>
          <p:cNvSpPr/>
          <p:nvPr/>
        </p:nvSpPr>
        <p:spPr>
          <a:xfrm>
            <a:off x="9965374" y="3214830"/>
            <a:ext cx="603569" cy="250870"/>
          </a:xfrm>
          <a:prstGeom prst="rect">
            <a:avLst/>
          </a:prstGeom>
          <a:solidFill>
            <a:srgbClr val="8896B1"/>
          </a:solidFill>
          <a:ln w="22225">
            <a:solidFill>
              <a:srgbClr val="4157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1" name="Rectangle 900">
            <a:extLst>
              <a:ext uri="{FF2B5EF4-FFF2-40B4-BE49-F238E27FC236}">
                <a16:creationId xmlns:a16="http://schemas.microsoft.com/office/drawing/2014/main" id="{3C05B46D-CF73-D262-0B25-B119A8D806F3}"/>
              </a:ext>
            </a:extLst>
          </p:cNvPr>
          <p:cNvSpPr/>
          <p:nvPr/>
        </p:nvSpPr>
        <p:spPr>
          <a:xfrm>
            <a:off x="1974802" y="3111829"/>
            <a:ext cx="8801485" cy="1325593"/>
          </a:xfrm>
          <a:prstGeom prst="rect">
            <a:avLst/>
          </a:prstGeom>
          <a:solidFill>
            <a:schemeClr val="bg1">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2825964"/>
      </p:ext>
    </p:extLst>
  </p:cSld>
  <p:clrMapOvr>
    <a:masterClrMapping/>
  </p:clrMapOvr>
  <mc:AlternateContent xmlns:mc="http://schemas.openxmlformats.org/markup-compatibility/2006" xmlns:p14="http://schemas.microsoft.com/office/powerpoint/2010/main">
    <mc:Choice Requires="p14">
      <p:transition spd="slow" p14:dur="2000" advTm="1533"/>
    </mc:Choice>
    <mc:Fallback xmlns="">
      <p:transition spd="slow" advTm="1533"/>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5C1D5-926D-14BD-68A3-6ADE3D72D2B9}"/>
            </a:ext>
          </a:extLst>
        </p:cNvPr>
        <p:cNvGrpSpPr/>
        <p:nvPr/>
      </p:nvGrpSpPr>
      <p:grpSpPr>
        <a:xfrm>
          <a:off x="0" y="0"/>
          <a:ext cx="0" cy="0"/>
          <a:chOff x="0" y="0"/>
          <a:chExt cx="0" cy="0"/>
        </a:xfrm>
      </p:grpSpPr>
      <p:sp>
        <p:nvSpPr>
          <p:cNvPr id="1061" name="TextBox 1060">
            <a:extLst>
              <a:ext uri="{FF2B5EF4-FFF2-40B4-BE49-F238E27FC236}">
                <a16:creationId xmlns:a16="http://schemas.microsoft.com/office/drawing/2014/main" id="{697AF650-CC28-6162-F1B2-D75A77CB1027}"/>
              </a:ext>
            </a:extLst>
          </p:cNvPr>
          <p:cNvSpPr txBox="1"/>
          <p:nvPr/>
        </p:nvSpPr>
        <p:spPr>
          <a:xfrm>
            <a:off x="909816" y="3167366"/>
            <a:ext cx="1112464" cy="1584063"/>
          </a:xfrm>
          <a:prstGeom prst="rect">
            <a:avLst/>
          </a:prstGeom>
          <a:noFill/>
        </p:spPr>
        <p:txBody>
          <a:bodyPr wrap="none">
            <a:noAutofit/>
          </a:bodyPr>
          <a:lstStyle/>
          <a:p>
            <a:r>
              <a:rPr lang="en-US" altLang="zh-CN" sz="2000" i="1" dirty="0">
                <a:latin typeface="+mj-lt"/>
              </a:rPr>
              <a:t>0x0000</a:t>
            </a:r>
          </a:p>
          <a:p>
            <a:r>
              <a:rPr lang="en-US" altLang="zh-CN" sz="2000" i="1" dirty="0"/>
              <a:t>0x0040</a:t>
            </a:r>
          </a:p>
          <a:p>
            <a:r>
              <a:rPr lang="en-US" altLang="zh-CN" sz="2000" i="1" dirty="0"/>
              <a:t>0x0080</a:t>
            </a:r>
          </a:p>
          <a:p>
            <a:r>
              <a:rPr lang="en-US" altLang="zh-CN" sz="2000" i="1" dirty="0"/>
              <a:t>0x00C0</a:t>
            </a:r>
          </a:p>
          <a:p>
            <a:r>
              <a:rPr lang="en-US" altLang="zh-CN" sz="2000" i="1" dirty="0"/>
              <a:t>0x0100</a:t>
            </a:r>
            <a:endParaRPr lang="en-US" sz="2000" i="1" dirty="0"/>
          </a:p>
          <a:p>
            <a:endParaRPr lang="en-US" sz="2000" i="1" dirty="0"/>
          </a:p>
          <a:p>
            <a:endParaRPr lang="en-US" sz="2000" i="1" dirty="0"/>
          </a:p>
          <a:p>
            <a:endParaRPr lang="en-US" sz="2000" i="1" dirty="0"/>
          </a:p>
          <a:p>
            <a:endParaRPr lang="en-US" sz="2000" i="1" dirty="0">
              <a:latin typeface="+mj-lt"/>
            </a:endParaRPr>
          </a:p>
        </p:txBody>
      </p:sp>
      <p:sp>
        <p:nvSpPr>
          <p:cNvPr id="1067" name="TextBox 1066">
            <a:extLst>
              <a:ext uri="{FF2B5EF4-FFF2-40B4-BE49-F238E27FC236}">
                <a16:creationId xmlns:a16="http://schemas.microsoft.com/office/drawing/2014/main" id="{3707FA79-13A5-B736-DFAC-7DC1B58B591A}"/>
              </a:ext>
            </a:extLst>
          </p:cNvPr>
          <p:cNvSpPr txBox="1"/>
          <p:nvPr/>
        </p:nvSpPr>
        <p:spPr>
          <a:xfrm rot="5400000">
            <a:off x="751048" y="6511323"/>
            <a:ext cx="885517" cy="830570"/>
          </a:xfrm>
          <a:prstGeom prst="rect">
            <a:avLst/>
          </a:prstGeom>
          <a:noFill/>
        </p:spPr>
        <p:txBody>
          <a:bodyPr wrap="none">
            <a:noAutofit/>
          </a:bodyPr>
          <a:lstStyle/>
          <a:p>
            <a:pPr algn="ctr"/>
            <a:r>
              <a:rPr lang="en-US" altLang="zh-CN" sz="2400" b="1" dirty="0">
                <a:latin typeface="+mj-lt"/>
              </a:rPr>
              <a:t>… … </a:t>
            </a:r>
            <a:endParaRPr lang="en-US" sz="2400" b="1" dirty="0">
              <a:latin typeface="+mj-lt"/>
            </a:endParaRPr>
          </a:p>
        </p:txBody>
      </p:sp>
      <p:sp>
        <p:nvSpPr>
          <p:cNvPr id="1072" name="TextBox 1071">
            <a:extLst>
              <a:ext uri="{FF2B5EF4-FFF2-40B4-BE49-F238E27FC236}">
                <a16:creationId xmlns:a16="http://schemas.microsoft.com/office/drawing/2014/main" id="{E68ACCF5-63FC-E756-3679-7CA1DA464B84}"/>
              </a:ext>
            </a:extLst>
          </p:cNvPr>
          <p:cNvSpPr txBox="1"/>
          <p:nvPr/>
        </p:nvSpPr>
        <p:spPr>
          <a:xfrm rot="16200000">
            <a:off x="-511471" y="4560500"/>
            <a:ext cx="2579982" cy="461665"/>
          </a:xfrm>
          <a:prstGeom prst="rect">
            <a:avLst/>
          </a:prstGeom>
          <a:noFill/>
        </p:spPr>
        <p:txBody>
          <a:bodyPr wrap="square" rtlCol="0">
            <a:spAutoFit/>
          </a:bodyPr>
          <a:lstStyle/>
          <a:p>
            <a:r>
              <a:rPr lang="en-US" sz="2400" b="1" dirty="0" err="1"/>
              <a:t>Cacheline</a:t>
            </a:r>
            <a:r>
              <a:rPr lang="en-US" sz="2400" b="1" dirty="0"/>
              <a:t> Offset</a:t>
            </a:r>
          </a:p>
        </p:txBody>
      </p:sp>
      <p:sp>
        <p:nvSpPr>
          <p:cNvPr id="945" name="Rectangle 944">
            <a:extLst>
              <a:ext uri="{FF2B5EF4-FFF2-40B4-BE49-F238E27FC236}">
                <a16:creationId xmlns:a16="http://schemas.microsoft.com/office/drawing/2014/main" id="{1721C231-0EF7-7B2B-4A68-DA8C3C6249F7}"/>
              </a:ext>
            </a:extLst>
          </p:cNvPr>
          <p:cNvSpPr/>
          <p:nvPr/>
        </p:nvSpPr>
        <p:spPr>
          <a:xfrm>
            <a:off x="7390772" y="3094187"/>
            <a:ext cx="1499519" cy="4541688"/>
          </a:xfrm>
          <a:prstGeom prst="rect">
            <a:avLst/>
          </a:prstGeom>
          <a:solidFill>
            <a:srgbClr val="415782">
              <a:alpha val="25000"/>
            </a:srgb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46" name="Rectangle 945">
            <a:extLst>
              <a:ext uri="{FF2B5EF4-FFF2-40B4-BE49-F238E27FC236}">
                <a16:creationId xmlns:a16="http://schemas.microsoft.com/office/drawing/2014/main" id="{B4FFE1B0-0420-3A80-F4C5-F5A4FEC90EB4}"/>
              </a:ext>
            </a:extLst>
          </p:cNvPr>
          <p:cNvSpPr/>
          <p:nvPr/>
        </p:nvSpPr>
        <p:spPr>
          <a:xfrm>
            <a:off x="1909670" y="3094187"/>
            <a:ext cx="5487576" cy="4541688"/>
          </a:xfrm>
          <a:prstGeom prst="rect">
            <a:avLst/>
          </a:prstGeom>
          <a:solidFill>
            <a:schemeClr val="bg1">
              <a:alpha val="25000"/>
            </a:schemeClr>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7" name="TextBox 946">
            <a:extLst>
              <a:ext uri="{FF2B5EF4-FFF2-40B4-BE49-F238E27FC236}">
                <a16:creationId xmlns:a16="http://schemas.microsoft.com/office/drawing/2014/main" id="{D0A4A452-5652-8FAB-B11A-07ECE66DE9C6}"/>
              </a:ext>
            </a:extLst>
          </p:cNvPr>
          <p:cNvSpPr txBox="1"/>
          <p:nvPr/>
        </p:nvSpPr>
        <p:spPr>
          <a:xfrm flipH="1">
            <a:off x="2701600" y="6516504"/>
            <a:ext cx="3714336" cy="830997"/>
          </a:xfrm>
          <a:prstGeom prst="rect">
            <a:avLst/>
          </a:prstGeom>
          <a:noFill/>
        </p:spPr>
        <p:txBody>
          <a:bodyPr wrap="square">
            <a:spAutoFit/>
          </a:bodyPr>
          <a:lstStyle/>
          <a:p>
            <a:pPr algn="ctr"/>
            <a:r>
              <a:rPr lang="en-US" altLang="zh-CN" sz="2400" dirty="0"/>
              <a:t>Data Bandwidth  </a:t>
            </a:r>
          </a:p>
          <a:p>
            <a:pPr algn="ctr"/>
            <a:r>
              <a:rPr lang="en-US" altLang="zh-CN" sz="2400" dirty="0"/>
              <a:t>32-bit</a:t>
            </a:r>
            <a:endParaRPr lang="en-US" sz="2400" dirty="0"/>
          </a:p>
        </p:txBody>
      </p:sp>
      <p:cxnSp>
        <p:nvCxnSpPr>
          <p:cNvPr id="1059" name="Straight Connector 1058">
            <a:extLst>
              <a:ext uri="{FF2B5EF4-FFF2-40B4-BE49-F238E27FC236}">
                <a16:creationId xmlns:a16="http://schemas.microsoft.com/office/drawing/2014/main" id="{45951DB8-D5A9-F4C6-DA0D-D4AD07BE74E9}"/>
              </a:ext>
            </a:extLst>
          </p:cNvPr>
          <p:cNvCxnSpPr>
            <a:cxnSpLocks/>
          </p:cNvCxnSpPr>
          <p:nvPr/>
        </p:nvCxnSpPr>
        <p:spPr>
          <a:xfrm>
            <a:off x="1951485" y="7362790"/>
            <a:ext cx="542614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C8329F91-4099-073F-4939-0365D3B7FAD1}"/>
              </a:ext>
            </a:extLst>
          </p:cNvPr>
          <p:cNvCxnSpPr>
            <a:cxnSpLocks/>
          </p:cNvCxnSpPr>
          <p:nvPr/>
        </p:nvCxnSpPr>
        <p:spPr>
          <a:xfrm>
            <a:off x="7384979" y="7362790"/>
            <a:ext cx="1514489" cy="0"/>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82" name="TextBox 1181">
            <a:extLst>
              <a:ext uri="{FF2B5EF4-FFF2-40B4-BE49-F238E27FC236}">
                <a16:creationId xmlns:a16="http://schemas.microsoft.com/office/drawing/2014/main" id="{5C588E3A-41C1-E4A8-3587-849312D508EB}"/>
              </a:ext>
            </a:extLst>
          </p:cNvPr>
          <p:cNvSpPr txBox="1"/>
          <p:nvPr/>
        </p:nvSpPr>
        <p:spPr>
          <a:xfrm>
            <a:off x="909816" y="4932441"/>
            <a:ext cx="1112464" cy="1584063"/>
          </a:xfrm>
          <a:prstGeom prst="rect">
            <a:avLst/>
          </a:prstGeom>
          <a:noFill/>
        </p:spPr>
        <p:txBody>
          <a:bodyPr wrap="none">
            <a:noAutofit/>
          </a:bodyPr>
          <a:lstStyle/>
          <a:p>
            <a:r>
              <a:rPr lang="en-US" altLang="zh-CN" sz="2000" i="1" dirty="0"/>
              <a:t>0x0140</a:t>
            </a:r>
          </a:p>
          <a:p>
            <a:r>
              <a:rPr lang="en-US" altLang="zh-CN" sz="2000" i="1" dirty="0"/>
              <a:t>0x0180</a:t>
            </a:r>
          </a:p>
          <a:p>
            <a:r>
              <a:rPr lang="en-US" altLang="zh-CN" sz="2000" i="1" dirty="0"/>
              <a:t>0x01C0</a:t>
            </a:r>
          </a:p>
          <a:p>
            <a:r>
              <a:rPr lang="en-US" altLang="zh-CN" sz="2000" i="1" dirty="0"/>
              <a:t>0x0200</a:t>
            </a:r>
          </a:p>
          <a:p>
            <a:r>
              <a:rPr lang="en-US" sz="2000" i="1" dirty="0"/>
              <a:t>0x0240</a:t>
            </a:r>
          </a:p>
          <a:p>
            <a:endParaRPr lang="en-US" sz="2000" i="1" dirty="0"/>
          </a:p>
          <a:p>
            <a:endParaRPr lang="en-US" sz="2000" i="1" dirty="0"/>
          </a:p>
          <a:p>
            <a:endParaRPr lang="en-US" sz="2000" i="1" dirty="0"/>
          </a:p>
        </p:txBody>
      </p:sp>
      <p:sp>
        <p:nvSpPr>
          <p:cNvPr id="1213" name="TextBox 1212">
            <a:extLst>
              <a:ext uri="{FF2B5EF4-FFF2-40B4-BE49-F238E27FC236}">
                <a16:creationId xmlns:a16="http://schemas.microsoft.com/office/drawing/2014/main" id="{4388B85E-1A19-549B-A26F-4FF93675B845}"/>
              </a:ext>
            </a:extLst>
          </p:cNvPr>
          <p:cNvSpPr txBox="1"/>
          <p:nvPr/>
        </p:nvSpPr>
        <p:spPr>
          <a:xfrm>
            <a:off x="8889406" y="4241410"/>
            <a:ext cx="1633064" cy="461665"/>
          </a:xfrm>
          <a:prstGeom prst="rect">
            <a:avLst/>
          </a:prstGeom>
          <a:noFill/>
        </p:spPr>
        <p:txBody>
          <a:bodyPr wrap="square" rtlCol="0">
            <a:spAutoFit/>
          </a:bodyPr>
          <a:lstStyle/>
          <a:p>
            <a:r>
              <a:rPr lang="en-US" sz="2400" dirty="0"/>
              <a:t>Tier-2 ECC</a:t>
            </a:r>
          </a:p>
        </p:txBody>
      </p:sp>
      <p:sp>
        <p:nvSpPr>
          <p:cNvPr id="61" name="TextBox 60">
            <a:extLst>
              <a:ext uri="{FF2B5EF4-FFF2-40B4-BE49-F238E27FC236}">
                <a16:creationId xmlns:a16="http://schemas.microsoft.com/office/drawing/2014/main" id="{1CA0CE54-23ED-D9A4-C4C0-EA03DB4F898E}"/>
              </a:ext>
            </a:extLst>
          </p:cNvPr>
          <p:cNvSpPr txBox="1"/>
          <p:nvPr/>
        </p:nvSpPr>
        <p:spPr>
          <a:xfrm flipH="1">
            <a:off x="6269553" y="6516504"/>
            <a:ext cx="3714336" cy="830997"/>
          </a:xfrm>
          <a:prstGeom prst="rect">
            <a:avLst/>
          </a:prstGeom>
          <a:noFill/>
        </p:spPr>
        <p:txBody>
          <a:bodyPr wrap="square">
            <a:spAutoFit/>
          </a:bodyPr>
          <a:lstStyle/>
          <a:p>
            <a:pPr algn="ctr"/>
            <a:r>
              <a:rPr lang="en-US" altLang="zh-CN" sz="2400" dirty="0"/>
              <a:t>Parity </a:t>
            </a:r>
            <a:r>
              <a:rPr lang="en-US" altLang="zh-CN" sz="2400" dirty="0" err="1"/>
              <a:t>Bdw</a:t>
            </a:r>
            <a:endParaRPr lang="en-US" altLang="zh-CN" sz="2400" dirty="0"/>
          </a:p>
          <a:p>
            <a:pPr algn="ctr"/>
            <a:r>
              <a:rPr lang="en-US" sz="2400" dirty="0"/>
              <a:t>8-bit</a:t>
            </a:r>
          </a:p>
        </p:txBody>
      </p:sp>
      <p:sp>
        <p:nvSpPr>
          <p:cNvPr id="11" name="Rectangle 10">
            <a:extLst>
              <a:ext uri="{FF2B5EF4-FFF2-40B4-BE49-F238E27FC236}">
                <a16:creationId xmlns:a16="http://schemas.microsoft.com/office/drawing/2014/main" id="{E5B62929-E38B-1316-E34C-897A608660F5}"/>
              </a:ext>
            </a:extLst>
          </p:cNvPr>
          <p:cNvSpPr/>
          <p:nvPr/>
        </p:nvSpPr>
        <p:spPr>
          <a:xfrm>
            <a:off x="206977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 name="Rectangle 11">
            <a:extLst>
              <a:ext uri="{FF2B5EF4-FFF2-40B4-BE49-F238E27FC236}">
                <a16:creationId xmlns:a16="http://schemas.microsoft.com/office/drawing/2014/main" id="{839A5050-8E1F-781D-BEA5-11C176964D5F}"/>
              </a:ext>
            </a:extLst>
          </p:cNvPr>
          <p:cNvSpPr/>
          <p:nvPr/>
        </p:nvSpPr>
        <p:spPr>
          <a:xfrm>
            <a:off x="2730595"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 name="Rectangle 12">
            <a:extLst>
              <a:ext uri="{FF2B5EF4-FFF2-40B4-BE49-F238E27FC236}">
                <a16:creationId xmlns:a16="http://schemas.microsoft.com/office/drawing/2014/main" id="{9C33EC8F-974F-F1B1-CA03-5EDA4EB74EAC}"/>
              </a:ext>
            </a:extLst>
          </p:cNvPr>
          <p:cNvSpPr/>
          <p:nvPr/>
        </p:nvSpPr>
        <p:spPr>
          <a:xfrm>
            <a:off x="405223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02EF15A4-DF62-EE3A-770A-EB930FE2E056}"/>
              </a:ext>
            </a:extLst>
          </p:cNvPr>
          <p:cNvSpPr/>
          <p:nvPr/>
        </p:nvSpPr>
        <p:spPr>
          <a:xfrm>
            <a:off x="339141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Rectangle 14">
            <a:extLst>
              <a:ext uri="{FF2B5EF4-FFF2-40B4-BE49-F238E27FC236}">
                <a16:creationId xmlns:a16="http://schemas.microsoft.com/office/drawing/2014/main" id="{3368C6AC-8F60-B16C-9952-F3EB1313EDA1}"/>
              </a:ext>
            </a:extLst>
          </p:cNvPr>
          <p:cNvSpPr/>
          <p:nvPr/>
        </p:nvSpPr>
        <p:spPr>
          <a:xfrm>
            <a:off x="4713056"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Rectangle 15">
            <a:extLst>
              <a:ext uri="{FF2B5EF4-FFF2-40B4-BE49-F238E27FC236}">
                <a16:creationId xmlns:a16="http://schemas.microsoft.com/office/drawing/2014/main" id="{8A79CD97-AA6E-17F3-3377-DE69723EC16E}"/>
              </a:ext>
            </a:extLst>
          </p:cNvPr>
          <p:cNvSpPr/>
          <p:nvPr/>
        </p:nvSpPr>
        <p:spPr>
          <a:xfrm>
            <a:off x="5373873"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7" name="Rectangle 16">
            <a:extLst>
              <a:ext uri="{FF2B5EF4-FFF2-40B4-BE49-F238E27FC236}">
                <a16:creationId xmlns:a16="http://schemas.microsoft.com/office/drawing/2014/main" id="{76922B4F-49E5-707F-0C98-67C52CD39636}"/>
              </a:ext>
            </a:extLst>
          </p:cNvPr>
          <p:cNvSpPr/>
          <p:nvPr/>
        </p:nvSpPr>
        <p:spPr>
          <a:xfrm>
            <a:off x="669551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8" name="Rectangle 17">
            <a:extLst>
              <a:ext uri="{FF2B5EF4-FFF2-40B4-BE49-F238E27FC236}">
                <a16:creationId xmlns:a16="http://schemas.microsoft.com/office/drawing/2014/main" id="{1D1DBB34-88FA-C113-A4DB-EB71079B02DA}"/>
              </a:ext>
            </a:extLst>
          </p:cNvPr>
          <p:cNvSpPr/>
          <p:nvPr/>
        </p:nvSpPr>
        <p:spPr>
          <a:xfrm>
            <a:off x="6034694"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Rectangle 21">
            <a:extLst>
              <a:ext uri="{FF2B5EF4-FFF2-40B4-BE49-F238E27FC236}">
                <a16:creationId xmlns:a16="http://schemas.microsoft.com/office/drawing/2014/main" id="{3B5CB5A7-2EB1-8EE4-D491-438BE11B3311}"/>
              </a:ext>
            </a:extLst>
          </p:cNvPr>
          <p:cNvSpPr/>
          <p:nvPr/>
        </p:nvSpPr>
        <p:spPr>
          <a:xfrm>
            <a:off x="206977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Rectangle 22">
            <a:extLst>
              <a:ext uri="{FF2B5EF4-FFF2-40B4-BE49-F238E27FC236}">
                <a16:creationId xmlns:a16="http://schemas.microsoft.com/office/drawing/2014/main" id="{19115ED4-2F27-3257-C7E9-84B07B4B0FE3}"/>
              </a:ext>
            </a:extLst>
          </p:cNvPr>
          <p:cNvSpPr/>
          <p:nvPr/>
        </p:nvSpPr>
        <p:spPr>
          <a:xfrm>
            <a:off x="2730595"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Rectangle 23">
            <a:extLst>
              <a:ext uri="{FF2B5EF4-FFF2-40B4-BE49-F238E27FC236}">
                <a16:creationId xmlns:a16="http://schemas.microsoft.com/office/drawing/2014/main" id="{656F3A33-F71A-F049-5BD2-0A8D4F6C0096}"/>
              </a:ext>
            </a:extLst>
          </p:cNvPr>
          <p:cNvSpPr/>
          <p:nvPr/>
        </p:nvSpPr>
        <p:spPr>
          <a:xfrm>
            <a:off x="405223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Rectangle 24">
            <a:extLst>
              <a:ext uri="{FF2B5EF4-FFF2-40B4-BE49-F238E27FC236}">
                <a16:creationId xmlns:a16="http://schemas.microsoft.com/office/drawing/2014/main" id="{373D12D9-863A-0DA3-A5C1-609D57429FE4}"/>
              </a:ext>
            </a:extLst>
          </p:cNvPr>
          <p:cNvSpPr/>
          <p:nvPr/>
        </p:nvSpPr>
        <p:spPr>
          <a:xfrm>
            <a:off x="339141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 name="Rectangle 25">
            <a:extLst>
              <a:ext uri="{FF2B5EF4-FFF2-40B4-BE49-F238E27FC236}">
                <a16:creationId xmlns:a16="http://schemas.microsoft.com/office/drawing/2014/main" id="{09AE49B0-1B22-4A3C-941C-D92F3FF64B42}"/>
              </a:ext>
            </a:extLst>
          </p:cNvPr>
          <p:cNvSpPr/>
          <p:nvPr/>
        </p:nvSpPr>
        <p:spPr>
          <a:xfrm>
            <a:off x="4713056"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Rectangle 26">
            <a:extLst>
              <a:ext uri="{FF2B5EF4-FFF2-40B4-BE49-F238E27FC236}">
                <a16:creationId xmlns:a16="http://schemas.microsoft.com/office/drawing/2014/main" id="{654A6848-1354-61AF-4DBB-6D8197DCF009}"/>
              </a:ext>
            </a:extLst>
          </p:cNvPr>
          <p:cNvSpPr/>
          <p:nvPr/>
        </p:nvSpPr>
        <p:spPr>
          <a:xfrm>
            <a:off x="5373873"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Rectangle 27">
            <a:extLst>
              <a:ext uri="{FF2B5EF4-FFF2-40B4-BE49-F238E27FC236}">
                <a16:creationId xmlns:a16="http://schemas.microsoft.com/office/drawing/2014/main" id="{41558867-B644-3881-2777-D2BAC316473D}"/>
              </a:ext>
            </a:extLst>
          </p:cNvPr>
          <p:cNvSpPr/>
          <p:nvPr/>
        </p:nvSpPr>
        <p:spPr>
          <a:xfrm>
            <a:off x="669551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Rectangle 28">
            <a:extLst>
              <a:ext uri="{FF2B5EF4-FFF2-40B4-BE49-F238E27FC236}">
                <a16:creationId xmlns:a16="http://schemas.microsoft.com/office/drawing/2014/main" id="{3D6B4015-1A0A-04EC-2669-63087D7D2971}"/>
              </a:ext>
            </a:extLst>
          </p:cNvPr>
          <p:cNvSpPr/>
          <p:nvPr/>
        </p:nvSpPr>
        <p:spPr>
          <a:xfrm>
            <a:off x="6034694"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2" name="Rectangle 901">
            <a:extLst>
              <a:ext uri="{FF2B5EF4-FFF2-40B4-BE49-F238E27FC236}">
                <a16:creationId xmlns:a16="http://schemas.microsoft.com/office/drawing/2014/main" id="{B13402FE-5758-8637-729F-E544B228F66D}"/>
              </a:ext>
            </a:extLst>
          </p:cNvPr>
          <p:cNvSpPr/>
          <p:nvPr/>
        </p:nvSpPr>
        <p:spPr>
          <a:xfrm>
            <a:off x="8141870"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3" name="Rectangle 902">
            <a:extLst>
              <a:ext uri="{FF2B5EF4-FFF2-40B4-BE49-F238E27FC236}">
                <a16:creationId xmlns:a16="http://schemas.microsoft.com/office/drawing/2014/main" id="{0BBD6857-60C1-DB7A-77A7-F705ADADE16B}"/>
              </a:ext>
            </a:extLst>
          </p:cNvPr>
          <p:cNvSpPr/>
          <p:nvPr/>
        </p:nvSpPr>
        <p:spPr>
          <a:xfrm>
            <a:off x="7481052" y="3214830"/>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4" name="Rectangle 903">
            <a:extLst>
              <a:ext uri="{FF2B5EF4-FFF2-40B4-BE49-F238E27FC236}">
                <a16:creationId xmlns:a16="http://schemas.microsoft.com/office/drawing/2014/main" id="{8FBB83C3-17AF-25C5-AF51-A79DF669D54E}"/>
              </a:ext>
            </a:extLst>
          </p:cNvPr>
          <p:cNvSpPr/>
          <p:nvPr/>
        </p:nvSpPr>
        <p:spPr>
          <a:xfrm>
            <a:off x="8141870"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5" name="Rectangle 904">
            <a:extLst>
              <a:ext uri="{FF2B5EF4-FFF2-40B4-BE49-F238E27FC236}">
                <a16:creationId xmlns:a16="http://schemas.microsoft.com/office/drawing/2014/main" id="{7B7F2316-8967-AC5C-0DBA-567A1A1DF153}"/>
              </a:ext>
            </a:extLst>
          </p:cNvPr>
          <p:cNvSpPr/>
          <p:nvPr/>
        </p:nvSpPr>
        <p:spPr>
          <a:xfrm>
            <a:off x="7481052" y="352918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 name="Rectangle 2">
            <a:extLst>
              <a:ext uri="{FF2B5EF4-FFF2-40B4-BE49-F238E27FC236}">
                <a16:creationId xmlns:a16="http://schemas.microsoft.com/office/drawing/2014/main" id="{0D58DAFC-4614-AD8D-7AE8-E3505687E5AF}"/>
              </a:ext>
            </a:extLst>
          </p:cNvPr>
          <p:cNvSpPr/>
          <p:nvPr/>
        </p:nvSpPr>
        <p:spPr>
          <a:xfrm>
            <a:off x="206977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 name="Rectangle 3">
            <a:extLst>
              <a:ext uri="{FF2B5EF4-FFF2-40B4-BE49-F238E27FC236}">
                <a16:creationId xmlns:a16="http://schemas.microsoft.com/office/drawing/2014/main" id="{7EF99EA7-0CFE-C32E-2299-250BB41B8B24}"/>
              </a:ext>
            </a:extLst>
          </p:cNvPr>
          <p:cNvSpPr/>
          <p:nvPr/>
        </p:nvSpPr>
        <p:spPr>
          <a:xfrm>
            <a:off x="2730595"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Rectangle 4">
            <a:extLst>
              <a:ext uri="{FF2B5EF4-FFF2-40B4-BE49-F238E27FC236}">
                <a16:creationId xmlns:a16="http://schemas.microsoft.com/office/drawing/2014/main" id="{C28455C5-295F-9E24-76CD-0CBFA362D358}"/>
              </a:ext>
            </a:extLst>
          </p:cNvPr>
          <p:cNvSpPr/>
          <p:nvPr/>
        </p:nvSpPr>
        <p:spPr>
          <a:xfrm>
            <a:off x="405223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Rectangle 5">
            <a:extLst>
              <a:ext uri="{FF2B5EF4-FFF2-40B4-BE49-F238E27FC236}">
                <a16:creationId xmlns:a16="http://schemas.microsoft.com/office/drawing/2014/main" id="{58771CEE-E71D-26B1-031C-06DFE856A406}"/>
              </a:ext>
            </a:extLst>
          </p:cNvPr>
          <p:cNvSpPr/>
          <p:nvPr/>
        </p:nvSpPr>
        <p:spPr>
          <a:xfrm>
            <a:off x="339141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85CA3C27-D3FD-D486-6495-F35F874CDCC2}"/>
              </a:ext>
            </a:extLst>
          </p:cNvPr>
          <p:cNvSpPr/>
          <p:nvPr/>
        </p:nvSpPr>
        <p:spPr>
          <a:xfrm>
            <a:off x="4713056"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 name="Rectangle 7">
            <a:extLst>
              <a:ext uri="{FF2B5EF4-FFF2-40B4-BE49-F238E27FC236}">
                <a16:creationId xmlns:a16="http://schemas.microsoft.com/office/drawing/2014/main" id="{B861CDA8-05FB-0698-56C5-7CE5E17DE9AC}"/>
              </a:ext>
            </a:extLst>
          </p:cNvPr>
          <p:cNvSpPr/>
          <p:nvPr/>
        </p:nvSpPr>
        <p:spPr>
          <a:xfrm>
            <a:off x="5373873"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Rectangle 8">
            <a:extLst>
              <a:ext uri="{FF2B5EF4-FFF2-40B4-BE49-F238E27FC236}">
                <a16:creationId xmlns:a16="http://schemas.microsoft.com/office/drawing/2014/main" id="{FF7E94A7-681E-4365-50F2-1616334D66C8}"/>
              </a:ext>
            </a:extLst>
          </p:cNvPr>
          <p:cNvSpPr/>
          <p:nvPr/>
        </p:nvSpPr>
        <p:spPr>
          <a:xfrm>
            <a:off x="669551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tangle 9">
            <a:extLst>
              <a:ext uri="{FF2B5EF4-FFF2-40B4-BE49-F238E27FC236}">
                <a16:creationId xmlns:a16="http://schemas.microsoft.com/office/drawing/2014/main" id="{D037F20E-15C8-1185-3FA8-8A7252F4B1E3}"/>
              </a:ext>
            </a:extLst>
          </p:cNvPr>
          <p:cNvSpPr/>
          <p:nvPr/>
        </p:nvSpPr>
        <p:spPr>
          <a:xfrm>
            <a:off x="6034694"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Rectangle 18">
            <a:extLst>
              <a:ext uri="{FF2B5EF4-FFF2-40B4-BE49-F238E27FC236}">
                <a16:creationId xmlns:a16="http://schemas.microsoft.com/office/drawing/2014/main" id="{F0FEC66D-C079-2853-75DE-1882AFAF8A06}"/>
              </a:ext>
            </a:extLst>
          </p:cNvPr>
          <p:cNvSpPr/>
          <p:nvPr/>
        </p:nvSpPr>
        <p:spPr>
          <a:xfrm>
            <a:off x="8141870"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Rectangle 19">
            <a:extLst>
              <a:ext uri="{FF2B5EF4-FFF2-40B4-BE49-F238E27FC236}">
                <a16:creationId xmlns:a16="http://schemas.microsoft.com/office/drawing/2014/main" id="{4E2619EA-372A-2CCB-6D63-DBC4445979BE}"/>
              </a:ext>
            </a:extLst>
          </p:cNvPr>
          <p:cNvSpPr/>
          <p:nvPr/>
        </p:nvSpPr>
        <p:spPr>
          <a:xfrm>
            <a:off x="7481052" y="3840585"/>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Rectangle 29">
            <a:extLst>
              <a:ext uri="{FF2B5EF4-FFF2-40B4-BE49-F238E27FC236}">
                <a16:creationId xmlns:a16="http://schemas.microsoft.com/office/drawing/2014/main" id="{438F9D6E-4BBF-C9FE-258D-A5B7E712CB75}"/>
              </a:ext>
            </a:extLst>
          </p:cNvPr>
          <p:cNvSpPr/>
          <p:nvPr/>
        </p:nvSpPr>
        <p:spPr>
          <a:xfrm>
            <a:off x="2069775"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Rectangle 30">
            <a:extLst>
              <a:ext uri="{FF2B5EF4-FFF2-40B4-BE49-F238E27FC236}">
                <a16:creationId xmlns:a16="http://schemas.microsoft.com/office/drawing/2014/main" id="{B6EC8130-FE20-7DD6-BB1C-6A1795BE6589}"/>
              </a:ext>
            </a:extLst>
          </p:cNvPr>
          <p:cNvSpPr/>
          <p:nvPr/>
        </p:nvSpPr>
        <p:spPr>
          <a:xfrm>
            <a:off x="2730595"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2" name="Rectangle 31">
            <a:extLst>
              <a:ext uri="{FF2B5EF4-FFF2-40B4-BE49-F238E27FC236}">
                <a16:creationId xmlns:a16="http://schemas.microsoft.com/office/drawing/2014/main" id="{F562CFFF-967F-ED58-A4CC-261A96379DC0}"/>
              </a:ext>
            </a:extLst>
          </p:cNvPr>
          <p:cNvSpPr/>
          <p:nvPr/>
        </p:nvSpPr>
        <p:spPr>
          <a:xfrm>
            <a:off x="4052234"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3" name="Rectangle 32">
            <a:extLst>
              <a:ext uri="{FF2B5EF4-FFF2-40B4-BE49-F238E27FC236}">
                <a16:creationId xmlns:a16="http://schemas.microsoft.com/office/drawing/2014/main" id="{7C037286-DE39-0C06-AB9B-50E5A5241450}"/>
              </a:ext>
            </a:extLst>
          </p:cNvPr>
          <p:cNvSpPr/>
          <p:nvPr/>
        </p:nvSpPr>
        <p:spPr>
          <a:xfrm>
            <a:off x="3391413"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 name="Rectangle 33">
            <a:extLst>
              <a:ext uri="{FF2B5EF4-FFF2-40B4-BE49-F238E27FC236}">
                <a16:creationId xmlns:a16="http://schemas.microsoft.com/office/drawing/2014/main" id="{5836300A-1CCB-F187-3EC9-CDC248B7EE6D}"/>
              </a:ext>
            </a:extLst>
          </p:cNvPr>
          <p:cNvSpPr/>
          <p:nvPr/>
        </p:nvSpPr>
        <p:spPr>
          <a:xfrm>
            <a:off x="4713056"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 name="Rectangle 34">
            <a:extLst>
              <a:ext uri="{FF2B5EF4-FFF2-40B4-BE49-F238E27FC236}">
                <a16:creationId xmlns:a16="http://schemas.microsoft.com/office/drawing/2014/main" id="{A19C4D76-93F1-ADAA-0D7D-EA52B08D97EE}"/>
              </a:ext>
            </a:extLst>
          </p:cNvPr>
          <p:cNvSpPr/>
          <p:nvPr/>
        </p:nvSpPr>
        <p:spPr>
          <a:xfrm>
            <a:off x="5373873"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Rectangle 35">
            <a:extLst>
              <a:ext uri="{FF2B5EF4-FFF2-40B4-BE49-F238E27FC236}">
                <a16:creationId xmlns:a16="http://schemas.microsoft.com/office/drawing/2014/main" id="{BE0BA96B-3FBA-DC81-6D60-912780BD397E}"/>
              </a:ext>
            </a:extLst>
          </p:cNvPr>
          <p:cNvSpPr/>
          <p:nvPr/>
        </p:nvSpPr>
        <p:spPr>
          <a:xfrm>
            <a:off x="6695512"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Rectangle 36">
            <a:extLst>
              <a:ext uri="{FF2B5EF4-FFF2-40B4-BE49-F238E27FC236}">
                <a16:creationId xmlns:a16="http://schemas.microsoft.com/office/drawing/2014/main" id="{373A96A1-551C-556F-5D60-BEC220F49987}"/>
              </a:ext>
            </a:extLst>
          </p:cNvPr>
          <p:cNvSpPr/>
          <p:nvPr/>
        </p:nvSpPr>
        <p:spPr>
          <a:xfrm>
            <a:off x="6034694"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Rectangle 37">
            <a:extLst>
              <a:ext uri="{FF2B5EF4-FFF2-40B4-BE49-F238E27FC236}">
                <a16:creationId xmlns:a16="http://schemas.microsoft.com/office/drawing/2014/main" id="{8655D624-487E-0CCF-4AF6-13E28A009C23}"/>
              </a:ext>
            </a:extLst>
          </p:cNvPr>
          <p:cNvSpPr/>
          <p:nvPr/>
        </p:nvSpPr>
        <p:spPr>
          <a:xfrm>
            <a:off x="8141870"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729EF2E7-D45A-15F2-E5AF-D3C9D6AE448F}"/>
              </a:ext>
            </a:extLst>
          </p:cNvPr>
          <p:cNvSpPr/>
          <p:nvPr/>
        </p:nvSpPr>
        <p:spPr>
          <a:xfrm>
            <a:off x="7481052" y="414997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a:extLst>
              <a:ext uri="{FF2B5EF4-FFF2-40B4-BE49-F238E27FC236}">
                <a16:creationId xmlns:a16="http://schemas.microsoft.com/office/drawing/2014/main" id="{BBD679C9-78AA-121C-2CBF-A4CC657026B0}"/>
              </a:ext>
            </a:extLst>
          </p:cNvPr>
          <p:cNvSpPr/>
          <p:nvPr/>
        </p:nvSpPr>
        <p:spPr>
          <a:xfrm>
            <a:off x="2069775"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40">
            <a:extLst>
              <a:ext uri="{FF2B5EF4-FFF2-40B4-BE49-F238E27FC236}">
                <a16:creationId xmlns:a16="http://schemas.microsoft.com/office/drawing/2014/main" id="{F9B4B0D7-8B16-7EA4-5BA5-2B83CA7288AF}"/>
              </a:ext>
            </a:extLst>
          </p:cNvPr>
          <p:cNvSpPr/>
          <p:nvPr/>
        </p:nvSpPr>
        <p:spPr>
          <a:xfrm>
            <a:off x="2730595"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2" name="Rectangle 41">
            <a:extLst>
              <a:ext uri="{FF2B5EF4-FFF2-40B4-BE49-F238E27FC236}">
                <a16:creationId xmlns:a16="http://schemas.microsoft.com/office/drawing/2014/main" id="{91A6B6D8-7C7F-E3DD-6051-2199F62E0DBE}"/>
              </a:ext>
            </a:extLst>
          </p:cNvPr>
          <p:cNvSpPr/>
          <p:nvPr/>
        </p:nvSpPr>
        <p:spPr>
          <a:xfrm>
            <a:off x="4052234"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3" name="Rectangle 42">
            <a:extLst>
              <a:ext uri="{FF2B5EF4-FFF2-40B4-BE49-F238E27FC236}">
                <a16:creationId xmlns:a16="http://schemas.microsoft.com/office/drawing/2014/main" id="{5F01780D-9CB4-BDA0-2546-5179891EB6F3}"/>
              </a:ext>
            </a:extLst>
          </p:cNvPr>
          <p:cNvSpPr/>
          <p:nvPr/>
        </p:nvSpPr>
        <p:spPr>
          <a:xfrm>
            <a:off x="3391413"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Rectangle 43">
            <a:extLst>
              <a:ext uri="{FF2B5EF4-FFF2-40B4-BE49-F238E27FC236}">
                <a16:creationId xmlns:a16="http://schemas.microsoft.com/office/drawing/2014/main" id="{E7B4F2FC-D6E2-A85E-DB44-860336B7A0B5}"/>
              </a:ext>
            </a:extLst>
          </p:cNvPr>
          <p:cNvSpPr/>
          <p:nvPr/>
        </p:nvSpPr>
        <p:spPr>
          <a:xfrm>
            <a:off x="4713056"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5" name="Rectangle 44">
            <a:extLst>
              <a:ext uri="{FF2B5EF4-FFF2-40B4-BE49-F238E27FC236}">
                <a16:creationId xmlns:a16="http://schemas.microsoft.com/office/drawing/2014/main" id="{B6839014-03BF-AAB9-BD64-303625818D7E}"/>
              </a:ext>
            </a:extLst>
          </p:cNvPr>
          <p:cNvSpPr/>
          <p:nvPr/>
        </p:nvSpPr>
        <p:spPr>
          <a:xfrm>
            <a:off x="5373873"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 name="Rectangle 45">
            <a:extLst>
              <a:ext uri="{FF2B5EF4-FFF2-40B4-BE49-F238E27FC236}">
                <a16:creationId xmlns:a16="http://schemas.microsoft.com/office/drawing/2014/main" id="{5962DBFD-7714-F4E1-F0AA-0FF7EE7BA1AD}"/>
              </a:ext>
            </a:extLst>
          </p:cNvPr>
          <p:cNvSpPr/>
          <p:nvPr/>
        </p:nvSpPr>
        <p:spPr>
          <a:xfrm>
            <a:off x="6695512"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 name="Rectangle 46">
            <a:extLst>
              <a:ext uri="{FF2B5EF4-FFF2-40B4-BE49-F238E27FC236}">
                <a16:creationId xmlns:a16="http://schemas.microsoft.com/office/drawing/2014/main" id="{1A6DA898-51CF-766A-3F62-B4EDCC54DAD4}"/>
              </a:ext>
            </a:extLst>
          </p:cNvPr>
          <p:cNvSpPr/>
          <p:nvPr/>
        </p:nvSpPr>
        <p:spPr>
          <a:xfrm>
            <a:off x="6034694" y="446432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1" name="Rectangle 50">
            <a:extLst>
              <a:ext uri="{FF2B5EF4-FFF2-40B4-BE49-F238E27FC236}">
                <a16:creationId xmlns:a16="http://schemas.microsoft.com/office/drawing/2014/main" id="{01E75E61-0779-65CD-5DE9-00BA4AF60F03}"/>
              </a:ext>
            </a:extLst>
          </p:cNvPr>
          <p:cNvSpPr/>
          <p:nvPr/>
        </p:nvSpPr>
        <p:spPr>
          <a:xfrm>
            <a:off x="7479488" y="4472242"/>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4B7F620D-D19B-E09B-50B5-DAE64C67DA27}"/>
              </a:ext>
            </a:extLst>
          </p:cNvPr>
          <p:cNvSpPr/>
          <p:nvPr/>
        </p:nvSpPr>
        <p:spPr>
          <a:xfrm>
            <a:off x="8149756" y="4472242"/>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8" name="Rectangle 47">
            <a:extLst>
              <a:ext uri="{FF2B5EF4-FFF2-40B4-BE49-F238E27FC236}">
                <a16:creationId xmlns:a16="http://schemas.microsoft.com/office/drawing/2014/main" id="{B70EC058-6455-BF5E-E6B0-7DBF907DA606}"/>
              </a:ext>
            </a:extLst>
          </p:cNvPr>
          <p:cNvSpPr/>
          <p:nvPr/>
        </p:nvSpPr>
        <p:spPr>
          <a:xfrm>
            <a:off x="2069775"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49" name="Rectangle 48">
            <a:extLst>
              <a:ext uri="{FF2B5EF4-FFF2-40B4-BE49-F238E27FC236}">
                <a16:creationId xmlns:a16="http://schemas.microsoft.com/office/drawing/2014/main" id="{A40C2303-2288-FB24-ED04-A38DEA1A887C}"/>
              </a:ext>
            </a:extLst>
          </p:cNvPr>
          <p:cNvSpPr/>
          <p:nvPr/>
        </p:nvSpPr>
        <p:spPr>
          <a:xfrm>
            <a:off x="2730595"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0" name="Rectangle 49">
            <a:extLst>
              <a:ext uri="{FF2B5EF4-FFF2-40B4-BE49-F238E27FC236}">
                <a16:creationId xmlns:a16="http://schemas.microsoft.com/office/drawing/2014/main" id="{53F62F2C-0282-83B3-4D90-485CA46A7AB8}"/>
              </a:ext>
            </a:extLst>
          </p:cNvPr>
          <p:cNvSpPr/>
          <p:nvPr/>
        </p:nvSpPr>
        <p:spPr>
          <a:xfrm>
            <a:off x="4052234"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 name="Rectangle 53">
            <a:extLst>
              <a:ext uri="{FF2B5EF4-FFF2-40B4-BE49-F238E27FC236}">
                <a16:creationId xmlns:a16="http://schemas.microsoft.com/office/drawing/2014/main" id="{0362579D-DBF0-B5C9-DB0A-241852546854}"/>
              </a:ext>
            </a:extLst>
          </p:cNvPr>
          <p:cNvSpPr/>
          <p:nvPr/>
        </p:nvSpPr>
        <p:spPr>
          <a:xfrm>
            <a:off x="3391413"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9" name="Rectangle 58">
            <a:extLst>
              <a:ext uri="{FF2B5EF4-FFF2-40B4-BE49-F238E27FC236}">
                <a16:creationId xmlns:a16="http://schemas.microsoft.com/office/drawing/2014/main" id="{0C9E5206-A9EC-9520-A4D2-73A77A89BC7C}"/>
              </a:ext>
            </a:extLst>
          </p:cNvPr>
          <p:cNvSpPr/>
          <p:nvPr/>
        </p:nvSpPr>
        <p:spPr>
          <a:xfrm>
            <a:off x="4713056"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0" name="Rectangle 59">
            <a:extLst>
              <a:ext uri="{FF2B5EF4-FFF2-40B4-BE49-F238E27FC236}">
                <a16:creationId xmlns:a16="http://schemas.microsoft.com/office/drawing/2014/main" id="{E0E4F0AC-1063-CCF5-BEEC-678FA6776472}"/>
              </a:ext>
            </a:extLst>
          </p:cNvPr>
          <p:cNvSpPr/>
          <p:nvPr/>
        </p:nvSpPr>
        <p:spPr>
          <a:xfrm>
            <a:off x="5373873"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 name="Rectangle 61">
            <a:extLst>
              <a:ext uri="{FF2B5EF4-FFF2-40B4-BE49-F238E27FC236}">
                <a16:creationId xmlns:a16="http://schemas.microsoft.com/office/drawing/2014/main" id="{636B63BF-E1C4-B9D2-6914-90CAD21A6801}"/>
              </a:ext>
            </a:extLst>
          </p:cNvPr>
          <p:cNvSpPr/>
          <p:nvPr/>
        </p:nvSpPr>
        <p:spPr>
          <a:xfrm>
            <a:off x="6695512"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Rectangle 62">
            <a:extLst>
              <a:ext uri="{FF2B5EF4-FFF2-40B4-BE49-F238E27FC236}">
                <a16:creationId xmlns:a16="http://schemas.microsoft.com/office/drawing/2014/main" id="{D9B3A815-81DE-C043-1887-DC0921DBA0A4}"/>
              </a:ext>
            </a:extLst>
          </p:cNvPr>
          <p:cNvSpPr/>
          <p:nvPr/>
        </p:nvSpPr>
        <p:spPr>
          <a:xfrm>
            <a:off x="6034694"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6" name="Rectangle 895">
            <a:extLst>
              <a:ext uri="{FF2B5EF4-FFF2-40B4-BE49-F238E27FC236}">
                <a16:creationId xmlns:a16="http://schemas.microsoft.com/office/drawing/2014/main" id="{730757D8-A588-7DC3-42C4-C88E5CBF2B05}"/>
              </a:ext>
            </a:extLst>
          </p:cNvPr>
          <p:cNvSpPr/>
          <p:nvPr/>
        </p:nvSpPr>
        <p:spPr>
          <a:xfrm>
            <a:off x="2069775"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7" name="Rectangle 896">
            <a:extLst>
              <a:ext uri="{FF2B5EF4-FFF2-40B4-BE49-F238E27FC236}">
                <a16:creationId xmlns:a16="http://schemas.microsoft.com/office/drawing/2014/main" id="{EBC686C5-4D17-170E-167C-4FCF83A8803E}"/>
              </a:ext>
            </a:extLst>
          </p:cNvPr>
          <p:cNvSpPr/>
          <p:nvPr/>
        </p:nvSpPr>
        <p:spPr>
          <a:xfrm>
            <a:off x="2730595"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8" name="Rectangle 897">
            <a:extLst>
              <a:ext uri="{FF2B5EF4-FFF2-40B4-BE49-F238E27FC236}">
                <a16:creationId xmlns:a16="http://schemas.microsoft.com/office/drawing/2014/main" id="{0C93501D-607C-BBBA-F513-A5E8EF9D8C4F}"/>
              </a:ext>
            </a:extLst>
          </p:cNvPr>
          <p:cNvSpPr/>
          <p:nvPr/>
        </p:nvSpPr>
        <p:spPr>
          <a:xfrm>
            <a:off x="4052234"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9" name="Rectangle 898">
            <a:extLst>
              <a:ext uri="{FF2B5EF4-FFF2-40B4-BE49-F238E27FC236}">
                <a16:creationId xmlns:a16="http://schemas.microsoft.com/office/drawing/2014/main" id="{099BD8EF-88D7-D604-1187-F3C628FE361D}"/>
              </a:ext>
            </a:extLst>
          </p:cNvPr>
          <p:cNvSpPr/>
          <p:nvPr/>
        </p:nvSpPr>
        <p:spPr>
          <a:xfrm>
            <a:off x="3391413"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0" name="Rectangle 899">
            <a:extLst>
              <a:ext uri="{FF2B5EF4-FFF2-40B4-BE49-F238E27FC236}">
                <a16:creationId xmlns:a16="http://schemas.microsoft.com/office/drawing/2014/main" id="{D28965A9-C04F-701F-B45D-228E856B38CD}"/>
              </a:ext>
            </a:extLst>
          </p:cNvPr>
          <p:cNvSpPr/>
          <p:nvPr/>
        </p:nvSpPr>
        <p:spPr>
          <a:xfrm>
            <a:off x="4713056"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6" name="Rectangle 905">
            <a:extLst>
              <a:ext uri="{FF2B5EF4-FFF2-40B4-BE49-F238E27FC236}">
                <a16:creationId xmlns:a16="http://schemas.microsoft.com/office/drawing/2014/main" id="{72307EDA-8E7D-FF36-4139-FD3E8B4424A8}"/>
              </a:ext>
            </a:extLst>
          </p:cNvPr>
          <p:cNvSpPr/>
          <p:nvPr/>
        </p:nvSpPr>
        <p:spPr>
          <a:xfrm>
            <a:off x="5373873"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7" name="Rectangle 906">
            <a:extLst>
              <a:ext uri="{FF2B5EF4-FFF2-40B4-BE49-F238E27FC236}">
                <a16:creationId xmlns:a16="http://schemas.microsoft.com/office/drawing/2014/main" id="{02ADA0E2-BE56-3686-D76D-EFDB58954ECB}"/>
              </a:ext>
            </a:extLst>
          </p:cNvPr>
          <p:cNvSpPr/>
          <p:nvPr/>
        </p:nvSpPr>
        <p:spPr>
          <a:xfrm>
            <a:off x="6695512"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8" name="Rectangle 907">
            <a:extLst>
              <a:ext uri="{FF2B5EF4-FFF2-40B4-BE49-F238E27FC236}">
                <a16:creationId xmlns:a16="http://schemas.microsoft.com/office/drawing/2014/main" id="{FCDCCE1D-1504-3618-C47F-B5ABC2E1149F}"/>
              </a:ext>
            </a:extLst>
          </p:cNvPr>
          <p:cNvSpPr/>
          <p:nvPr/>
        </p:nvSpPr>
        <p:spPr>
          <a:xfrm>
            <a:off x="6034694"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9" name="Rectangle 908">
            <a:extLst>
              <a:ext uri="{FF2B5EF4-FFF2-40B4-BE49-F238E27FC236}">
                <a16:creationId xmlns:a16="http://schemas.microsoft.com/office/drawing/2014/main" id="{4BCE90B6-2D92-E582-D16C-12F02DFD0CF8}"/>
              </a:ext>
            </a:extLst>
          </p:cNvPr>
          <p:cNvSpPr/>
          <p:nvPr/>
        </p:nvSpPr>
        <p:spPr>
          <a:xfrm>
            <a:off x="8141870"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0" name="Rectangle 909">
            <a:extLst>
              <a:ext uri="{FF2B5EF4-FFF2-40B4-BE49-F238E27FC236}">
                <a16:creationId xmlns:a16="http://schemas.microsoft.com/office/drawing/2014/main" id="{B07FF10A-9773-6021-EB1D-EAF357E6A66F}"/>
              </a:ext>
            </a:extLst>
          </p:cNvPr>
          <p:cNvSpPr/>
          <p:nvPr/>
        </p:nvSpPr>
        <p:spPr>
          <a:xfrm>
            <a:off x="7481052" y="5016136"/>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1" name="Rectangle 910">
            <a:extLst>
              <a:ext uri="{FF2B5EF4-FFF2-40B4-BE49-F238E27FC236}">
                <a16:creationId xmlns:a16="http://schemas.microsoft.com/office/drawing/2014/main" id="{52186B09-C5E0-9065-E613-45A976FF9BD1}"/>
              </a:ext>
            </a:extLst>
          </p:cNvPr>
          <p:cNvSpPr/>
          <p:nvPr/>
        </p:nvSpPr>
        <p:spPr>
          <a:xfrm>
            <a:off x="8141870"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2" name="Rectangle 911">
            <a:extLst>
              <a:ext uri="{FF2B5EF4-FFF2-40B4-BE49-F238E27FC236}">
                <a16:creationId xmlns:a16="http://schemas.microsoft.com/office/drawing/2014/main" id="{DEAEF555-1771-A609-D850-B309AD52B245}"/>
              </a:ext>
            </a:extLst>
          </p:cNvPr>
          <p:cNvSpPr/>
          <p:nvPr/>
        </p:nvSpPr>
        <p:spPr>
          <a:xfrm>
            <a:off x="7481052" y="5330487"/>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3" name="Rectangle 912">
            <a:extLst>
              <a:ext uri="{FF2B5EF4-FFF2-40B4-BE49-F238E27FC236}">
                <a16:creationId xmlns:a16="http://schemas.microsoft.com/office/drawing/2014/main" id="{C7FBCE2D-8EDC-7949-9319-D479E95229BF}"/>
              </a:ext>
            </a:extLst>
          </p:cNvPr>
          <p:cNvSpPr/>
          <p:nvPr/>
        </p:nvSpPr>
        <p:spPr>
          <a:xfrm>
            <a:off x="2069775"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4" name="Rectangle 913">
            <a:extLst>
              <a:ext uri="{FF2B5EF4-FFF2-40B4-BE49-F238E27FC236}">
                <a16:creationId xmlns:a16="http://schemas.microsoft.com/office/drawing/2014/main" id="{43E766C5-52EE-F529-CC6D-2E322EB376A7}"/>
              </a:ext>
            </a:extLst>
          </p:cNvPr>
          <p:cNvSpPr/>
          <p:nvPr/>
        </p:nvSpPr>
        <p:spPr>
          <a:xfrm>
            <a:off x="2730595"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5" name="Rectangle 914">
            <a:extLst>
              <a:ext uri="{FF2B5EF4-FFF2-40B4-BE49-F238E27FC236}">
                <a16:creationId xmlns:a16="http://schemas.microsoft.com/office/drawing/2014/main" id="{F2324A06-5A2C-9DCA-2A77-7F9BF6260940}"/>
              </a:ext>
            </a:extLst>
          </p:cNvPr>
          <p:cNvSpPr/>
          <p:nvPr/>
        </p:nvSpPr>
        <p:spPr>
          <a:xfrm>
            <a:off x="4052234"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6" name="Rectangle 915">
            <a:extLst>
              <a:ext uri="{FF2B5EF4-FFF2-40B4-BE49-F238E27FC236}">
                <a16:creationId xmlns:a16="http://schemas.microsoft.com/office/drawing/2014/main" id="{9713BCEF-469F-C9BF-8EDB-DD3AA2DFD969}"/>
              </a:ext>
            </a:extLst>
          </p:cNvPr>
          <p:cNvSpPr/>
          <p:nvPr/>
        </p:nvSpPr>
        <p:spPr>
          <a:xfrm>
            <a:off x="3391413"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7" name="Rectangle 916">
            <a:extLst>
              <a:ext uri="{FF2B5EF4-FFF2-40B4-BE49-F238E27FC236}">
                <a16:creationId xmlns:a16="http://schemas.microsoft.com/office/drawing/2014/main" id="{1297118C-325E-FB4F-87F7-3DEF2B177C90}"/>
              </a:ext>
            </a:extLst>
          </p:cNvPr>
          <p:cNvSpPr/>
          <p:nvPr/>
        </p:nvSpPr>
        <p:spPr>
          <a:xfrm>
            <a:off x="4713056"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8" name="Rectangle 917">
            <a:extLst>
              <a:ext uri="{FF2B5EF4-FFF2-40B4-BE49-F238E27FC236}">
                <a16:creationId xmlns:a16="http://schemas.microsoft.com/office/drawing/2014/main" id="{2938CDD4-32A0-8B63-398F-B808E117E0F7}"/>
              </a:ext>
            </a:extLst>
          </p:cNvPr>
          <p:cNvSpPr/>
          <p:nvPr/>
        </p:nvSpPr>
        <p:spPr>
          <a:xfrm>
            <a:off x="5373873"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19" name="Rectangle 918">
            <a:extLst>
              <a:ext uri="{FF2B5EF4-FFF2-40B4-BE49-F238E27FC236}">
                <a16:creationId xmlns:a16="http://schemas.microsoft.com/office/drawing/2014/main" id="{962F47BA-340E-9B2D-2B73-0C233A3F0D41}"/>
              </a:ext>
            </a:extLst>
          </p:cNvPr>
          <p:cNvSpPr/>
          <p:nvPr/>
        </p:nvSpPr>
        <p:spPr>
          <a:xfrm>
            <a:off x="6695512"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0" name="Rectangle 919">
            <a:extLst>
              <a:ext uri="{FF2B5EF4-FFF2-40B4-BE49-F238E27FC236}">
                <a16:creationId xmlns:a16="http://schemas.microsoft.com/office/drawing/2014/main" id="{85C4DC61-52DC-CE99-5B81-CA18F0F113DD}"/>
              </a:ext>
            </a:extLst>
          </p:cNvPr>
          <p:cNvSpPr/>
          <p:nvPr/>
        </p:nvSpPr>
        <p:spPr>
          <a:xfrm>
            <a:off x="6034694"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1" name="Rectangle 920">
            <a:extLst>
              <a:ext uri="{FF2B5EF4-FFF2-40B4-BE49-F238E27FC236}">
                <a16:creationId xmlns:a16="http://schemas.microsoft.com/office/drawing/2014/main" id="{A0509DAE-0213-322D-7856-62463A6E7974}"/>
              </a:ext>
            </a:extLst>
          </p:cNvPr>
          <p:cNvSpPr/>
          <p:nvPr/>
        </p:nvSpPr>
        <p:spPr>
          <a:xfrm>
            <a:off x="8141870"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2" name="Rectangle 921">
            <a:extLst>
              <a:ext uri="{FF2B5EF4-FFF2-40B4-BE49-F238E27FC236}">
                <a16:creationId xmlns:a16="http://schemas.microsoft.com/office/drawing/2014/main" id="{CC27699A-1430-902D-43A1-953AA03BFDF4}"/>
              </a:ext>
            </a:extLst>
          </p:cNvPr>
          <p:cNvSpPr/>
          <p:nvPr/>
        </p:nvSpPr>
        <p:spPr>
          <a:xfrm>
            <a:off x="7481052" y="5641891"/>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3" name="Rectangle 922">
            <a:extLst>
              <a:ext uri="{FF2B5EF4-FFF2-40B4-BE49-F238E27FC236}">
                <a16:creationId xmlns:a16="http://schemas.microsoft.com/office/drawing/2014/main" id="{D017D694-430A-ED18-A183-FD9F1CD309F7}"/>
              </a:ext>
            </a:extLst>
          </p:cNvPr>
          <p:cNvSpPr/>
          <p:nvPr/>
        </p:nvSpPr>
        <p:spPr>
          <a:xfrm>
            <a:off x="2069775"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4" name="Rectangle 923">
            <a:extLst>
              <a:ext uri="{FF2B5EF4-FFF2-40B4-BE49-F238E27FC236}">
                <a16:creationId xmlns:a16="http://schemas.microsoft.com/office/drawing/2014/main" id="{FA1597A1-8B19-477C-BB14-3286F5B7D3C1}"/>
              </a:ext>
            </a:extLst>
          </p:cNvPr>
          <p:cNvSpPr/>
          <p:nvPr/>
        </p:nvSpPr>
        <p:spPr>
          <a:xfrm>
            <a:off x="2730595"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5" name="Rectangle 924">
            <a:extLst>
              <a:ext uri="{FF2B5EF4-FFF2-40B4-BE49-F238E27FC236}">
                <a16:creationId xmlns:a16="http://schemas.microsoft.com/office/drawing/2014/main" id="{1EFDABF4-D5C8-B02E-9E5C-321C7B7C1B33}"/>
              </a:ext>
            </a:extLst>
          </p:cNvPr>
          <p:cNvSpPr/>
          <p:nvPr/>
        </p:nvSpPr>
        <p:spPr>
          <a:xfrm>
            <a:off x="4052234"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6" name="Rectangle 925">
            <a:extLst>
              <a:ext uri="{FF2B5EF4-FFF2-40B4-BE49-F238E27FC236}">
                <a16:creationId xmlns:a16="http://schemas.microsoft.com/office/drawing/2014/main" id="{6379093B-9188-AE23-A718-D68097C0BC62}"/>
              </a:ext>
            </a:extLst>
          </p:cNvPr>
          <p:cNvSpPr/>
          <p:nvPr/>
        </p:nvSpPr>
        <p:spPr>
          <a:xfrm>
            <a:off x="3391413"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7" name="Rectangle 926">
            <a:extLst>
              <a:ext uri="{FF2B5EF4-FFF2-40B4-BE49-F238E27FC236}">
                <a16:creationId xmlns:a16="http://schemas.microsoft.com/office/drawing/2014/main" id="{DCEADFE4-4F68-82FA-3E9A-3C4581F9ADE7}"/>
              </a:ext>
            </a:extLst>
          </p:cNvPr>
          <p:cNvSpPr/>
          <p:nvPr/>
        </p:nvSpPr>
        <p:spPr>
          <a:xfrm>
            <a:off x="4713056"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8" name="Rectangle 927">
            <a:extLst>
              <a:ext uri="{FF2B5EF4-FFF2-40B4-BE49-F238E27FC236}">
                <a16:creationId xmlns:a16="http://schemas.microsoft.com/office/drawing/2014/main" id="{6353F867-D925-8268-301C-03A1E19D4DFA}"/>
              </a:ext>
            </a:extLst>
          </p:cNvPr>
          <p:cNvSpPr/>
          <p:nvPr/>
        </p:nvSpPr>
        <p:spPr>
          <a:xfrm>
            <a:off x="5373873"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9" name="Rectangle 928">
            <a:extLst>
              <a:ext uri="{FF2B5EF4-FFF2-40B4-BE49-F238E27FC236}">
                <a16:creationId xmlns:a16="http://schemas.microsoft.com/office/drawing/2014/main" id="{8361DA1D-BA0C-7CF8-35A5-BF17F2B4EB55}"/>
              </a:ext>
            </a:extLst>
          </p:cNvPr>
          <p:cNvSpPr/>
          <p:nvPr/>
        </p:nvSpPr>
        <p:spPr>
          <a:xfrm>
            <a:off x="6695512"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0" name="Rectangle 929">
            <a:extLst>
              <a:ext uri="{FF2B5EF4-FFF2-40B4-BE49-F238E27FC236}">
                <a16:creationId xmlns:a16="http://schemas.microsoft.com/office/drawing/2014/main" id="{C56C42BA-9FA6-E7FF-D70C-E25ECBA7098A}"/>
              </a:ext>
            </a:extLst>
          </p:cNvPr>
          <p:cNvSpPr/>
          <p:nvPr/>
        </p:nvSpPr>
        <p:spPr>
          <a:xfrm>
            <a:off x="6034694"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1" name="Rectangle 930">
            <a:extLst>
              <a:ext uri="{FF2B5EF4-FFF2-40B4-BE49-F238E27FC236}">
                <a16:creationId xmlns:a16="http://schemas.microsoft.com/office/drawing/2014/main" id="{EBDEDCD3-D496-956C-581D-C6D17FA758EB}"/>
              </a:ext>
            </a:extLst>
          </p:cNvPr>
          <p:cNvSpPr/>
          <p:nvPr/>
        </p:nvSpPr>
        <p:spPr>
          <a:xfrm>
            <a:off x="8141870"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2" name="Rectangle 931">
            <a:extLst>
              <a:ext uri="{FF2B5EF4-FFF2-40B4-BE49-F238E27FC236}">
                <a16:creationId xmlns:a16="http://schemas.microsoft.com/office/drawing/2014/main" id="{B9C8D7E1-14ED-78D7-3DDE-AFADF8D2E4E9}"/>
              </a:ext>
            </a:extLst>
          </p:cNvPr>
          <p:cNvSpPr/>
          <p:nvPr/>
        </p:nvSpPr>
        <p:spPr>
          <a:xfrm>
            <a:off x="7481052" y="5951282"/>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3" name="Rectangle 932">
            <a:extLst>
              <a:ext uri="{FF2B5EF4-FFF2-40B4-BE49-F238E27FC236}">
                <a16:creationId xmlns:a16="http://schemas.microsoft.com/office/drawing/2014/main" id="{5E75D7B9-EEBD-5359-2238-B62841E8E344}"/>
              </a:ext>
            </a:extLst>
          </p:cNvPr>
          <p:cNvSpPr/>
          <p:nvPr/>
        </p:nvSpPr>
        <p:spPr>
          <a:xfrm>
            <a:off x="2069775"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4" name="Rectangle 933">
            <a:extLst>
              <a:ext uri="{FF2B5EF4-FFF2-40B4-BE49-F238E27FC236}">
                <a16:creationId xmlns:a16="http://schemas.microsoft.com/office/drawing/2014/main" id="{483394A0-3F02-0B97-AEED-6C555AB41C5F}"/>
              </a:ext>
            </a:extLst>
          </p:cNvPr>
          <p:cNvSpPr/>
          <p:nvPr/>
        </p:nvSpPr>
        <p:spPr>
          <a:xfrm>
            <a:off x="2730595"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5" name="Rectangle 934">
            <a:extLst>
              <a:ext uri="{FF2B5EF4-FFF2-40B4-BE49-F238E27FC236}">
                <a16:creationId xmlns:a16="http://schemas.microsoft.com/office/drawing/2014/main" id="{533C92F6-9374-3BC1-9065-F6E9A8937608}"/>
              </a:ext>
            </a:extLst>
          </p:cNvPr>
          <p:cNvSpPr/>
          <p:nvPr/>
        </p:nvSpPr>
        <p:spPr>
          <a:xfrm>
            <a:off x="4052234"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6" name="Rectangle 935">
            <a:extLst>
              <a:ext uri="{FF2B5EF4-FFF2-40B4-BE49-F238E27FC236}">
                <a16:creationId xmlns:a16="http://schemas.microsoft.com/office/drawing/2014/main" id="{1DBE6C08-F600-3BA4-087C-CAB4D6CBECB8}"/>
              </a:ext>
            </a:extLst>
          </p:cNvPr>
          <p:cNvSpPr/>
          <p:nvPr/>
        </p:nvSpPr>
        <p:spPr>
          <a:xfrm>
            <a:off x="3391413"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7" name="Rectangle 936">
            <a:extLst>
              <a:ext uri="{FF2B5EF4-FFF2-40B4-BE49-F238E27FC236}">
                <a16:creationId xmlns:a16="http://schemas.microsoft.com/office/drawing/2014/main" id="{2D12D1D2-7DFC-019F-74BE-DDDEF1B12AF9}"/>
              </a:ext>
            </a:extLst>
          </p:cNvPr>
          <p:cNvSpPr/>
          <p:nvPr/>
        </p:nvSpPr>
        <p:spPr>
          <a:xfrm>
            <a:off x="4713056"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8" name="Rectangle 937">
            <a:extLst>
              <a:ext uri="{FF2B5EF4-FFF2-40B4-BE49-F238E27FC236}">
                <a16:creationId xmlns:a16="http://schemas.microsoft.com/office/drawing/2014/main" id="{6D6CB94D-7AC5-09FC-0F8B-8BA06EFD4926}"/>
              </a:ext>
            </a:extLst>
          </p:cNvPr>
          <p:cNvSpPr/>
          <p:nvPr/>
        </p:nvSpPr>
        <p:spPr>
          <a:xfrm>
            <a:off x="5373873"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39" name="Rectangle 938">
            <a:extLst>
              <a:ext uri="{FF2B5EF4-FFF2-40B4-BE49-F238E27FC236}">
                <a16:creationId xmlns:a16="http://schemas.microsoft.com/office/drawing/2014/main" id="{87B7DDD8-464E-70A8-7AAB-FF6D8FEBDCAC}"/>
              </a:ext>
            </a:extLst>
          </p:cNvPr>
          <p:cNvSpPr/>
          <p:nvPr/>
        </p:nvSpPr>
        <p:spPr>
          <a:xfrm>
            <a:off x="6695512"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0" name="Rectangle 939">
            <a:extLst>
              <a:ext uri="{FF2B5EF4-FFF2-40B4-BE49-F238E27FC236}">
                <a16:creationId xmlns:a16="http://schemas.microsoft.com/office/drawing/2014/main" id="{524E32F9-4A84-189F-A345-A0A1F22ABC5F}"/>
              </a:ext>
            </a:extLst>
          </p:cNvPr>
          <p:cNvSpPr/>
          <p:nvPr/>
        </p:nvSpPr>
        <p:spPr>
          <a:xfrm>
            <a:off x="6034694" y="6265633"/>
            <a:ext cx="603569" cy="250870"/>
          </a:xfrm>
          <a:prstGeom prst="rect">
            <a:avLst/>
          </a:prstGeom>
          <a:solidFill>
            <a:schemeClr val="bg2"/>
          </a:solidFill>
          <a:ln w="22225">
            <a:solidFill>
              <a:srgbClr val="5D5A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1" name="Rectangle 940">
            <a:extLst>
              <a:ext uri="{FF2B5EF4-FFF2-40B4-BE49-F238E27FC236}">
                <a16:creationId xmlns:a16="http://schemas.microsoft.com/office/drawing/2014/main" id="{20BAB5D8-AEE6-DCD1-2186-688C77C809E1}"/>
              </a:ext>
            </a:extLst>
          </p:cNvPr>
          <p:cNvSpPr/>
          <p:nvPr/>
        </p:nvSpPr>
        <p:spPr>
          <a:xfrm>
            <a:off x="7479488" y="6273548"/>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2" name="Rectangle 941">
            <a:extLst>
              <a:ext uri="{FF2B5EF4-FFF2-40B4-BE49-F238E27FC236}">
                <a16:creationId xmlns:a16="http://schemas.microsoft.com/office/drawing/2014/main" id="{61EF2737-F0C1-4324-A647-EDD5889C40B9}"/>
              </a:ext>
            </a:extLst>
          </p:cNvPr>
          <p:cNvSpPr/>
          <p:nvPr/>
        </p:nvSpPr>
        <p:spPr>
          <a:xfrm>
            <a:off x="8149756" y="6273548"/>
            <a:ext cx="603569" cy="250870"/>
          </a:xfrm>
          <a:prstGeom prst="rect">
            <a:avLst/>
          </a:prstGeom>
          <a:pattFill prst="wdDnDiag">
            <a:fgClr>
              <a:schemeClr val="bg1"/>
            </a:fgClr>
            <a:bgClr>
              <a:schemeClr val="tx2">
                <a:lumMod val="75000"/>
                <a:lumOff val="25000"/>
              </a:schemeClr>
            </a:bgClr>
          </a:pattFill>
          <a:ln w="222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48" name="TextBox 947">
            <a:extLst>
              <a:ext uri="{FF2B5EF4-FFF2-40B4-BE49-F238E27FC236}">
                <a16:creationId xmlns:a16="http://schemas.microsoft.com/office/drawing/2014/main" id="{217C8D65-1A21-94B8-CA7E-B11467AB7256}"/>
              </a:ext>
            </a:extLst>
          </p:cNvPr>
          <p:cNvSpPr txBox="1"/>
          <p:nvPr/>
        </p:nvSpPr>
        <p:spPr>
          <a:xfrm>
            <a:off x="8889406" y="6081324"/>
            <a:ext cx="1633064" cy="461665"/>
          </a:xfrm>
          <a:prstGeom prst="rect">
            <a:avLst/>
          </a:prstGeom>
          <a:noFill/>
        </p:spPr>
        <p:txBody>
          <a:bodyPr wrap="square" rtlCol="0">
            <a:spAutoFit/>
          </a:bodyPr>
          <a:lstStyle/>
          <a:p>
            <a:r>
              <a:rPr lang="en-US" sz="2400" dirty="0"/>
              <a:t>Tier-2 ECC</a:t>
            </a:r>
          </a:p>
        </p:txBody>
      </p:sp>
      <p:sp>
        <p:nvSpPr>
          <p:cNvPr id="950" name="Title 949">
            <a:extLst>
              <a:ext uri="{FF2B5EF4-FFF2-40B4-BE49-F238E27FC236}">
                <a16:creationId xmlns:a16="http://schemas.microsoft.com/office/drawing/2014/main" id="{4DABDFE7-E7F4-2346-3630-38FEAF29AFBA}"/>
              </a:ext>
            </a:extLst>
          </p:cNvPr>
          <p:cNvSpPr>
            <a:spLocks noGrp="1"/>
          </p:cNvSpPr>
          <p:nvPr>
            <p:ph type="title"/>
          </p:nvPr>
        </p:nvSpPr>
        <p:spPr/>
        <p:txBody>
          <a:bodyPr/>
          <a:lstStyle/>
          <a:p>
            <a:r>
              <a:rPr lang="en-US" dirty="0"/>
              <a:t>Workflow</a:t>
            </a:r>
          </a:p>
        </p:txBody>
      </p:sp>
      <p:sp>
        <p:nvSpPr>
          <p:cNvPr id="951" name="TextBox 950">
            <a:extLst>
              <a:ext uri="{FF2B5EF4-FFF2-40B4-BE49-F238E27FC236}">
                <a16:creationId xmlns:a16="http://schemas.microsoft.com/office/drawing/2014/main" id="{BFEA7624-6B4B-86EB-26DD-7B57DDA482F5}"/>
              </a:ext>
            </a:extLst>
          </p:cNvPr>
          <p:cNvSpPr txBox="1"/>
          <p:nvPr/>
        </p:nvSpPr>
        <p:spPr>
          <a:xfrm>
            <a:off x="703116" y="10646639"/>
            <a:ext cx="11976420" cy="830997"/>
          </a:xfrm>
          <a:prstGeom prst="rect">
            <a:avLst/>
          </a:prstGeom>
          <a:solidFill>
            <a:schemeClr val="bg1">
              <a:alpha val="71000"/>
            </a:schemeClr>
          </a:solidFill>
          <a:ln w="34925">
            <a:solidFill>
              <a:srgbClr val="FF0000"/>
            </a:solidFill>
            <a:prstDash val="dash"/>
          </a:ln>
        </p:spPr>
        <p:txBody>
          <a:bodyPr wrap="none" rtlCol="0">
            <a:spAutoFit/>
          </a:bodyPr>
          <a:lstStyle/>
          <a:p>
            <a:r>
              <a:rPr lang="en-US" sz="4800" dirty="0">
                <a:solidFill>
                  <a:srgbClr val="FF0000"/>
                </a:solidFill>
              </a:rPr>
              <a:t>96% DRAM bandwidth utilized for data transfer</a:t>
            </a:r>
          </a:p>
        </p:txBody>
      </p:sp>
    </p:spTree>
    <p:extLst>
      <p:ext uri="{BB962C8B-B14F-4D97-AF65-F5344CB8AC3E}">
        <p14:creationId xmlns:p14="http://schemas.microsoft.com/office/powerpoint/2010/main" val="1985002244"/>
      </p:ext>
    </p:extLst>
  </p:cSld>
  <p:clrMapOvr>
    <a:masterClrMapping/>
  </p:clrMapOvr>
  <mc:AlternateContent xmlns:mc="http://schemas.openxmlformats.org/markup-compatibility/2006" xmlns:p14="http://schemas.microsoft.com/office/powerpoint/2010/main">
    <mc:Choice Requires="p14">
      <p:transition spd="slow" p14:dur="2000" advTm="6768"/>
    </mc:Choice>
    <mc:Fallback xmlns="">
      <p:transition spd="slow" advTm="6768"/>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37EA3-BC24-2DB8-0510-7759BC39CE56}"/>
              </a:ext>
            </a:extLst>
          </p:cNvPr>
          <p:cNvSpPr>
            <a:spLocks noGrp="1"/>
          </p:cNvSpPr>
          <p:nvPr>
            <p:ph type="title"/>
          </p:nvPr>
        </p:nvSpPr>
        <p:spPr/>
        <p:txBody>
          <a:bodyPr/>
          <a:lstStyle/>
          <a:p>
            <a:r>
              <a:rPr lang="en-US" dirty="0"/>
              <a:t>Access Pattern of Workloads</a:t>
            </a:r>
          </a:p>
        </p:txBody>
      </p:sp>
      <p:pic>
        <p:nvPicPr>
          <p:cNvPr id="5" name="Picture 4" descr="A graph of a number and a bar&#10;&#10;AI-generated content may be incorrect.">
            <a:extLst>
              <a:ext uri="{FF2B5EF4-FFF2-40B4-BE49-F238E27FC236}">
                <a16:creationId xmlns:a16="http://schemas.microsoft.com/office/drawing/2014/main" id="{F9328B1B-ACD8-FD91-C926-93D8D8F30FF0}"/>
              </a:ext>
            </a:extLst>
          </p:cNvPr>
          <p:cNvPicPr>
            <a:picLocks noChangeAspect="1"/>
          </p:cNvPicPr>
          <p:nvPr/>
        </p:nvPicPr>
        <p:blipFill>
          <a:blip r:embed="rId3"/>
          <a:stretch>
            <a:fillRect/>
          </a:stretch>
        </p:blipFill>
        <p:spPr>
          <a:xfrm>
            <a:off x="402192" y="3620170"/>
            <a:ext cx="11387616" cy="3618831"/>
          </a:xfrm>
          <a:prstGeom prst="rect">
            <a:avLst/>
          </a:prstGeom>
        </p:spPr>
      </p:pic>
      <p:sp>
        <p:nvSpPr>
          <p:cNvPr id="4" name="Rectangle 3">
            <a:extLst>
              <a:ext uri="{FF2B5EF4-FFF2-40B4-BE49-F238E27FC236}">
                <a16:creationId xmlns:a16="http://schemas.microsoft.com/office/drawing/2014/main" id="{2A0E5119-5F9C-117C-ADA9-5F91CE2E37C0}"/>
              </a:ext>
            </a:extLst>
          </p:cNvPr>
          <p:cNvSpPr/>
          <p:nvPr/>
        </p:nvSpPr>
        <p:spPr>
          <a:xfrm>
            <a:off x="5353397" y="4572001"/>
            <a:ext cx="3225339" cy="1891145"/>
          </a:xfrm>
          <a:prstGeom prst="rect">
            <a:avLst/>
          </a:prstGeom>
          <a:noFill/>
          <a:ln w="4762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7914E3C-32D9-8EA5-A0B2-A2D513714E20}"/>
              </a:ext>
            </a:extLst>
          </p:cNvPr>
          <p:cNvSpPr/>
          <p:nvPr/>
        </p:nvSpPr>
        <p:spPr>
          <a:xfrm>
            <a:off x="8744989" y="4222866"/>
            <a:ext cx="1410804" cy="1891145"/>
          </a:xfrm>
          <a:prstGeom prst="rect">
            <a:avLst/>
          </a:prstGeom>
          <a:noFill/>
          <a:ln w="4762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292FB1F-C093-68C5-0325-D69CF53B8415}"/>
              </a:ext>
            </a:extLst>
          </p:cNvPr>
          <p:cNvCxnSpPr/>
          <p:nvPr/>
        </p:nvCxnSpPr>
        <p:spPr>
          <a:xfrm flipH="1">
            <a:off x="6816437" y="3237808"/>
            <a:ext cx="465513" cy="1334193"/>
          </a:xfrm>
          <a:prstGeom prst="straightConnector1">
            <a:avLst/>
          </a:prstGeom>
          <a:ln w="444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7BC45FA-AAF8-4705-7284-91A4F1428A8B}"/>
              </a:ext>
            </a:extLst>
          </p:cNvPr>
          <p:cNvSpPr txBox="1"/>
          <p:nvPr/>
        </p:nvSpPr>
        <p:spPr>
          <a:xfrm>
            <a:off x="3391593" y="2776143"/>
            <a:ext cx="4030847" cy="461665"/>
          </a:xfrm>
          <a:prstGeom prst="rect">
            <a:avLst/>
          </a:prstGeom>
          <a:noFill/>
        </p:spPr>
        <p:txBody>
          <a:bodyPr wrap="none" rtlCol="0">
            <a:spAutoFit/>
          </a:bodyPr>
          <a:lstStyle/>
          <a:p>
            <a:r>
              <a:rPr lang="en-US" sz="2400" dirty="0">
                <a:solidFill>
                  <a:srgbClr val="FF0000"/>
                </a:solidFill>
              </a:rPr>
              <a:t>large-scale sequential accesses</a:t>
            </a:r>
          </a:p>
        </p:txBody>
      </p:sp>
      <p:cxnSp>
        <p:nvCxnSpPr>
          <p:cNvPr id="10" name="Straight Arrow Connector 9">
            <a:extLst>
              <a:ext uri="{FF2B5EF4-FFF2-40B4-BE49-F238E27FC236}">
                <a16:creationId xmlns:a16="http://schemas.microsoft.com/office/drawing/2014/main" id="{F93A02A5-703F-B97C-0305-F08B1DF8922C}"/>
              </a:ext>
            </a:extLst>
          </p:cNvPr>
          <p:cNvCxnSpPr>
            <a:cxnSpLocks/>
          </p:cNvCxnSpPr>
          <p:nvPr/>
        </p:nvCxnSpPr>
        <p:spPr>
          <a:xfrm flipH="1">
            <a:off x="9853597" y="3171631"/>
            <a:ext cx="701207" cy="1051234"/>
          </a:xfrm>
          <a:prstGeom prst="straightConnector1">
            <a:avLst/>
          </a:prstGeom>
          <a:ln w="444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986DF9B-3109-F5F5-5E97-8255CE8CF370}"/>
              </a:ext>
            </a:extLst>
          </p:cNvPr>
          <p:cNvSpPr txBox="1"/>
          <p:nvPr/>
        </p:nvSpPr>
        <p:spPr>
          <a:xfrm>
            <a:off x="7871237" y="2776143"/>
            <a:ext cx="4068101" cy="461665"/>
          </a:xfrm>
          <a:prstGeom prst="rect">
            <a:avLst/>
          </a:prstGeom>
          <a:noFill/>
        </p:spPr>
        <p:txBody>
          <a:bodyPr wrap="none" rtlCol="0">
            <a:spAutoFit/>
          </a:bodyPr>
          <a:lstStyle/>
          <a:p>
            <a:r>
              <a:rPr lang="en-US" sz="2400" dirty="0">
                <a:solidFill>
                  <a:srgbClr val="FF0000"/>
                </a:solidFill>
              </a:rPr>
              <a:t>small-scale sequential accesses</a:t>
            </a:r>
          </a:p>
        </p:txBody>
      </p:sp>
    </p:spTree>
    <p:extLst>
      <p:ext uri="{BB962C8B-B14F-4D97-AF65-F5344CB8AC3E}">
        <p14:creationId xmlns:p14="http://schemas.microsoft.com/office/powerpoint/2010/main" val="1106111589"/>
      </p:ext>
    </p:extLst>
  </p:cSld>
  <p:clrMapOvr>
    <a:masterClrMapping/>
  </p:clrMapOvr>
  <mc:AlternateContent xmlns:mc="http://schemas.openxmlformats.org/markup-compatibility/2006" xmlns:p14="http://schemas.microsoft.com/office/powerpoint/2010/main">
    <mc:Choice Requires="p14">
      <p:transition spd="slow" p14:dur="2000" advTm="51295"/>
    </mc:Choice>
    <mc:Fallback xmlns="">
      <p:transition spd="slow" advTm="51295"/>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C8CF-E7B6-DE4F-599B-EDEB28579C1F}"/>
              </a:ext>
            </a:extLst>
          </p:cNvPr>
          <p:cNvSpPr>
            <a:spLocks noGrp="1"/>
          </p:cNvSpPr>
          <p:nvPr>
            <p:ph type="title"/>
          </p:nvPr>
        </p:nvSpPr>
        <p:spPr/>
        <p:txBody>
          <a:bodyPr/>
          <a:lstStyle/>
          <a:p>
            <a:r>
              <a:rPr lang="en-US" dirty="0"/>
              <a:t>Performance</a:t>
            </a:r>
          </a:p>
        </p:txBody>
      </p:sp>
      <p:pic>
        <p:nvPicPr>
          <p:cNvPr id="5" name="Picture 4" descr="A graph of a graph with a red line&#10;&#10;AI-generated content may be incorrect.">
            <a:extLst>
              <a:ext uri="{FF2B5EF4-FFF2-40B4-BE49-F238E27FC236}">
                <a16:creationId xmlns:a16="http://schemas.microsoft.com/office/drawing/2014/main" id="{96B44EA0-BFF9-D782-2207-01DE3E413E85}"/>
              </a:ext>
            </a:extLst>
          </p:cNvPr>
          <p:cNvPicPr>
            <a:picLocks noChangeAspect="1"/>
          </p:cNvPicPr>
          <p:nvPr/>
        </p:nvPicPr>
        <p:blipFill>
          <a:blip r:embed="rId3"/>
          <a:srcRect l="24820" t="5991" r="14940" b="78751"/>
          <a:stretch>
            <a:fillRect/>
          </a:stretch>
        </p:blipFill>
        <p:spPr>
          <a:xfrm>
            <a:off x="439161" y="6827145"/>
            <a:ext cx="11720709" cy="621689"/>
          </a:xfrm>
          <a:prstGeom prst="rect">
            <a:avLst/>
          </a:prstGeom>
        </p:spPr>
      </p:pic>
      <p:grpSp>
        <p:nvGrpSpPr>
          <p:cNvPr id="7" name="Group 6">
            <a:extLst>
              <a:ext uri="{FF2B5EF4-FFF2-40B4-BE49-F238E27FC236}">
                <a16:creationId xmlns:a16="http://schemas.microsoft.com/office/drawing/2014/main" id="{8C47D32F-A8B4-ECF7-B9EE-2BEF247B7346}"/>
              </a:ext>
            </a:extLst>
          </p:cNvPr>
          <p:cNvGrpSpPr/>
          <p:nvPr/>
        </p:nvGrpSpPr>
        <p:grpSpPr>
          <a:xfrm>
            <a:off x="439160" y="2613026"/>
            <a:ext cx="11752840" cy="4304301"/>
            <a:chOff x="2361236" y="2537749"/>
            <a:chExt cx="6879701" cy="2519587"/>
          </a:xfrm>
        </p:grpSpPr>
        <p:pic>
          <p:nvPicPr>
            <p:cNvPr id="3" name="Picture 2" descr="A graph of a graph with a red line&#10;&#10;AI-generated content may be incorrect.">
              <a:extLst>
                <a:ext uri="{FF2B5EF4-FFF2-40B4-BE49-F238E27FC236}">
                  <a16:creationId xmlns:a16="http://schemas.microsoft.com/office/drawing/2014/main" id="{F29157E0-C706-05D2-2905-3D691967771E}"/>
                </a:ext>
              </a:extLst>
            </p:cNvPr>
            <p:cNvPicPr>
              <a:picLocks noChangeAspect="1"/>
            </p:cNvPicPr>
            <p:nvPr/>
          </p:nvPicPr>
          <p:blipFill>
            <a:blip r:embed="rId3"/>
            <a:srcRect r="93033"/>
            <a:stretch>
              <a:fillRect/>
            </a:stretch>
          </p:blipFill>
          <p:spPr>
            <a:xfrm>
              <a:off x="2361236" y="2537749"/>
              <a:ext cx="838200" cy="2519587"/>
            </a:xfrm>
            <a:prstGeom prst="rect">
              <a:avLst/>
            </a:prstGeom>
          </p:spPr>
        </p:pic>
        <p:pic>
          <p:nvPicPr>
            <p:cNvPr id="4" name="Picture 3" descr="A graph of a graph with a red line&#10;&#10;AI-generated content may be incorrect.">
              <a:extLst>
                <a:ext uri="{FF2B5EF4-FFF2-40B4-BE49-F238E27FC236}">
                  <a16:creationId xmlns:a16="http://schemas.microsoft.com/office/drawing/2014/main" id="{BA37F2FB-2985-13A1-FBEF-370A4DE8000F}"/>
                </a:ext>
              </a:extLst>
            </p:cNvPr>
            <p:cNvPicPr>
              <a:picLocks noChangeAspect="1"/>
            </p:cNvPicPr>
            <p:nvPr/>
          </p:nvPicPr>
          <p:blipFill>
            <a:blip r:embed="rId3"/>
            <a:srcRect l="49837" r="-56"/>
            <a:stretch>
              <a:fillRect/>
            </a:stretch>
          </p:blipFill>
          <p:spPr>
            <a:xfrm>
              <a:off x="3199435" y="2537749"/>
              <a:ext cx="6041502" cy="2519587"/>
            </a:xfrm>
            <a:prstGeom prst="rect">
              <a:avLst/>
            </a:prstGeom>
          </p:spPr>
        </p:pic>
      </p:grpSp>
      <p:sp>
        <p:nvSpPr>
          <p:cNvPr id="8" name="Rectangle 7">
            <a:extLst>
              <a:ext uri="{FF2B5EF4-FFF2-40B4-BE49-F238E27FC236}">
                <a16:creationId xmlns:a16="http://schemas.microsoft.com/office/drawing/2014/main" id="{6C2A84C6-4440-3527-589E-505BB02C731D}"/>
              </a:ext>
            </a:extLst>
          </p:cNvPr>
          <p:cNvSpPr/>
          <p:nvPr/>
        </p:nvSpPr>
        <p:spPr>
          <a:xfrm>
            <a:off x="1802504" y="2955175"/>
            <a:ext cx="9271896" cy="500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68577666"/>
      </p:ext>
    </p:extLst>
  </p:cSld>
  <p:clrMapOvr>
    <a:masterClrMapping/>
  </p:clrMapOvr>
  <mc:AlternateContent xmlns:mc="http://schemas.openxmlformats.org/markup-compatibility/2006" xmlns:p14="http://schemas.microsoft.com/office/powerpoint/2010/main">
    <mc:Choice Requires="p14">
      <p:transition spd="slow" p14:dur="2000" advTm="23598"/>
    </mc:Choice>
    <mc:Fallback xmlns="">
      <p:transition spd="slow" advTm="23598"/>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0AC1-FEE3-5A0F-D3EE-37DC567282E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F6199D-A2D3-68D7-6C71-FE12F5C7171A}"/>
              </a:ext>
            </a:extLst>
          </p:cNvPr>
          <p:cNvSpPr>
            <a:spLocks noGrp="1"/>
          </p:cNvSpPr>
          <p:nvPr>
            <p:ph type="sldNum" sz="quarter" idx="12"/>
          </p:nvPr>
        </p:nvSpPr>
        <p:spPr/>
        <p:txBody>
          <a:bodyPr/>
          <a:lstStyle/>
          <a:p>
            <a:fld id="{D5244C39-EA1C-4830-B3FA-E06130CB504B}" type="slidenum">
              <a:rPr lang="en-US" smtClean="0"/>
              <a:pPr/>
              <a:t>67</a:t>
            </a:fld>
            <a:endParaRPr lang="en-US"/>
          </a:p>
        </p:txBody>
      </p:sp>
      <p:sp>
        <p:nvSpPr>
          <p:cNvPr id="4" name="Title 3">
            <a:extLst>
              <a:ext uri="{FF2B5EF4-FFF2-40B4-BE49-F238E27FC236}">
                <a16:creationId xmlns:a16="http://schemas.microsoft.com/office/drawing/2014/main" id="{9FB5A053-0052-5EE5-947D-DD30F42F6293}"/>
              </a:ext>
            </a:extLst>
          </p:cNvPr>
          <p:cNvSpPr>
            <a:spLocks noGrp="1"/>
          </p:cNvSpPr>
          <p:nvPr>
            <p:ph type="title"/>
          </p:nvPr>
        </p:nvSpPr>
        <p:spPr/>
        <p:txBody>
          <a:bodyPr/>
          <a:lstStyle/>
          <a:p>
            <a:r>
              <a:rPr lang="en-US" dirty="0"/>
              <a:t>Case Study 3: ECC -&gt; Cost</a:t>
            </a:r>
          </a:p>
        </p:txBody>
      </p:sp>
      <p:sp>
        <p:nvSpPr>
          <p:cNvPr id="8" name="Content Placeholder 7">
            <a:extLst>
              <a:ext uri="{FF2B5EF4-FFF2-40B4-BE49-F238E27FC236}">
                <a16:creationId xmlns:a16="http://schemas.microsoft.com/office/drawing/2014/main" id="{6665FFD6-C5AD-B09F-5FB6-42C0115189FD}"/>
              </a:ext>
            </a:extLst>
          </p:cNvPr>
          <p:cNvSpPr>
            <a:spLocks noGrp="1"/>
          </p:cNvSpPr>
          <p:nvPr>
            <p:ph idx="1"/>
          </p:nvPr>
        </p:nvSpPr>
        <p:spPr>
          <a:xfrm>
            <a:off x="622300" y="3897443"/>
            <a:ext cx="10515600" cy="1723870"/>
          </a:xfrm>
        </p:spPr>
        <p:txBody>
          <a:bodyPr>
            <a:normAutofit/>
          </a:bodyPr>
          <a:lstStyle/>
          <a:p>
            <a:pPr marL="0" indent="0" algn="ctr">
              <a:lnSpc>
                <a:spcPct val="120000"/>
              </a:lnSpc>
              <a:buNone/>
            </a:pPr>
            <a:r>
              <a:rPr lang="en-US" altLang="zh-CN" sz="4000" dirty="0"/>
              <a:t>SCREME: A Scalable Framework for Resilient Memory Design</a:t>
            </a:r>
          </a:p>
        </p:txBody>
      </p:sp>
      <p:sp>
        <p:nvSpPr>
          <p:cNvPr id="5" name="TextBox 4">
            <a:extLst>
              <a:ext uri="{FF2B5EF4-FFF2-40B4-BE49-F238E27FC236}">
                <a16:creationId xmlns:a16="http://schemas.microsoft.com/office/drawing/2014/main" id="{5E94A748-B2EC-7FF1-83B2-AF23A420ED96}"/>
              </a:ext>
            </a:extLst>
          </p:cNvPr>
          <p:cNvSpPr txBox="1"/>
          <p:nvPr/>
        </p:nvSpPr>
        <p:spPr>
          <a:xfrm>
            <a:off x="5463500" y="7391836"/>
            <a:ext cx="6347500" cy="1077026"/>
          </a:xfrm>
          <a:prstGeom prst="rect">
            <a:avLst/>
          </a:prstGeom>
          <a:noFill/>
        </p:spPr>
        <p:txBody>
          <a:bodyPr wrap="square">
            <a:spAutoFit/>
          </a:bodyPr>
          <a:lstStyle/>
          <a:p>
            <a:r>
              <a:rPr lang="en-US" sz="2133" dirty="0"/>
              <a:t>Fan Li, Mimi Xie, Yanan Guo, Huize Li, and Xin </a:t>
            </a:r>
            <a:r>
              <a:rPr lang="en-US" sz="2133" dirty="0" err="1"/>
              <a:t>Xin</a:t>
            </a:r>
            <a:r>
              <a:rPr lang="en-US" sz="2133" dirty="0"/>
              <a:t>, "SCREME: A Scalable Framework for Resilient Memory Design." PACT 2025.</a:t>
            </a:r>
          </a:p>
        </p:txBody>
      </p:sp>
    </p:spTree>
    <p:extLst>
      <p:ext uri="{BB962C8B-B14F-4D97-AF65-F5344CB8AC3E}">
        <p14:creationId xmlns:p14="http://schemas.microsoft.com/office/powerpoint/2010/main" val="40897735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62D3-13BC-AE82-6899-64C4FDDDB6FE}"/>
              </a:ext>
            </a:extLst>
          </p:cNvPr>
          <p:cNvSpPr>
            <a:spLocks noGrp="1"/>
          </p:cNvSpPr>
          <p:nvPr>
            <p:ph type="title"/>
          </p:nvPr>
        </p:nvSpPr>
        <p:spPr/>
        <p:txBody>
          <a:bodyPr/>
          <a:lstStyle/>
          <a:p>
            <a:r>
              <a:rPr lang="en-US" dirty="0"/>
              <a:t>Motivation</a:t>
            </a:r>
          </a:p>
        </p:txBody>
      </p:sp>
      <p:pic>
        <p:nvPicPr>
          <p:cNvPr id="4" name="Picture 3" descr="A comparison of a graph&#10;&#10;AI-generated content may be incorrect.">
            <a:extLst>
              <a:ext uri="{FF2B5EF4-FFF2-40B4-BE49-F238E27FC236}">
                <a16:creationId xmlns:a16="http://schemas.microsoft.com/office/drawing/2014/main" id="{4831C0E7-D953-656E-8647-32E998D8D7F3}"/>
              </a:ext>
            </a:extLst>
          </p:cNvPr>
          <p:cNvPicPr>
            <a:picLocks noChangeAspect="1"/>
          </p:cNvPicPr>
          <p:nvPr/>
        </p:nvPicPr>
        <p:blipFill>
          <a:blip r:embed="rId3">
            <a:extLst>
              <a:ext uri="{28A0092B-C50C-407E-A947-70E740481C1C}">
                <a14:useLocalDpi xmlns:a14="http://schemas.microsoft.com/office/drawing/2010/main" val="0"/>
              </a:ext>
            </a:extLst>
          </a:blip>
          <a:srcRect l="1" t="13693" r="-1518" b="188"/>
          <a:stretch>
            <a:fillRect/>
          </a:stretch>
        </p:blipFill>
        <p:spPr>
          <a:xfrm>
            <a:off x="838200" y="2743194"/>
            <a:ext cx="10875492" cy="3690257"/>
          </a:xfrm>
          <a:prstGeom prst="rect">
            <a:avLst/>
          </a:prstGeom>
        </p:spPr>
      </p:pic>
      <p:sp>
        <p:nvSpPr>
          <p:cNvPr id="8" name="TextBox 7">
            <a:extLst>
              <a:ext uri="{FF2B5EF4-FFF2-40B4-BE49-F238E27FC236}">
                <a16:creationId xmlns:a16="http://schemas.microsoft.com/office/drawing/2014/main" id="{DDCF4278-4ED3-3447-9867-865F6601AB74}"/>
              </a:ext>
            </a:extLst>
          </p:cNvPr>
          <p:cNvSpPr txBox="1"/>
          <p:nvPr/>
        </p:nvSpPr>
        <p:spPr>
          <a:xfrm>
            <a:off x="968829" y="6640678"/>
            <a:ext cx="10254342" cy="646331"/>
          </a:xfrm>
          <a:prstGeom prst="rect">
            <a:avLst/>
          </a:prstGeom>
          <a:noFill/>
        </p:spPr>
        <p:txBody>
          <a:bodyPr wrap="square">
            <a:spAutoFit/>
          </a:bodyPr>
          <a:lstStyle/>
          <a:p>
            <a:r>
              <a:rPr lang="en-US" sz="3600" dirty="0">
                <a:solidFill>
                  <a:srgbClr val="FF0000"/>
                </a:solidFill>
              </a:rPr>
              <a:t>Legacy DRAM chips are </a:t>
            </a:r>
            <a:r>
              <a:rPr lang="en-US" sz="3600" b="1" dirty="0">
                <a:solidFill>
                  <a:srgbClr val="FF0000"/>
                </a:solidFill>
              </a:rPr>
              <a:t>slow</a:t>
            </a:r>
            <a:r>
              <a:rPr lang="en-US" sz="3600" dirty="0">
                <a:solidFill>
                  <a:srgbClr val="FF0000"/>
                </a:solidFill>
              </a:rPr>
              <a:t> but </a:t>
            </a:r>
            <a:r>
              <a:rPr lang="en-US" sz="3600" b="1" dirty="0">
                <a:solidFill>
                  <a:srgbClr val="FF0000"/>
                </a:solidFill>
              </a:rPr>
              <a:t>low-cost</a:t>
            </a:r>
            <a:r>
              <a:rPr lang="en-US" sz="3600" dirty="0">
                <a:solidFill>
                  <a:srgbClr val="FF0000"/>
                </a:solidFill>
              </a:rPr>
              <a:t>.</a:t>
            </a:r>
          </a:p>
        </p:txBody>
      </p:sp>
      <p:sp>
        <p:nvSpPr>
          <p:cNvPr id="6" name="椭圆 7">
            <a:extLst>
              <a:ext uri="{FF2B5EF4-FFF2-40B4-BE49-F238E27FC236}">
                <a16:creationId xmlns:a16="http://schemas.microsoft.com/office/drawing/2014/main" id="{24214782-81D2-05C5-6F63-DC2BE5E8C8BE}"/>
              </a:ext>
            </a:extLst>
          </p:cNvPr>
          <p:cNvSpPr/>
          <p:nvPr/>
        </p:nvSpPr>
        <p:spPr>
          <a:xfrm>
            <a:off x="4138107" y="3095977"/>
            <a:ext cx="1268361" cy="1722552"/>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7">
            <a:extLst>
              <a:ext uri="{FF2B5EF4-FFF2-40B4-BE49-F238E27FC236}">
                <a16:creationId xmlns:a16="http://schemas.microsoft.com/office/drawing/2014/main" id="{63E36E65-2D69-F6C3-6022-D405A08E5D53}"/>
              </a:ext>
            </a:extLst>
          </p:cNvPr>
          <p:cNvSpPr/>
          <p:nvPr/>
        </p:nvSpPr>
        <p:spPr>
          <a:xfrm>
            <a:off x="9418319" y="3207480"/>
            <a:ext cx="1268361" cy="1722552"/>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337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47C5E-0C38-9A1E-F51C-DD3C4C2497DD}"/>
              </a:ext>
            </a:extLst>
          </p:cNvPr>
          <p:cNvSpPr>
            <a:spLocks noGrp="1"/>
          </p:cNvSpPr>
          <p:nvPr>
            <p:ph type="title"/>
          </p:nvPr>
        </p:nvSpPr>
        <p:spPr/>
        <p:txBody>
          <a:bodyPr/>
          <a:lstStyle/>
          <a:p>
            <a:r>
              <a:rPr lang="en-US" dirty="0"/>
              <a:t>Motivation</a:t>
            </a:r>
          </a:p>
        </p:txBody>
      </p:sp>
      <p:pic>
        <p:nvPicPr>
          <p:cNvPr id="6" name="Picture 5" descr="A black background with a black square&#10;&#10;AI-generated content may be incorrect.">
            <a:extLst>
              <a:ext uri="{FF2B5EF4-FFF2-40B4-BE49-F238E27FC236}">
                <a16:creationId xmlns:a16="http://schemas.microsoft.com/office/drawing/2014/main" id="{3E5613C9-B724-C7FD-D84A-A045CE758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1423" y="4073225"/>
            <a:ext cx="1270000" cy="1270000"/>
          </a:xfrm>
          <a:prstGeom prst="rect">
            <a:avLst/>
          </a:prstGeom>
        </p:spPr>
      </p:pic>
      <p:pic>
        <p:nvPicPr>
          <p:cNvPr id="15" name="Picture 14" descr="A green and blue computer chip&#10;&#10;AI-generated content may be incorrect.">
            <a:extLst>
              <a:ext uri="{FF2B5EF4-FFF2-40B4-BE49-F238E27FC236}">
                <a16:creationId xmlns:a16="http://schemas.microsoft.com/office/drawing/2014/main" id="{273CCC78-463B-9B2F-D1B0-8F871C5EBF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27" y="2139574"/>
            <a:ext cx="1270000" cy="1270000"/>
          </a:xfrm>
          <a:prstGeom prst="rect">
            <a:avLst/>
          </a:prstGeom>
        </p:spPr>
      </p:pic>
      <p:pic>
        <p:nvPicPr>
          <p:cNvPr id="17" name="Picture 16" descr="A green and blue computer chip&#10;&#10;AI-generated content may be incorrect.">
            <a:extLst>
              <a:ext uri="{FF2B5EF4-FFF2-40B4-BE49-F238E27FC236}">
                <a16:creationId xmlns:a16="http://schemas.microsoft.com/office/drawing/2014/main" id="{B73E3561-0B06-8BBE-F100-26E91642D4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316" y="3211779"/>
            <a:ext cx="1270000" cy="1270000"/>
          </a:xfrm>
          <a:prstGeom prst="rect">
            <a:avLst/>
          </a:prstGeom>
        </p:spPr>
      </p:pic>
      <p:pic>
        <p:nvPicPr>
          <p:cNvPr id="19" name="Picture 18" descr="A green and blue computer chip&#10;&#10;AI-generated content may be incorrect.">
            <a:extLst>
              <a:ext uri="{FF2B5EF4-FFF2-40B4-BE49-F238E27FC236}">
                <a16:creationId xmlns:a16="http://schemas.microsoft.com/office/drawing/2014/main" id="{923B8E2A-02C5-BC9F-A49A-B5D2ACF08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316" y="4403583"/>
            <a:ext cx="1270000" cy="1270000"/>
          </a:xfrm>
          <a:prstGeom prst="rect">
            <a:avLst/>
          </a:prstGeom>
        </p:spPr>
      </p:pic>
      <p:pic>
        <p:nvPicPr>
          <p:cNvPr id="24" name="Picture 23" descr="A green and blue computer chip&#10;&#10;AI-generated content may be incorrect.">
            <a:extLst>
              <a:ext uri="{FF2B5EF4-FFF2-40B4-BE49-F238E27FC236}">
                <a16:creationId xmlns:a16="http://schemas.microsoft.com/office/drawing/2014/main" id="{C15B4844-AB83-9A82-3C48-32178BCBAA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7932" y="5478162"/>
            <a:ext cx="1270000" cy="1270000"/>
          </a:xfrm>
          <a:prstGeom prst="rect">
            <a:avLst/>
          </a:prstGeom>
        </p:spPr>
      </p:pic>
      <p:cxnSp>
        <p:nvCxnSpPr>
          <p:cNvPr id="27" name="Straight Connector 26">
            <a:extLst>
              <a:ext uri="{FF2B5EF4-FFF2-40B4-BE49-F238E27FC236}">
                <a16:creationId xmlns:a16="http://schemas.microsoft.com/office/drawing/2014/main" id="{EFFE2038-9316-4DD8-C5F7-B994DE46CD98}"/>
              </a:ext>
            </a:extLst>
          </p:cNvPr>
          <p:cNvCxnSpPr>
            <a:stCxn id="6" idx="3"/>
            <a:endCxn id="15" idx="1"/>
          </p:cNvCxnSpPr>
          <p:nvPr/>
        </p:nvCxnSpPr>
        <p:spPr>
          <a:xfrm flipV="1">
            <a:off x="2691423" y="2774575"/>
            <a:ext cx="2490204" cy="1933651"/>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B7B5396-263C-60CC-0B0D-C749FF726EF6}"/>
              </a:ext>
            </a:extLst>
          </p:cNvPr>
          <p:cNvCxnSpPr>
            <a:cxnSpLocks/>
            <a:stCxn id="6" idx="3"/>
            <a:endCxn id="17" idx="1"/>
          </p:cNvCxnSpPr>
          <p:nvPr/>
        </p:nvCxnSpPr>
        <p:spPr>
          <a:xfrm flipV="1">
            <a:off x="2691424" y="3846779"/>
            <a:ext cx="3803893" cy="861446"/>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5D8667D-B9E1-E9BE-556E-875DEC6986C1}"/>
              </a:ext>
            </a:extLst>
          </p:cNvPr>
          <p:cNvCxnSpPr>
            <a:cxnSpLocks/>
            <a:stCxn id="6" idx="3"/>
            <a:endCxn id="19" idx="1"/>
          </p:cNvCxnSpPr>
          <p:nvPr/>
        </p:nvCxnSpPr>
        <p:spPr>
          <a:xfrm>
            <a:off x="2691424" y="4708225"/>
            <a:ext cx="3803893" cy="330358"/>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FFA1C02-2AF8-57CB-A628-6C2EE679674E}"/>
              </a:ext>
            </a:extLst>
          </p:cNvPr>
          <p:cNvCxnSpPr>
            <a:cxnSpLocks/>
            <a:stCxn id="6" idx="3"/>
            <a:endCxn id="24" idx="1"/>
          </p:cNvCxnSpPr>
          <p:nvPr/>
        </p:nvCxnSpPr>
        <p:spPr>
          <a:xfrm>
            <a:off x="2691424" y="4708226"/>
            <a:ext cx="2666509" cy="1404937"/>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86874DF-4ADB-F324-ABFE-20A84E78FCAA}"/>
              </a:ext>
            </a:extLst>
          </p:cNvPr>
          <p:cNvSpPr txBox="1"/>
          <p:nvPr/>
        </p:nvSpPr>
        <p:spPr>
          <a:xfrm>
            <a:off x="635053" y="6387426"/>
            <a:ext cx="11233637" cy="1323439"/>
          </a:xfrm>
          <a:prstGeom prst="rect">
            <a:avLst/>
          </a:prstGeom>
          <a:noFill/>
        </p:spPr>
        <p:txBody>
          <a:bodyPr wrap="square">
            <a:spAutoFit/>
          </a:bodyPr>
          <a:lstStyle/>
          <a:p>
            <a:r>
              <a:rPr lang="en-US" sz="4000" dirty="0">
                <a:solidFill>
                  <a:srgbClr val="FF0000"/>
                </a:solidFill>
              </a:rPr>
              <a:t>Servers require costly ECC </a:t>
            </a:r>
            <a:r>
              <a:rPr lang="en-US" altLang="zh-CN" sz="4000" dirty="0">
                <a:solidFill>
                  <a:srgbClr val="FF0000"/>
                </a:solidFill>
              </a:rPr>
              <a:t>chips</a:t>
            </a:r>
            <a:r>
              <a:rPr lang="en-US" sz="4000" dirty="0">
                <a:solidFill>
                  <a:srgbClr val="FF0000"/>
                </a:solidFill>
              </a:rPr>
              <a:t> to ensure data-integrity.</a:t>
            </a:r>
          </a:p>
        </p:txBody>
      </p:sp>
      <p:sp>
        <p:nvSpPr>
          <p:cNvPr id="51" name="TextBox 50">
            <a:extLst>
              <a:ext uri="{FF2B5EF4-FFF2-40B4-BE49-F238E27FC236}">
                <a16:creationId xmlns:a16="http://schemas.microsoft.com/office/drawing/2014/main" id="{816BBB80-F89C-498C-2ED8-766CB26D6BB1}"/>
              </a:ext>
            </a:extLst>
          </p:cNvPr>
          <p:cNvSpPr txBox="1"/>
          <p:nvPr/>
        </p:nvSpPr>
        <p:spPr>
          <a:xfrm>
            <a:off x="1411491" y="5375736"/>
            <a:ext cx="1143070" cy="523220"/>
          </a:xfrm>
          <a:prstGeom prst="rect">
            <a:avLst/>
          </a:prstGeom>
          <a:noFill/>
        </p:spPr>
        <p:txBody>
          <a:bodyPr wrap="none" rtlCol="0">
            <a:spAutoFit/>
          </a:bodyPr>
          <a:lstStyle/>
          <a:p>
            <a:r>
              <a:rPr lang="en-US" sz="2800" b="1" dirty="0"/>
              <a:t>Server</a:t>
            </a:r>
          </a:p>
        </p:txBody>
      </p:sp>
      <p:pic>
        <p:nvPicPr>
          <p:cNvPr id="53" name="Picture 52" descr="A chip with a black background&#10;&#10;AI-generated content may be incorrect.">
            <a:extLst>
              <a:ext uri="{FF2B5EF4-FFF2-40B4-BE49-F238E27FC236}">
                <a16:creationId xmlns:a16="http://schemas.microsoft.com/office/drawing/2014/main" id="{5C3A0F97-A095-4EF1-6ECC-ADDE96A289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4005" y="2718199"/>
            <a:ext cx="707887" cy="707887"/>
          </a:xfrm>
          <a:prstGeom prst="rect">
            <a:avLst/>
          </a:prstGeom>
        </p:spPr>
      </p:pic>
      <p:pic>
        <p:nvPicPr>
          <p:cNvPr id="54" name="Picture 53" descr="A chip with a black background&#10;&#10;AI-generated content may be incorrect.">
            <a:extLst>
              <a:ext uri="{FF2B5EF4-FFF2-40B4-BE49-F238E27FC236}">
                <a16:creationId xmlns:a16="http://schemas.microsoft.com/office/drawing/2014/main" id="{60D7BAF3-27DF-97A7-C5C9-4614C64828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4004" y="1922505"/>
            <a:ext cx="707887" cy="707887"/>
          </a:xfrm>
          <a:prstGeom prst="rect">
            <a:avLst/>
          </a:prstGeom>
        </p:spPr>
      </p:pic>
      <p:pic>
        <p:nvPicPr>
          <p:cNvPr id="55" name="Picture 54" descr="A chip with a black background&#10;&#10;AI-generated content may be incorrect.">
            <a:extLst>
              <a:ext uri="{FF2B5EF4-FFF2-40B4-BE49-F238E27FC236}">
                <a16:creationId xmlns:a16="http://schemas.microsoft.com/office/drawing/2014/main" id="{342BFE0F-5E87-44A4-C989-691102F4F3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9606" y="3538352"/>
            <a:ext cx="707887" cy="707887"/>
          </a:xfrm>
          <a:prstGeom prst="rect">
            <a:avLst/>
          </a:prstGeom>
        </p:spPr>
      </p:pic>
      <p:pic>
        <p:nvPicPr>
          <p:cNvPr id="56" name="Picture 55" descr="A chip with a black background&#10;&#10;AI-generated content may be incorrect.">
            <a:extLst>
              <a:ext uri="{FF2B5EF4-FFF2-40B4-BE49-F238E27FC236}">
                <a16:creationId xmlns:a16="http://schemas.microsoft.com/office/drawing/2014/main" id="{518D29DA-A532-173C-AEAF-F86C0EEBFF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6048" y="4358505"/>
            <a:ext cx="707887" cy="707887"/>
          </a:xfrm>
          <a:prstGeom prst="rect">
            <a:avLst/>
          </a:prstGeom>
        </p:spPr>
      </p:pic>
      <p:pic>
        <p:nvPicPr>
          <p:cNvPr id="58" name="Picture 57" descr="A blue chip with black text&#10;&#10;AI-generated content may be incorrect.">
            <a:extLst>
              <a:ext uri="{FF2B5EF4-FFF2-40B4-BE49-F238E27FC236}">
                <a16:creationId xmlns:a16="http://schemas.microsoft.com/office/drawing/2014/main" id="{115FD639-0D05-36F8-FC5C-FECAC3D3BF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13576" y="5190528"/>
            <a:ext cx="705416" cy="705416"/>
          </a:xfrm>
          <a:prstGeom prst="rect">
            <a:avLst/>
          </a:prstGeom>
        </p:spPr>
      </p:pic>
      <p:pic>
        <p:nvPicPr>
          <p:cNvPr id="61" name="Picture 60" descr="A blue chip with black text&#10;&#10;AI-generated content may be incorrect.">
            <a:extLst>
              <a:ext uri="{FF2B5EF4-FFF2-40B4-BE49-F238E27FC236}">
                <a16:creationId xmlns:a16="http://schemas.microsoft.com/office/drawing/2014/main" id="{061008F3-7899-FE77-BE67-A699F67C99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24003" y="5995972"/>
            <a:ext cx="705416" cy="705416"/>
          </a:xfrm>
          <a:prstGeom prst="rect">
            <a:avLst/>
          </a:prstGeom>
        </p:spPr>
      </p:pic>
      <p:sp>
        <p:nvSpPr>
          <p:cNvPr id="62" name="Left Brace 61">
            <a:extLst>
              <a:ext uri="{FF2B5EF4-FFF2-40B4-BE49-F238E27FC236}">
                <a16:creationId xmlns:a16="http://schemas.microsoft.com/office/drawing/2014/main" id="{D0B5EF57-3098-B34A-44E5-77C61360F8FA}"/>
              </a:ext>
            </a:extLst>
          </p:cNvPr>
          <p:cNvSpPr/>
          <p:nvPr/>
        </p:nvSpPr>
        <p:spPr>
          <a:xfrm>
            <a:off x="7941622" y="2276448"/>
            <a:ext cx="549239" cy="4072233"/>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4" name="Left Brace 63">
            <a:extLst>
              <a:ext uri="{FF2B5EF4-FFF2-40B4-BE49-F238E27FC236}">
                <a16:creationId xmlns:a16="http://schemas.microsoft.com/office/drawing/2014/main" id="{3B480D15-5D10-EFFC-90BF-C8713F159F06}"/>
              </a:ext>
            </a:extLst>
          </p:cNvPr>
          <p:cNvSpPr/>
          <p:nvPr/>
        </p:nvSpPr>
        <p:spPr>
          <a:xfrm rot="10800000">
            <a:off x="9318992" y="5478162"/>
            <a:ext cx="549239" cy="1039733"/>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5" name="TextBox 64">
            <a:extLst>
              <a:ext uri="{FF2B5EF4-FFF2-40B4-BE49-F238E27FC236}">
                <a16:creationId xmlns:a16="http://schemas.microsoft.com/office/drawing/2014/main" id="{DD21D62B-B7A2-C4C7-7212-9B5AAEB57E3C}"/>
              </a:ext>
            </a:extLst>
          </p:cNvPr>
          <p:cNvSpPr txBox="1"/>
          <p:nvPr/>
        </p:nvSpPr>
        <p:spPr>
          <a:xfrm>
            <a:off x="9868230" y="5883857"/>
            <a:ext cx="1621982" cy="523220"/>
          </a:xfrm>
          <a:prstGeom prst="rect">
            <a:avLst/>
          </a:prstGeom>
          <a:noFill/>
        </p:spPr>
        <p:txBody>
          <a:bodyPr wrap="none" rtlCol="0">
            <a:spAutoFit/>
          </a:bodyPr>
          <a:lstStyle/>
          <a:p>
            <a:r>
              <a:rPr lang="en-US" sz="2800" b="1" dirty="0">
                <a:solidFill>
                  <a:srgbClr val="0070C0"/>
                </a:solidFill>
              </a:rPr>
              <a:t>ECC</a:t>
            </a:r>
            <a:r>
              <a:rPr lang="zh-CN" altLang="en-US" sz="2800" b="1" dirty="0">
                <a:solidFill>
                  <a:srgbClr val="0070C0"/>
                </a:solidFill>
              </a:rPr>
              <a:t> </a:t>
            </a:r>
            <a:r>
              <a:rPr lang="en-US" altLang="zh-CN" sz="2800" b="1" dirty="0">
                <a:solidFill>
                  <a:srgbClr val="0070C0"/>
                </a:solidFill>
              </a:rPr>
              <a:t>Chips</a:t>
            </a:r>
            <a:endParaRPr lang="en-US" sz="2800" b="1" dirty="0">
              <a:solidFill>
                <a:srgbClr val="0070C0"/>
              </a:solidFill>
            </a:endParaRPr>
          </a:p>
        </p:txBody>
      </p:sp>
    </p:spTree>
    <p:extLst>
      <p:ext uri="{BB962C8B-B14F-4D97-AF65-F5344CB8AC3E}">
        <p14:creationId xmlns:p14="http://schemas.microsoft.com/office/powerpoint/2010/main" val="370266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910EE-2174-C1E0-FAAF-EEE4CCA08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C76A1-ACC3-CD31-F511-7B0DF7B8F0C4}"/>
              </a:ext>
            </a:extLst>
          </p:cNvPr>
          <p:cNvSpPr>
            <a:spLocks noGrp="1"/>
          </p:cNvSpPr>
          <p:nvPr>
            <p:ph type="title"/>
          </p:nvPr>
        </p:nvSpPr>
        <p:spPr/>
        <p:txBody>
          <a:bodyPr/>
          <a:lstStyle/>
          <a:p>
            <a:r>
              <a:rPr lang="en-US" dirty="0"/>
              <a:t>Motivation</a:t>
            </a:r>
          </a:p>
        </p:txBody>
      </p:sp>
      <p:pic>
        <p:nvPicPr>
          <p:cNvPr id="6" name="Picture 5" descr="A black background with a black square&#10;&#10;AI-generated content may be incorrect.">
            <a:extLst>
              <a:ext uri="{FF2B5EF4-FFF2-40B4-BE49-F238E27FC236}">
                <a16:creationId xmlns:a16="http://schemas.microsoft.com/office/drawing/2014/main" id="{335A63FD-4226-17BD-BE0B-393776EBC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1423" y="4073225"/>
            <a:ext cx="1270000" cy="1270000"/>
          </a:xfrm>
          <a:prstGeom prst="rect">
            <a:avLst/>
          </a:prstGeom>
        </p:spPr>
      </p:pic>
      <p:pic>
        <p:nvPicPr>
          <p:cNvPr id="15" name="Picture 14" descr="A green and blue computer chip&#10;&#10;AI-generated content may be incorrect.">
            <a:extLst>
              <a:ext uri="{FF2B5EF4-FFF2-40B4-BE49-F238E27FC236}">
                <a16:creationId xmlns:a16="http://schemas.microsoft.com/office/drawing/2014/main" id="{D7CE2444-1505-13A4-0E5F-28C490181D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27" y="2139574"/>
            <a:ext cx="1270000" cy="1270000"/>
          </a:xfrm>
          <a:prstGeom prst="rect">
            <a:avLst/>
          </a:prstGeom>
        </p:spPr>
      </p:pic>
      <p:pic>
        <p:nvPicPr>
          <p:cNvPr id="17" name="Picture 16" descr="A green and blue computer chip&#10;&#10;AI-generated content may be incorrect.">
            <a:extLst>
              <a:ext uri="{FF2B5EF4-FFF2-40B4-BE49-F238E27FC236}">
                <a16:creationId xmlns:a16="http://schemas.microsoft.com/office/drawing/2014/main" id="{2D41B63B-41C6-CCE9-F351-3C4B14FB0C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316" y="3211779"/>
            <a:ext cx="1270000" cy="1270000"/>
          </a:xfrm>
          <a:prstGeom prst="rect">
            <a:avLst/>
          </a:prstGeom>
        </p:spPr>
      </p:pic>
      <p:pic>
        <p:nvPicPr>
          <p:cNvPr id="19" name="Picture 18" descr="A green and blue computer chip&#10;&#10;AI-generated content may be incorrect.">
            <a:extLst>
              <a:ext uri="{FF2B5EF4-FFF2-40B4-BE49-F238E27FC236}">
                <a16:creationId xmlns:a16="http://schemas.microsoft.com/office/drawing/2014/main" id="{D8760C84-65C2-DD5C-0717-6F29BC5D84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316" y="4403583"/>
            <a:ext cx="1270000" cy="1270000"/>
          </a:xfrm>
          <a:prstGeom prst="rect">
            <a:avLst/>
          </a:prstGeom>
        </p:spPr>
      </p:pic>
      <p:pic>
        <p:nvPicPr>
          <p:cNvPr id="24" name="Picture 23" descr="A green and blue computer chip&#10;&#10;AI-generated content may be incorrect.">
            <a:extLst>
              <a:ext uri="{FF2B5EF4-FFF2-40B4-BE49-F238E27FC236}">
                <a16:creationId xmlns:a16="http://schemas.microsoft.com/office/drawing/2014/main" id="{423FE0BF-190B-DA0E-0D63-06E00D5BD2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7932" y="5478162"/>
            <a:ext cx="1270000" cy="1270000"/>
          </a:xfrm>
          <a:prstGeom prst="rect">
            <a:avLst/>
          </a:prstGeom>
        </p:spPr>
      </p:pic>
      <p:cxnSp>
        <p:nvCxnSpPr>
          <p:cNvPr id="27" name="Straight Connector 26">
            <a:extLst>
              <a:ext uri="{FF2B5EF4-FFF2-40B4-BE49-F238E27FC236}">
                <a16:creationId xmlns:a16="http://schemas.microsoft.com/office/drawing/2014/main" id="{2E20CC69-FD64-0407-3455-6B59B018C9EB}"/>
              </a:ext>
            </a:extLst>
          </p:cNvPr>
          <p:cNvCxnSpPr>
            <a:stCxn id="6" idx="3"/>
            <a:endCxn id="15" idx="1"/>
          </p:cNvCxnSpPr>
          <p:nvPr/>
        </p:nvCxnSpPr>
        <p:spPr>
          <a:xfrm flipV="1">
            <a:off x="2691423" y="2774575"/>
            <a:ext cx="2490204" cy="1933651"/>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397BF07-D854-4B75-E35F-54FCC827C89E}"/>
              </a:ext>
            </a:extLst>
          </p:cNvPr>
          <p:cNvCxnSpPr>
            <a:cxnSpLocks/>
            <a:stCxn id="6" idx="3"/>
            <a:endCxn id="17" idx="1"/>
          </p:cNvCxnSpPr>
          <p:nvPr/>
        </p:nvCxnSpPr>
        <p:spPr>
          <a:xfrm flipV="1">
            <a:off x="2691424" y="3846779"/>
            <a:ext cx="3803893" cy="861446"/>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2833358-E71B-F68F-55BD-7BF97B59A15D}"/>
              </a:ext>
            </a:extLst>
          </p:cNvPr>
          <p:cNvCxnSpPr>
            <a:cxnSpLocks/>
            <a:stCxn id="6" idx="3"/>
            <a:endCxn id="19" idx="1"/>
          </p:cNvCxnSpPr>
          <p:nvPr/>
        </p:nvCxnSpPr>
        <p:spPr>
          <a:xfrm>
            <a:off x="2691424" y="4708225"/>
            <a:ext cx="3803893" cy="330358"/>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A3086C52-A3FB-B087-1EBF-C1C53E23BC55}"/>
              </a:ext>
            </a:extLst>
          </p:cNvPr>
          <p:cNvCxnSpPr>
            <a:cxnSpLocks/>
            <a:stCxn id="6" idx="3"/>
            <a:endCxn id="24" idx="1"/>
          </p:cNvCxnSpPr>
          <p:nvPr/>
        </p:nvCxnSpPr>
        <p:spPr>
          <a:xfrm>
            <a:off x="2691424" y="4708226"/>
            <a:ext cx="2666509" cy="1404937"/>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9CCAFF72-D918-B575-6AAA-4748580AE944}"/>
              </a:ext>
            </a:extLst>
          </p:cNvPr>
          <p:cNvSpPr txBox="1"/>
          <p:nvPr/>
        </p:nvSpPr>
        <p:spPr>
          <a:xfrm>
            <a:off x="1411491" y="5375736"/>
            <a:ext cx="1143070" cy="523220"/>
          </a:xfrm>
          <a:prstGeom prst="rect">
            <a:avLst/>
          </a:prstGeom>
          <a:noFill/>
        </p:spPr>
        <p:txBody>
          <a:bodyPr wrap="none" rtlCol="0">
            <a:spAutoFit/>
          </a:bodyPr>
          <a:lstStyle/>
          <a:p>
            <a:r>
              <a:rPr lang="en-US" sz="2800" b="1" dirty="0"/>
              <a:t>Server</a:t>
            </a:r>
          </a:p>
        </p:txBody>
      </p:sp>
      <p:pic>
        <p:nvPicPr>
          <p:cNvPr id="53" name="Picture 52" descr="A chip with a black background&#10;&#10;AI-generated content may be incorrect.">
            <a:extLst>
              <a:ext uri="{FF2B5EF4-FFF2-40B4-BE49-F238E27FC236}">
                <a16:creationId xmlns:a16="http://schemas.microsoft.com/office/drawing/2014/main" id="{F0B00224-F257-E90D-41A7-F754D5429D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4005" y="2718199"/>
            <a:ext cx="707887" cy="707887"/>
          </a:xfrm>
          <a:prstGeom prst="rect">
            <a:avLst/>
          </a:prstGeom>
        </p:spPr>
      </p:pic>
      <p:pic>
        <p:nvPicPr>
          <p:cNvPr id="54" name="Picture 53" descr="A chip with a black background&#10;&#10;AI-generated content may be incorrect.">
            <a:extLst>
              <a:ext uri="{FF2B5EF4-FFF2-40B4-BE49-F238E27FC236}">
                <a16:creationId xmlns:a16="http://schemas.microsoft.com/office/drawing/2014/main" id="{13CFAB52-F84D-F738-4BE9-8413CDE85D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4004" y="1922505"/>
            <a:ext cx="707887" cy="707887"/>
          </a:xfrm>
          <a:prstGeom prst="rect">
            <a:avLst/>
          </a:prstGeom>
        </p:spPr>
      </p:pic>
      <p:pic>
        <p:nvPicPr>
          <p:cNvPr id="55" name="Picture 54" descr="A chip with a black background&#10;&#10;AI-generated content may be incorrect.">
            <a:extLst>
              <a:ext uri="{FF2B5EF4-FFF2-40B4-BE49-F238E27FC236}">
                <a16:creationId xmlns:a16="http://schemas.microsoft.com/office/drawing/2014/main" id="{6D5939ED-0D5C-5A7B-4E11-1A66FA8092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9606" y="3538352"/>
            <a:ext cx="707887" cy="707887"/>
          </a:xfrm>
          <a:prstGeom prst="rect">
            <a:avLst/>
          </a:prstGeom>
        </p:spPr>
      </p:pic>
      <p:pic>
        <p:nvPicPr>
          <p:cNvPr id="56" name="Picture 55" descr="A chip with a black background&#10;&#10;AI-generated content may be incorrect.">
            <a:extLst>
              <a:ext uri="{FF2B5EF4-FFF2-40B4-BE49-F238E27FC236}">
                <a16:creationId xmlns:a16="http://schemas.microsoft.com/office/drawing/2014/main" id="{816DFF7D-009B-A1E8-DFCC-C072249A77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6048" y="4358505"/>
            <a:ext cx="707887" cy="707887"/>
          </a:xfrm>
          <a:prstGeom prst="rect">
            <a:avLst/>
          </a:prstGeom>
        </p:spPr>
      </p:pic>
      <p:pic>
        <p:nvPicPr>
          <p:cNvPr id="58" name="Picture 57" descr="A blue chip with black text&#10;&#10;AI-generated content may be incorrect.">
            <a:extLst>
              <a:ext uri="{FF2B5EF4-FFF2-40B4-BE49-F238E27FC236}">
                <a16:creationId xmlns:a16="http://schemas.microsoft.com/office/drawing/2014/main" id="{A3708740-BAB8-40D4-337C-415CFD2D48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13576" y="5190528"/>
            <a:ext cx="705416" cy="705416"/>
          </a:xfrm>
          <a:prstGeom prst="rect">
            <a:avLst/>
          </a:prstGeom>
        </p:spPr>
      </p:pic>
      <p:pic>
        <p:nvPicPr>
          <p:cNvPr id="61" name="Picture 60" descr="A blue chip with black text&#10;&#10;AI-generated content may be incorrect.">
            <a:extLst>
              <a:ext uri="{FF2B5EF4-FFF2-40B4-BE49-F238E27FC236}">
                <a16:creationId xmlns:a16="http://schemas.microsoft.com/office/drawing/2014/main" id="{F4DD2389-F62D-ED63-3EF7-AF5A0A3033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24003" y="5995972"/>
            <a:ext cx="705416" cy="705416"/>
          </a:xfrm>
          <a:prstGeom prst="rect">
            <a:avLst/>
          </a:prstGeom>
        </p:spPr>
      </p:pic>
      <p:sp>
        <p:nvSpPr>
          <p:cNvPr id="62" name="Left Brace 61">
            <a:extLst>
              <a:ext uri="{FF2B5EF4-FFF2-40B4-BE49-F238E27FC236}">
                <a16:creationId xmlns:a16="http://schemas.microsoft.com/office/drawing/2014/main" id="{147FA418-59DD-B2ED-2122-16ED70094E5C}"/>
              </a:ext>
            </a:extLst>
          </p:cNvPr>
          <p:cNvSpPr/>
          <p:nvPr/>
        </p:nvSpPr>
        <p:spPr>
          <a:xfrm>
            <a:off x="7941622" y="2276448"/>
            <a:ext cx="549239" cy="4072233"/>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4" name="Left Brace 63">
            <a:extLst>
              <a:ext uri="{FF2B5EF4-FFF2-40B4-BE49-F238E27FC236}">
                <a16:creationId xmlns:a16="http://schemas.microsoft.com/office/drawing/2014/main" id="{E2E263BE-8A89-AE29-E7BC-CFD2A58ACD1E}"/>
              </a:ext>
            </a:extLst>
          </p:cNvPr>
          <p:cNvSpPr/>
          <p:nvPr/>
        </p:nvSpPr>
        <p:spPr>
          <a:xfrm rot="10800000">
            <a:off x="9318992" y="5478162"/>
            <a:ext cx="549239" cy="1039733"/>
          </a:xfrm>
          <a:prstGeom prst="leftBrace">
            <a:avLst>
              <a:gd name="adj1" fmla="val 8333"/>
              <a:gd name="adj2" fmla="val 36768"/>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5" name="TextBox 64">
            <a:extLst>
              <a:ext uri="{FF2B5EF4-FFF2-40B4-BE49-F238E27FC236}">
                <a16:creationId xmlns:a16="http://schemas.microsoft.com/office/drawing/2014/main" id="{BC801FD1-7872-7D4E-9AA8-33E122D5BEBD}"/>
              </a:ext>
            </a:extLst>
          </p:cNvPr>
          <p:cNvSpPr txBox="1"/>
          <p:nvPr/>
        </p:nvSpPr>
        <p:spPr>
          <a:xfrm>
            <a:off x="9868230" y="5883857"/>
            <a:ext cx="1621982" cy="523220"/>
          </a:xfrm>
          <a:prstGeom prst="rect">
            <a:avLst/>
          </a:prstGeom>
          <a:noFill/>
        </p:spPr>
        <p:txBody>
          <a:bodyPr wrap="none" rtlCol="0">
            <a:spAutoFit/>
          </a:bodyPr>
          <a:lstStyle/>
          <a:p>
            <a:r>
              <a:rPr lang="en-US" sz="2800" b="1" dirty="0">
                <a:solidFill>
                  <a:srgbClr val="0070C0"/>
                </a:solidFill>
              </a:rPr>
              <a:t>ECC</a:t>
            </a:r>
            <a:r>
              <a:rPr lang="zh-CN" altLang="en-US" sz="2800" b="1" dirty="0">
                <a:solidFill>
                  <a:srgbClr val="0070C0"/>
                </a:solidFill>
              </a:rPr>
              <a:t> </a:t>
            </a:r>
            <a:r>
              <a:rPr lang="en-US" altLang="zh-CN" sz="2800" b="1" dirty="0">
                <a:solidFill>
                  <a:srgbClr val="0070C0"/>
                </a:solidFill>
              </a:rPr>
              <a:t>Chips</a:t>
            </a:r>
            <a:endParaRPr lang="en-US" sz="2800" b="1" dirty="0">
              <a:solidFill>
                <a:srgbClr val="0070C0"/>
              </a:solidFill>
            </a:endParaRPr>
          </a:p>
        </p:txBody>
      </p:sp>
      <p:sp>
        <p:nvSpPr>
          <p:cNvPr id="3" name="TextBox 2">
            <a:extLst>
              <a:ext uri="{FF2B5EF4-FFF2-40B4-BE49-F238E27FC236}">
                <a16:creationId xmlns:a16="http://schemas.microsoft.com/office/drawing/2014/main" id="{FA37DD3F-8383-0E90-B78E-3898DE4B9825}"/>
              </a:ext>
            </a:extLst>
          </p:cNvPr>
          <p:cNvSpPr txBox="1"/>
          <p:nvPr/>
        </p:nvSpPr>
        <p:spPr>
          <a:xfrm>
            <a:off x="878498" y="4215702"/>
            <a:ext cx="9892080" cy="1200329"/>
          </a:xfrm>
          <a:prstGeom prst="rect">
            <a:avLst/>
          </a:prstGeom>
          <a:solidFill>
            <a:srgbClr val="F2F2F2"/>
          </a:solidFill>
          <a:ln w="38100">
            <a:solidFill>
              <a:schemeClr val="tx1"/>
            </a:solidFill>
          </a:ln>
        </p:spPr>
        <p:txBody>
          <a:bodyPr wrap="square" rtlCol="0">
            <a:spAutoFit/>
          </a:bodyPr>
          <a:lstStyle/>
          <a:p>
            <a:pPr lvl="0">
              <a:defRPr/>
            </a:pPr>
            <a:r>
              <a:rPr lang="en-US" sz="3600" b="1" dirty="0">
                <a:solidFill>
                  <a:srgbClr val="FF0000"/>
                </a:solidFill>
              </a:rPr>
              <a:t>Leverage surplus(slow) chips can amortize ECC cost.</a:t>
            </a:r>
            <a:endParaRPr lang="en-US" sz="3600" dirty="0"/>
          </a:p>
        </p:txBody>
      </p:sp>
    </p:spTree>
    <p:extLst>
      <p:ext uri="{BB962C8B-B14F-4D97-AF65-F5344CB8AC3E}">
        <p14:creationId xmlns:p14="http://schemas.microsoft.com/office/powerpoint/2010/main" val="31602723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BDF418-0BE3-5B7B-3D96-0CE7E651500D}"/>
              </a:ext>
            </a:extLst>
          </p:cNvPr>
          <p:cNvSpPr>
            <a:spLocks noGrp="1"/>
          </p:cNvSpPr>
          <p:nvPr>
            <p:ph type="title"/>
          </p:nvPr>
        </p:nvSpPr>
        <p:spPr/>
        <p:txBody>
          <a:bodyPr/>
          <a:lstStyle/>
          <a:p>
            <a:r>
              <a:rPr lang="en-US" altLang="zh-CN" dirty="0"/>
              <a:t>SCREME-Framework</a:t>
            </a:r>
            <a:endParaRPr lang="zh-CN" altLang="en-US" dirty="0"/>
          </a:p>
        </p:txBody>
      </p:sp>
      <p:sp>
        <p:nvSpPr>
          <p:cNvPr id="3" name="内容占位符 2">
            <a:extLst>
              <a:ext uri="{FF2B5EF4-FFF2-40B4-BE49-F238E27FC236}">
                <a16:creationId xmlns:a16="http://schemas.microsoft.com/office/drawing/2014/main" id="{D32786D3-2F6C-F735-8807-D3A9CD941BF7}"/>
              </a:ext>
            </a:extLst>
          </p:cNvPr>
          <p:cNvSpPr>
            <a:spLocks noGrp="1"/>
          </p:cNvSpPr>
          <p:nvPr>
            <p:ph idx="1"/>
          </p:nvPr>
        </p:nvSpPr>
        <p:spPr>
          <a:xfrm>
            <a:off x="838200" y="2968626"/>
            <a:ext cx="10515600" cy="684493"/>
          </a:xfrm>
        </p:spPr>
        <p:txBody>
          <a:bodyPr>
            <a:noAutofit/>
          </a:bodyPr>
          <a:lstStyle/>
          <a:p>
            <a:r>
              <a:rPr lang="en-US" sz="3600" b="1" dirty="0"/>
              <a:t>Objective:</a:t>
            </a:r>
            <a:r>
              <a:rPr lang="en-US" sz="3600" dirty="0"/>
              <a:t> Enable scalable and cost-efficient memory fault tolerance</a:t>
            </a:r>
            <a:r>
              <a:rPr lang="zh-CN" altLang="en-US" sz="3600" dirty="0"/>
              <a:t> </a:t>
            </a:r>
            <a:r>
              <a:rPr lang="en-US" altLang="zh-CN" sz="3600" dirty="0"/>
              <a:t>framework</a:t>
            </a:r>
            <a:r>
              <a:rPr lang="en-US" sz="3600" dirty="0"/>
              <a:t>.</a:t>
            </a:r>
            <a:endParaRPr lang="zh-CN" altLang="en-US" sz="3600" dirty="0"/>
          </a:p>
        </p:txBody>
      </p:sp>
      <p:sp>
        <p:nvSpPr>
          <p:cNvPr id="5" name="TextBox 4">
            <a:extLst>
              <a:ext uri="{FF2B5EF4-FFF2-40B4-BE49-F238E27FC236}">
                <a16:creationId xmlns:a16="http://schemas.microsoft.com/office/drawing/2014/main" id="{B7A85B5E-740F-9865-3CD0-59EB37C190FA}"/>
              </a:ext>
            </a:extLst>
          </p:cNvPr>
          <p:cNvSpPr txBox="1"/>
          <p:nvPr/>
        </p:nvSpPr>
        <p:spPr>
          <a:xfrm>
            <a:off x="470111" y="4459021"/>
            <a:ext cx="2908633" cy="1508105"/>
          </a:xfrm>
          <a:prstGeom prst="rect">
            <a:avLst/>
          </a:prstGeom>
          <a:noFill/>
        </p:spPr>
        <p:txBody>
          <a:bodyPr wrap="square" rtlCol="0">
            <a:spAutoFit/>
          </a:bodyPr>
          <a:lstStyle/>
          <a:p>
            <a:r>
              <a:rPr lang="en-US" sz="3600" b="1" dirty="0"/>
              <a:t>Foundation 1</a:t>
            </a:r>
          </a:p>
          <a:p>
            <a:r>
              <a:rPr lang="en-US" altLang="zh-CN" sz="2800" dirty="0">
                <a:solidFill>
                  <a:schemeClr val="tx2">
                    <a:lumMod val="50000"/>
                    <a:lumOff val="50000"/>
                  </a:schemeClr>
                </a:solidFill>
              </a:rPr>
              <a:t>Detection is more light-weight</a:t>
            </a:r>
            <a:endParaRPr lang="en-US" sz="2800" b="1" dirty="0">
              <a:solidFill>
                <a:schemeClr val="tx2">
                  <a:lumMod val="50000"/>
                  <a:lumOff val="50000"/>
                </a:schemeClr>
              </a:solidFill>
            </a:endParaRPr>
          </a:p>
        </p:txBody>
      </p:sp>
      <p:sp>
        <p:nvSpPr>
          <p:cNvPr id="6" name="TextBox 5">
            <a:extLst>
              <a:ext uri="{FF2B5EF4-FFF2-40B4-BE49-F238E27FC236}">
                <a16:creationId xmlns:a16="http://schemas.microsoft.com/office/drawing/2014/main" id="{4F38DDCF-F71B-E71B-254E-CFD6EDFCEEDD}"/>
              </a:ext>
            </a:extLst>
          </p:cNvPr>
          <p:cNvSpPr txBox="1"/>
          <p:nvPr/>
        </p:nvSpPr>
        <p:spPr>
          <a:xfrm>
            <a:off x="470111" y="6091933"/>
            <a:ext cx="2908633" cy="1508105"/>
          </a:xfrm>
          <a:prstGeom prst="rect">
            <a:avLst/>
          </a:prstGeom>
          <a:noFill/>
        </p:spPr>
        <p:txBody>
          <a:bodyPr wrap="square" rtlCol="0">
            <a:spAutoFit/>
          </a:bodyPr>
          <a:lstStyle/>
          <a:p>
            <a:r>
              <a:rPr lang="en-US" sz="3600" b="1" dirty="0"/>
              <a:t>Foundation 2</a:t>
            </a:r>
          </a:p>
          <a:p>
            <a:r>
              <a:rPr lang="en-US" altLang="zh-CN" sz="2800" dirty="0">
                <a:solidFill>
                  <a:schemeClr val="tx2">
                    <a:lumMod val="50000"/>
                    <a:lumOff val="50000"/>
                  </a:schemeClr>
                </a:solidFill>
              </a:rPr>
              <a:t>Chips share the common die</a:t>
            </a:r>
            <a:endParaRPr lang="en-US" sz="2800" b="1" dirty="0">
              <a:solidFill>
                <a:schemeClr val="tx2">
                  <a:lumMod val="50000"/>
                  <a:lumOff val="50000"/>
                </a:schemeClr>
              </a:solidFill>
            </a:endParaRPr>
          </a:p>
        </p:txBody>
      </p:sp>
      <p:sp>
        <p:nvSpPr>
          <p:cNvPr id="7" name="TextBox 6">
            <a:extLst>
              <a:ext uri="{FF2B5EF4-FFF2-40B4-BE49-F238E27FC236}">
                <a16:creationId xmlns:a16="http://schemas.microsoft.com/office/drawing/2014/main" id="{1A689576-FD61-652D-BE56-9474B9DA884E}"/>
              </a:ext>
            </a:extLst>
          </p:cNvPr>
          <p:cNvSpPr txBox="1"/>
          <p:nvPr/>
        </p:nvSpPr>
        <p:spPr>
          <a:xfrm>
            <a:off x="4425981" y="4450928"/>
            <a:ext cx="2894483" cy="646331"/>
          </a:xfrm>
          <a:prstGeom prst="rect">
            <a:avLst/>
          </a:prstGeom>
          <a:noFill/>
        </p:spPr>
        <p:txBody>
          <a:bodyPr wrap="square" rtlCol="0">
            <a:spAutoFit/>
          </a:bodyPr>
          <a:lstStyle/>
          <a:p>
            <a:r>
              <a:rPr lang="en-US" sz="3600" b="1"/>
              <a:t>SCREME-WO</a:t>
            </a:r>
          </a:p>
        </p:txBody>
      </p:sp>
      <p:sp>
        <p:nvSpPr>
          <p:cNvPr id="8" name="TextBox 7">
            <a:extLst>
              <a:ext uri="{FF2B5EF4-FFF2-40B4-BE49-F238E27FC236}">
                <a16:creationId xmlns:a16="http://schemas.microsoft.com/office/drawing/2014/main" id="{73B24F48-84A0-F3EB-060C-67F30E04B6D5}"/>
              </a:ext>
            </a:extLst>
          </p:cNvPr>
          <p:cNvSpPr txBox="1"/>
          <p:nvPr/>
        </p:nvSpPr>
        <p:spPr>
          <a:xfrm>
            <a:off x="4425981" y="6091933"/>
            <a:ext cx="2894483" cy="646331"/>
          </a:xfrm>
          <a:prstGeom prst="rect">
            <a:avLst/>
          </a:prstGeom>
          <a:noFill/>
        </p:spPr>
        <p:txBody>
          <a:bodyPr wrap="square" rtlCol="0">
            <a:spAutoFit/>
          </a:bodyPr>
          <a:lstStyle/>
          <a:p>
            <a:r>
              <a:rPr lang="en-US" sz="3600" b="1"/>
              <a:t>SCREME-I/O</a:t>
            </a:r>
          </a:p>
        </p:txBody>
      </p:sp>
      <p:sp>
        <p:nvSpPr>
          <p:cNvPr id="9" name="TextBox 8">
            <a:extLst>
              <a:ext uri="{FF2B5EF4-FFF2-40B4-BE49-F238E27FC236}">
                <a16:creationId xmlns:a16="http://schemas.microsoft.com/office/drawing/2014/main" id="{0C6A424D-387B-EB8D-F679-5CFCDFAABEF9}"/>
              </a:ext>
            </a:extLst>
          </p:cNvPr>
          <p:cNvSpPr txBox="1"/>
          <p:nvPr/>
        </p:nvSpPr>
        <p:spPr>
          <a:xfrm>
            <a:off x="7558024" y="5244500"/>
            <a:ext cx="4461223" cy="646331"/>
          </a:xfrm>
          <a:prstGeom prst="rect">
            <a:avLst/>
          </a:prstGeom>
          <a:noFill/>
        </p:spPr>
        <p:txBody>
          <a:bodyPr wrap="square" rtlCol="0">
            <a:spAutoFit/>
          </a:bodyPr>
          <a:lstStyle/>
          <a:p>
            <a:r>
              <a:rPr lang="en-US" sz="3600" b="1" dirty="0"/>
              <a:t>SCREME-Framework</a:t>
            </a:r>
          </a:p>
        </p:txBody>
      </p:sp>
      <p:cxnSp>
        <p:nvCxnSpPr>
          <p:cNvPr id="11" name="Straight Arrow Connector 10">
            <a:extLst>
              <a:ext uri="{FF2B5EF4-FFF2-40B4-BE49-F238E27FC236}">
                <a16:creationId xmlns:a16="http://schemas.microsoft.com/office/drawing/2014/main" id="{181A15F4-2956-E3D4-1802-6C5EAF51C49F}"/>
              </a:ext>
            </a:extLst>
          </p:cNvPr>
          <p:cNvCxnSpPr>
            <a:cxnSpLocks/>
            <a:endCxn id="7" idx="1"/>
          </p:cNvCxnSpPr>
          <p:nvPr/>
        </p:nvCxnSpPr>
        <p:spPr>
          <a:xfrm>
            <a:off x="3378744" y="4774093"/>
            <a:ext cx="1047237"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70CAB78-4CF5-E1F6-2E7F-45367229AD92}"/>
              </a:ext>
            </a:extLst>
          </p:cNvPr>
          <p:cNvCxnSpPr>
            <a:cxnSpLocks/>
          </p:cNvCxnSpPr>
          <p:nvPr/>
        </p:nvCxnSpPr>
        <p:spPr>
          <a:xfrm>
            <a:off x="3378744" y="6407003"/>
            <a:ext cx="1047237"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ight Brace 15">
            <a:extLst>
              <a:ext uri="{FF2B5EF4-FFF2-40B4-BE49-F238E27FC236}">
                <a16:creationId xmlns:a16="http://schemas.microsoft.com/office/drawing/2014/main" id="{B9EE5D0C-D06A-A4F4-22A7-029277915F1E}"/>
              </a:ext>
            </a:extLst>
          </p:cNvPr>
          <p:cNvSpPr/>
          <p:nvPr/>
        </p:nvSpPr>
        <p:spPr>
          <a:xfrm>
            <a:off x="7320463" y="4774094"/>
            <a:ext cx="272322" cy="1632903"/>
          </a:xfrm>
          <a:prstGeom prst="rightBrace">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90909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849A9-44FD-6FF3-36C8-21432C700379}"/>
              </a:ext>
            </a:extLst>
          </p:cNvPr>
          <p:cNvSpPr>
            <a:spLocks noGrp="1"/>
          </p:cNvSpPr>
          <p:nvPr>
            <p:ph type="title"/>
          </p:nvPr>
        </p:nvSpPr>
        <p:spPr/>
        <p:txBody>
          <a:bodyPr/>
          <a:lstStyle/>
          <a:p>
            <a:r>
              <a:rPr lang="en-US" altLang="zh-CN" b="1" dirty="0"/>
              <a:t>Design1: </a:t>
            </a:r>
            <a:r>
              <a:rPr lang="en-US" dirty="0"/>
              <a:t>SCREME-WO(Write-Only ECC)</a:t>
            </a:r>
            <a:endParaRPr lang="zh-CN" altLang="en-US" dirty="0"/>
          </a:p>
        </p:txBody>
      </p:sp>
      <p:sp>
        <p:nvSpPr>
          <p:cNvPr id="58" name="Rectangle 57">
            <a:extLst>
              <a:ext uri="{FF2B5EF4-FFF2-40B4-BE49-F238E27FC236}">
                <a16:creationId xmlns:a16="http://schemas.microsoft.com/office/drawing/2014/main" id="{C221CA6C-5F3E-0E0A-42E8-64B9CE0EAB89}"/>
              </a:ext>
            </a:extLst>
          </p:cNvPr>
          <p:cNvSpPr/>
          <p:nvPr/>
        </p:nvSpPr>
        <p:spPr>
          <a:xfrm>
            <a:off x="1465828" y="4864763"/>
            <a:ext cx="3395778" cy="111041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b="1">
                <a:solidFill>
                  <a:schemeClr val="tx1"/>
                </a:solidFill>
              </a:rPr>
              <a:t>Data &amp; </a:t>
            </a:r>
            <a:r>
              <a:rPr lang="en-US" altLang="zh-CN" sz="2800" b="1">
                <a:solidFill>
                  <a:srgbClr val="FF0000"/>
                </a:solidFill>
              </a:rPr>
              <a:t>Two </a:t>
            </a:r>
            <a:r>
              <a:rPr lang="en-US" altLang="zh-CN" sz="2800" b="1">
                <a:solidFill>
                  <a:schemeClr val="tx1"/>
                </a:solidFill>
              </a:rPr>
              <a:t>Symbols</a:t>
            </a:r>
            <a:endParaRPr lang="en-US" sz="2800" b="1">
              <a:solidFill>
                <a:schemeClr val="tx1"/>
              </a:solidFill>
            </a:endParaRPr>
          </a:p>
        </p:txBody>
      </p:sp>
      <p:cxnSp>
        <p:nvCxnSpPr>
          <p:cNvPr id="59" name="Straight Arrow Connector 58">
            <a:extLst>
              <a:ext uri="{FF2B5EF4-FFF2-40B4-BE49-F238E27FC236}">
                <a16:creationId xmlns:a16="http://schemas.microsoft.com/office/drawing/2014/main" id="{3C9DF7EE-44E2-7369-3EDF-3EEB37EC8EB6}"/>
              </a:ext>
            </a:extLst>
          </p:cNvPr>
          <p:cNvCxnSpPr>
            <a:cxnSpLocks/>
          </p:cNvCxnSpPr>
          <p:nvPr/>
        </p:nvCxnSpPr>
        <p:spPr>
          <a:xfrm rot="16200000">
            <a:off x="5225472" y="5118796"/>
            <a:ext cx="0" cy="6023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0E15C04F-F3DD-4D5C-CAAF-89BD5D23146A}"/>
              </a:ext>
            </a:extLst>
          </p:cNvPr>
          <p:cNvCxnSpPr>
            <a:cxnSpLocks/>
          </p:cNvCxnSpPr>
          <p:nvPr/>
        </p:nvCxnSpPr>
        <p:spPr>
          <a:xfrm rot="18900000" flipH="1">
            <a:off x="7550564" y="5733630"/>
            <a:ext cx="0" cy="679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F27F3A0-A6CA-8868-78E8-68E57D5A9D72}"/>
              </a:ext>
            </a:extLst>
          </p:cNvPr>
          <p:cNvSpPr txBox="1"/>
          <p:nvPr/>
        </p:nvSpPr>
        <p:spPr>
          <a:xfrm>
            <a:off x="6730867" y="4075012"/>
            <a:ext cx="831703" cy="445635"/>
          </a:xfrm>
          <a:prstGeom prst="rect">
            <a:avLst/>
          </a:prstGeom>
          <a:noFill/>
        </p:spPr>
        <p:txBody>
          <a:bodyPr wrap="none">
            <a:spAutoFit/>
          </a:bodyPr>
          <a:lstStyle/>
          <a:p>
            <a:pPr>
              <a:lnSpc>
                <a:spcPct val="80000"/>
              </a:lnSpc>
            </a:pPr>
            <a:r>
              <a:rPr lang="en-US" altLang="zh-CN" sz="2800" b="1"/>
              <a:t>Pass</a:t>
            </a:r>
            <a:endParaRPr lang="en-US" sz="2800" b="1" baseline="-25000"/>
          </a:p>
        </p:txBody>
      </p:sp>
      <p:sp>
        <p:nvSpPr>
          <p:cNvPr id="62" name="TextBox 61">
            <a:extLst>
              <a:ext uri="{FF2B5EF4-FFF2-40B4-BE49-F238E27FC236}">
                <a16:creationId xmlns:a16="http://schemas.microsoft.com/office/drawing/2014/main" id="{30538D55-3272-281D-8D8B-4ADFA48BE2BB}"/>
              </a:ext>
            </a:extLst>
          </p:cNvPr>
          <p:cNvSpPr txBox="1"/>
          <p:nvPr/>
        </p:nvSpPr>
        <p:spPr>
          <a:xfrm>
            <a:off x="7168910" y="6270913"/>
            <a:ext cx="694229" cy="445635"/>
          </a:xfrm>
          <a:prstGeom prst="rect">
            <a:avLst/>
          </a:prstGeom>
          <a:noFill/>
        </p:spPr>
        <p:txBody>
          <a:bodyPr wrap="none">
            <a:spAutoFit/>
          </a:bodyPr>
          <a:lstStyle/>
          <a:p>
            <a:pPr>
              <a:lnSpc>
                <a:spcPct val="80000"/>
              </a:lnSpc>
            </a:pPr>
            <a:r>
              <a:rPr lang="en-US" altLang="zh-CN" sz="2800" b="1"/>
              <a:t>Fail</a:t>
            </a:r>
            <a:endParaRPr lang="en-US" sz="2800" b="1" baseline="-25000"/>
          </a:p>
        </p:txBody>
      </p:sp>
      <p:sp>
        <p:nvSpPr>
          <p:cNvPr id="63" name="Rectangle 62">
            <a:extLst>
              <a:ext uri="{FF2B5EF4-FFF2-40B4-BE49-F238E27FC236}">
                <a16:creationId xmlns:a16="http://schemas.microsoft.com/office/drawing/2014/main" id="{1A055944-265B-299F-2398-5A5C1AD15639}"/>
              </a:ext>
            </a:extLst>
          </p:cNvPr>
          <p:cNvSpPr/>
          <p:nvPr/>
        </p:nvSpPr>
        <p:spPr>
          <a:xfrm>
            <a:off x="7998711" y="4183414"/>
            <a:ext cx="2235883" cy="571234"/>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b="1">
                <a:solidFill>
                  <a:schemeClr val="tx1"/>
                </a:solidFill>
              </a:rPr>
              <a:t>Corrected</a:t>
            </a:r>
          </a:p>
        </p:txBody>
      </p:sp>
      <p:sp>
        <p:nvSpPr>
          <p:cNvPr id="64" name="Rectangle 63">
            <a:extLst>
              <a:ext uri="{FF2B5EF4-FFF2-40B4-BE49-F238E27FC236}">
                <a16:creationId xmlns:a16="http://schemas.microsoft.com/office/drawing/2014/main" id="{A663CCBA-F51A-83A7-D1CF-2FB1816C5EA6}"/>
              </a:ext>
            </a:extLst>
          </p:cNvPr>
          <p:cNvSpPr/>
          <p:nvPr/>
        </p:nvSpPr>
        <p:spPr>
          <a:xfrm>
            <a:off x="7998710" y="6084465"/>
            <a:ext cx="2235883" cy="571234"/>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b="1">
                <a:solidFill>
                  <a:schemeClr val="tx1"/>
                </a:solidFill>
              </a:rPr>
              <a:t>Detected</a:t>
            </a:r>
          </a:p>
        </p:txBody>
      </p:sp>
      <p:sp>
        <p:nvSpPr>
          <p:cNvPr id="65" name="Rectangle 64">
            <a:extLst>
              <a:ext uri="{FF2B5EF4-FFF2-40B4-BE49-F238E27FC236}">
                <a16:creationId xmlns:a16="http://schemas.microsoft.com/office/drawing/2014/main" id="{4A838FD4-E760-4B39-7C16-961FF460213E}"/>
              </a:ext>
            </a:extLst>
          </p:cNvPr>
          <p:cNvSpPr/>
          <p:nvPr/>
        </p:nvSpPr>
        <p:spPr>
          <a:xfrm>
            <a:off x="7998711" y="3629630"/>
            <a:ext cx="2235883" cy="571234"/>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800" b="1">
                <a:solidFill>
                  <a:schemeClr val="tx1"/>
                </a:solidFill>
              </a:rPr>
              <a:t>No Error</a:t>
            </a:r>
          </a:p>
        </p:txBody>
      </p:sp>
      <p:sp>
        <p:nvSpPr>
          <p:cNvPr id="66" name="Diamond 65">
            <a:extLst>
              <a:ext uri="{FF2B5EF4-FFF2-40B4-BE49-F238E27FC236}">
                <a16:creationId xmlns:a16="http://schemas.microsoft.com/office/drawing/2014/main" id="{D03B30DB-5961-C4CB-B18A-D71A4D238DE6}"/>
              </a:ext>
            </a:extLst>
          </p:cNvPr>
          <p:cNvSpPr/>
          <p:nvPr/>
        </p:nvSpPr>
        <p:spPr>
          <a:xfrm>
            <a:off x="5597071" y="4521913"/>
            <a:ext cx="1891767" cy="1786348"/>
          </a:xfrm>
          <a:prstGeom prst="diamond">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3200" b="1">
                <a:solidFill>
                  <a:schemeClr val="tx1"/>
                </a:solidFill>
              </a:rPr>
              <a:t> Correct</a:t>
            </a:r>
            <a:endParaRPr lang="en-US" sz="3200" b="1">
              <a:solidFill>
                <a:schemeClr val="tx1"/>
              </a:solidFill>
            </a:endParaRPr>
          </a:p>
        </p:txBody>
      </p:sp>
      <p:cxnSp>
        <p:nvCxnSpPr>
          <p:cNvPr id="67" name="Straight Arrow Connector 66">
            <a:extLst>
              <a:ext uri="{FF2B5EF4-FFF2-40B4-BE49-F238E27FC236}">
                <a16:creationId xmlns:a16="http://schemas.microsoft.com/office/drawing/2014/main" id="{4DD5D98E-ECF0-F288-5991-AEF5FC495405}"/>
              </a:ext>
            </a:extLst>
          </p:cNvPr>
          <p:cNvCxnSpPr>
            <a:cxnSpLocks/>
          </p:cNvCxnSpPr>
          <p:nvPr/>
        </p:nvCxnSpPr>
        <p:spPr>
          <a:xfrm rot="2700000" flipH="1" flipV="1">
            <a:off x="7550563" y="4385183"/>
            <a:ext cx="0" cy="679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1361CF7-0D3D-945F-D4F6-58D986521A3B}"/>
              </a:ext>
            </a:extLst>
          </p:cNvPr>
          <p:cNvSpPr txBox="1"/>
          <p:nvPr/>
        </p:nvSpPr>
        <p:spPr>
          <a:xfrm>
            <a:off x="2301539" y="4226226"/>
            <a:ext cx="1616148" cy="584775"/>
          </a:xfrm>
          <a:prstGeom prst="rect">
            <a:avLst/>
          </a:prstGeom>
          <a:noFill/>
        </p:spPr>
        <p:txBody>
          <a:bodyPr wrap="none" rtlCol="0">
            <a:spAutoFit/>
          </a:bodyPr>
          <a:lstStyle/>
          <a:p>
            <a:r>
              <a:rPr lang="en-US" sz="3200" b="1" u="sng"/>
              <a:t>Baseline</a:t>
            </a:r>
          </a:p>
        </p:txBody>
      </p:sp>
      <p:sp>
        <p:nvSpPr>
          <p:cNvPr id="4" name="TextBox 3">
            <a:extLst>
              <a:ext uri="{FF2B5EF4-FFF2-40B4-BE49-F238E27FC236}">
                <a16:creationId xmlns:a16="http://schemas.microsoft.com/office/drawing/2014/main" id="{A5D58BB8-C7F6-71BA-89C8-33174E3B8BA6}"/>
              </a:ext>
            </a:extLst>
          </p:cNvPr>
          <p:cNvSpPr txBox="1"/>
          <p:nvPr/>
        </p:nvSpPr>
        <p:spPr>
          <a:xfrm>
            <a:off x="838201" y="2921744"/>
            <a:ext cx="3931013" cy="707886"/>
          </a:xfrm>
          <a:prstGeom prst="rect">
            <a:avLst/>
          </a:prstGeom>
          <a:noFill/>
        </p:spPr>
        <p:txBody>
          <a:bodyPr wrap="none" rtlCol="0">
            <a:spAutoFit/>
          </a:bodyPr>
          <a:lstStyle/>
          <a:p>
            <a:r>
              <a:rPr lang="en-US" sz="4000" b="1" i="1" dirty="0"/>
              <a:t>READ</a:t>
            </a:r>
            <a:r>
              <a:rPr lang="en-US" sz="4000" i="1" dirty="0"/>
              <a:t> </a:t>
            </a:r>
            <a:r>
              <a:rPr lang="en-US" sz="4000" i="1" u="sng" dirty="0"/>
              <a:t>0x0000FFFF</a:t>
            </a:r>
          </a:p>
        </p:txBody>
      </p:sp>
    </p:spTree>
    <p:extLst>
      <p:ext uri="{BB962C8B-B14F-4D97-AF65-F5344CB8AC3E}">
        <p14:creationId xmlns:p14="http://schemas.microsoft.com/office/powerpoint/2010/main" val="149203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P spid="63" grpId="0" animBg="1"/>
      <p:bldP spid="64" grpId="0" animBg="1"/>
      <p:bldP spid="65" grpId="0" animBg="1"/>
      <p:bldP spid="6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C9971-A048-4280-A48B-CED63BD1C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F5C4D-BB22-2479-91A9-6E84541AF742}"/>
              </a:ext>
            </a:extLst>
          </p:cNvPr>
          <p:cNvSpPr>
            <a:spLocks noGrp="1"/>
          </p:cNvSpPr>
          <p:nvPr>
            <p:ph type="title"/>
          </p:nvPr>
        </p:nvSpPr>
        <p:spPr/>
        <p:txBody>
          <a:bodyPr/>
          <a:lstStyle/>
          <a:p>
            <a:r>
              <a:rPr lang="en-US" altLang="zh-CN" b="1" dirty="0"/>
              <a:t>Design1: </a:t>
            </a:r>
            <a:r>
              <a:rPr lang="en-US" dirty="0"/>
              <a:t>SCREME-WO(Write-Only ECC)</a:t>
            </a:r>
            <a:endParaRPr lang="zh-CN" altLang="en-US" dirty="0"/>
          </a:p>
        </p:txBody>
      </p:sp>
      <p:sp>
        <p:nvSpPr>
          <p:cNvPr id="39" name="Rectangle 38">
            <a:extLst>
              <a:ext uri="{FF2B5EF4-FFF2-40B4-BE49-F238E27FC236}">
                <a16:creationId xmlns:a16="http://schemas.microsoft.com/office/drawing/2014/main" id="{9AF23101-EEEF-7491-111A-CE06C3D5C670}"/>
              </a:ext>
            </a:extLst>
          </p:cNvPr>
          <p:cNvSpPr/>
          <p:nvPr/>
        </p:nvSpPr>
        <p:spPr>
          <a:xfrm>
            <a:off x="1013840" y="4356401"/>
            <a:ext cx="3227232" cy="1055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Data &amp; </a:t>
            </a:r>
            <a:r>
              <a:rPr lang="en-US" altLang="zh-CN" sz="2400" b="1">
                <a:solidFill>
                  <a:srgbClr val="FF0000"/>
                </a:solidFill>
              </a:rPr>
              <a:t>One</a:t>
            </a:r>
            <a:r>
              <a:rPr lang="en-US" altLang="zh-CN" sz="2400" b="1">
                <a:solidFill>
                  <a:schemeClr val="tx1"/>
                </a:solidFill>
              </a:rPr>
              <a:t> Symbol</a:t>
            </a:r>
            <a:endParaRPr lang="en-US" sz="2400" b="1">
              <a:solidFill>
                <a:schemeClr val="tx1"/>
              </a:solidFill>
            </a:endParaRPr>
          </a:p>
        </p:txBody>
      </p:sp>
      <p:cxnSp>
        <p:nvCxnSpPr>
          <p:cNvPr id="40" name="Straight Arrow Connector 39">
            <a:extLst>
              <a:ext uri="{FF2B5EF4-FFF2-40B4-BE49-F238E27FC236}">
                <a16:creationId xmlns:a16="http://schemas.microsoft.com/office/drawing/2014/main" id="{3C43054E-3ED5-9042-65B6-F4D73046CDC8}"/>
              </a:ext>
            </a:extLst>
          </p:cNvPr>
          <p:cNvCxnSpPr>
            <a:cxnSpLocks/>
          </p:cNvCxnSpPr>
          <p:nvPr/>
        </p:nvCxnSpPr>
        <p:spPr>
          <a:xfrm rot="16200000">
            <a:off x="4586877" y="4597825"/>
            <a:ext cx="0" cy="5724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Diamond 40">
            <a:extLst>
              <a:ext uri="{FF2B5EF4-FFF2-40B4-BE49-F238E27FC236}">
                <a16:creationId xmlns:a16="http://schemas.microsoft.com/office/drawing/2014/main" id="{4205DDB3-41EC-985E-BBEB-14C66D7C28DC}"/>
              </a:ext>
            </a:extLst>
          </p:cNvPr>
          <p:cNvSpPr/>
          <p:nvPr/>
        </p:nvSpPr>
        <p:spPr>
          <a:xfrm>
            <a:off x="4940032" y="4046087"/>
            <a:ext cx="1697685" cy="1697685"/>
          </a:xfrm>
          <a:prstGeom prst="diamond">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b="1">
                <a:solidFill>
                  <a:srgbClr val="FF0000"/>
                </a:solidFill>
              </a:rPr>
              <a:t>Detect</a:t>
            </a:r>
            <a:endParaRPr lang="en-US" sz="2800" b="1">
              <a:solidFill>
                <a:srgbClr val="FF0000"/>
              </a:solidFill>
            </a:endParaRPr>
          </a:p>
        </p:txBody>
      </p:sp>
      <p:cxnSp>
        <p:nvCxnSpPr>
          <p:cNvPr id="42" name="Straight Arrow Connector 41">
            <a:extLst>
              <a:ext uri="{FF2B5EF4-FFF2-40B4-BE49-F238E27FC236}">
                <a16:creationId xmlns:a16="http://schemas.microsoft.com/office/drawing/2014/main" id="{448A886C-4291-90F1-3F93-93816A623F8B}"/>
              </a:ext>
            </a:extLst>
          </p:cNvPr>
          <p:cNvCxnSpPr>
            <a:cxnSpLocks/>
          </p:cNvCxnSpPr>
          <p:nvPr/>
        </p:nvCxnSpPr>
        <p:spPr>
          <a:xfrm>
            <a:off x="5788873" y="5779006"/>
            <a:ext cx="0" cy="4954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0304834-46F5-63BA-8306-81E362735385}"/>
              </a:ext>
            </a:extLst>
          </p:cNvPr>
          <p:cNvSpPr txBox="1"/>
          <p:nvPr/>
        </p:nvSpPr>
        <p:spPr>
          <a:xfrm>
            <a:off x="5783505" y="5773579"/>
            <a:ext cx="741293" cy="395173"/>
          </a:xfrm>
          <a:prstGeom prst="rect">
            <a:avLst/>
          </a:prstGeom>
          <a:noFill/>
        </p:spPr>
        <p:txBody>
          <a:bodyPr wrap="none">
            <a:spAutoFit/>
          </a:bodyPr>
          <a:lstStyle/>
          <a:p>
            <a:pPr>
              <a:lnSpc>
                <a:spcPct val="80000"/>
              </a:lnSpc>
            </a:pPr>
            <a:r>
              <a:rPr lang="en-US" altLang="zh-CN" sz="2400" b="1"/>
              <a:t>Pass</a:t>
            </a:r>
            <a:endParaRPr lang="en-US" sz="2400" b="1" baseline="-25000"/>
          </a:p>
        </p:txBody>
      </p:sp>
      <p:sp>
        <p:nvSpPr>
          <p:cNvPr id="44" name="Rectangle 43">
            <a:extLst>
              <a:ext uri="{FF2B5EF4-FFF2-40B4-BE49-F238E27FC236}">
                <a16:creationId xmlns:a16="http://schemas.microsoft.com/office/drawing/2014/main" id="{306D0C39-E238-0D9C-ED8B-FE3B6B26CA2D}"/>
              </a:ext>
            </a:extLst>
          </p:cNvPr>
          <p:cNvSpPr/>
          <p:nvPr/>
        </p:nvSpPr>
        <p:spPr>
          <a:xfrm>
            <a:off x="4741494" y="6296385"/>
            <a:ext cx="2124892" cy="542881"/>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No Error</a:t>
            </a:r>
            <a:endParaRPr lang="en-US" sz="2400" b="1">
              <a:solidFill>
                <a:schemeClr val="tx1"/>
              </a:solidFill>
            </a:endParaRPr>
          </a:p>
        </p:txBody>
      </p:sp>
      <p:sp>
        <p:nvSpPr>
          <p:cNvPr id="46" name="Rectangle 45">
            <a:extLst>
              <a:ext uri="{FF2B5EF4-FFF2-40B4-BE49-F238E27FC236}">
                <a16:creationId xmlns:a16="http://schemas.microsoft.com/office/drawing/2014/main" id="{D7BF7AA2-8D57-1452-4347-618EEC7EFA37}"/>
              </a:ext>
            </a:extLst>
          </p:cNvPr>
          <p:cNvSpPr/>
          <p:nvPr/>
        </p:nvSpPr>
        <p:spPr>
          <a:xfrm>
            <a:off x="6141113" y="2928578"/>
            <a:ext cx="3086325" cy="1055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dirty="0">
                <a:solidFill>
                  <a:schemeClr val="tx1"/>
                </a:solidFill>
              </a:rPr>
              <a:t>Fetch the </a:t>
            </a:r>
            <a:r>
              <a:rPr lang="en-US" altLang="zh-CN" sz="2400" b="1" dirty="0">
                <a:solidFill>
                  <a:srgbClr val="FF0000"/>
                </a:solidFill>
              </a:rPr>
              <a:t>Remaining </a:t>
            </a:r>
          </a:p>
          <a:p>
            <a:pPr algn="ctr"/>
            <a:r>
              <a:rPr lang="en-US" altLang="zh-CN" sz="2400" b="1" dirty="0">
                <a:solidFill>
                  <a:srgbClr val="FF0000"/>
                </a:solidFill>
              </a:rPr>
              <a:t>Symbol</a:t>
            </a:r>
            <a:endParaRPr lang="en-US" sz="2400" b="1" dirty="0">
              <a:solidFill>
                <a:srgbClr val="FF0000"/>
              </a:solidFill>
            </a:endParaRPr>
          </a:p>
        </p:txBody>
      </p:sp>
      <p:cxnSp>
        <p:nvCxnSpPr>
          <p:cNvPr id="47" name="Straight Arrow Connector 46">
            <a:extLst>
              <a:ext uri="{FF2B5EF4-FFF2-40B4-BE49-F238E27FC236}">
                <a16:creationId xmlns:a16="http://schemas.microsoft.com/office/drawing/2014/main" id="{36BDFAD2-9894-CDB7-09D4-B91FC252500A}"/>
              </a:ext>
            </a:extLst>
          </p:cNvPr>
          <p:cNvCxnSpPr>
            <a:cxnSpLocks/>
          </p:cNvCxnSpPr>
          <p:nvPr/>
        </p:nvCxnSpPr>
        <p:spPr>
          <a:xfrm rot="2700000">
            <a:off x="9077454" y="5658372"/>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EC854CA-717B-3DCD-8D94-93CC837E574C}"/>
              </a:ext>
            </a:extLst>
          </p:cNvPr>
          <p:cNvCxnSpPr>
            <a:cxnSpLocks/>
          </p:cNvCxnSpPr>
          <p:nvPr/>
        </p:nvCxnSpPr>
        <p:spPr>
          <a:xfrm rot="18900000" flipH="1">
            <a:off x="10256264" y="5658373"/>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C23EA49-556D-9A1D-FA5B-100CE7B64423}"/>
              </a:ext>
            </a:extLst>
          </p:cNvPr>
          <p:cNvSpPr txBox="1"/>
          <p:nvPr/>
        </p:nvSpPr>
        <p:spPr>
          <a:xfrm>
            <a:off x="10203803" y="5608601"/>
            <a:ext cx="741293" cy="395173"/>
          </a:xfrm>
          <a:prstGeom prst="rect">
            <a:avLst/>
          </a:prstGeom>
          <a:noFill/>
        </p:spPr>
        <p:txBody>
          <a:bodyPr wrap="none">
            <a:spAutoFit/>
          </a:bodyPr>
          <a:lstStyle/>
          <a:p>
            <a:pPr>
              <a:lnSpc>
                <a:spcPct val="80000"/>
              </a:lnSpc>
            </a:pPr>
            <a:r>
              <a:rPr lang="en-US" altLang="zh-CN" sz="2400" b="1"/>
              <a:t>Pass</a:t>
            </a:r>
            <a:endParaRPr lang="en-US" sz="2400" b="1" baseline="-25000"/>
          </a:p>
        </p:txBody>
      </p:sp>
      <p:sp>
        <p:nvSpPr>
          <p:cNvPr id="50" name="TextBox 49">
            <a:extLst>
              <a:ext uri="{FF2B5EF4-FFF2-40B4-BE49-F238E27FC236}">
                <a16:creationId xmlns:a16="http://schemas.microsoft.com/office/drawing/2014/main" id="{9E7B5BAD-A5D1-ED10-7977-BF122657D6A8}"/>
              </a:ext>
            </a:extLst>
          </p:cNvPr>
          <p:cNvSpPr txBox="1"/>
          <p:nvPr/>
        </p:nvSpPr>
        <p:spPr>
          <a:xfrm>
            <a:off x="8377078" y="5617027"/>
            <a:ext cx="620298" cy="395173"/>
          </a:xfrm>
          <a:prstGeom prst="rect">
            <a:avLst/>
          </a:prstGeom>
          <a:noFill/>
        </p:spPr>
        <p:txBody>
          <a:bodyPr wrap="none">
            <a:spAutoFit/>
          </a:bodyPr>
          <a:lstStyle/>
          <a:p>
            <a:pPr>
              <a:lnSpc>
                <a:spcPct val="80000"/>
              </a:lnSpc>
            </a:pPr>
            <a:r>
              <a:rPr lang="en-US" altLang="zh-CN" sz="2400" b="1"/>
              <a:t>Fail</a:t>
            </a:r>
            <a:endParaRPr lang="en-US" sz="2400" b="1" baseline="-25000"/>
          </a:p>
        </p:txBody>
      </p:sp>
      <p:sp>
        <p:nvSpPr>
          <p:cNvPr id="51" name="Rectangle 50">
            <a:extLst>
              <a:ext uri="{FF2B5EF4-FFF2-40B4-BE49-F238E27FC236}">
                <a16:creationId xmlns:a16="http://schemas.microsoft.com/office/drawing/2014/main" id="{8ABBA699-0F3C-A3E3-A7C9-3CC1692B573D}"/>
              </a:ext>
            </a:extLst>
          </p:cNvPr>
          <p:cNvSpPr/>
          <p:nvPr/>
        </p:nvSpPr>
        <p:spPr>
          <a:xfrm>
            <a:off x="9757403" y="6311621"/>
            <a:ext cx="2124906" cy="542881"/>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Corrected</a:t>
            </a:r>
          </a:p>
        </p:txBody>
      </p:sp>
      <p:sp>
        <p:nvSpPr>
          <p:cNvPr id="52" name="Rectangle 51">
            <a:extLst>
              <a:ext uri="{FF2B5EF4-FFF2-40B4-BE49-F238E27FC236}">
                <a16:creationId xmlns:a16="http://schemas.microsoft.com/office/drawing/2014/main" id="{1AD3C89D-3FA1-8178-1A43-9A1FEC6B510A}"/>
              </a:ext>
            </a:extLst>
          </p:cNvPr>
          <p:cNvSpPr/>
          <p:nvPr/>
        </p:nvSpPr>
        <p:spPr>
          <a:xfrm>
            <a:off x="7470220" y="6311617"/>
            <a:ext cx="2124906" cy="542881"/>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Detected</a:t>
            </a:r>
          </a:p>
        </p:txBody>
      </p:sp>
      <p:sp>
        <p:nvSpPr>
          <p:cNvPr id="54" name="Diamond 53">
            <a:extLst>
              <a:ext uri="{FF2B5EF4-FFF2-40B4-BE49-F238E27FC236}">
                <a16:creationId xmlns:a16="http://schemas.microsoft.com/office/drawing/2014/main" id="{67553EF7-1996-429A-EE7E-EE55760FC323}"/>
              </a:ext>
            </a:extLst>
          </p:cNvPr>
          <p:cNvSpPr/>
          <p:nvPr/>
        </p:nvSpPr>
        <p:spPr>
          <a:xfrm>
            <a:off x="8786968" y="4041189"/>
            <a:ext cx="1697685" cy="1697685"/>
          </a:xfrm>
          <a:prstGeom prst="diamond">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b="1">
                <a:solidFill>
                  <a:srgbClr val="FF0000"/>
                </a:solidFill>
              </a:rPr>
              <a:t>Correct</a:t>
            </a:r>
            <a:endParaRPr lang="en-US" sz="2800" b="1">
              <a:solidFill>
                <a:srgbClr val="FF0000"/>
              </a:solidFill>
            </a:endParaRPr>
          </a:p>
        </p:txBody>
      </p:sp>
      <p:cxnSp>
        <p:nvCxnSpPr>
          <p:cNvPr id="55" name="Straight Arrow Connector 54">
            <a:extLst>
              <a:ext uri="{FF2B5EF4-FFF2-40B4-BE49-F238E27FC236}">
                <a16:creationId xmlns:a16="http://schemas.microsoft.com/office/drawing/2014/main" id="{997A41B2-D45D-B8E4-D7E1-483E985EEBC9}"/>
              </a:ext>
            </a:extLst>
          </p:cNvPr>
          <p:cNvCxnSpPr>
            <a:cxnSpLocks/>
          </p:cNvCxnSpPr>
          <p:nvPr/>
        </p:nvCxnSpPr>
        <p:spPr>
          <a:xfrm rot="18900000" flipH="1">
            <a:off x="8627516" y="4045130"/>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56110C2-356A-2422-7540-6805027090B9}"/>
              </a:ext>
            </a:extLst>
          </p:cNvPr>
          <p:cNvCxnSpPr>
            <a:cxnSpLocks/>
          </p:cNvCxnSpPr>
          <p:nvPr/>
        </p:nvCxnSpPr>
        <p:spPr>
          <a:xfrm rot="2700000" flipH="1" flipV="1">
            <a:off x="6755395" y="4045131"/>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E39E834-D05B-D3C8-04F8-0FB306D06204}"/>
              </a:ext>
            </a:extLst>
          </p:cNvPr>
          <p:cNvSpPr txBox="1"/>
          <p:nvPr/>
        </p:nvSpPr>
        <p:spPr>
          <a:xfrm>
            <a:off x="6683009" y="4369586"/>
            <a:ext cx="620298" cy="395173"/>
          </a:xfrm>
          <a:prstGeom prst="rect">
            <a:avLst/>
          </a:prstGeom>
          <a:noFill/>
        </p:spPr>
        <p:txBody>
          <a:bodyPr wrap="none">
            <a:spAutoFit/>
          </a:bodyPr>
          <a:lstStyle/>
          <a:p>
            <a:pPr>
              <a:lnSpc>
                <a:spcPct val="80000"/>
              </a:lnSpc>
            </a:pPr>
            <a:r>
              <a:rPr lang="en-US" altLang="zh-CN" sz="2400" b="1"/>
              <a:t>Fail</a:t>
            </a:r>
            <a:endParaRPr lang="en-US" sz="2400" b="1" baseline="-25000"/>
          </a:p>
        </p:txBody>
      </p:sp>
      <p:sp>
        <p:nvSpPr>
          <p:cNvPr id="4" name="TextBox 3">
            <a:extLst>
              <a:ext uri="{FF2B5EF4-FFF2-40B4-BE49-F238E27FC236}">
                <a16:creationId xmlns:a16="http://schemas.microsoft.com/office/drawing/2014/main" id="{09CD4D8F-641B-5F8A-4AF1-B2CFE664EF04}"/>
              </a:ext>
            </a:extLst>
          </p:cNvPr>
          <p:cNvSpPr txBox="1"/>
          <p:nvPr/>
        </p:nvSpPr>
        <p:spPr>
          <a:xfrm>
            <a:off x="1505495" y="3844900"/>
            <a:ext cx="2084673" cy="523220"/>
          </a:xfrm>
          <a:prstGeom prst="rect">
            <a:avLst/>
          </a:prstGeom>
          <a:noFill/>
        </p:spPr>
        <p:txBody>
          <a:bodyPr wrap="none" rtlCol="0">
            <a:spAutoFit/>
          </a:bodyPr>
          <a:lstStyle/>
          <a:p>
            <a:r>
              <a:rPr lang="en-US" sz="2800" b="1" u="sng"/>
              <a:t>SCREME-WO</a:t>
            </a:r>
          </a:p>
        </p:txBody>
      </p:sp>
      <p:sp>
        <p:nvSpPr>
          <p:cNvPr id="5" name="L 形 4">
            <a:extLst>
              <a:ext uri="{FF2B5EF4-FFF2-40B4-BE49-F238E27FC236}">
                <a16:creationId xmlns:a16="http://schemas.microsoft.com/office/drawing/2014/main" id="{678F7EB9-B72D-5021-3D40-66083A656C7B}"/>
              </a:ext>
            </a:extLst>
          </p:cNvPr>
          <p:cNvSpPr/>
          <p:nvPr/>
        </p:nvSpPr>
        <p:spPr>
          <a:xfrm rot="10800000">
            <a:off x="843569" y="3844900"/>
            <a:ext cx="6305376" cy="3364287"/>
          </a:xfrm>
          <a:prstGeom prst="corner">
            <a:avLst>
              <a:gd name="adj1" fmla="val 56007"/>
              <a:gd name="adj2" fmla="val 77488"/>
            </a:avLst>
          </a:prstGeom>
          <a:solidFill>
            <a:srgbClr val="0099FF">
              <a:alpha val="30196"/>
            </a:srgbClr>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a:extLst>
              <a:ext uri="{FF2B5EF4-FFF2-40B4-BE49-F238E27FC236}">
                <a16:creationId xmlns:a16="http://schemas.microsoft.com/office/drawing/2014/main" id="{4771C72C-87B2-AAA8-1193-002827598BB6}"/>
              </a:ext>
            </a:extLst>
          </p:cNvPr>
          <p:cNvSpPr txBox="1"/>
          <p:nvPr/>
        </p:nvSpPr>
        <p:spPr>
          <a:xfrm>
            <a:off x="838201" y="2921744"/>
            <a:ext cx="3931013" cy="707886"/>
          </a:xfrm>
          <a:prstGeom prst="rect">
            <a:avLst/>
          </a:prstGeom>
          <a:noFill/>
        </p:spPr>
        <p:txBody>
          <a:bodyPr wrap="none" rtlCol="0">
            <a:spAutoFit/>
          </a:bodyPr>
          <a:lstStyle/>
          <a:p>
            <a:r>
              <a:rPr lang="en-US" sz="4000" b="1" i="1" dirty="0"/>
              <a:t>READ</a:t>
            </a:r>
            <a:r>
              <a:rPr lang="en-US" sz="4000" i="1" dirty="0"/>
              <a:t> </a:t>
            </a:r>
            <a:r>
              <a:rPr lang="en-US" sz="4000" i="1" u="sng" dirty="0"/>
              <a:t>0x0000FFFF</a:t>
            </a:r>
          </a:p>
        </p:txBody>
      </p:sp>
      <p:sp>
        <p:nvSpPr>
          <p:cNvPr id="12" name="TextBox 11">
            <a:extLst>
              <a:ext uri="{FF2B5EF4-FFF2-40B4-BE49-F238E27FC236}">
                <a16:creationId xmlns:a16="http://schemas.microsoft.com/office/drawing/2014/main" id="{F535B717-5A19-021C-AB06-A53A85113A45}"/>
              </a:ext>
            </a:extLst>
          </p:cNvPr>
          <p:cNvSpPr txBox="1"/>
          <p:nvPr/>
        </p:nvSpPr>
        <p:spPr>
          <a:xfrm>
            <a:off x="1729580" y="5711542"/>
            <a:ext cx="2555508" cy="523220"/>
          </a:xfrm>
          <a:prstGeom prst="rect">
            <a:avLst/>
          </a:prstGeom>
          <a:noFill/>
        </p:spPr>
        <p:txBody>
          <a:bodyPr wrap="none" rtlCol="0">
            <a:spAutoFit/>
          </a:bodyPr>
          <a:lstStyle/>
          <a:p>
            <a:r>
              <a:rPr lang="en-US" sz="2800" b="1" dirty="0">
                <a:solidFill>
                  <a:schemeClr val="tx2">
                    <a:lumMod val="75000"/>
                    <a:lumOff val="25000"/>
                  </a:schemeClr>
                </a:solidFill>
              </a:rPr>
              <a:t>99.9999% Cases</a:t>
            </a:r>
          </a:p>
        </p:txBody>
      </p:sp>
    </p:spTree>
    <p:extLst>
      <p:ext uri="{BB962C8B-B14F-4D97-AF65-F5344CB8AC3E}">
        <p14:creationId xmlns:p14="http://schemas.microsoft.com/office/powerpoint/2010/main" val="220215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3" grpId="0"/>
      <p:bldP spid="44" grpId="0" animBg="1"/>
      <p:bldP spid="46" grpId="0" animBg="1"/>
      <p:bldP spid="49" grpId="0"/>
      <p:bldP spid="50" grpId="0"/>
      <p:bldP spid="51" grpId="0" animBg="1"/>
      <p:bldP spid="52" grpId="0" animBg="1"/>
      <p:bldP spid="54" grpId="0" animBg="1"/>
      <p:bldP spid="57" grpId="0"/>
      <p:bldP spid="5" grpId="0" animBg="1"/>
      <p:bldP spid="1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8FFF8-CC94-0C47-8A46-363B41EBB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D466B-BD70-B565-E181-0B3DA8B8F9A1}"/>
              </a:ext>
            </a:extLst>
          </p:cNvPr>
          <p:cNvSpPr>
            <a:spLocks noGrp="1"/>
          </p:cNvSpPr>
          <p:nvPr>
            <p:ph type="title"/>
          </p:nvPr>
        </p:nvSpPr>
        <p:spPr/>
        <p:txBody>
          <a:bodyPr/>
          <a:lstStyle/>
          <a:p>
            <a:r>
              <a:rPr lang="en-US" altLang="zh-CN" b="1" dirty="0"/>
              <a:t>Design1: </a:t>
            </a:r>
            <a:r>
              <a:rPr lang="en-US" dirty="0"/>
              <a:t>SCREME-WO(Write-Only ECC)</a:t>
            </a:r>
            <a:endParaRPr lang="zh-CN" altLang="en-US" dirty="0"/>
          </a:p>
        </p:txBody>
      </p:sp>
      <p:sp>
        <p:nvSpPr>
          <p:cNvPr id="39" name="Rectangle 38">
            <a:extLst>
              <a:ext uri="{FF2B5EF4-FFF2-40B4-BE49-F238E27FC236}">
                <a16:creationId xmlns:a16="http://schemas.microsoft.com/office/drawing/2014/main" id="{CDB4DD39-A4E8-4E71-B637-F61EBC0EAEC4}"/>
              </a:ext>
            </a:extLst>
          </p:cNvPr>
          <p:cNvSpPr/>
          <p:nvPr/>
        </p:nvSpPr>
        <p:spPr>
          <a:xfrm>
            <a:off x="1013840" y="4952750"/>
            <a:ext cx="3227232" cy="1055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Data &amp; </a:t>
            </a:r>
            <a:r>
              <a:rPr lang="en-US" altLang="zh-CN" sz="2400" b="1">
                <a:solidFill>
                  <a:srgbClr val="FF0000"/>
                </a:solidFill>
              </a:rPr>
              <a:t>One</a:t>
            </a:r>
            <a:r>
              <a:rPr lang="en-US" altLang="zh-CN" sz="2400" b="1">
                <a:solidFill>
                  <a:schemeClr val="tx1"/>
                </a:solidFill>
              </a:rPr>
              <a:t> Symbol</a:t>
            </a:r>
            <a:endParaRPr lang="en-US" sz="2400" b="1">
              <a:solidFill>
                <a:schemeClr val="tx1"/>
              </a:solidFill>
            </a:endParaRPr>
          </a:p>
        </p:txBody>
      </p:sp>
      <p:cxnSp>
        <p:nvCxnSpPr>
          <p:cNvPr id="40" name="Straight Arrow Connector 39">
            <a:extLst>
              <a:ext uri="{FF2B5EF4-FFF2-40B4-BE49-F238E27FC236}">
                <a16:creationId xmlns:a16="http://schemas.microsoft.com/office/drawing/2014/main" id="{F02C0437-5C98-9C73-41A0-0AC846E49F00}"/>
              </a:ext>
            </a:extLst>
          </p:cNvPr>
          <p:cNvCxnSpPr>
            <a:cxnSpLocks/>
          </p:cNvCxnSpPr>
          <p:nvPr/>
        </p:nvCxnSpPr>
        <p:spPr>
          <a:xfrm rot="16200000">
            <a:off x="4586877" y="5194174"/>
            <a:ext cx="0" cy="5724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Diamond 40">
            <a:extLst>
              <a:ext uri="{FF2B5EF4-FFF2-40B4-BE49-F238E27FC236}">
                <a16:creationId xmlns:a16="http://schemas.microsoft.com/office/drawing/2014/main" id="{CD394258-F96B-48B6-9A78-A9570C238836}"/>
              </a:ext>
            </a:extLst>
          </p:cNvPr>
          <p:cNvSpPr/>
          <p:nvPr/>
        </p:nvSpPr>
        <p:spPr>
          <a:xfrm>
            <a:off x="4940032" y="4642436"/>
            <a:ext cx="1697685" cy="1697685"/>
          </a:xfrm>
          <a:prstGeom prst="diamond">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b="1">
                <a:solidFill>
                  <a:srgbClr val="FF0000"/>
                </a:solidFill>
              </a:rPr>
              <a:t>Detect</a:t>
            </a:r>
            <a:endParaRPr lang="en-US" sz="2800" b="1">
              <a:solidFill>
                <a:srgbClr val="FF0000"/>
              </a:solidFill>
            </a:endParaRPr>
          </a:p>
        </p:txBody>
      </p:sp>
      <p:cxnSp>
        <p:nvCxnSpPr>
          <p:cNvPr id="42" name="Straight Arrow Connector 41">
            <a:extLst>
              <a:ext uri="{FF2B5EF4-FFF2-40B4-BE49-F238E27FC236}">
                <a16:creationId xmlns:a16="http://schemas.microsoft.com/office/drawing/2014/main" id="{D936796F-0C99-54B9-3ADB-8309AD13E02E}"/>
              </a:ext>
            </a:extLst>
          </p:cNvPr>
          <p:cNvCxnSpPr>
            <a:cxnSpLocks/>
          </p:cNvCxnSpPr>
          <p:nvPr/>
        </p:nvCxnSpPr>
        <p:spPr>
          <a:xfrm>
            <a:off x="5788873" y="6375355"/>
            <a:ext cx="0" cy="4954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ECEC6D5-5A5C-2ABE-D031-19901F5036A0}"/>
              </a:ext>
            </a:extLst>
          </p:cNvPr>
          <p:cNvSpPr txBox="1"/>
          <p:nvPr/>
        </p:nvSpPr>
        <p:spPr>
          <a:xfrm>
            <a:off x="5783505" y="6369928"/>
            <a:ext cx="741293" cy="395173"/>
          </a:xfrm>
          <a:prstGeom prst="rect">
            <a:avLst/>
          </a:prstGeom>
          <a:noFill/>
        </p:spPr>
        <p:txBody>
          <a:bodyPr wrap="none">
            <a:spAutoFit/>
          </a:bodyPr>
          <a:lstStyle/>
          <a:p>
            <a:pPr>
              <a:lnSpc>
                <a:spcPct val="80000"/>
              </a:lnSpc>
            </a:pPr>
            <a:r>
              <a:rPr lang="en-US" altLang="zh-CN" sz="2400" b="1"/>
              <a:t>Pass</a:t>
            </a:r>
            <a:endParaRPr lang="en-US" sz="2400" b="1" baseline="-25000"/>
          </a:p>
        </p:txBody>
      </p:sp>
      <p:sp>
        <p:nvSpPr>
          <p:cNvPr id="44" name="Rectangle 43">
            <a:extLst>
              <a:ext uri="{FF2B5EF4-FFF2-40B4-BE49-F238E27FC236}">
                <a16:creationId xmlns:a16="http://schemas.microsoft.com/office/drawing/2014/main" id="{CEA4D30F-36B2-75FB-C3EC-D2FB32BB205A}"/>
              </a:ext>
            </a:extLst>
          </p:cNvPr>
          <p:cNvSpPr/>
          <p:nvPr/>
        </p:nvSpPr>
        <p:spPr>
          <a:xfrm>
            <a:off x="4741494" y="6892734"/>
            <a:ext cx="2124892" cy="542881"/>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No Error</a:t>
            </a:r>
            <a:endParaRPr lang="en-US" sz="2400" b="1">
              <a:solidFill>
                <a:schemeClr val="tx1"/>
              </a:solidFill>
            </a:endParaRPr>
          </a:p>
        </p:txBody>
      </p:sp>
      <p:sp>
        <p:nvSpPr>
          <p:cNvPr id="46" name="Rectangle 45">
            <a:extLst>
              <a:ext uri="{FF2B5EF4-FFF2-40B4-BE49-F238E27FC236}">
                <a16:creationId xmlns:a16="http://schemas.microsoft.com/office/drawing/2014/main" id="{851CA429-E565-1FEB-E039-E55FE140C86A}"/>
              </a:ext>
            </a:extLst>
          </p:cNvPr>
          <p:cNvSpPr/>
          <p:nvPr/>
        </p:nvSpPr>
        <p:spPr>
          <a:xfrm>
            <a:off x="6141113" y="2928578"/>
            <a:ext cx="3086325" cy="105529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dirty="0">
                <a:solidFill>
                  <a:schemeClr val="tx1"/>
                </a:solidFill>
              </a:rPr>
              <a:t>Fetch the </a:t>
            </a:r>
            <a:r>
              <a:rPr lang="en-US" altLang="zh-CN" sz="2400" b="1" dirty="0">
                <a:solidFill>
                  <a:srgbClr val="FF0000"/>
                </a:solidFill>
              </a:rPr>
              <a:t>Remaining </a:t>
            </a:r>
          </a:p>
          <a:p>
            <a:pPr algn="ctr"/>
            <a:r>
              <a:rPr lang="en-US" altLang="zh-CN" sz="2400" b="1" dirty="0">
                <a:solidFill>
                  <a:srgbClr val="FF0000"/>
                </a:solidFill>
              </a:rPr>
              <a:t>Symbol</a:t>
            </a:r>
            <a:endParaRPr lang="en-US" sz="2400" b="1" dirty="0">
              <a:solidFill>
                <a:srgbClr val="FF0000"/>
              </a:solidFill>
            </a:endParaRPr>
          </a:p>
        </p:txBody>
      </p:sp>
      <p:cxnSp>
        <p:nvCxnSpPr>
          <p:cNvPr id="47" name="Straight Arrow Connector 46">
            <a:extLst>
              <a:ext uri="{FF2B5EF4-FFF2-40B4-BE49-F238E27FC236}">
                <a16:creationId xmlns:a16="http://schemas.microsoft.com/office/drawing/2014/main" id="{0EC3EF55-B44D-8F2F-BEA0-234CE550A684}"/>
              </a:ext>
            </a:extLst>
          </p:cNvPr>
          <p:cNvCxnSpPr>
            <a:cxnSpLocks/>
          </p:cNvCxnSpPr>
          <p:nvPr/>
        </p:nvCxnSpPr>
        <p:spPr>
          <a:xfrm rot="2700000">
            <a:off x="9077454" y="6254721"/>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DB21EC4-AE3E-437A-D51D-B6C9B9DEF2A2}"/>
              </a:ext>
            </a:extLst>
          </p:cNvPr>
          <p:cNvCxnSpPr>
            <a:cxnSpLocks/>
          </p:cNvCxnSpPr>
          <p:nvPr/>
        </p:nvCxnSpPr>
        <p:spPr>
          <a:xfrm rot="18900000" flipH="1">
            <a:off x="10256264" y="6254722"/>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EDA0C25-A358-01BA-8E50-5F3AC98C0052}"/>
              </a:ext>
            </a:extLst>
          </p:cNvPr>
          <p:cNvSpPr txBox="1"/>
          <p:nvPr/>
        </p:nvSpPr>
        <p:spPr>
          <a:xfrm>
            <a:off x="10203803" y="6204950"/>
            <a:ext cx="741293" cy="395173"/>
          </a:xfrm>
          <a:prstGeom prst="rect">
            <a:avLst/>
          </a:prstGeom>
          <a:noFill/>
        </p:spPr>
        <p:txBody>
          <a:bodyPr wrap="none">
            <a:spAutoFit/>
          </a:bodyPr>
          <a:lstStyle/>
          <a:p>
            <a:pPr>
              <a:lnSpc>
                <a:spcPct val="80000"/>
              </a:lnSpc>
            </a:pPr>
            <a:r>
              <a:rPr lang="en-US" altLang="zh-CN" sz="2400" b="1"/>
              <a:t>Pass</a:t>
            </a:r>
            <a:endParaRPr lang="en-US" sz="2400" b="1" baseline="-25000"/>
          </a:p>
        </p:txBody>
      </p:sp>
      <p:sp>
        <p:nvSpPr>
          <p:cNvPr id="50" name="TextBox 49">
            <a:extLst>
              <a:ext uri="{FF2B5EF4-FFF2-40B4-BE49-F238E27FC236}">
                <a16:creationId xmlns:a16="http://schemas.microsoft.com/office/drawing/2014/main" id="{4DA21291-F60F-821B-9299-9768F8DCE00D}"/>
              </a:ext>
            </a:extLst>
          </p:cNvPr>
          <p:cNvSpPr txBox="1"/>
          <p:nvPr/>
        </p:nvSpPr>
        <p:spPr>
          <a:xfrm>
            <a:off x="8377078" y="6213376"/>
            <a:ext cx="620298" cy="395173"/>
          </a:xfrm>
          <a:prstGeom prst="rect">
            <a:avLst/>
          </a:prstGeom>
          <a:noFill/>
        </p:spPr>
        <p:txBody>
          <a:bodyPr wrap="none">
            <a:spAutoFit/>
          </a:bodyPr>
          <a:lstStyle/>
          <a:p>
            <a:pPr>
              <a:lnSpc>
                <a:spcPct val="80000"/>
              </a:lnSpc>
            </a:pPr>
            <a:r>
              <a:rPr lang="en-US" altLang="zh-CN" sz="2400" b="1"/>
              <a:t>Fail</a:t>
            </a:r>
            <a:endParaRPr lang="en-US" sz="2400" b="1" baseline="-25000"/>
          </a:p>
        </p:txBody>
      </p:sp>
      <p:sp>
        <p:nvSpPr>
          <p:cNvPr id="51" name="Rectangle 50">
            <a:extLst>
              <a:ext uri="{FF2B5EF4-FFF2-40B4-BE49-F238E27FC236}">
                <a16:creationId xmlns:a16="http://schemas.microsoft.com/office/drawing/2014/main" id="{1AF4CFEE-7C3A-1B14-DED2-8D3F4C049DED}"/>
              </a:ext>
            </a:extLst>
          </p:cNvPr>
          <p:cNvSpPr/>
          <p:nvPr/>
        </p:nvSpPr>
        <p:spPr>
          <a:xfrm>
            <a:off x="9757403" y="6907970"/>
            <a:ext cx="2124906" cy="542881"/>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Corrected</a:t>
            </a:r>
          </a:p>
        </p:txBody>
      </p:sp>
      <p:sp>
        <p:nvSpPr>
          <p:cNvPr id="52" name="Rectangle 51">
            <a:extLst>
              <a:ext uri="{FF2B5EF4-FFF2-40B4-BE49-F238E27FC236}">
                <a16:creationId xmlns:a16="http://schemas.microsoft.com/office/drawing/2014/main" id="{A40A085D-B7F7-1C59-DCCD-1249B9644F4A}"/>
              </a:ext>
            </a:extLst>
          </p:cNvPr>
          <p:cNvSpPr/>
          <p:nvPr/>
        </p:nvSpPr>
        <p:spPr>
          <a:xfrm>
            <a:off x="7470220" y="6907966"/>
            <a:ext cx="2124906" cy="542881"/>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400" b="1">
                <a:solidFill>
                  <a:schemeClr val="tx1"/>
                </a:solidFill>
              </a:rPr>
              <a:t>Detected</a:t>
            </a:r>
          </a:p>
        </p:txBody>
      </p:sp>
      <p:sp>
        <p:nvSpPr>
          <p:cNvPr id="54" name="Diamond 53">
            <a:extLst>
              <a:ext uri="{FF2B5EF4-FFF2-40B4-BE49-F238E27FC236}">
                <a16:creationId xmlns:a16="http://schemas.microsoft.com/office/drawing/2014/main" id="{2483D99A-A255-9F5F-48D7-A227348C0D9E}"/>
              </a:ext>
            </a:extLst>
          </p:cNvPr>
          <p:cNvSpPr/>
          <p:nvPr/>
        </p:nvSpPr>
        <p:spPr>
          <a:xfrm>
            <a:off x="8786968" y="4637538"/>
            <a:ext cx="1697685" cy="1697685"/>
          </a:xfrm>
          <a:prstGeom prst="diamond">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800" b="1">
                <a:solidFill>
                  <a:srgbClr val="FF0000"/>
                </a:solidFill>
              </a:rPr>
              <a:t>Correct</a:t>
            </a:r>
            <a:endParaRPr lang="en-US" sz="2800" b="1">
              <a:solidFill>
                <a:srgbClr val="FF0000"/>
              </a:solidFill>
            </a:endParaRPr>
          </a:p>
        </p:txBody>
      </p:sp>
      <p:cxnSp>
        <p:nvCxnSpPr>
          <p:cNvPr id="55" name="Straight Arrow Connector 54">
            <a:extLst>
              <a:ext uri="{FF2B5EF4-FFF2-40B4-BE49-F238E27FC236}">
                <a16:creationId xmlns:a16="http://schemas.microsoft.com/office/drawing/2014/main" id="{A60E34C8-5D66-5431-52E1-1288270FEE0F}"/>
              </a:ext>
            </a:extLst>
          </p:cNvPr>
          <p:cNvCxnSpPr>
            <a:cxnSpLocks/>
          </p:cNvCxnSpPr>
          <p:nvPr/>
        </p:nvCxnSpPr>
        <p:spPr>
          <a:xfrm rot="18900000" flipH="1">
            <a:off x="8627516" y="4641479"/>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BA4048A-7CD3-5095-9163-BB34733718BE}"/>
              </a:ext>
            </a:extLst>
          </p:cNvPr>
          <p:cNvCxnSpPr>
            <a:cxnSpLocks/>
          </p:cNvCxnSpPr>
          <p:nvPr/>
        </p:nvCxnSpPr>
        <p:spPr>
          <a:xfrm rot="2700000" flipH="1" flipV="1">
            <a:off x="6755395" y="4641480"/>
            <a:ext cx="0" cy="645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B9C9B45-C267-CB3D-6FC6-F83C4EBC7A40}"/>
              </a:ext>
            </a:extLst>
          </p:cNvPr>
          <p:cNvSpPr txBox="1"/>
          <p:nvPr/>
        </p:nvSpPr>
        <p:spPr>
          <a:xfrm>
            <a:off x="6683009" y="4965935"/>
            <a:ext cx="620298" cy="395173"/>
          </a:xfrm>
          <a:prstGeom prst="rect">
            <a:avLst/>
          </a:prstGeom>
          <a:noFill/>
        </p:spPr>
        <p:txBody>
          <a:bodyPr wrap="none">
            <a:spAutoFit/>
          </a:bodyPr>
          <a:lstStyle/>
          <a:p>
            <a:pPr>
              <a:lnSpc>
                <a:spcPct val="80000"/>
              </a:lnSpc>
            </a:pPr>
            <a:r>
              <a:rPr lang="en-US" altLang="zh-CN" sz="2400" b="1"/>
              <a:t>Fail</a:t>
            </a:r>
            <a:endParaRPr lang="en-US" sz="2400" b="1" baseline="-25000"/>
          </a:p>
        </p:txBody>
      </p:sp>
      <p:sp>
        <p:nvSpPr>
          <p:cNvPr id="4" name="TextBox 3">
            <a:extLst>
              <a:ext uri="{FF2B5EF4-FFF2-40B4-BE49-F238E27FC236}">
                <a16:creationId xmlns:a16="http://schemas.microsoft.com/office/drawing/2014/main" id="{D64EA7C1-49E5-FF61-BC03-AAD4138B1384}"/>
              </a:ext>
            </a:extLst>
          </p:cNvPr>
          <p:cNvSpPr txBox="1"/>
          <p:nvPr/>
        </p:nvSpPr>
        <p:spPr>
          <a:xfrm>
            <a:off x="1505495" y="4441249"/>
            <a:ext cx="2084673" cy="523220"/>
          </a:xfrm>
          <a:prstGeom prst="rect">
            <a:avLst/>
          </a:prstGeom>
          <a:noFill/>
        </p:spPr>
        <p:txBody>
          <a:bodyPr wrap="none" rtlCol="0">
            <a:spAutoFit/>
          </a:bodyPr>
          <a:lstStyle/>
          <a:p>
            <a:r>
              <a:rPr lang="en-US" sz="2800" b="1" u="sng"/>
              <a:t>SCREME-WO</a:t>
            </a:r>
          </a:p>
        </p:txBody>
      </p:sp>
      <p:sp>
        <p:nvSpPr>
          <p:cNvPr id="5" name="L 形 4">
            <a:extLst>
              <a:ext uri="{FF2B5EF4-FFF2-40B4-BE49-F238E27FC236}">
                <a16:creationId xmlns:a16="http://schemas.microsoft.com/office/drawing/2014/main" id="{EAAC77AC-0CB2-D434-A0FB-121441FE275F}"/>
              </a:ext>
            </a:extLst>
          </p:cNvPr>
          <p:cNvSpPr/>
          <p:nvPr/>
        </p:nvSpPr>
        <p:spPr>
          <a:xfrm rot="10800000">
            <a:off x="843569" y="4441249"/>
            <a:ext cx="6305376" cy="3364287"/>
          </a:xfrm>
          <a:prstGeom prst="corner">
            <a:avLst>
              <a:gd name="adj1" fmla="val 56007"/>
              <a:gd name="adj2" fmla="val 77488"/>
            </a:avLst>
          </a:prstGeom>
          <a:solidFill>
            <a:srgbClr val="0099FF">
              <a:alpha val="30196"/>
            </a:srgbClr>
          </a:solid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a:extLst>
              <a:ext uri="{FF2B5EF4-FFF2-40B4-BE49-F238E27FC236}">
                <a16:creationId xmlns:a16="http://schemas.microsoft.com/office/drawing/2014/main" id="{B6E02968-FD28-35E4-F34C-D478EF0F512E}"/>
              </a:ext>
            </a:extLst>
          </p:cNvPr>
          <p:cNvSpPr txBox="1"/>
          <p:nvPr/>
        </p:nvSpPr>
        <p:spPr>
          <a:xfrm>
            <a:off x="838201" y="2921744"/>
            <a:ext cx="3931013" cy="707886"/>
          </a:xfrm>
          <a:prstGeom prst="rect">
            <a:avLst/>
          </a:prstGeom>
          <a:noFill/>
        </p:spPr>
        <p:txBody>
          <a:bodyPr wrap="none" rtlCol="0">
            <a:spAutoFit/>
          </a:bodyPr>
          <a:lstStyle/>
          <a:p>
            <a:r>
              <a:rPr lang="en-US" sz="4000" b="1" i="1" dirty="0"/>
              <a:t>READ</a:t>
            </a:r>
            <a:r>
              <a:rPr lang="en-US" sz="4000" i="1" dirty="0"/>
              <a:t> </a:t>
            </a:r>
            <a:r>
              <a:rPr lang="en-US" sz="4000" i="1" u="sng" dirty="0"/>
              <a:t>0x0000FFFF</a:t>
            </a:r>
          </a:p>
        </p:txBody>
      </p:sp>
      <p:sp>
        <p:nvSpPr>
          <p:cNvPr id="6" name="Rectangle 5">
            <a:extLst>
              <a:ext uri="{FF2B5EF4-FFF2-40B4-BE49-F238E27FC236}">
                <a16:creationId xmlns:a16="http://schemas.microsoft.com/office/drawing/2014/main" id="{1B5A4BB9-1794-6EE8-86B8-E53E1C59537C}"/>
              </a:ext>
            </a:extLst>
          </p:cNvPr>
          <p:cNvSpPr/>
          <p:nvPr/>
        </p:nvSpPr>
        <p:spPr>
          <a:xfrm>
            <a:off x="140883" y="2489832"/>
            <a:ext cx="11741426" cy="5470278"/>
          </a:xfrm>
          <a:prstGeom prst="rect">
            <a:avLst/>
          </a:prstGeom>
          <a:solidFill>
            <a:srgbClr val="FFFFFF">
              <a:alpha val="8823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FF51C71-CA1B-9265-FCFD-D3BFA8361E79}"/>
              </a:ext>
            </a:extLst>
          </p:cNvPr>
          <p:cNvSpPr txBox="1"/>
          <p:nvPr/>
        </p:nvSpPr>
        <p:spPr>
          <a:xfrm>
            <a:off x="647071" y="6592265"/>
            <a:ext cx="11081083" cy="1200329"/>
          </a:xfrm>
          <a:prstGeom prst="rect">
            <a:avLst/>
          </a:prstGeom>
          <a:solidFill>
            <a:srgbClr val="F2F2F2"/>
          </a:solidFill>
          <a:ln w="38100">
            <a:solidFill>
              <a:schemeClr val="tx1"/>
            </a:solidFill>
          </a:ln>
        </p:spPr>
        <p:txBody>
          <a:bodyPr wrap="square" rtlCol="0">
            <a:spAutoFit/>
          </a:bodyPr>
          <a:lstStyle/>
          <a:p>
            <a:pPr algn="ctr"/>
            <a:r>
              <a:rPr lang="en-US" altLang="zh-CN" sz="3600" dirty="0">
                <a:solidFill>
                  <a:srgbClr val="FF0000"/>
                </a:solidFill>
              </a:rPr>
              <a:t>Repurpose ECC bandwidth: </a:t>
            </a:r>
          </a:p>
          <a:p>
            <a:pPr algn="ctr"/>
            <a:r>
              <a:rPr lang="en-US" altLang="zh-CN" sz="3600" i="1" dirty="0">
                <a:solidFill>
                  <a:srgbClr val="FF0000"/>
                </a:solidFill>
              </a:rPr>
              <a:t>From</a:t>
            </a:r>
            <a:r>
              <a:rPr lang="en-US" altLang="zh-CN" sz="3600" i="1" dirty="0">
                <a:solidFill>
                  <a:schemeClr val="tx2">
                    <a:lumMod val="75000"/>
                    <a:lumOff val="25000"/>
                  </a:schemeClr>
                </a:solidFill>
              </a:rPr>
              <a:t> READ</a:t>
            </a:r>
            <a:r>
              <a:rPr lang="en-US" altLang="zh-CN" sz="3600" dirty="0">
                <a:solidFill>
                  <a:srgbClr val="FF0000"/>
                </a:solidFill>
              </a:rPr>
              <a:t> to </a:t>
            </a:r>
            <a:r>
              <a:rPr lang="en-US" altLang="zh-CN" sz="3600" b="1" dirty="0">
                <a:solidFill>
                  <a:srgbClr val="FF0000"/>
                </a:solidFill>
              </a:rPr>
              <a:t>low-cost chip’s</a:t>
            </a:r>
            <a:r>
              <a:rPr lang="en-US" altLang="zh-CN" sz="3600" dirty="0">
                <a:solidFill>
                  <a:srgbClr val="FF0000"/>
                </a:solidFill>
              </a:rPr>
              <a:t> </a:t>
            </a:r>
            <a:r>
              <a:rPr lang="en-US" altLang="zh-CN" sz="3600" i="1" dirty="0">
                <a:solidFill>
                  <a:schemeClr val="tx2">
                    <a:lumMod val="75000"/>
                    <a:lumOff val="25000"/>
                  </a:schemeClr>
                </a:solidFill>
              </a:rPr>
              <a:t>SLOW</a:t>
            </a:r>
            <a:r>
              <a:rPr lang="en-US" altLang="zh-CN" sz="3600" dirty="0">
                <a:solidFill>
                  <a:srgbClr val="FF0000"/>
                </a:solidFill>
              </a:rPr>
              <a:t> </a:t>
            </a:r>
            <a:r>
              <a:rPr lang="en-US" altLang="zh-CN" sz="3600" i="1" dirty="0">
                <a:solidFill>
                  <a:schemeClr val="tx2">
                    <a:lumMod val="75000"/>
                    <a:lumOff val="25000"/>
                  </a:schemeClr>
                </a:solidFill>
              </a:rPr>
              <a:t>WRITE</a:t>
            </a:r>
          </a:p>
        </p:txBody>
      </p:sp>
      <p:sp>
        <p:nvSpPr>
          <p:cNvPr id="8" name="TextBox 7">
            <a:extLst>
              <a:ext uri="{FF2B5EF4-FFF2-40B4-BE49-F238E27FC236}">
                <a16:creationId xmlns:a16="http://schemas.microsoft.com/office/drawing/2014/main" id="{D3413560-64AE-9DE5-3EC7-40D614E6566B}"/>
              </a:ext>
            </a:extLst>
          </p:cNvPr>
          <p:cNvSpPr txBox="1"/>
          <p:nvPr/>
        </p:nvSpPr>
        <p:spPr>
          <a:xfrm>
            <a:off x="647071" y="4339348"/>
            <a:ext cx="11081102" cy="646331"/>
          </a:xfrm>
          <a:prstGeom prst="rect">
            <a:avLst/>
          </a:prstGeom>
          <a:solidFill>
            <a:srgbClr val="F2F2F2"/>
          </a:solidFill>
          <a:ln w="38100">
            <a:solidFill>
              <a:schemeClr val="tx1"/>
            </a:solidFill>
          </a:ln>
        </p:spPr>
        <p:txBody>
          <a:bodyPr wrap="square" rtlCol="0">
            <a:spAutoFit/>
          </a:bodyPr>
          <a:lstStyle/>
          <a:p>
            <a:pPr algn="ctr"/>
            <a:r>
              <a:rPr lang="en-US" sz="3600" i="1" dirty="0">
                <a:solidFill>
                  <a:schemeClr val="tx2">
                    <a:lumMod val="75000"/>
                    <a:lumOff val="25000"/>
                  </a:schemeClr>
                </a:solidFill>
              </a:rPr>
              <a:t>READ</a:t>
            </a:r>
            <a:r>
              <a:rPr lang="en-US" sz="3600" dirty="0"/>
              <a:t>: </a:t>
            </a:r>
            <a:r>
              <a:rPr lang="en-US" sz="3600" b="1" dirty="0"/>
              <a:t>Half</a:t>
            </a:r>
            <a:r>
              <a:rPr lang="zh-CN" altLang="en-US" sz="3600" b="1" dirty="0"/>
              <a:t> </a:t>
            </a:r>
            <a:r>
              <a:rPr lang="en-US" sz="3600" dirty="0"/>
              <a:t>ECC bandwidth</a:t>
            </a:r>
            <a:r>
              <a:rPr lang="en-US" altLang="zh-CN" sz="3600" dirty="0"/>
              <a:t>(fetch </a:t>
            </a:r>
            <a:r>
              <a:rPr lang="en-US" altLang="zh-CN" sz="3600" dirty="0">
                <a:solidFill>
                  <a:srgbClr val="FF0000"/>
                </a:solidFill>
              </a:rPr>
              <a:t>one</a:t>
            </a:r>
            <a:r>
              <a:rPr lang="en-US" altLang="zh-CN" sz="3600" dirty="0"/>
              <a:t> symbol)</a:t>
            </a:r>
            <a:endParaRPr lang="en-US" sz="3600" dirty="0"/>
          </a:p>
        </p:txBody>
      </p:sp>
      <p:sp>
        <p:nvSpPr>
          <p:cNvPr id="9" name="TextBox 8">
            <a:extLst>
              <a:ext uri="{FF2B5EF4-FFF2-40B4-BE49-F238E27FC236}">
                <a16:creationId xmlns:a16="http://schemas.microsoft.com/office/drawing/2014/main" id="{3D5ACB0E-7213-5E37-065E-A73D3C6AE8CA}"/>
              </a:ext>
            </a:extLst>
          </p:cNvPr>
          <p:cNvSpPr txBox="1"/>
          <p:nvPr/>
        </p:nvSpPr>
        <p:spPr>
          <a:xfrm>
            <a:off x="647071" y="4974402"/>
            <a:ext cx="11081103" cy="646331"/>
          </a:xfrm>
          <a:prstGeom prst="rect">
            <a:avLst/>
          </a:prstGeom>
          <a:solidFill>
            <a:srgbClr val="F2F2F2"/>
          </a:solidFill>
          <a:ln w="38100">
            <a:solidFill>
              <a:schemeClr val="tx1"/>
            </a:solidFill>
          </a:ln>
        </p:spPr>
        <p:txBody>
          <a:bodyPr wrap="square" rtlCol="0">
            <a:spAutoFit/>
          </a:bodyPr>
          <a:lstStyle/>
          <a:p>
            <a:pPr algn="ctr"/>
            <a:r>
              <a:rPr lang="en-US" sz="3600" i="1" dirty="0">
                <a:solidFill>
                  <a:schemeClr val="tx2">
                    <a:lumMod val="75000"/>
                    <a:lumOff val="25000"/>
                  </a:schemeClr>
                </a:solidFill>
              </a:rPr>
              <a:t>WRITE</a:t>
            </a:r>
            <a:r>
              <a:rPr lang="en-US" sz="3600" dirty="0"/>
              <a:t>: </a:t>
            </a:r>
            <a:r>
              <a:rPr lang="en-US" sz="3600" b="1" dirty="0"/>
              <a:t>Full </a:t>
            </a:r>
            <a:r>
              <a:rPr lang="en-US" sz="3600" dirty="0"/>
              <a:t>ECC bandwidth(update </a:t>
            </a:r>
            <a:r>
              <a:rPr lang="en-US" sz="3600" dirty="0">
                <a:solidFill>
                  <a:srgbClr val="FF0000"/>
                </a:solidFill>
              </a:rPr>
              <a:t>all</a:t>
            </a:r>
            <a:r>
              <a:rPr lang="en-US" sz="3600" dirty="0"/>
              <a:t> ECC symbols)</a:t>
            </a:r>
          </a:p>
        </p:txBody>
      </p:sp>
      <p:cxnSp>
        <p:nvCxnSpPr>
          <p:cNvPr id="13" name="Straight Arrow Connector 12">
            <a:extLst>
              <a:ext uri="{FF2B5EF4-FFF2-40B4-BE49-F238E27FC236}">
                <a16:creationId xmlns:a16="http://schemas.microsoft.com/office/drawing/2014/main" id="{378F4E75-4336-AFD3-E978-578997788833}"/>
              </a:ext>
            </a:extLst>
          </p:cNvPr>
          <p:cNvCxnSpPr>
            <a:cxnSpLocks/>
            <a:stCxn id="9" idx="2"/>
            <a:endCxn id="7" idx="0"/>
          </p:cNvCxnSpPr>
          <p:nvPr/>
        </p:nvCxnSpPr>
        <p:spPr>
          <a:xfrm flipH="1">
            <a:off x="6187612" y="5620732"/>
            <a:ext cx="10" cy="971532"/>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D2F8BB6-CC20-DA7B-CF32-E17BA6C172BF}"/>
              </a:ext>
            </a:extLst>
          </p:cNvPr>
          <p:cNvSpPr txBox="1"/>
          <p:nvPr/>
        </p:nvSpPr>
        <p:spPr>
          <a:xfrm>
            <a:off x="667107" y="3198532"/>
            <a:ext cx="11081102" cy="646331"/>
          </a:xfrm>
          <a:prstGeom prst="rect">
            <a:avLst/>
          </a:prstGeom>
          <a:solidFill>
            <a:srgbClr val="F2F2F2"/>
          </a:solidFill>
          <a:ln w="38100">
            <a:solidFill>
              <a:schemeClr val="tx1"/>
            </a:solidFill>
          </a:ln>
        </p:spPr>
        <p:txBody>
          <a:bodyPr wrap="square" rtlCol="0">
            <a:spAutoFit/>
          </a:bodyPr>
          <a:lstStyle/>
          <a:p>
            <a:pPr algn="ctr"/>
            <a:r>
              <a:rPr lang="en-US" sz="3600" dirty="0"/>
              <a:t>Legacy chips are </a:t>
            </a:r>
            <a:r>
              <a:rPr lang="en-US" sz="3600" b="1" dirty="0"/>
              <a:t>slow</a:t>
            </a:r>
            <a:r>
              <a:rPr lang="en-US" sz="3600" dirty="0"/>
              <a:t> but </a:t>
            </a:r>
            <a:r>
              <a:rPr lang="en-US" sz="3600" b="1" dirty="0"/>
              <a:t>low-cost</a:t>
            </a:r>
          </a:p>
        </p:txBody>
      </p:sp>
    </p:spTree>
    <p:extLst>
      <p:ext uri="{BB962C8B-B14F-4D97-AF65-F5344CB8AC3E}">
        <p14:creationId xmlns:p14="http://schemas.microsoft.com/office/powerpoint/2010/main" val="200286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3" grpId="0" animBg="1"/>
      <p:bldP spid="3"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BEA7C-A259-C6CA-4E55-A21B8FEC939D}"/>
              </a:ext>
            </a:extLst>
          </p:cNvPr>
          <p:cNvSpPr>
            <a:spLocks noGrp="1"/>
          </p:cNvSpPr>
          <p:nvPr>
            <p:ph type="title"/>
          </p:nvPr>
        </p:nvSpPr>
        <p:spPr/>
        <p:txBody>
          <a:bodyPr/>
          <a:lstStyle/>
          <a:p>
            <a:r>
              <a:rPr lang="en-US" altLang="zh-CN" b="1" dirty="0"/>
              <a:t>Design1: </a:t>
            </a:r>
            <a:r>
              <a:rPr lang="en-US" dirty="0"/>
              <a:t>SCREME-WO(Write-Only ECC)</a:t>
            </a:r>
            <a:endParaRPr lang="zh-CN" altLang="en-US" dirty="0"/>
          </a:p>
        </p:txBody>
      </p:sp>
      <p:sp>
        <p:nvSpPr>
          <p:cNvPr id="3" name="内容占位符 2">
            <a:extLst>
              <a:ext uri="{FF2B5EF4-FFF2-40B4-BE49-F238E27FC236}">
                <a16:creationId xmlns:a16="http://schemas.microsoft.com/office/drawing/2014/main" id="{2228AA60-16AB-E2E5-85EF-6E60B434A236}"/>
              </a:ext>
            </a:extLst>
          </p:cNvPr>
          <p:cNvSpPr>
            <a:spLocks noGrp="1"/>
          </p:cNvSpPr>
          <p:nvPr>
            <p:ph idx="1"/>
          </p:nvPr>
        </p:nvSpPr>
        <p:spPr>
          <a:xfrm>
            <a:off x="823891" y="3243664"/>
            <a:ext cx="4751314" cy="1017063"/>
          </a:xfrm>
        </p:spPr>
        <p:txBody>
          <a:bodyPr>
            <a:normAutofit lnSpcReduction="10000"/>
          </a:bodyPr>
          <a:lstStyle/>
          <a:p>
            <a:pPr marL="0" indent="0">
              <a:buNone/>
            </a:pPr>
            <a:r>
              <a:rPr lang="en-US" dirty="0"/>
              <a:t>Employ a slow chip as a </a:t>
            </a:r>
            <a:r>
              <a:rPr lang="en-US" b="1" dirty="0"/>
              <a:t>write-only ECC chip</a:t>
            </a:r>
            <a:r>
              <a:rPr lang="en-US" dirty="0"/>
              <a:t>.</a:t>
            </a:r>
          </a:p>
          <a:p>
            <a:endParaRPr lang="en-US" dirty="0"/>
          </a:p>
        </p:txBody>
      </p:sp>
      <p:sp>
        <p:nvSpPr>
          <p:cNvPr id="5" name="Rectangle 8">
            <a:extLst>
              <a:ext uri="{FF2B5EF4-FFF2-40B4-BE49-F238E27FC236}">
                <a16:creationId xmlns:a16="http://schemas.microsoft.com/office/drawing/2014/main" id="{3ABAEB8A-D421-A090-BA30-CF8B2A436D30}"/>
              </a:ext>
            </a:extLst>
          </p:cNvPr>
          <p:cNvSpPr/>
          <p:nvPr/>
        </p:nvSpPr>
        <p:spPr>
          <a:xfrm>
            <a:off x="9728871" y="5190359"/>
            <a:ext cx="371238" cy="780879"/>
          </a:xfrm>
          <a:prstGeom prst="rect">
            <a:avLst/>
          </a:prstGeom>
          <a:solidFill>
            <a:srgbClr val="BDD7EE"/>
          </a:solidFill>
          <a:ln w="28575" cap="flat" cmpd="sng" algn="ctr">
            <a:solidFill>
              <a:srgbClr val="C55A11"/>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sp>
        <p:nvSpPr>
          <p:cNvPr id="7" name="Content Placeholder 2">
            <a:extLst>
              <a:ext uri="{FF2B5EF4-FFF2-40B4-BE49-F238E27FC236}">
                <a16:creationId xmlns:a16="http://schemas.microsoft.com/office/drawing/2014/main" id="{7B19A609-FD8A-EE12-CB10-CF5C6FF2A600}"/>
              </a:ext>
            </a:extLst>
          </p:cNvPr>
          <p:cNvSpPr txBox="1">
            <a:spLocks/>
          </p:cNvSpPr>
          <p:nvPr/>
        </p:nvSpPr>
        <p:spPr>
          <a:xfrm>
            <a:off x="6504650" y="2829255"/>
            <a:ext cx="1707646" cy="414408"/>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000" b="1">
                <a:solidFill>
                  <a:prstClr val="black"/>
                </a:solidFill>
                <a:ea typeface="宋体" panose="02010600030101010101" pitchFamily="2" charset="-122"/>
              </a:rPr>
              <a:t>Data Chips</a:t>
            </a:r>
          </a:p>
        </p:txBody>
      </p:sp>
      <p:sp>
        <p:nvSpPr>
          <p:cNvPr id="8" name="Content Placeholder 2">
            <a:extLst>
              <a:ext uri="{FF2B5EF4-FFF2-40B4-BE49-F238E27FC236}">
                <a16:creationId xmlns:a16="http://schemas.microsoft.com/office/drawing/2014/main" id="{12D26D93-8DDF-34B4-4284-39C089084513}"/>
              </a:ext>
            </a:extLst>
          </p:cNvPr>
          <p:cNvSpPr txBox="1">
            <a:spLocks/>
          </p:cNvSpPr>
          <p:nvPr/>
        </p:nvSpPr>
        <p:spPr>
          <a:xfrm>
            <a:off x="8866183" y="2829255"/>
            <a:ext cx="1555632" cy="414408"/>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000" b="1" dirty="0">
                <a:solidFill>
                  <a:prstClr val="black"/>
                </a:solidFill>
                <a:ea typeface="宋体" panose="02010600030101010101" pitchFamily="2" charset="-122"/>
              </a:rPr>
              <a:t>ECC Chips</a:t>
            </a:r>
          </a:p>
        </p:txBody>
      </p:sp>
      <p:sp>
        <p:nvSpPr>
          <p:cNvPr id="9" name="Rectangle 1509">
            <a:extLst>
              <a:ext uri="{FF2B5EF4-FFF2-40B4-BE49-F238E27FC236}">
                <a16:creationId xmlns:a16="http://schemas.microsoft.com/office/drawing/2014/main" id="{E3E51CF5-89CA-7232-75C9-C60A65883A13}"/>
              </a:ext>
            </a:extLst>
          </p:cNvPr>
          <p:cNvSpPr/>
          <p:nvPr/>
        </p:nvSpPr>
        <p:spPr>
          <a:xfrm>
            <a:off x="9114117" y="3335743"/>
            <a:ext cx="483848" cy="783789"/>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sp>
        <p:nvSpPr>
          <p:cNvPr id="10" name="Content Placeholder 2">
            <a:extLst>
              <a:ext uri="{FF2B5EF4-FFF2-40B4-BE49-F238E27FC236}">
                <a16:creationId xmlns:a16="http://schemas.microsoft.com/office/drawing/2014/main" id="{661197D5-3398-7A5C-2D2F-313551E49D69}"/>
              </a:ext>
            </a:extLst>
          </p:cNvPr>
          <p:cNvSpPr txBox="1">
            <a:spLocks/>
          </p:cNvSpPr>
          <p:nvPr/>
        </p:nvSpPr>
        <p:spPr>
          <a:xfrm>
            <a:off x="7978205" y="3423756"/>
            <a:ext cx="896091" cy="561933"/>
          </a:xfrm>
          <a:prstGeom prst="rect">
            <a:avLst/>
          </a:prstGeom>
        </p:spPr>
        <p:txBody>
          <a:bodyPr vert="horz" wrap="non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a:solidFill>
                  <a:prstClr val="black"/>
                </a:solidFill>
                <a:ea typeface="宋体" panose="02010600030101010101" pitchFamily="2" charset="-122"/>
              </a:rPr>
              <a:t>…</a:t>
            </a:r>
          </a:p>
        </p:txBody>
      </p:sp>
      <p:sp>
        <p:nvSpPr>
          <p:cNvPr id="11" name="Rectangle 1511">
            <a:extLst>
              <a:ext uri="{FF2B5EF4-FFF2-40B4-BE49-F238E27FC236}">
                <a16:creationId xmlns:a16="http://schemas.microsoft.com/office/drawing/2014/main" id="{5D8E66B9-7E82-BF30-FCA0-E4E5402D9374}"/>
              </a:ext>
            </a:extLst>
          </p:cNvPr>
          <p:cNvSpPr/>
          <p:nvPr/>
        </p:nvSpPr>
        <p:spPr>
          <a:xfrm>
            <a:off x="7424486" y="333574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12" name="Rectangle 1512">
            <a:extLst>
              <a:ext uri="{FF2B5EF4-FFF2-40B4-BE49-F238E27FC236}">
                <a16:creationId xmlns:a16="http://schemas.microsoft.com/office/drawing/2014/main" id="{CC7E0B1A-E98A-95C3-D5F4-518FBD87A870}"/>
              </a:ext>
            </a:extLst>
          </p:cNvPr>
          <p:cNvSpPr/>
          <p:nvPr/>
        </p:nvSpPr>
        <p:spPr>
          <a:xfrm>
            <a:off x="6175618" y="333574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13" name="Rectangle 1513">
            <a:extLst>
              <a:ext uri="{FF2B5EF4-FFF2-40B4-BE49-F238E27FC236}">
                <a16:creationId xmlns:a16="http://schemas.microsoft.com/office/drawing/2014/main" id="{C05E30EF-86B1-ABB4-47CC-ADF555D6F597}"/>
              </a:ext>
            </a:extLst>
          </p:cNvPr>
          <p:cNvSpPr/>
          <p:nvPr/>
        </p:nvSpPr>
        <p:spPr>
          <a:xfrm>
            <a:off x="6800052" y="333574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14" name="Rectangle 1514">
            <a:extLst>
              <a:ext uri="{FF2B5EF4-FFF2-40B4-BE49-F238E27FC236}">
                <a16:creationId xmlns:a16="http://schemas.microsoft.com/office/drawing/2014/main" id="{4C92E0E8-14EA-5B87-D7E0-104514A84465}"/>
              </a:ext>
            </a:extLst>
          </p:cNvPr>
          <p:cNvSpPr/>
          <p:nvPr/>
        </p:nvSpPr>
        <p:spPr>
          <a:xfrm>
            <a:off x="8500673" y="333574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15" name="Rectangle 1211">
            <a:extLst>
              <a:ext uri="{FF2B5EF4-FFF2-40B4-BE49-F238E27FC236}">
                <a16:creationId xmlns:a16="http://schemas.microsoft.com/office/drawing/2014/main" id="{823DFDCB-ED34-B10E-BB50-63F2911EBF24}"/>
              </a:ext>
            </a:extLst>
          </p:cNvPr>
          <p:cNvSpPr/>
          <p:nvPr/>
        </p:nvSpPr>
        <p:spPr>
          <a:xfrm>
            <a:off x="9727562" y="3335743"/>
            <a:ext cx="483848" cy="780879"/>
          </a:xfrm>
          <a:prstGeom prst="rect">
            <a:avLst/>
          </a:prstGeom>
          <a:solidFill>
            <a:schemeClr val="accent1">
              <a:lumMod val="40000"/>
              <a:lumOff val="60000"/>
            </a:schemeClr>
          </a:solidFill>
          <a:ln w="28575" cap="flat" cmpd="sng" algn="ctr">
            <a:solidFill>
              <a:schemeClr val="accent2">
                <a:lumMod val="75000"/>
              </a:schemeClr>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sp>
        <p:nvSpPr>
          <p:cNvPr id="16" name="TextBox 1636">
            <a:extLst>
              <a:ext uri="{FF2B5EF4-FFF2-40B4-BE49-F238E27FC236}">
                <a16:creationId xmlns:a16="http://schemas.microsoft.com/office/drawing/2014/main" id="{0592A89D-CDB6-A601-1F94-852E386A167C}"/>
              </a:ext>
            </a:extLst>
          </p:cNvPr>
          <p:cNvSpPr txBox="1"/>
          <p:nvPr/>
        </p:nvSpPr>
        <p:spPr>
          <a:xfrm>
            <a:off x="9479337" y="4591716"/>
            <a:ext cx="1244894" cy="594202"/>
          </a:xfrm>
          <a:prstGeom prst="rect">
            <a:avLst/>
          </a:prstGeom>
          <a:noFill/>
        </p:spPr>
        <p:txBody>
          <a:bodyPr wrap="none">
            <a:spAutoFit/>
          </a:bodyPr>
          <a:lstStyle/>
          <a:p>
            <a:pPr>
              <a:lnSpc>
                <a:spcPct val="80000"/>
              </a:lnSpc>
            </a:pPr>
            <a:r>
              <a:rPr lang="en-US" sz="2000" dirty="0"/>
              <a:t>3200MT/s</a:t>
            </a:r>
          </a:p>
          <a:p>
            <a:pPr>
              <a:lnSpc>
                <a:spcPct val="80000"/>
              </a:lnSpc>
            </a:pPr>
            <a:r>
              <a:rPr lang="en-US" sz="2000" dirty="0"/>
              <a:t>× 4 </a:t>
            </a:r>
          </a:p>
        </p:txBody>
      </p:sp>
      <p:sp>
        <p:nvSpPr>
          <p:cNvPr id="17" name="TextBox 1637">
            <a:extLst>
              <a:ext uri="{FF2B5EF4-FFF2-40B4-BE49-F238E27FC236}">
                <a16:creationId xmlns:a16="http://schemas.microsoft.com/office/drawing/2014/main" id="{35DA3990-C113-6480-7FE2-393C9ABA2A2D}"/>
              </a:ext>
            </a:extLst>
          </p:cNvPr>
          <p:cNvSpPr txBox="1"/>
          <p:nvPr/>
        </p:nvSpPr>
        <p:spPr>
          <a:xfrm>
            <a:off x="7363194" y="4591716"/>
            <a:ext cx="1730931" cy="594202"/>
          </a:xfrm>
          <a:prstGeom prst="rect">
            <a:avLst/>
          </a:prstGeom>
          <a:noFill/>
        </p:spPr>
        <p:txBody>
          <a:bodyPr wrap="square">
            <a:spAutoFit/>
          </a:bodyPr>
          <a:lstStyle/>
          <a:p>
            <a:pPr>
              <a:lnSpc>
                <a:spcPct val="80000"/>
              </a:lnSpc>
            </a:pPr>
            <a:r>
              <a:rPr lang="en-US" sz="2000" dirty="0"/>
              <a:t>6400MT/s </a:t>
            </a:r>
          </a:p>
          <a:p>
            <a:pPr>
              <a:lnSpc>
                <a:spcPct val="80000"/>
              </a:lnSpc>
            </a:pPr>
            <a:r>
              <a:rPr lang="en-US" sz="2000" dirty="0"/>
              <a:t>× 4 (× 9 chips) </a:t>
            </a:r>
          </a:p>
        </p:txBody>
      </p:sp>
      <p:sp>
        <p:nvSpPr>
          <p:cNvPr id="18" name="Left Brace 1639">
            <a:extLst>
              <a:ext uri="{FF2B5EF4-FFF2-40B4-BE49-F238E27FC236}">
                <a16:creationId xmlns:a16="http://schemas.microsoft.com/office/drawing/2014/main" id="{11340A36-A971-A33E-7ABC-B4F5CCE9ED9E}"/>
              </a:ext>
            </a:extLst>
          </p:cNvPr>
          <p:cNvSpPr/>
          <p:nvPr/>
        </p:nvSpPr>
        <p:spPr>
          <a:xfrm rot="16200000">
            <a:off x="9874238" y="4237078"/>
            <a:ext cx="249874" cy="530520"/>
          </a:xfrm>
          <a:prstGeom prst="leftBrace">
            <a:avLst>
              <a:gd name="adj1" fmla="val 33237"/>
              <a:gd name="adj2" fmla="val 50000"/>
            </a:avLst>
          </a:prstGeom>
          <a:noFill/>
          <a:ln w="635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9" name="Left Brace 1641">
            <a:extLst>
              <a:ext uri="{FF2B5EF4-FFF2-40B4-BE49-F238E27FC236}">
                <a16:creationId xmlns:a16="http://schemas.microsoft.com/office/drawing/2014/main" id="{895FBF8A-6209-FDF5-050B-5C0C5992EC92}"/>
              </a:ext>
            </a:extLst>
          </p:cNvPr>
          <p:cNvSpPr/>
          <p:nvPr/>
        </p:nvSpPr>
        <p:spPr>
          <a:xfrm rot="16200000">
            <a:off x="7769871" y="2775000"/>
            <a:ext cx="249874" cy="3454678"/>
          </a:xfrm>
          <a:prstGeom prst="leftBrace">
            <a:avLst>
              <a:gd name="adj1" fmla="val 33237"/>
              <a:gd name="adj2" fmla="val 50000"/>
            </a:avLst>
          </a:prstGeom>
          <a:noFill/>
          <a:ln w="635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cxnSp>
        <p:nvCxnSpPr>
          <p:cNvPr id="20" name="Straight Arrow Connector 1642">
            <a:extLst>
              <a:ext uri="{FF2B5EF4-FFF2-40B4-BE49-F238E27FC236}">
                <a16:creationId xmlns:a16="http://schemas.microsoft.com/office/drawing/2014/main" id="{A45FEE19-F33A-1F10-8DB9-6BE22C98CB1C}"/>
              </a:ext>
            </a:extLst>
          </p:cNvPr>
          <p:cNvCxnSpPr>
            <a:cxnSpLocks/>
          </p:cNvCxnSpPr>
          <p:nvPr/>
        </p:nvCxnSpPr>
        <p:spPr>
          <a:xfrm>
            <a:off x="6446442"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1643">
            <a:extLst>
              <a:ext uri="{FF2B5EF4-FFF2-40B4-BE49-F238E27FC236}">
                <a16:creationId xmlns:a16="http://schemas.microsoft.com/office/drawing/2014/main" id="{199F4DE6-0F7E-C576-EDF0-A269430191B2}"/>
              </a:ext>
            </a:extLst>
          </p:cNvPr>
          <p:cNvCxnSpPr>
            <a:cxnSpLocks/>
          </p:cNvCxnSpPr>
          <p:nvPr/>
        </p:nvCxnSpPr>
        <p:spPr>
          <a:xfrm>
            <a:off x="6274571"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1644">
            <a:extLst>
              <a:ext uri="{FF2B5EF4-FFF2-40B4-BE49-F238E27FC236}">
                <a16:creationId xmlns:a16="http://schemas.microsoft.com/office/drawing/2014/main" id="{20DA9615-E52D-0EAD-3DD8-147210E14FDA}"/>
              </a:ext>
            </a:extLst>
          </p:cNvPr>
          <p:cNvCxnSpPr>
            <a:cxnSpLocks/>
          </p:cNvCxnSpPr>
          <p:nvPr/>
        </p:nvCxnSpPr>
        <p:spPr>
          <a:xfrm>
            <a:off x="6446442" y="4179274"/>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1645">
            <a:extLst>
              <a:ext uri="{FF2B5EF4-FFF2-40B4-BE49-F238E27FC236}">
                <a16:creationId xmlns:a16="http://schemas.microsoft.com/office/drawing/2014/main" id="{93C489F7-EA9B-993C-F833-BEAEED169BA2}"/>
              </a:ext>
            </a:extLst>
          </p:cNvPr>
          <p:cNvCxnSpPr>
            <a:cxnSpLocks/>
          </p:cNvCxnSpPr>
          <p:nvPr/>
        </p:nvCxnSpPr>
        <p:spPr>
          <a:xfrm>
            <a:off x="6274571" y="4179274"/>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 name="Straight Arrow Connector 1646">
            <a:extLst>
              <a:ext uri="{FF2B5EF4-FFF2-40B4-BE49-F238E27FC236}">
                <a16:creationId xmlns:a16="http://schemas.microsoft.com/office/drawing/2014/main" id="{FF2056E1-BE31-853D-DF43-16E60BECB39E}"/>
              </a:ext>
            </a:extLst>
          </p:cNvPr>
          <p:cNvCxnSpPr>
            <a:cxnSpLocks/>
          </p:cNvCxnSpPr>
          <p:nvPr/>
        </p:nvCxnSpPr>
        <p:spPr>
          <a:xfrm>
            <a:off x="7067562"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647">
            <a:extLst>
              <a:ext uri="{FF2B5EF4-FFF2-40B4-BE49-F238E27FC236}">
                <a16:creationId xmlns:a16="http://schemas.microsoft.com/office/drawing/2014/main" id="{8116B388-0D6F-C0E5-793B-5EE15A2637E2}"/>
              </a:ext>
            </a:extLst>
          </p:cNvPr>
          <p:cNvCxnSpPr>
            <a:cxnSpLocks/>
          </p:cNvCxnSpPr>
          <p:nvPr/>
        </p:nvCxnSpPr>
        <p:spPr>
          <a:xfrm>
            <a:off x="6895691"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648">
            <a:extLst>
              <a:ext uri="{FF2B5EF4-FFF2-40B4-BE49-F238E27FC236}">
                <a16:creationId xmlns:a16="http://schemas.microsoft.com/office/drawing/2014/main" id="{2CA7112C-3BCA-9CF9-882C-0595090B44C2}"/>
              </a:ext>
            </a:extLst>
          </p:cNvPr>
          <p:cNvCxnSpPr>
            <a:cxnSpLocks/>
          </p:cNvCxnSpPr>
          <p:nvPr/>
        </p:nvCxnSpPr>
        <p:spPr>
          <a:xfrm>
            <a:off x="7067562" y="4179274"/>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7" name="Straight Arrow Connector 1649">
            <a:extLst>
              <a:ext uri="{FF2B5EF4-FFF2-40B4-BE49-F238E27FC236}">
                <a16:creationId xmlns:a16="http://schemas.microsoft.com/office/drawing/2014/main" id="{9FFA0BF4-32A8-1FCD-AEBD-32A29F915A22}"/>
              </a:ext>
            </a:extLst>
          </p:cNvPr>
          <p:cNvCxnSpPr>
            <a:cxnSpLocks/>
          </p:cNvCxnSpPr>
          <p:nvPr/>
        </p:nvCxnSpPr>
        <p:spPr>
          <a:xfrm>
            <a:off x="6895691" y="4179274"/>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8" name="Straight Arrow Connector 1650">
            <a:extLst>
              <a:ext uri="{FF2B5EF4-FFF2-40B4-BE49-F238E27FC236}">
                <a16:creationId xmlns:a16="http://schemas.microsoft.com/office/drawing/2014/main" id="{0FBD5480-4375-2E6B-1A84-F0E48CA7CFD9}"/>
              </a:ext>
            </a:extLst>
          </p:cNvPr>
          <p:cNvCxnSpPr>
            <a:cxnSpLocks/>
          </p:cNvCxnSpPr>
          <p:nvPr/>
        </p:nvCxnSpPr>
        <p:spPr>
          <a:xfrm>
            <a:off x="7688683"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1651">
            <a:extLst>
              <a:ext uri="{FF2B5EF4-FFF2-40B4-BE49-F238E27FC236}">
                <a16:creationId xmlns:a16="http://schemas.microsoft.com/office/drawing/2014/main" id="{0B0946BD-90B7-DA7A-01B3-0A3A03E7ED47}"/>
              </a:ext>
            </a:extLst>
          </p:cNvPr>
          <p:cNvCxnSpPr>
            <a:cxnSpLocks/>
          </p:cNvCxnSpPr>
          <p:nvPr/>
        </p:nvCxnSpPr>
        <p:spPr>
          <a:xfrm>
            <a:off x="7516811"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1652">
            <a:extLst>
              <a:ext uri="{FF2B5EF4-FFF2-40B4-BE49-F238E27FC236}">
                <a16:creationId xmlns:a16="http://schemas.microsoft.com/office/drawing/2014/main" id="{4634900C-71AE-194E-50CD-6DDD5EAF8F43}"/>
              </a:ext>
            </a:extLst>
          </p:cNvPr>
          <p:cNvCxnSpPr>
            <a:cxnSpLocks/>
          </p:cNvCxnSpPr>
          <p:nvPr/>
        </p:nvCxnSpPr>
        <p:spPr>
          <a:xfrm>
            <a:off x="7688683" y="4179274"/>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Straight Arrow Connector 1653">
            <a:extLst>
              <a:ext uri="{FF2B5EF4-FFF2-40B4-BE49-F238E27FC236}">
                <a16:creationId xmlns:a16="http://schemas.microsoft.com/office/drawing/2014/main" id="{4B73B845-5631-BA4A-F185-F2A22ABE46DF}"/>
              </a:ext>
            </a:extLst>
          </p:cNvPr>
          <p:cNvCxnSpPr>
            <a:cxnSpLocks/>
          </p:cNvCxnSpPr>
          <p:nvPr/>
        </p:nvCxnSpPr>
        <p:spPr>
          <a:xfrm>
            <a:off x="7516811" y="4179274"/>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Straight Arrow Connector 1666">
            <a:extLst>
              <a:ext uri="{FF2B5EF4-FFF2-40B4-BE49-F238E27FC236}">
                <a16:creationId xmlns:a16="http://schemas.microsoft.com/office/drawing/2014/main" id="{1DEE2E13-35B3-8489-3EC0-D31979D7587A}"/>
              </a:ext>
            </a:extLst>
          </p:cNvPr>
          <p:cNvCxnSpPr>
            <a:cxnSpLocks/>
          </p:cNvCxnSpPr>
          <p:nvPr/>
        </p:nvCxnSpPr>
        <p:spPr>
          <a:xfrm>
            <a:off x="6508670" y="423261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3" name="Straight Arrow Connector 1667">
            <a:extLst>
              <a:ext uri="{FF2B5EF4-FFF2-40B4-BE49-F238E27FC236}">
                <a16:creationId xmlns:a16="http://schemas.microsoft.com/office/drawing/2014/main" id="{78F9F5F1-616C-E967-FD4A-77D76BCEB92C}"/>
              </a:ext>
            </a:extLst>
          </p:cNvPr>
          <p:cNvCxnSpPr>
            <a:cxnSpLocks/>
          </p:cNvCxnSpPr>
          <p:nvPr/>
        </p:nvCxnSpPr>
        <p:spPr>
          <a:xfrm>
            <a:off x="6336799" y="423261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4" name="Straight Arrow Connector 1668">
            <a:extLst>
              <a:ext uri="{FF2B5EF4-FFF2-40B4-BE49-F238E27FC236}">
                <a16:creationId xmlns:a16="http://schemas.microsoft.com/office/drawing/2014/main" id="{A80F72CC-AA8C-65F2-6356-E49D9AD46BEB}"/>
              </a:ext>
            </a:extLst>
          </p:cNvPr>
          <p:cNvCxnSpPr>
            <a:cxnSpLocks/>
          </p:cNvCxnSpPr>
          <p:nvPr/>
        </p:nvCxnSpPr>
        <p:spPr>
          <a:xfrm>
            <a:off x="7129791" y="423261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5" name="Straight Arrow Connector 1669">
            <a:extLst>
              <a:ext uri="{FF2B5EF4-FFF2-40B4-BE49-F238E27FC236}">
                <a16:creationId xmlns:a16="http://schemas.microsoft.com/office/drawing/2014/main" id="{F240D758-7E66-69F0-70A6-3D0925D1A54B}"/>
              </a:ext>
            </a:extLst>
          </p:cNvPr>
          <p:cNvCxnSpPr>
            <a:cxnSpLocks/>
          </p:cNvCxnSpPr>
          <p:nvPr/>
        </p:nvCxnSpPr>
        <p:spPr>
          <a:xfrm>
            <a:off x="6957920" y="423261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6" name="Straight Arrow Connector 1670">
            <a:extLst>
              <a:ext uri="{FF2B5EF4-FFF2-40B4-BE49-F238E27FC236}">
                <a16:creationId xmlns:a16="http://schemas.microsoft.com/office/drawing/2014/main" id="{AF2E2BAA-05E1-6549-896B-8F58CCBC29C0}"/>
              </a:ext>
            </a:extLst>
          </p:cNvPr>
          <p:cNvCxnSpPr>
            <a:cxnSpLocks/>
          </p:cNvCxnSpPr>
          <p:nvPr/>
        </p:nvCxnSpPr>
        <p:spPr>
          <a:xfrm>
            <a:off x="7750911" y="423261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7" name="Straight Arrow Connector 1671">
            <a:extLst>
              <a:ext uri="{FF2B5EF4-FFF2-40B4-BE49-F238E27FC236}">
                <a16:creationId xmlns:a16="http://schemas.microsoft.com/office/drawing/2014/main" id="{6C2F0F71-651C-A1CD-E477-670128BC5340}"/>
              </a:ext>
            </a:extLst>
          </p:cNvPr>
          <p:cNvCxnSpPr>
            <a:cxnSpLocks/>
          </p:cNvCxnSpPr>
          <p:nvPr/>
        </p:nvCxnSpPr>
        <p:spPr>
          <a:xfrm>
            <a:off x="7579040" y="423261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nvGrpSpPr>
          <p:cNvPr id="38" name="Group 1680">
            <a:extLst>
              <a:ext uri="{FF2B5EF4-FFF2-40B4-BE49-F238E27FC236}">
                <a16:creationId xmlns:a16="http://schemas.microsoft.com/office/drawing/2014/main" id="{F038CF3B-0C5B-402C-F8B8-28A0820D79A8}"/>
              </a:ext>
            </a:extLst>
          </p:cNvPr>
          <p:cNvGrpSpPr/>
          <p:nvPr/>
        </p:nvGrpSpPr>
        <p:grpSpPr>
          <a:xfrm>
            <a:off x="8596287" y="4124575"/>
            <a:ext cx="234100" cy="357416"/>
            <a:chOff x="5800499" y="1033610"/>
            <a:chExt cx="167218" cy="255303"/>
          </a:xfrm>
        </p:grpSpPr>
        <p:cxnSp>
          <p:nvCxnSpPr>
            <p:cNvPr id="201" name="Straight Arrow Connector 1658">
              <a:extLst>
                <a:ext uri="{FF2B5EF4-FFF2-40B4-BE49-F238E27FC236}">
                  <a16:creationId xmlns:a16="http://schemas.microsoft.com/office/drawing/2014/main" id="{A0895000-DF37-5510-8B2A-F18D9500E590}"/>
                </a:ext>
              </a:extLst>
            </p:cNvPr>
            <p:cNvCxnSpPr>
              <a:cxnSpLocks/>
            </p:cNvCxnSpPr>
            <p:nvPr/>
          </p:nvCxnSpPr>
          <p:spPr>
            <a:xfrm>
              <a:off x="5923267"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2" name="Straight Arrow Connector 1659">
              <a:extLst>
                <a:ext uri="{FF2B5EF4-FFF2-40B4-BE49-F238E27FC236}">
                  <a16:creationId xmlns:a16="http://schemas.microsoft.com/office/drawing/2014/main" id="{96117CED-9CE2-E4EA-D359-808D4C5B58F4}"/>
                </a:ext>
              </a:extLst>
            </p:cNvPr>
            <p:cNvCxnSpPr>
              <a:cxnSpLocks/>
            </p:cNvCxnSpPr>
            <p:nvPr/>
          </p:nvCxnSpPr>
          <p:spPr>
            <a:xfrm>
              <a:off x="5800499"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3" name="Straight Arrow Connector 1660">
              <a:extLst>
                <a:ext uri="{FF2B5EF4-FFF2-40B4-BE49-F238E27FC236}">
                  <a16:creationId xmlns:a16="http://schemas.microsoft.com/office/drawing/2014/main" id="{385ECCAD-1B77-F6A4-6BFA-4B5F6F9597C3}"/>
                </a:ext>
              </a:extLst>
            </p:cNvPr>
            <p:cNvCxnSpPr>
              <a:cxnSpLocks/>
            </p:cNvCxnSpPr>
            <p:nvPr/>
          </p:nvCxnSpPr>
          <p:spPr>
            <a:xfrm>
              <a:off x="5923267"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4" name="Straight Arrow Connector 1661">
              <a:extLst>
                <a:ext uri="{FF2B5EF4-FFF2-40B4-BE49-F238E27FC236}">
                  <a16:creationId xmlns:a16="http://schemas.microsoft.com/office/drawing/2014/main" id="{B56EA8F0-9B17-0018-F8C7-7A9CAEC1ED28}"/>
                </a:ext>
              </a:extLst>
            </p:cNvPr>
            <p:cNvCxnSpPr>
              <a:cxnSpLocks/>
            </p:cNvCxnSpPr>
            <p:nvPr/>
          </p:nvCxnSpPr>
          <p:spPr>
            <a:xfrm>
              <a:off x="5800499"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5" name="Straight Arrow Connector 1674">
              <a:extLst>
                <a:ext uri="{FF2B5EF4-FFF2-40B4-BE49-F238E27FC236}">
                  <a16:creationId xmlns:a16="http://schemas.microsoft.com/office/drawing/2014/main" id="{6ADBFD1C-A909-0626-5E3F-C80157E40CE9}"/>
                </a:ext>
              </a:extLst>
            </p:cNvPr>
            <p:cNvCxnSpPr>
              <a:cxnSpLocks/>
            </p:cNvCxnSpPr>
            <p:nvPr/>
          </p:nvCxnSpPr>
          <p:spPr>
            <a:xfrm>
              <a:off x="5967717"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6" name="Straight Arrow Connector 1675">
              <a:extLst>
                <a:ext uri="{FF2B5EF4-FFF2-40B4-BE49-F238E27FC236}">
                  <a16:creationId xmlns:a16="http://schemas.microsoft.com/office/drawing/2014/main" id="{13C83C71-B103-161F-DD0A-7F423EE8DFF2}"/>
                </a:ext>
              </a:extLst>
            </p:cNvPr>
            <p:cNvCxnSpPr>
              <a:cxnSpLocks/>
            </p:cNvCxnSpPr>
            <p:nvPr/>
          </p:nvCxnSpPr>
          <p:spPr>
            <a:xfrm>
              <a:off x="5844949"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grpSp>
        <p:nvGrpSpPr>
          <p:cNvPr id="39" name="Group 1681">
            <a:extLst>
              <a:ext uri="{FF2B5EF4-FFF2-40B4-BE49-F238E27FC236}">
                <a16:creationId xmlns:a16="http://schemas.microsoft.com/office/drawing/2014/main" id="{360BDECB-756F-3829-661A-0744BF7E8FD9}"/>
              </a:ext>
            </a:extLst>
          </p:cNvPr>
          <p:cNvGrpSpPr/>
          <p:nvPr/>
        </p:nvGrpSpPr>
        <p:grpSpPr>
          <a:xfrm>
            <a:off x="9212026" y="4124575"/>
            <a:ext cx="234100" cy="357416"/>
            <a:chOff x="5800499" y="1033610"/>
            <a:chExt cx="167218" cy="255303"/>
          </a:xfrm>
        </p:grpSpPr>
        <p:cxnSp>
          <p:nvCxnSpPr>
            <p:cNvPr id="195" name="Straight Arrow Connector 1682">
              <a:extLst>
                <a:ext uri="{FF2B5EF4-FFF2-40B4-BE49-F238E27FC236}">
                  <a16:creationId xmlns:a16="http://schemas.microsoft.com/office/drawing/2014/main" id="{85FE2814-07B0-B7EA-3446-4C1115463B5E}"/>
                </a:ext>
              </a:extLst>
            </p:cNvPr>
            <p:cNvCxnSpPr>
              <a:cxnSpLocks/>
            </p:cNvCxnSpPr>
            <p:nvPr/>
          </p:nvCxnSpPr>
          <p:spPr>
            <a:xfrm>
              <a:off x="5923267"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Arrow Connector 1683">
              <a:extLst>
                <a:ext uri="{FF2B5EF4-FFF2-40B4-BE49-F238E27FC236}">
                  <a16:creationId xmlns:a16="http://schemas.microsoft.com/office/drawing/2014/main" id="{86529EC7-E66F-321B-8F2B-38770A3142AA}"/>
                </a:ext>
              </a:extLst>
            </p:cNvPr>
            <p:cNvCxnSpPr>
              <a:cxnSpLocks/>
            </p:cNvCxnSpPr>
            <p:nvPr/>
          </p:nvCxnSpPr>
          <p:spPr>
            <a:xfrm>
              <a:off x="5800499"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Straight Arrow Connector 1684">
              <a:extLst>
                <a:ext uri="{FF2B5EF4-FFF2-40B4-BE49-F238E27FC236}">
                  <a16:creationId xmlns:a16="http://schemas.microsoft.com/office/drawing/2014/main" id="{038991EE-12D9-8871-71B7-BC246EED19F8}"/>
                </a:ext>
              </a:extLst>
            </p:cNvPr>
            <p:cNvCxnSpPr>
              <a:cxnSpLocks/>
            </p:cNvCxnSpPr>
            <p:nvPr/>
          </p:nvCxnSpPr>
          <p:spPr>
            <a:xfrm>
              <a:off x="5923267"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8" name="Straight Arrow Connector 1685">
              <a:extLst>
                <a:ext uri="{FF2B5EF4-FFF2-40B4-BE49-F238E27FC236}">
                  <a16:creationId xmlns:a16="http://schemas.microsoft.com/office/drawing/2014/main" id="{52B20F2A-7D7B-519F-E15F-2CC20D853DE9}"/>
                </a:ext>
              </a:extLst>
            </p:cNvPr>
            <p:cNvCxnSpPr>
              <a:cxnSpLocks/>
            </p:cNvCxnSpPr>
            <p:nvPr/>
          </p:nvCxnSpPr>
          <p:spPr>
            <a:xfrm>
              <a:off x="5800499"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99" name="Straight Arrow Connector 1686">
              <a:extLst>
                <a:ext uri="{FF2B5EF4-FFF2-40B4-BE49-F238E27FC236}">
                  <a16:creationId xmlns:a16="http://schemas.microsoft.com/office/drawing/2014/main" id="{1D80D46C-A67C-6E83-8A0D-727FE9570510}"/>
                </a:ext>
              </a:extLst>
            </p:cNvPr>
            <p:cNvCxnSpPr>
              <a:cxnSpLocks/>
            </p:cNvCxnSpPr>
            <p:nvPr/>
          </p:nvCxnSpPr>
          <p:spPr>
            <a:xfrm>
              <a:off x="5967717"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0" name="Straight Arrow Connector 1687">
              <a:extLst>
                <a:ext uri="{FF2B5EF4-FFF2-40B4-BE49-F238E27FC236}">
                  <a16:creationId xmlns:a16="http://schemas.microsoft.com/office/drawing/2014/main" id="{7EBFF80B-B0D5-71E2-9938-CB26097884B8}"/>
                </a:ext>
              </a:extLst>
            </p:cNvPr>
            <p:cNvCxnSpPr>
              <a:cxnSpLocks/>
            </p:cNvCxnSpPr>
            <p:nvPr/>
          </p:nvCxnSpPr>
          <p:spPr>
            <a:xfrm>
              <a:off x="5844949"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cxnSp>
        <p:nvCxnSpPr>
          <p:cNvPr id="40" name="Straight Arrow Connector 1689">
            <a:extLst>
              <a:ext uri="{FF2B5EF4-FFF2-40B4-BE49-F238E27FC236}">
                <a16:creationId xmlns:a16="http://schemas.microsoft.com/office/drawing/2014/main" id="{28B82F58-60DE-35E6-FB2A-BD73D48E3804}"/>
              </a:ext>
            </a:extLst>
          </p:cNvPr>
          <p:cNvCxnSpPr>
            <a:cxnSpLocks/>
          </p:cNvCxnSpPr>
          <p:nvPr/>
        </p:nvCxnSpPr>
        <p:spPr>
          <a:xfrm>
            <a:off x="9999636"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1690">
            <a:extLst>
              <a:ext uri="{FF2B5EF4-FFF2-40B4-BE49-F238E27FC236}">
                <a16:creationId xmlns:a16="http://schemas.microsoft.com/office/drawing/2014/main" id="{47D7BCE7-134C-3123-8259-D0748EE33BEF}"/>
              </a:ext>
            </a:extLst>
          </p:cNvPr>
          <p:cNvCxnSpPr>
            <a:cxnSpLocks/>
          </p:cNvCxnSpPr>
          <p:nvPr/>
        </p:nvCxnSpPr>
        <p:spPr>
          <a:xfrm>
            <a:off x="9827764" y="412457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1691">
            <a:extLst>
              <a:ext uri="{FF2B5EF4-FFF2-40B4-BE49-F238E27FC236}">
                <a16:creationId xmlns:a16="http://schemas.microsoft.com/office/drawing/2014/main" id="{F81AFD84-9B17-83BD-CF0F-04F875EC8236}"/>
              </a:ext>
            </a:extLst>
          </p:cNvPr>
          <p:cNvCxnSpPr>
            <a:cxnSpLocks/>
          </p:cNvCxnSpPr>
          <p:nvPr/>
        </p:nvCxnSpPr>
        <p:spPr>
          <a:xfrm>
            <a:off x="9999636" y="4179274"/>
            <a:ext cx="0" cy="249379"/>
          </a:xfrm>
          <a:prstGeom prst="straightConnector1">
            <a:avLst/>
          </a:prstGeom>
          <a:ln w="25400">
            <a:solidFill>
              <a:schemeClr val="accent2">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1692">
            <a:extLst>
              <a:ext uri="{FF2B5EF4-FFF2-40B4-BE49-F238E27FC236}">
                <a16:creationId xmlns:a16="http://schemas.microsoft.com/office/drawing/2014/main" id="{905562B5-3AD7-8F06-654D-385BBAC4B138}"/>
              </a:ext>
            </a:extLst>
          </p:cNvPr>
          <p:cNvCxnSpPr>
            <a:cxnSpLocks/>
          </p:cNvCxnSpPr>
          <p:nvPr/>
        </p:nvCxnSpPr>
        <p:spPr>
          <a:xfrm>
            <a:off x="9827764" y="4179274"/>
            <a:ext cx="0" cy="249379"/>
          </a:xfrm>
          <a:prstGeom prst="straightConnector1">
            <a:avLst/>
          </a:prstGeom>
          <a:ln w="25400">
            <a:solidFill>
              <a:schemeClr val="accent2">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1693">
            <a:extLst>
              <a:ext uri="{FF2B5EF4-FFF2-40B4-BE49-F238E27FC236}">
                <a16:creationId xmlns:a16="http://schemas.microsoft.com/office/drawing/2014/main" id="{709C1C8A-7D98-9A9E-F567-A3EE7BCB3CCE}"/>
              </a:ext>
            </a:extLst>
          </p:cNvPr>
          <p:cNvCxnSpPr>
            <a:cxnSpLocks/>
          </p:cNvCxnSpPr>
          <p:nvPr/>
        </p:nvCxnSpPr>
        <p:spPr>
          <a:xfrm>
            <a:off x="10061864" y="4232613"/>
            <a:ext cx="0" cy="249379"/>
          </a:xfrm>
          <a:prstGeom prst="straightConnector1">
            <a:avLst/>
          </a:prstGeom>
          <a:ln w="2540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1694">
            <a:extLst>
              <a:ext uri="{FF2B5EF4-FFF2-40B4-BE49-F238E27FC236}">
                <a16:creationId xmlns:a16="http://schemas.microsoft.com/office/drawing/2014/main" id="{EC6C8BD3-C6E7-179E-8ABD-42DE2FBB40C8}"/>
              </a:ext>
            </a:extLst>
          </p:cNvPr>
          <p:cNvCxnSpPr>
            <a:cxnSpLocks/>
          </p:cNvCxnSpPr>
          <p:nvPr/>
        </p:nvCxnSpPr>
        <p:spPr>
          <a:xfrm>
            <a:off x="9889993" y="4232613"/>
            <a:ext cx="0" cy="249379"/>
          </a:xfrm>
          <a:prstGeom prst="straightConnector1">
            <a:avLst/>
          </a:prstGeom>
          <a:ln w="2540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6" name="TextBox 1695">
            <a:extLst>
              <a:ext uri="{FF2B5EF4-FFF2-40B4-BE49-F238E27FC236}">
                <a16:creationId xmlns:a16="http://schemas.microsoft.com/office/drawing/2014/main" id="{7F097E79-3CAB-3AFA-90A8-3D0A11E727EA}"/>
              </a:ext>
            </a:extLst>
          </p:cNvPr>
          <p:cNvSpPr txBox="1"/>
          <p:nvPr/>
        </p:nvSpPr>
        <p:spPr>
          <a:xfrm>
            <a:off x="10185347" y="3286182"/>
            <a:ext cx="1628070" cy="400110"/>
          </a:xfrm>
          <a:prstGeom prst="rect">
            <a:avLst/>
          </a:prstGeom>
          <a:noFill/>
        </p:spPr>
        <p:txBody>
          <a:bodyPr wrap="square">
            <a:spAutoFit/>
          </a:bodyPr>
          <a:lstStyle/>
          <a:p>
            <a:pPr defTabSz="914400">
              <a:defRPr/>
            </a:pPr>
            <a:r>
              <a:rPr lang="en-US" sz="2000" b="1" dirty="0">
                <a:solidFill>
                  <a:srgbClr val="C55A11"/>
                </a:solidFill>
                <a:latin typeface="Calibri" panose="020F0502020204030204"/>
              </a:rPr>
              <a:t>WRITE-ONLY</a:t>
            </a:r>
          </a:p>
        </p:txBody>
      </p:sp>
      <p:cxnSp>
        <p:nvCxnSpPr>
          <p:cNvPr id="95" name="Straight Arrow Connector 1832">
            <a:extLst>
              <a:ext uri="{FF2B5EF4-FFF2-40B4-BE49-F238E27FC236}">
                <a16:creationId xmlns:a16="http://schemas.microsoft.com/office/drawing/2014/main" id="{99A68632-BEFE-D05C-4C24-1BC39A1FCF25}"/>
              </a:ext>
            </a:extLst>
          </p:cNvPr>
          <p:cNvCxnSpPr>
            <a:cxnSpLocks/>
            <a:endCxn id="15" idx="3"/>
          </p:cNvCxnSpPr>
          <p:nvPr/>
        </p:nvCxnSpPr>
        <p:spPr>
          <a:xfrm flipH="1">
            <a:off x="10211410" y="3610041"/>
            <a:ext cx="189820" cy="116140"/>
          </a:xfrm>
          <a:prstGeom prst="straightConnector1">
            <a:avLst/>
          </a:prstGeom>
          <a:ln w="6350">
            <a:solidFill>
              <a:schemeClr val="accent2">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Rectangle 1837">
            <a:extLst>
              <a:ext uri="{FF2B5EF4-FFF2-40B4-BE49-F238E27FC236}">
                <a16:creationId xmlns:a16="http://schemas.microsoft.com/office/drawing/2014/main" id="{3E4A8722-A90F-9B14-773D-FD32C826170C}"/>
              </a:ext>
            </a:extLst>
          </p:cNvPr>
          <p:cNvSpPr/>
          <p:nvPr/>
        </p:nvSpPr>
        <p:spPr>
          <a:xfrm>
            <a:off x="9113956" y="5541863"/>
            <a:ext cx="483848" cy="783789"/>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sp>
        <p:nvSpPr>
          <p:cNvPr id="97" name="Content Placeholder 2">
            <a:extLst>
              <a:ext uri="{FF2B5EF4-FFF2-40B4-BE49-F238E27FC236}">
                <a16:creationId xmlns:a16="http://schemas.microsoft.com/office/drawing/2014/main" id="{A7627D54-E0C3-269C-929D-5525EE7167ED}"/>
              </a:ext>
            </a:extLst>
          </p:cNvPr>
          <p:cNvSpPr txBox="1">
            <a:spLocks/>
          </p:cNvSpPr>
          <p:nvPr/>
        </p:nvSpPr>
        <p:spPr>
          <a:xfrm>
            <a:off x="7978044" y="5629876"/>
            <a:ext cx="896091" cy="561933"/>
          </a:xfrm>
          <a:prstGeom prst="rect">
            <a:avLst/>
          </a:prstGeom>
        </p:spPr>
        <p:txBody>
          <a:bodyPr vert="horz" wrap="non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a:solidFill>
                  <a:prstClr val="black"/>
                </a:solidFill>
                <a:ea typeface="宋体" panose="02010600030101010101" pitchFamily="2" charset="-122"/>
              </a:rPr>
              <a:t>…</a:t>
            </a:r>
          </a:p>
        </p:txBody>
      </p:sp>
      <p:sp>
        <p:nvSpPr>
          <p:cNvPr id="98" name="Rectangle 1839">
            <a:extLst>
              <a:ext uri="{FF2B5EF4-FFF2-40B4-BE49-F238E27FC236}">
                <a16:creationId xmlns:a16="http://schemas.microsoft.com/office/drawing/2014/main" id="{AE5B1CD1-4F4F-F08E-1B10-39D46B712735}"/>
              </a:ext>
            </a:extLst>
          </p:cNvPr>
          <p:cNvSpPr/>
          <p:nvPr/>
        </p:nvSpPr>
        <p:spPr>
          <a:xfrm>
            <a:off x="7424325" y="554186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99" name="Rectangle 1840">
            <a:extLst>
              <a:ext uri="{FF2B5EF4-FFF2-40B4-BE49-F238E27FC236}">
                <a16:creationId xmlns:a16="http://schemas.microsoft.com/office/drawing/2014/main" id="{BDFAA8EC-5AD8-3803-DF42-F8DD050A053D}"/>
              </a:ext>
            </a:extLst>
          </p:cNvPr>
          <p:cNvSpPr/>
          <p:nvPr/>
        </p:nvSpPr>
        <p:spPr>
          <a:xfrm>
            <a:off x="6175457" y="554186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dirty="0">
              <a:solidFill>
                <a:prstClr val="white"/>
              </a:solidFill>
              <a:latin typeface="Calibri" panose="020F0502020204030204"/>
            </a:endParaRPr>
          </a:p>
        </p:txBody>
      </p:sp>
      <p:sp>
        <p:nvSpPr>
          <p:cNvPr id="100" name="Rectangle 1841">
            <a:extLst>
              <a:ext uri="{FF2B5EF4-FFF2-40B4-BE49-F238E27FC236}">
                <a16:creationId xmlns:a16="http://schemas.microsoft.com/office/drawing/2014/main" id="{9DBCD121-B0F1-F168-7C78-20B33E1D58BC}"/>
              </a:ext>
            </a:extLst>
          </p:cNvPr>
          <p:cNvSpPr/>
          <p:nvPr/>
        </p:nvSpPr>
        <p:spPr>
          <a:xfrm>
            <a:off x="6799891" y="554186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101" name="Rectangle 1842">
            <a:extLst>
              <a:ext uri="{FF2B5EF4-FFF2-40B4-BE49-F238E27FC236}">
                <a16:creationId xmlns:a16="http://schemas.microsoft.com/office/drawing/2014/main" id="{AB50A759-8C7D-182B-17AE-2DDC46F942DB}"/>
              </a:ext>
            </a:extLst>
          </p:cNvPr>
          <p:cNvSpPr/>
          <p:nvPr/>
        </p:nvSpPr>
        <p:spPr>
          <a:xfrm>
            <a:off x="8500512" y="5541863"/>
            <a:ext cx="483848" cy="783789"/>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102" name="TextBox 1843">
            <a:extLst>
              <a:ext uri="{FF2B5EF4-FFF2-40B4-BE49-F238E27FC236}">
                <a16:creationId xmlns:a16="http://schemas.microsoft.com/office/drawing/2014/main" id="{11C74B5E-08D6-C36C-98AC-804ED388D748}"/>
              </a:ext>
            </a:extLst>
          </p:cNvPr>
          <p:cNvSpPr txBox="1"/>
          <p:nvPr/>
        </p:nvSpPr>
        <p:spPr>
          <a:xfrm>
            <a:off x="9753668" y="7023045"/>
            <a:ext cx="1701272" cy="347980"/>
          </a:xfrm>
          <a:prstGeom prst="rect">
            <a:avLst/>
          </a:prstGeom>
          <a:noFill/>
        </p:spPr>
        <p:txBody>
          <a:bodyPr wrap="square">
            <a:spAutoFit/>
          </a:bodyPr>
          <a:lstStyle/>
          <a:p>
            <a:pPr>
              <a:lnSpc>
                <a:spcPct val="80000"/>
              </a:lnSpc>
            </a:pPr>
            <a:r>
              <a:rPr lang="en-US" sz="2000" dirty="0"/>
              <a:t>6400MT/s × 4 </a:t>
            </a:r>
          </a:p>
        </p:txBody>
      </p:sp>
      <p:sp>
        <p:nvSpPr>
          <p:cNvPr id="103" name="TextBox 1844">
            <a:extLst>
              <a:ext uri="{FF2B5EF4-FFF2-40B4-BE49-F238E27FC236}">
                <a16:creationId xmlns:a16="http://schemas.microsoft.com/office/drawing/2014/main" id="{EDA38109-F14D-AF2E-5CF6-2C4CC40F0DF8}"/>
              </a:ext>
            </a:extLst>
          </p:cNvPr>
          <p:cNvSpPr txBox="1"/>
          <p:nvPr/>
        </p:nvSpPr>
        <p:spPr>
          <a:xfrm>
            <a:off x="7363034" y="6797836"/>
            <a:ext cx="1814220" cy="594202"/>
          </a:xfrm>
          <a:prstGeom prst="rect">
            <a:avLst/>
          </a:prstGeom>
          <a:noFill/>
        </p:spPr>
        <p:txBody>
          <a:bodyPr wrap="square">
            <a:spAutoFit/>
          </a:bodyPr>
          <a:lstStyle/>
          <a:p>
            <a:pPr>
              <a:lnSpc>
                <a:spcPct val="80000"/>
              </a:lnSpc>
            </a:pPr>
            <a:r>
              <a:rPr lang="en-US" sz="2000" dirty="0"/>
              <a:t>6400MT/s </a:t>
            </a:r>
          </a:p>
          <a:p>
            <a:pPr>
              <a:lnSpc>
                <a:spcPct val="80000"/>
              </a:lnSpc>
            </a:pPr>
            <a:r>
              <a:rPr lang="en-US" sz="2000" dirty="0"/>
              <a:t>× 4 (× 9 chips) </a:t>
            </a:r>
          </a:p>
        </p:txBody>
      </p:sp>
      <p:sp>
        <p:nvSpPr>
          <p:cNvPr id="104" name="Left Brace 1845">
            <a:extLst>
              <a:ext uri="{FF2B5EF4-FFF2-40B4-BE49-F238E27FC236}">
                <a16:creationId xmlns:a16="http://schemas.microsoft.com/office/drawing/2014/main" id="{BC10526B-4D87-25B3-19C5-B915C228A631}"/>
              </a:ext>
            </a:extLst>
          </p:cNvPr>
          <p:cNvSpPr/>
          <p:nvPr/>
        </p:nvSpPr>
        <p:spPr>
          <a:xfrm rot="16200000">
            <a:off x="10146818" y="6671240"/>
            <a:ext cx="249874" cy="524853"/>
          </a:xfrm>
          <a:prstGeom prst="leftBrace">
            <a:avLst>
              <a:gd name="adj1" fmla="val 33237"/>
              <a:gd name="adj2" fmla="val 50000"/>
            </a:avLst>
          </a:prstGeom>
          <a:noFill/>
          <a:ln w="635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5" name="Left Brace 1846">
            <a:extLst>
              <a:ext uri="{FF2B5EF4-FFF2-40B4-BE49-F238E27FC236}">
                <a16:creationId xmlns:a16="http://schemas.microsoft.com/office/drawing/2014/main" id="{5D9F5D3A-5E96-8789-9F90-E159E074F23F}"/>
              </a:ext>
            </a:extLst>
          </p:cNvPr>
          <p:cNvSpPr/>
          <p:nvPr/>
        </p:nvSpPr>
        <p:spPr>
          <a:xfrm rot="16200000">
            <a:off x="7769710" y="4981121"/>
            <a:ext cx="249874" cy="3454678"/>
          </a:xfrm>
          <a:prstGeom prst="leftBrace">
            <a:avLst>
              <a:gd name="adj1" fmla="val 33237"/>
              <a:gd name="adj2" fmla="val 50000"/>
            </a:avLst>
          </a:prstGeom>
          <a:noFill/>
          <a:ln w="635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cxnSp>
        <p:nvCxnSpPr>
          <p:cNvPr id="106" name="Straight Arrow Connector 1847">
            <a:extLst>
              <a:ext uri="{FF2B5EF4-FFF2-40B4-BE49-F238E27FC236}">
                <a16:creationId xmlns:a16="http://schemas.microsoft.com/office/drawing/2014/main" id="{42AB9B85-0A45-54EA-68F4-138E6AFCE53C}"/>
              </a:ext>
            </a:extLst>
          </p:cNvPr>
          <p:cNvCxnSpPr>
            <a:cxnSpLocks/>
          </p:cNvCxnSpPr>
          <p:nvPr/>
        </p:nvCxnSpPr>
        <p:spPr>
          <a:xfrm>
            <a:off x="6446281" y="633069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848">
            <a:extLst>
              <a:ext uri="{FF2B5EF4-FFF2-40B4-BE49-F238E27FC236}">
                <a16:creationId xmlns:a16="http://schemas.microsoft.com/office/drawing/2014/main" id="{82ACBB96-9B7E-8053-1631-999A0496493A}"/>
              </a:ext>
            </a:extLst>
          </p:cNvPr>
          <p:cNvCxnSpPr>
            <a:cxnSpLocks/>
          </p:cNvCxnSpPr>
          <p:nvPr/>
        </p:nvCxnSpPr>
        <p:spPr>
          <a:xfrm>
            <a:off x="6274410" y="633069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Straight Arrow Connector 1849">
            <a:extLst>
              <a:ext uri="{FF2B5EF4-FFF2-40B4-BE49-F238E27FC236}">
                <a16:creationId xmlns:a16="http://schemas.microsoft.com/office/drawing/2014/main" id="{3D728639-C074-8E55-1E05-46EE8453A0B0}"/>
              </a:ext>
            </a:extLst>
          </p:cNvPr>
          <p:cNvCxnSpPr>
            <a:cxnSpLocks/>
          </p:cNvCxnSpPr>
          <p:nvPr/>
        </p:nvCxnSpPr>
        <p:spPr>
          <a:xfrm>
            <a:off x="6446281" y="6385395"/>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850">
            <a:extLst>
              <a:ext uri="{FF2B5EF4-FFF2-40B4-BE49-F238E27FC236}">
                <a16:creationId xmlns:a16="http://schemas.microsoft.com/office/drawing/2014/main" id="{D2026D8E-5D8E-B037-B146-FE89D47F7EA3}"/>
              </a:ext>
            </a:extLst>
          </p:cNvPr>
          <p:cNvCxnSpPr>
            <a:cxnSpLocks/>
          </p:cNvCxnSpPr>
          <p:nvPr/>
        </p:nvCxnSpPr>
        <p:spPr>
          <a:xfrm>
            <a:off x="6274410" y="6385395"/>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851">
            <a:extLst>
              <a:ext uri="{FF2B5EF4-FFF2-40B4-BE49-F238E27FC236}">
                <a16:creationId xmlns:a16="http://schemas.microsoft.com/office/drawing/2014/main" id="{B3FE7DFB-4811-DB5A-A69C-9F13AD3F2DCC}"/>
              </a:ext>
            </a:extLst>
          </p:cNvPr>
          <p:cNvCxnSpPr>
            <a:cxnSpLocks/>
          </p:cNvCxnSpPr>
          <p:nvPr/>
        </p:nvCxnSpPr>
        <p:spPr>
          <a:xfrm>
            <a:off x="7067401" y="633069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Arrow Connector 1852">
            <a:extLst>
              <a:ext uri="{FF2B5EF4-FFF2-40B4-BE49-F238E27FC236}">
                <a16:creationId xmlns:a16="http://schemas.microsoft.com/office/drawing/2014/main" id="{4495849B-0C92-3994-6817-7A9BE6E7000E}"/>
              </a:ext>
            </a:extLst>
          </p:cNvPr>
          <p:cNvCxnSpPr>
            <a:cxnSpLocks/>
          </p:cNvCxnSpPr>
          <p:nvPr/>
        </p:nvCxnSpPr>
        <p:spPr>
          <a:xfrm>
            <a:off x="6895530" y="633069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Arrow Connector 1853">
            <a:extLst>
              <a:ext uri="{FF2B5EF4-FFF2-40B4-BE49-F238E27FC236}">
                <a16:creationId xmlns:a16="http://schemas.microsoft.com/office/drawing/2014/main" id="{360739FA-00E0-FECF-A346-BB021FC54F7C}"/>
              </a:ext>
            </a:extLst>
          </p:cNvPr>
          <p:cNvCxnSpPr>
            <a:cxnSpLocks/>
          </p:cNvCxnSpPr>
          <p:nvPr/>
        </p:nvCxnSpPr>
        <p:spPr>
          <a:xfrm>
            <a:off x="7067401" y="6385395"/>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3" name="Straight Arrow Connector 1854">
            <a:extLst>
              <a:ext uri="{FF2B5EF4-FFF2-40B4-BE49-F238E27FC236}">
                <a16:creationId xmlns:a16="http://schemas.microsoft.com/office/drawing/2014/main" id="{A0EBC643-F1B1-0DA8-C0E5-C61FD49392D5}"/>
              </a:ext>
            </a:extLst>
          </p:cNvPr>
          <p:cNvCxnSpPr>
            <a:cxnSpLocks/>
          </p:cNvCxnSpPr>
          <p:nvPr/>
        </p:nvCxnSpPr>
        <p:spPr>
          <a:xfrm>
            <a:off x="6895530" y="6385395"/>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4" name="Straight Arrow Connector 1855">
            <a:extLst>
              <a:ext uri="{FF2B5EF4-FFF2-40B4-BE49-F238E27FC236}">
                <a16:creationId xmlns:a16="http://schemas.microsoft.com/office/drawing/2014/main" id="{66E01249-A2D7-C6BB-1F9F-F7F4C8B31B24}"/>
              </a:ext>
            </a:extLst>
          </p:cNvPr>
          <p:cNvCxnSpPr>
            <a:cxnSpLocks/>
          </p:cNvCxnSpPr>
          <p:nvPr/>
        </p:nvCxnSpPr>
        <p:spPr>
          <a:xfrm>
            <a:off x="7688522" y="633069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856">
            <a:extLst>
              <a:ext uri="{FF2B5EF4-FFF2-40B4-BE49-F238E27FC236}">
                <a16:creationId xmlns:a16="http://schemas.microsoft.com/office/drawing/2014/main" id="{CF0E3D8C-6B94-919A-8C6D-8D3DD7B6F5ED}"/>
              </a:ext>
            </a:extLst>
          </p:cNvPr>
          <p:cNvCxnSpPr>
            <a:cxnSpLocks/>
          </p:cNvCxnSpPr>
          <p:nvPr/>
        </p:nvCxnSpPr>
        <p:spPr>
          <a:xfrm>
            <a:off x="7516650" y="6330696"/>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857">
            <a:extLst>
              <a:ext uri="{FF2B5EF4-FFF2-40B4-BE49-F238E27FC236}">
                <a16:creationId xmlns:a16="http://schemas.microsoft.com/office/drawing/2014/main" id="{DC3349D0-0871-4FC4-E792-E748D4C547AA}"/>
              </a:ext>
            </a:extLst>
          </p:cNvPr>
          <p:cNvCxnSpPr>
            <a:cxnSpLocks/>
          </p:cNvCxnSpPr>
          <p:nvPr/>
        </p:nvCxnSpPr>
        <p:spPr>
          <a:xfrm>
            <a:off x="7688522" y="6385395"/>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858">
            <a:extLst>
              <a:ext uri="{FF2B5EF4-FFF2-40B4-BE49-F238E27FC236}">
                <a16:creationId xmlns:a16="http://schemas.microsoft.com/office/drawing/2014/main" id="{00F4D675-DB48-5615-1BBF-C273BFA65973}"/>
              </a:ext>
            </a:extLst>
          </p:cNvPr>
          <p:cNvCxnSpPr>
            <a:cxnSpLocks/>
          </p:cNvCxnSpPr>
          <p:nvPr/>
        </p:nvCxnSpPr>
        <p:spPr>
          <a:xfrm>
            <a:off x="7516650" y="6385395"/>
            <a:ext cx="0" cy="249379"/>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859">
            <a:extLst>
              <a:ext uri="{FF2B5EF4-FFF2-40B4-BE49-F238E27FC236}">
                <a16:creationId xmlns:a16="http://schemas.microsoft.com/office/drawing/2014/main" id="{AC15324B-E99D-5807-6CE9-76A1BC8C31CD}"/>
              </a:ext>
            </a:extLst>
          </p:cNvPr>
          <p:cNvCxnSpPr>
            <a:cxnSpLocks/>
          </p:cNvCxnSpPr>
          <p:nvPr/>
        </p:nvCxnSpPr>
        <p:spPr>
          <a:xfrm>
            <a:off x="6508509" y="643873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860">
            <a:extLst>
              <a:ext uri="{FF2B5EF4-FFF2-40B4-BE49-F238E27FC236}">
                <a16:creationId xmlns:a16="http://schemas.microsoft.com/office/drawing/2014/main" id="{9E27BE07-1BB3-F6E8-0055-D9E40F242012}"/>
              </a:ext>
            </a:extLst>
          </p:cNvPr>
          <p:cNvCxnSpPr>
            <a:cxnSpLocks/>
          </p:cNvCxnSpPr>
          <p:nvPr/>
        </p:nvCxnSpPr>
        <p:spPr>
          <a:xfrm>
            <a:off x="6336638" y="643873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861">
            <a:extLst>
              <a:ext uri="{FF2B5EF4-FFF2-40B4-BE49-F238E27FC236}">
                <a16:creationId xmlns:a16="http://schemas.microsoft.com/office/drawing/2014/main" id="{0699C3D8-3C51-19D3-D594-941FB1089C3A}"/>
              </a:ext>
            </a:extLst>
          </p:cNvPr>
          <p:cNvCxnSpPr>
            <a:cxnSpLocks/>
          </p:cNvCxnSpPr>
          <p:nvPr/>
        </p:nvCxnSpPr>
        <p:spPr>
          <a:xfrm>
            <a:off x="7129630" y="643873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862">
            <a:extLst>
              <a:ext uri="{FF2B5EF4-FFF2-40B4-BE49-F238E27FC236}">
                <a16:creationId xmlns:a16="http://schemas.microsoft.com/office/drawing/2014/main" id="{B1D69CDD-01DF-B0A8-D443-CFF00352D73E}"/>
              </a:ext>
            </a:extLst>
          </p:cNvPr>
          <p:cNvCxnSpPr>
            <a:cxnSpLocks/>
          </p:cNvCxnSpPr>
          <p:nvPr/>
        </p:nvCxnSpPr>
        <p:spPr>
          <a:xfrm>
            <a:off x="6957759" y="643873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863">
            <a:extLst>
              <a:ext uri="{FF2B5EF4-FFF2-40B4-BE49-F238E27FC236}">
                <a16:creationId xmlns:a16="http://schemas.microsoft.com/office/drawing/2014/main" id="{DA16B505-6459-8EFA-019D-937C3297FE03}"/>
              </a:ext>
            </a:extLst>
          </p:cNvPr>
          <p:cNvCxnSpPr>
            <a:cxnSpLocks/>
          </p:cNvCxnSpPr>
          <p:nvPr/>
        </p:nvCxnSpPr>
        <p:spPr>
          <a:xfrm>
            <a:off x="7750750" y="643873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864">
            <a:extLst>
              <a:ext uri="{FF2B5EF4-FFF2-40B4-BE49-F238E27FC236}">
                <a16:creationId xmlns:a16="http://schemas.microsoft.com/office/drawing/2014/main" id="{F6B5C086-5CFA-6828-AC35-B1959A7F6669}"/>
              </a:ext>
            </a:extLst>
          </p:cNvPr>
          <p:cNvCxnSpPr>
            <a:cxnSpLocks/>
          </p:cNvCxnSpPr>
          <p:nvPr/>
        </p:nvCxnSpPr>
        <p:spPr>
          <a:xfrm>
            <a:off x="7578879" y="6438733"/>
            <a:ext cx="0" cy="249379"/>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nvGrpSpPr>
          <p:cNvPr id="124" name="Group 1865">
            <a:extLst>
              <a:ext uri="{FF2B5EF4-FFF2-40B4-BE49-F238E27FC236}">
                <a16:creationId xmlns:a16="http://schemas.microsoft.com/office/drawing/2014/main" id="{0BCA34E9-6EE3-FBA8-57B8-5CB52B7C7E6C}"/>
              </a:ext>
            </a:extLst>
          </p:cNvPr>
          <p:cNvGrpSpPr/>
          <p:nvPr/>
        </p:nvGrpSpPr>
        <p:grpSpPr>
          <a:xfrm>
            <a:off x="8596126" y="6330695"/>
            <a:ext cx="234100" cy="357416"/>
            <a:chOff x="5800499" y="1033610"/>
            <a:chExt cx="167218" cy="255303"/>
          </a:xfrm>
        </p:grpSpPr>
        <p:cxnSp>
          <p:nvCxnSpPr>
            <p:cNvPr id="175" name="Straight Arrow Connector 1866">
              <a:extLst>
                <a:ext uri="{FF2B5EF4-FFF2-40B4-BE49-F238E27FC236}">
                  <a16:creationId xmlns:a16="http://schemas.microsoft.com/office/drawing/2014/main" id="{E06CB09E-4872-6DF3-5733-B4A9041187BE}"/>
                </a:ext>
              </a:extLst>
            </p:cNvPr>
            <p:cNvCxnSpPr>
              <a:cxnSpLocks/>
            </p:cNvCxnSpPr>
            <p:nvPr/>
          </p:nvCxnSpPr>
          <p:spPr>
            <a:xfrm>
              <a:off x="5923267"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Arrow Connector 1867">
              <a:extLst>
                <a:ext uri="{FF2B5EF4-FFF2-40B4-BE49-F238E27FC236}">
                  <a16:creationId xmlns:a16="http://schemas.microsoft.com/office/drawing/2014/main" id="{92E5B9AD-9747-9520-AECE-84142BC23511}"/>
                </a:ext>
              </a:extLst>
            </p:cNvPr>
            <p:cNvCxnSpPr>
              <a:cxnSpLocks/>
            </p:cNvCxnSpPr>
            <p:nvPr/>
          </p:nvCxnSpPr>
          <p:spPr>
            <a:xfrm>
              <a:off x="5800499"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7" name="Straight Arrow Connector 1868">
              <a:extLst>
                <a:ext uri="{FF2B5EF4-FFF2-40B4-BE49-F238E27FC236}">
                  <a16:creationId xmlns:a16="http://schemas.microsoft.com/office/drawing/2014/main" id="{40016F08-0A57-6C1E-BACC-1D278EBBAB2E}"/>
                </a:ext>
              </a:extLst>
            </p:cNvPr>
            <p:cNvCxnSpPr>
              <a:cxnSpLocks/>
            </p:cNvCxnSpPr>
            <p:nvPr/>
          </p:nvCxnSpPr>
          <p:spPr>
            <a:xfrm>
              <a:off x="5923267"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8" name="Straight Arrow Connector 1869">
              <a:extLst>
                <a:ext uri="{FF2B5EF4-FFF2-40B4-BE49-F238E27FC236}">
                  <a16:creationId xmlns:a16="http://schemas.microsoft.com/office/drawing/2014/main" id="{94A098B2-6410-D3F7-F7D7-0D48B4E47857}"/>
                </a:ext>
              </a:extLst>
            </p:cNvPr>
            <p:cNvCxnSpPr>
              <a:cxnSpLocks/>
            </p:cNvCxnSpPr>
            <p:nvPr/>
          </p:nvCxnSpPr>
          <p:spPr>
            <a:xfrm>
              <a:off x="5800499"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Arrow Connector 1870">
              <a:extLst>
                <a:ext uri="{FF2B5EF4-FFF2-40B4-BE49-F238E27FC236}">
                  <a16:creationId xmlns:a16="http://schemas.microsoft.com/office/drawing/2014/main" id="{7943535A-1B34-0E92-B68C-4D21373F1965}"/>
                </a:ext>
              </a:extLst>
            </p:cNvPr>
            <p:cNvCxnSpPr>
              <a:cxnSpLocks/>
            </p:cNvCxnSpPr>
            <p:nvPr/>
          </p:nvCxnSpPr>
          <p:spPr>
            <a:xfrm>
              <a:off x="5967717"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80" name="Straight Arrow Connector 1871">
              <a:extLst>
                <a:ext uri="{FF2B5EF4-FFF2-40B4-BE49-F238E27FC236}">
                  <a16:creationId xmlns:a16="http://schemas.microsoft.com/office/drawing/2014/main" id="{FF4DF825-7BA8-E0A8-F4F1-EFBA4D0178C9}"/>
                </a:ext>
              </a:extLst>
            </p:cNvPr>
            <p:cNvCxnSpPr>
              <a:cxnSpLocks/>
            </p:cNvCxnSpPr>
            <p:nvPr/>
          </p:nvCxnSpPr>
          <p:spPr>
            <a:xfrm>
              <a:off x="5844949"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grpSp>
        <p:nvGrpSpPr>
          <p:cNvPr id="125" name="Group 1872">
            <a:extLst>
              <a:ext uri="{FF2B5EF4-FFF2-40B4-BE49-F238E27FC236}">
                <a16:creationId xmlns:a16="http://schemas.microsoft.com/office/drawing/2014/main" id="{C76D14BC-700F-20C2-C300-A548EB278EE9}"/>
              </a:ext>
            </a:extLst>
          </p:cNvPr>
          <p:cNvGrpSpPr/>
          <p:nvPr/>
        </p:nvGrpSpPr>
        <p:grpSpPr>
          <a:xfrm>
            <a:off x="9211865" y="6330695"/>
            <a:ext cx="234100" cy="357416"/>
            <a:chOff x="5800499" y="1033610"/>
            <a:chExt cx="167218" cy="255303"/>
          </a:xfrm>
        </p:grpSpPr>
        <p:cxnSp>
          <p:nvCxnSpPr>
            <p:cNvPr id="169" name="Straight Arrow Connector 1873">
              <a:extLst>
                <a:ext uri="{FF2B5EF4-FFF2-40B4-BE49-F238E27FC236}">
                  <a16:creationId xmlns:a16="http://schemas.microsoft.com/office/drawing/2014/main" id="{F04B32B4-9277-B7B8-90BF-B0E3E97AED6A}"/>
                </a:ext>
              </a:extLst>
            </p:cNvPr>
            <p:cNvCxnSpPr>
              <a:cxnSpLocks/>
            </p:cNvCxnSpPr>
            <p:nvPr/>
          </p:nvCxnSpPr>
          <p:spPr>
            <a:xfrm>
              <a:off x="5923267"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874">
              <a:extLst>
                <a:ext uri="{FF2B5EF4-FFF2-40B4-BE49-F238E27FC236}">
                  <a16:creationId xmlns:a16="http://schemas.microsoft.com/office/drawing/2014/main" id="{BF58062D-5FC2-CF27-7DA3-CE8F4FD0314D}"/>
                </a:ext>
              </a:extLst>
            </p:cNvPr>
            <p:cNvCxnSpPr>
              <a:cxnSpLocks/>
            </p:cNvCxnSpPr>
            <p:nvPr/>
          </p:nvCxnSpPr>
          <p:spPr>
            <a:xfrm>
              <a:off x="5800499"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875">
              <a:extLst>
                <a:ext uri="{FF2B5EF4-FFF2-40B4-BE49-F238E27FC236}">
                  <a16:creationId xmlns:a16="http://schemas.microsoft.com/office/drawing/2014/main" id="{0F485D51-90AB-CD17-759B-5A98076B5AA0}"/>
                </a:ext>
              </a:extLst>
            </p:cNvPr>
            <p:cNvCxnSpPr>
              <a:cxnSpLocks/>
            </p:cNvCxnSpPr>
            <p:nvPr/>
          </p:nvCxnSpPr>
          <p:spPr>
            <a:xfrm>
              <a:off x="5923267"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2" name="Straight Arrow Connector 1876">
              <a:extLst>
                <a:ext uri="{FF2B5EF4-FFF2-40B4-BE49-F238E27FC236}">
                  <a16:creationId xmlns:a16="http://schemas.microsoft.com/office/drawing/2014/main" id="{4D924A80-D64F-77AA-DF6A-12DF90AEFF99}"/>
                </a:ext>
              </a:extLst>
            </p:cNvPr>
            <p:cNvCxnSpPr>
              <a:cxnSpLocks/>
            </p:cNvCxnSpPr>
            <p:nvPr/>
          </p:nvCxnSpPr>
          <p:spPr>
            <a:xfrm>
              <a:off x="5800499"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3" name="Straight Arrow Connector 1877">
              <a:extLst>
                <a:ext uri="{FF2B5EF4-FFF2-40B4-BE49-F238E27FC236}">
                  <a16:creationId xmlns:a16="http://schemas.microsoft.com/office/drawing/2014/main" id="{46A5E057-B820-9D33-C82F-EE8587C658B2}"/>
                </a:ext>
              </a:extLst>
            </p:cNvPr>
            <p:cNvCxnSpPr>
              <a:cxnSpLocks/>
            </p:cNvCxnSpPr>
            <p:nvPr/>
          </p:nvCxnSpPr>
          <p:spPr>
            <a:xfrm>
              <a:off x="5967717"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4" name="Straight Arrow Connector 1878">
              <a:extLst>
                <a:ext uri="{FF2B5EF4-FFF2-40B4-BE49-F238E27FC236}">
                  <a16:creationId xmlns:a16="http://schemas.microsoft.com/office/drawing/2014/main" id="{1D3F0B86-5CDD-70A6-1C19-90BD98D2AF1A}"/>
                </a:ext>
              </a:extLst>
            </p:cNvPr>
            <p:cNvCxnSpPr>
              <a:cxnSpLocks/>
            </p:cNvCxnSpPr>
            <p:nvPr/>
          </p:nvCxnSpPr>
          <p:spPr>
            <a:xfrm>
              <a:off x="5844949"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26" name="Rectangle 1882">
            <a:extLst>
              <a:ext uri="{FF2B5EF4-FFF2-40B4-BE49-F238E27FC236}">
                <a16:creationId xmlns:a16="http://schemas.microsoft.com/office/drawing/2014/main" id="{FEC8A3C1-D75E-7D27-7560-F5DAB3857B5D}"/>
              </a:ext>
            </a:extLst>
          </p:cNvPr>
          <p:cNvSpPr/>
          <p:nvPr/>
        </p:nvSpPr>
        <p:spPr>
          <a:xfrm>
            <a:off x="9763380" y="6361665"/>
            <a:ext cx="1041652" cy="155571"/>
          </a:xfrm>
          <a:prstGeom prst="rect">
            <a:avLst/>
          </a:prstGeom>
          <a:solidFill>
            <a:srgbClr val="843C0C"/>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128" name="TextBox 1901">
            <a:extLst>
              <a:ext uri="{FF2B5EF4-FFF2-40B4-BE49-F238E27FC236}">
                <a16:creationId xmlns:a16="http://schemas.microsoft.com/office/drawing/2014/main" id="{35F8F19B-CD60-0908-5CDA-C4BC9F7B3432}"/>
              </a:ext>
            </a:extLst>
          </p:cNvPr>
          <p:cNvSpPr txBox="1"/>
          <p:nvPr/>
        </p:nvSpPr>
        <p:spPr>
          <a:xfrm>
            <a:off x="10765534" y="5484822"/>
            <a:ext cx="1288392" cy="1168574"/>
          </a:xfrm>
          <a:prstGeom prst="rect">
            <a:avLst/>
          </a:prstGeom>
          <a:noFill/>
        </p:spPr>
        <p:txBody>
          <a:bodyPr wrap="none">
            <a:noAutofit/>
          </a:bodyPr>
          <a:lstStyle/>
          <a:p>
            <a:pPr>
              <a:lnSpc>
                <a:spcPct val="80000"/>
              </a:lnSpc>
            </a:pPr>
            <a:r>
              <a:rPr lang="en-US" sz="2000" dirty="0"/>
              <a:t>4800MT/s</a:t>
            </a:r>
          </a:p>
          <a:p>
            <a:pPr>
              <a:lnSpc>
                <a:spcPct val="80000"/>
              </a:lnSpc>
            </a:pPr>
            <a:r>
              <a:rPr lang="en-US" sz="2000" dirty="0"/>
              <a:t>× 2</a:t>
            </a:r>
          </a:p>
          <a:p>
            <a:pPr>
              <a:lnSpc>
                <a:spcPct val="80000"/>
              </a:lnSpc>
            </a:pPr>
            <a:r>
              <a:rPr lang="en-US" sz="2000" dirty="0"/>
              <a:t>and</a:t>
            </a:r>
          </a:p>
          <a:p>
            <a:pPr>
              <a:lnSpc>
                <a:spcPct val="80000"/>
              </a:lnSpc>
            </a:pPr>
            <a:r>
              <a:rPr lang="en-US" sz="2000" dirty="0"/>
              <a:t>3200MT/s</a:t>
            </a:r>
          </a:p>
          <a:p>
            <a:pPr>
              <a:lnSpc>
                <a:spcPct val="80000"/>
              </a:lnSpc>
            </a:pPr>
            <a:r>
              <a:rPr lang="en-US" sz="2000" dirty="0"/>
              <a:t>× 6</a:t>
            </a:r>
          </a:p>
        </p:txBody>
      </p:sp>
      <p:sp>
        <p:nvSpPr>
          <p:cNvPr id="129" name="Rectangle 1905">
            <a:extLst>
              <a:ext uri="{FF2B5EF4-FFF2-40B4-BE49-F238E27FC236}">
                <a16:creationId xmlns:a16="http://schemas.microsoft.com/office/drawing/2014/main" id="{57F80827-A749-4E00-2660-B0D8802D0EE7}"/>
              </a:ext>
            </a:extLst>
          </p:cNvPr>
          <p:cNvSpPr/>
          <p:nvPr/>
        </p:nvSpPr>
        <p:spPr>
          <a:xfrm>
            <a:off x="10230700" y="5190359"/>
            <a:ext cx="600794" cy="780879"/>
          </a:xfrm>
          <a:prstGeom prst="rect">
            <a:avLst/>
          </a:prstGeom>
          <a:solidFill>
            <a:srgbClr val="8BB8E1"/>
          </a:solidFill>
          <a:ln w="28575" cap="flat" cmpd="sng" algn="ctr">
            <a:solidFill>
              <a:schemeClr val="accent2">
                <a:lumMod val="75000"/>
              </a:schemeClr>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130" name="Group 1912">
            <a:extLst>
              <a:ext uri="{FF2B5EF4-FFF2-40B4-BE49-F238E27FC236}">
                <a16:creationId xmlns:a16="http://schemas.microsoft.com/office/drawing/2014/main" id="{A1AE48B6-EB15-BEF8-D830-50F434E00775}"/>
              </a:ext>
            </a:extLst>
          </p:cNvPr>
          <p:cNvGrpSpPr/>
          <p:nvPr/>
        </p:nvGrpSpPr>
        <p:grpSpPr>
          <a:xfrm>
            <a:off x="10185814" y="6532197"/>
            <a:ext cx="234100" cy="357416"/>
            <a:chOff x="5800499" y="1033610"/>
            <a:chExt cx="167218" cy="255303"/>
          </a:xfrm>
        </p:grpSpPr>
        <p:cxnSp>
          <p:nvCxnSpPr>
            <p:cNvPr id="163" name="Straight Arrow Connector 1913">
              <a:extLst>
                <a:ext uri="{FF2B5EF4-FFF2-40B4-BE49-F238E27FC236}">
                  <a16:creationId xmlns:a16="http://schemas.microsoft.com/office/drawing/2014/main" id="{9D06D615-4399-63E1-B83A-02B6EA305D35}"/>
                </a:ext>
              </a:extLst>
            </p:cNvPr>
            <p:cNvCxnSpPr>
              <a:cxnSpLocks/>
            </p:cNvCxnSpPr>
            <p:nvPr/>
          </p:nvCxnSpPr>
          <p:spPr>
            <a:xfrm>
              <a:off x="5923267"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914">
              <a:extLst>
                <a:ext uri="{FF2B5EF4-FFF2-40B4-BE49-F238E27FC236}">
                  <a16:creationId xmlns:a16="http://schemas.microsoft.com/office/drawing/2014/main" id="{D50CA85F-07A2-2FDD-F8B7-2170B7119FB5}"/>
                </a:ext>
              </a:extLst>
            </p:cNvPr>
            <p:cNvCxnSpPr>
              <a:cxnSpLocks/>
            </p:cNvCxnSpPr>
            <p:nvPr/>
          </p:nvCxnSpPr>
          <p:spPr>
            <a:xfrm>
              <a:off x="5800499" y="1033610"/>
              <a:ext cx="0" cy="1187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5" name="Straight Arrow Connector 1915">
              <a:extLst>
                <a:ext uri="{FF2B5EF4-FFF2-40B4-BE49-F238E27FC236}">
                  <a16:creationId xmlns:a16="http://schemas.microsoft.com/office/drawing/2014/main" id="{3D0431C5-ED72-DBCB-44CA-C278B45B796A}"/>
                </a:ext>
              </a:extLst>
            </p:cNvPr>
            <p:cNvCxnSpPr>
              <a:cxnSpLocks/>
            </p:cNvCxnSpPr>
            <p:nvPr/>
          </p:nvCxnSpPr>
          <p:spPr>
            <a:xfrm>
              <a:off x="5923267"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6" name="Straight Arrow Connector 1916">
              <a:extLst>
                <a:ext uri="{FF2B5EF4-FFF2-40B4-BE49-F238E27FC236}">
                  <a16:creationId xmlns:a16="http://schemas.microsoft.com/office/drawing/2014/main" id="{FE124D0E-D35A-1D7E-2784-A13A995F2BAA}"/>
                </a:ext>
              </a:extLst>
            </p:cNvPr>
            <p:cNvCxnSpPr>
              <a:cxnSpLocks/>
            </p:cNvCxnSpPr>
            <p:nvPr/>
          </p:nvCxnSpPr>
          <p:spPr>
            <a:xfrm>
              <a:off x="5800499" y="1072681"/>
              <a:ext cx="0" cy="178132"/>
            </a:xfrm>
            <a:prstGeom prst="straightConnector1">
              <a:avLst/>
            </a:prstGeom>
            <a:ln w="2540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7" name="Straight Arrow Connector 1917">
              <a:extLst>
                <a:ext uri="{FF2B5EF4-FFF2-40B4-BE49-F238E27FC236}">
                  <a16:creationId xmlns:a16="http://schemas.microsoft.com/office/drawing/2014/main" id="{32612F3C-54D0-3967-D212-DBE4A6147129}"/>
                </a:ext>
              </a:extLst>
            </p:cNvPr>
            <p:cNvCxnSpPr>
              <a:cxnSpLocks/>
            </p:cNvCxnSpPr>
            <p:nvPr/>
          </p:nvCxnSpPr>
          <p:spPr>
            <a:xfrm>
              <a:off x="5967717"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8" name="Straight Arrow Connector 1918">
              <a:extLst>
                <a:ext uri="{FF2B5EF4-FFF2-40B4-BE49-F238E27FC236}">
                  <a16:creationId xmlns:a16="http://schemas.microsoft.com/office/drawing/2014/main" id="{0AFDBDBD-A7DB-3715-640C-412D5AA300C6}"/>
                </a:ext>
              </a:extLst>
            </p:cNvPr>
            <p:cNvCxnSpPr>
              <a:cxnSpLocks/>
            </p:cNvCxnSpPr>
            <p:nvPr/>
          </p:nvCxnSpPr>
          <p:spPr>
            <a:xfrm>
              <a:off x="5844949" y="1110781"/>
              <a:ext cx="0" cy="178132"/>
            </a:xfrm>
            <a:prstGeom prst="straightConnector1">
              <a:avLst/>
            </a:prstGeom>
            <a:ln w="25400">
              <a:solidFill>
                <a:schemeClr val="tx1">
                  <a:lumMod val="65000"/>
                  <a:lumOff val="3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cxnSp>
        <p:nvCxnSpPr>
          <p:cNvPr id="131" name="Straight Arrow Connector 1919">
            <a:extLst>
              <a:ext uri="{FF2B5EF4-FFF2-40B4-BE49-F238E27FC236}">
                <a16:creationId xmlns:a16="http://schemas.microsoft.com/office/drawing/2014/main" id="{FBD04AE1-8A91-EC72-E92E-800C2016F57E}"/>
              </a:ext>
            </a:extLst>
          </p:cNvPr>
          <p:cNvCxnSpPr>
            <a:cxnSpLocks/>
          </p:cNvCxnSpPr>
          <p:nvPr/>
        </p:nvCxnSpPr>
        <p:spPr>
          <a:xfrm>
            <a:off x="10331160" y="6355992"/>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Straight Arrow Connector 1920">
            <a:extLst>
              <a:ext uri="{FF2B5EF4-FFF2-40B4-BE49-F238E27FC236}">
                <a16:creationId xmlns:a16="http://schemas.microsoft.com/office/drawing/2014/main" id="{03A9E0A0-AA23-8B3D-340C-637ABF457946}"/>
              </a:ext>
            </a:extLst>
          </p:cNvPr>
          <p:cNvCxnSpPr>
            <a:cxnSpLocks/>
          </p:cNvCxnSpPr>
          <p:nvPr/>
        </p:nvCxnSpPr>
        <p:spPr>
          <a:xfrm>
            <a:off x="10504189" y="6355992"/>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Arrow Connector 1921">
            <a:extLst>
              <a:ext uri="{FF2B5EF4-FFF2-40B4-BE49-F238E27FC236}">
                <a16:creationId xmlns:a16="http://schemas.microsoft.com/office/drawing/2014/main" id="{FDDAC43A-F287-8663-1ABC-88A3D65FD591}"/>
              </a:ext>
            </a:extLst>
          </p:cNvPr>
          <p:cNvCxnSpPr>
            <a:cxnSpLocks/>
          </p:cNvCxnSpPr>
          <p:nvPr/>
        </p:nvCxnSpPr>
        <p:spPr>
          <a:xfrm>
            <a:off x="10504189" y="5979193"/>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1922">
            <a:extLst>
              <a:ext uri="{FF2B5EF4-FFF2-40B4-BE49-F238E27FC236}">
                <a16:creationId xmlns:a16="http://schemas.microsoft.com/office/drawing/2014/main" id="{7EB23BD4-A6D7-5E5A-4BA2-1E92C1F62958}"/>
              </a:ext>
            </a:extLst>
          </p:cNvPr>
          <p:cNvCxnSpPr>
            <a:cxnSpLocks/>
          </p:cNvCxnSpPr>
          <p:nvPr/>
        </p:nvCxnSpPr>
        <p:spPr>
          <a:xfrm>
            <a:off x="10332318" y="5979193"/>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1923">
            <a:extLst>
              <a:ext uri="{FF2B5EF4-FFF2-40B4-BE49-F238E27FC236}">
                <a16:creationId xmlns:a16="http://schemas.microsoft.com/office/drawing/2014/main" id="{A7BC8E3E-8BDF-1E13-A0FF-000804D53A5F}"/>
              </a:ext>
            </a:extLst>
          </p:cNvPr>
          <p:cNvCxnSpPr>
            <a:cxnSpLocks/>
          </p:cNvCxnSpPr>
          <p:nvPr/>
        </p:nvCxnSpPr>
        <p:spPr>
          <a:xfrm>
            <a:off x="10504189" y="6033891"/>
            <a:ext cx="0" cy="249379"/>
          </a:xfrm>
          <a:prstGeom prst="straightConnector1">
            <a:avLst/>
          </a:prstGeom>
          <a:ln w="25400">
            <a:solidFill>
              <a:schemeClr val="accent2">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6" name="Straight Arrow Connector 1924">
            <a:extLst>
              <a:ext uri="{FF2B5EF4-FFF2-40B4-BE49-F238E27FC236}">
                <a16:creationId xmlns:a16="http://schemas.microsoft.com/office/drawing/2014/main" id="{33311D72-F325-5F8D-0AA6-3C9996DD9DE6}"/>
              </a:ext>
            </a:extLst>
          </p:cNvPr>
          <p:cNvCxnSpPr>
            <a:cxnSpLocks/>
          </p:cNvCxnSpPr>
          <p:nvPr/>
        </p:nvCxnSpPr>
        <p:spPr>
          <a:xfrm>
            <a:off x="10332318" y="6033891"/>
            <a:ext cx="0" cy="249379"/>
          </a:xfrm>
          <a:prstGeom prst="straightConnector1">
            <a:avLst/>
          </a:prstGeom>
          <a:ln w="25400">
            <a:solidFill>
              <a:schemeClr val="accent2">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7" name="Straight Arrow Connector 1925">
            <a:extLst>
              <a:ext uri="{FF2B5EF4-FFF2-40B4-BE49-F238E27FC236}">
                <a16:creationId xmlns:a16="http://schemas.microsoft.com/office/drawing/2014/main" id="{72F0584D-9BFE-47AD-2E19-CF8962C35BBA}"/>
              </a:ext>
            </a:extLst>
          </p:cNvPr>
          <p:cNvCxnSpPr>
            <a:cxnSpLocks/>
          </p:cNvCxnSpPr>
          <p:nvPr/>
        </p:nvCxnSpPr>
        <p:spPr>
          <a:xfrm>
            <a:off x="10566418" y="6087230"/>
            <a:ext cx="0" cy="249379"/>
          </a:xfrm>
          <a:prstGeom prst="straightConnector1">
            <a:avLst/>
          </a:prstGeom>
          <a:ln w="2540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8" name="Straight Arrow Connector 1926">
            <a:extLst>
              <a:ext uri="{FF2B5EF4-FFF2-40B4-BE49-F238E27FC236}">
                <a16:creationId xmlns:a16="http://schemas.microsoft.com/office/drawing/2014/main" id="{68940723-FDB2-CE71-5513-557276179F15}"/>
              </a:ext>
            </a:extLst>
          </p:cNvPr>
          <p:cNvCxnSpPr>
            <a:cxnSpLocks/>
          </p:cNvCxnSpPr>
          <p:nvPr/>
        </p:nvCxnSpPr>
        <p:spPr>
          <a:xfrm>
            <a:off x="10394547" y="6087230"/>
            <a:ext cx="0" cy="249379"/>
          </a:xfrm>
          <a:prstGeom prst="straightConnector1">
            <a:avLst/>
          </a:prstGeom>
          <a:ln w="2540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9" name="Straight Arrow Connector 1883">
            <a:extLst>
              <a:ext uri="{FF2B5EF4-FFF2-40B4-BE49-F238E27FC236}">
                <a16:creationId xmlns:a16="http://schemas.microsoft.com/office/drawing/2014/main" id="{75484834-2334-D9B1-6CA1-2388EC98A77F}"/>
              </a:ext>
            </a:extLst>
          </p:cNvPr>
          <p:cNvCxnSpPr>
            <a:cxnSpLocks/>
          </p:cNvCxnSpPr>
          <p:nvPr/>
        </p:nvCxnSpPr>
        <p:spPr>
          <a:xfrm>
            <a:off x="10673416" y="6355992"/>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Arrow Connector 1884">
            <a:extLst>
              <a:ext uri="{FF2B5EF4-FFF2-40B4-BE49-F238E27FC236}">
                <a16:creationId xmlns:a16="http://schemas.microsoft.com/office/drawing/2014/main" id="{0959AF98-DB71-C6C9-A391-47E635EB8527}"/>
              </a:ext>
            </a:extLst>
          </p:cNvPr>
          <p:cNvCxnSpPr>
            <a:cxnSpLocks/>
          </p:cNvCxnSpPr>
          <p:nvPr/>
        </p:nvCxnSpPr>
        <p:spPr>
          <a:xfrm>
            <a:off x="9992734" y="6355992"/>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1894">
            <a:extLst>
              <a:ext uri="{FF2B5EF4-FFF2-40B4-BE49-F238E27FC236}">
                <a16:creationId xmlns:a16="http://schemas.microsoft.com/office/drawing/2014/main" id="{1293ABFA-AC77-DDF3-69DA-291966B2597B}"/>
              </a:ext>
            </a:extLst>
          </p:cNvPr>
          <p:cNvCxnSpPr>
            <a:cxnSpLocks/>
          </p:cNvCxnSpPr>
          <p:nvPr/>
        </p:nvCxnSpPr>
        <p:spPr>
          <a:xfrm>
            <a:off x="9992734" y="5979193"/>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Arrow Connector 1895">
            <a:extLst>
              <a:ext uri="{FF2B5EF4-FFF2-40B4-BE49-F238E27FC236}">
                <a16:creationId xmlns:a16="http://schemas.microsoft.com/office/drawing/2014/main" id="{E6347C31-95E1-E59D-FDA9-99966ED5EC0D}"/>
              </a:ext>
            </a:extLst>
          </p:cNvPr>
          <p:cNvCxnSpPr>
            <a:cxnSpLocks/>
          </p:cNvCxnSpPr>
          <p:nvPr/>
        </p:nvCxnSpPr>
        <p:spPr>
          <a:xfrm>
            <a:off x="10674574" y="5979193"/>
            <a:ext cx="0" cy="1662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Arrow Connector 1896">
            <a:extLst>
              <a:ext uri="{FF2B5EF4-FFF2-40B4-BE49-F238E27FC236}">
                <a16:creationId xmlns:a16="http://schemas.microsoft.com/office/drawing/2014/main" id="{5284CC34-2CAD-2B0C-A076-3A5946F0F844}"/>
              </a:ext>
            </a:extLst>
          </p:cNvPr>
          <p:cNvCxnSpPr>
            <a:cxnSpLocks/>
          </p:cNvCxnSpPr>
          <p:nvPr/>
        </p:nvCxnSpPr>
        <p:spPr>
          <a:xfrm>
            <a:off x="9992734" y="6033891"/>
            <a:ext cx="0" cy="249379"/>
          </a:xfrm>
          <a:prstGeom prst="straightConnector1">
            <a:avLst/>
          </a:prstGeom>
          <a:ln w="25400">
            <a:solidFill>
              <a:schemeClr val="accent2">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4" name="Straight Arrow Connector 1897">
            <a:extLst>
              <a:ext uri="{FF2B5EF4-FFF2-40B4-BE49-F238E27FC236}">
                <a16:creationId xmlns:a16="http://schemas.microsoft.com/office/drawing/2014/main" id="{F730FE2F-3437-02BD-B1F1-456CC46D93EE}"/>
              </a:ext>
            </a:extLst>
          </p:cNvPr>
          <p:cNvCxnSpPr>
            <a:cxnSpLocks/>
          </p:cNvCxnSpPr>
          <p:nvPr/>
        </p:nvCxnSpPr>
        <p:spPr>
          <a:xfrm>
            <a:off x="10674574" y="6033891"/>
            <a:ext cx="0" cy="249379"/>
          </a:xfrm>
          <a:prstGeom prst="straightConnector1">
            <a:avLst/>
          </a:prstGeom>
          <a:ln w="25400">
            <a:solidFill>
              <a:schemeClr val="accent2">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5" name="Straight Arrow Connector 1898">
            <a:extLst>
              <a:ext uri="{FF2B5EF4-FFF2-40B4-BE49-F238E27FC236}">
                <a16:creationId xmlns:a16="http://schemas.microsoft.com/office/drawing/2014/main" id="{3F956614-377C-944F-8C38-5415102868A5}"/>
              </a:ext>
            </a:extLst>
          </p:cNvPr>
          <p:cNvCxnSpPr>
            <a:cxnSpLocks/>
          </p:cNvCxnSpPr>
          <p:nvPr/>
        </p:nvCxnSpPr>
        <p:spPr>
          <a:xfrm>
            <a:off x="10054962" y="6087230"/>
            <a:ext cx="0" cy="249379"/>
          </a:xfrm>
          <a:prstGeom prst="straightConnector1">
            <a:avLst/>
          </a:prstGeom>
          <a:ln w="2540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6" name="Straight Arrow Connector 1899">
            <a:extLst>
              <a:ext uri="{FF2B5EF4-FFF2-40B4-BE49-F238E27FC236}">
                <a16:creationId xmlns:a16="http://schemas.microsoft.com/office/drawing/2014/main" id="{16244320-DA40-2845-2773-208955CA7DBF}"/>
              </a:ext>
            </a:extLst>
          </p:cNvPr>
          <p:cNvCxnSpPr>
            <a:cxnSpLocks/>
          </p:cNvCxnSpPr>
          <p:nvPr/>
        </p:nvCxnSpPr>
        <p:spPr>
          <a:xfrm>
            <a:off x="10736802" y="6087230"/>
            <a:ext cx="0" cy="249379"/>
          </a:xfrm>
          <a:prstGeom prst="straightConnector1">
            <a:avLst/>
          </a:prstGeom>
          <a:ln w="25400">
            <a:solidFill>
              <a:schemeClr val="accent2">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55" name="Oval 18">
            <a:extLst>
              <a:ext uri="{FF2B5EF4-FFF2-40B4-BE49-F238E27FC236}">
                <a16:creationId xmlns:a16="http://schemas.microsoft.com/office/drawing/2014/main" id="{6143DBB6-BEC0-F535-7555-1564A421D902}"/>
              </a:ext>
            </a:extLst>
          </p:cNvPr>
          <p:cNvSpPr/>
          <p:nvPr/>
        </p:nvSpPr>
        <p:spPr>
          <a:xfrm>
            <a:off x="9752303" y="5440464"/>
            <a:ext cx="320032" cy="32003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solidFill>
                  <a:srgbClr val="C55A11"/>
                </a:solidFill>
              </a:rPr>
              <a:t>$</a:t>
            </a:r>
          </a:p>
        </p:txBody>
      </p:sp>
      <p:sp>
        <p:nvSpPr>
          <p:cNvPr id="156" name="Oval 20">
            <a:extLst>
              <a:ext uri="{FF2B5EF4-FFF2-40B4-BE49-F238E27FC236}">
                <a16:creationId xmlns:a16="http://schemas.microsoft.com/office/drawing/2014/main" id="{98264A3A-A876-E394-5F26-C621710B9B0A}"/>
              </a:ext>
            </a:extLst>
          </p:cNvPr>
          <p:cNvSpPr/>
          <p:nvPr/>
        </p:nvSpPr>
        <p:spPr>
          <a:xfrm>
            <a:off x="10375564" y="5440464"/>
            <a:ext cx="320032" cy="32003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solidFill>
                  <a:srgbClr val="C55A11"/>
                </a:solidFill>
              </a:rPr>
              <a:t>$</a:t>
            </a:r>
          </a:p>
        </p:txBody>
      </p:sp>
      <p:sp>
        <p:nvSpPr>
          <p:cNvPr id="157" name="Oval 21">
            <a:extLst>
              <a:ext uri="{FF2B5EF4-FFF2-40B4-BE49-F238E27FC236}">
                <a16:creationId xmlns:a16="http://schemas.microsoft.com/office/drawing/2014/main" id="{41949A4D-C684-D103-E7CB-77019E807392}"/>
              </a:ext>
            </a:extLst>
          </p:cNvPr>
          <p:cNvSpPr/>
          <p:nvPr/>
        </p:nvSpPr>
        <p:spPr>
          <a:xfrm>
            <a:off x="9821977" y="3593494"/>
            <a:ext cx="320032" cy="32003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solidFill>
                  <a:srgbClr val="C55A11"/>
                </a:solidFill>
              </a:rPr>
              <a:t>$</a:t>
            </a:r>
          </a:p>
        </p:txBody>
      </p:sp>
      <p:sp>
        <p:nvSpPr>
          <p:cNvPr id="208" name="TextBox 1695">
            <a:extLst>
              <a:ext uri="{FF2B5EF4-FFF2-40B4-BE49-F238E27FC236}">
                <a16:creationId xmlns:a16="http://schemas.microsoft.com/office/drawing/2014/main" id="{B99D19EB-103E-E642-A418-55C16CE83965}"/>
              </a:ext>
            </a:extLst>
          </p:cNvPr>
          <p:cNvSpPr txBox="1"/>
          <p:nvPr/>
        </p:nvSpPr>
        <p:spPr>
          <a:xfrm>
            <a:off x="10400443" y="4844557"/>
            <a:ext cx="1628070" cy="400110"/>
          </a:xfrm>
          <a:prstGeom prst="rect">
            <a:avLst/>
          </a:prstGeom>
          <a:noFill/>
        </p:spPr>
        <p:txBody>
          <a:bodyPr wrap="square">
            <a:spAutoFit/>
          </a:bodyPr>
          <a:lstStyle/>
          <a:p>
            <a:pPr defTabSz="914400">
              <a:defRPr/>
            </a:pPr>
            <a:r>
              <a:rPr lang="en-US" sz="2000" b="1" dirty="0">
                <a:solidFill>
                  <a:srgbClr val="C55A11"/>
                </a:solidFill>
                <a:latin typeface="Calibri" panose="020F0502020204030204"/>
              </a:rPr>
              <a:t>WRITE-ONLY</a:t>
            </a:r>
          </a:p>
        </p:txBody>
      </p:sp>
      <p:sp>
        <p:nvSpPr>
          <p:cNvPr id="6" name="TextBox 5">
            <a:extLst>
              <a:ext uri="{FF2B5EF4-FFF2-40B4-BE49-F238E27FC236}">
                <a16:creationId xmlns:a16="http://schemas.microsoft.com/office/drawing/2014/main" id="{A9813C16-4DB4-B072-01A9-4BC085DFBACA}"/>
              </a:ext>
            </a:extLst>
          </p:cNvPr>
          <p:cNvSpPr txBox="1"/>
          <p:nvPr/>
        </p:nvSpPr>
        <p:spPr>
          <a:xfrm>
            <a:off x="779417" y="5376612"/>
            <a:ext cx="4191049" cy="1384995"/>
          </a:xfrm>
          <a:prstGeom prst="rect">
            <a:avLst/>
          </a:prstGeom>
          <a:noFill/>
        </p:spPr>
        <p:txBody>
          <a:bodyPr wrap="square">
            <a:spAutoFit/>
          </a:bodyPr>
          <a:lstStyle/>
          <a:p>
            <a:r>
              <a:rPr lang="en-US" sz="2800" dirty="0"/>
              <a:t>Employ </a:t>
            </a:r>
            <a:r>
              <a:rPr lang="en-US" sz="2800" b="1" dirty="0"/>
              <a:t>various slow chips </a:t>
            </a:r>
            <a:r>
              <a:rPr lang="en-US" sz="2800" dirty="0"/>
              <a:t>to store parity data with buffer support.</a:t>
            </a:r>
          </a:p>
        </p:txBody>
      </p:sp>
    </p:spTree>
    <p:extLst>
      <p:ext uri="{BB962C8B-B14F-4D97-AF65-F5344CB8AC3E}">
        <p14:creationId xmlns:p14="http://schemas.microsoft.com/office/powerpoint/2010/main" val="324568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5"/>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06"/>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0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0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0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1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11"/>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1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13"/>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14"/>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15"/>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16"/>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17"/>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18"/>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19"/>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20"/>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21"/>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22"/>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23"/>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24"/>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2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2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2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29"/>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30"/>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31"/>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32"/>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33"/>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34"/>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35"/>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36"/>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37"/>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38"/>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39"/>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40"/>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41"/>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42"/>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43"/>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44"/>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45"/>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146"/>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55"/>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56"/>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208"/>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7" grpId="0"/>
      <p:bldP spid="8" grpId="0"/>
      <p:bldP spid="9" grpId="0" animBg="1"/>
      <p:bldP spid="10" grpId="0"/>
      <p:bldP spid="11" grpId="0" animBg="1"/>
      <p:bldP spid="12" grpId="0" animBg="1"/>
      <p:bldP spid="13" grpId="0" animBg="1"/>
      <p:bldP spid="14" grpId="0" animBg="1"/>
      <p:bldP spid="15" grpId="0" animBg="1"/>
      <p:bldP spid="16" grpId="0"/>
      <p:bldP spid="17" grpId="0"/>
      <p:bldP spid="18" grpId="0" animBg="1"/>
      <p:bldP spid="19" grpId="0" animBg="1"/>
      <p:bldP spid="46" grpId="0"/>
      <p:bldP spid="96" grpId="0" animBg="1"/>
      <p:bldP spid="97" grpId="0"/>
      <p:bldP spid="98" grpId="0" animBg="1"/>
      <p:bldP spid="99" grpId="0" animBg="1"/>
      <p:bldP spid="100" grpId="0" animBg="1"/>
      <p:bldP spid="101" grpId="0" animBg="1"/>
      <p:bldP spid="102" grpId="0"/>
      <p:bldP spid="103" grpId="0"/>
      <p:bldP spid="104" grpId="0" animBg="1"/>
      <p:bldP spid="105" grpId="0" animBg="1"/>
      <p:bldP spid="126" grpId="0" animBg="1"/>
      <p:bldP spid="128" grpId="0"/>
      <p:bldP spid="129" grpId="0" animBg="1"/>
      <p:bldP spid="155" grpId="0"/>
      <p:bldP spid="156" grpId="0"/>
      <p:bldP spid="157" grpId="0"/>
      <p:bldP spid="208" grpId="0"/>
      <p:bldP spid="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Straight Arrow Connector 50">
            <a:extLst>
              <a:ext uri="{FF2B5EF4-FFF2-40B4-BE49-F238E27FC236}">
                <a16:creationId xmlns:a16="http://schemas.microsoft.com/office/drawing/2014/main" id="{5D83C0E2-05B5-7D7A-CCEB-CC99BAC8E5A2}"/>
              </a:ext>
            </a:extLst>
          </p:cNvPr>
          <p:cNvCxnSpPr>
            <a:cxnSpLocks/>
          </p:cNvCxnSpPr>
          <p:nvPr/>
        </p:nvCxnSpPr>
        <p:spPr>
          <a:xfrm>
            <a:off x="2258553" y="5158788"/>
            <a:ext cx="472324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6F2B0F6B-E58C-BEC9-841C-3B2EF14C4516}"/>
              </a:ext>
            </a:extLst>
          </p:cNvPr>
          <p:cNvSpPr/>
          <p:nvPr/>
        </p:nvSpPr>
        <p:spPr>
          <a:xfrm>
            <a:off x="-158607" y="4953095"/>
            <a:ext cx="2417160" cy="7257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FBE94-7ABE-B69D-362F-EE3D6F8A5ABC}"/>
              </a:ext>
            </a:extLst>
          </p:cNvPr>
          <p:cNvSpPr>
            <a:spLocks noGrp="1"/>
          </p:cNvSpPr>
          <p:nvPr>
            <p:ph type="title"/>
          </p:nvPr>
        </p:nvSpPr>
        <p:spPr/>
        <p:txBody>
          <a:bodyPr/>
          <a:lstStyle/>
          <a:p>
            <a:r>
              <a:rPr lang="en-US" altLang="zh-CN" b="1" dirty="0"/>
              <a:t>Design1: </a:t>
            </a:r>
            <a:r>
              <a:rPr lang="en-US" dirty="0"/>
              <a:t>SCREME-WO(Write-Only ECC)</a:t>
            </a:r>
          </a:p>
        </p:txBody>
      </p:sp>
      <p:cxnSp>
        <p:nvCxnSpPr>
          <p:cNvPr id="52" name="Straight Arrow Connector 51">
            <a:extLst>
              <a:ext uri="{FF2B5EF4-FFF2-40B4-BE49-F238E27FC236}">
                <a16:creationId xmlns:a16="http://schemas.microsoft.com/office/drawing/2014/main" id="{FE293273-BA8C-73DA-FE36-EFC3A5AECA55}"/>
              </a:ext>
            </a:extLst>
          </p:cNvPr>
          <p:cNvCxnSpPr>
            <a:cxnSpLocks/>
          </p:cNvCxnSpPr>
          <p:nvPr/>
        </p:nvCxnSpPr>
        <p:spPr>
          <a:xfrm>
            <a:off x="2258553" y="6590582"/>
            <a:ext cx="231172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801381AC-B03B-4EF2-CA4B-21BEC39549B7}"/>
              </a:ext>
            </a:extLst>
          </p:cNvPr>
          <p:cNvCxnSpPr>
            <a:cxnSpLocks/>
          </p:cNvCxnSpPr>
          <p:nvPr/>
        </p:nvCxnSpPr>
        <p:spPr>
          <a:xfrm>
            <a:off x="4620176" y="6590582"/>
            <a:ext cx="39103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A4EC1177-7625-6E31-AAAD-A890BD40D322}"/>
              </a:ext>
            </a:extLst>
          </p:cNvPr>
          <p:cNvGrpSpPr/>
          <p:nvPr/>
        </p:nvGrpSpPr>
        <p:grpSpPr>
          <a:xfrm>
            <a:off x="1719395" y="4322925"/>
            <a:ext cx="786240" cy="449041"/>
            <a:chOff x="-158232" y="3398830"/>
            <a:chExt cx="1125699" cy="327025"/>
          </a:xfrm>
        </p:grpSpPr>
        <p:sp>
          <p:nvSpPr>
            <p:cNvPr id="55" name="Rectangle 54">
              <a:extLst>
                <a:ext uri="{FF2B5EF4-FFF2-40B4-BE49-F238E27FC236}">
                  <a16:creationId xmlns:a16="http://schemas.microsoft.com/office/drawing/2014/main" id="{FEE78733-A2D0-D083-E804-0A2465CEE922}"/>
                </a:ext>
              </a:extLst>
            </p:cNvPr>
            <p:cNvSpPr/>
            <p:nvPr/>
          </p:nvSpPr>
          <p:spPr>
            <a:xfrm>
              <a:off x="-158232"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56" name="Rectangle 55">
              <a:extLst>
                <a:ext uri="{FF2B5EF4-FFF2-40B4-BE49-F238E27FC236}">
                  <a16:creationId xmlns:a16="http://schemas.microsoft.com/office/drawing/2014/main" id="{82CABD98-76E0-4593-2081-F1C73DFBCDF4}"/>
                </a:ext>
              </a:extLst>
            </p:cNvPr>
            <p:cNvSpPr/>
            <p:nvPr/>
          </p:nvSpPr>
          <p:spPr>
            <a:xfrm>
              <a:off x="-16838"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57" name="Rectangle 56">
              <a:extLst>
                <a:ext uri="{FF2B5EF4-FFF2-40B4-BE49-F238E27FC236}">
                  <a16:creationId xmlns:a16="http://schemas.microsoft.com/office/drawing/2014/main" id="{0BF04436-F4F9-877B-0ED4-3C3AF08061CC}"/>
                </a:ext>
              </a:extLst>
            </p:cNvPr>
            <p:cNvSpPr/>
            <p:nvPr/>
          </p:nvSpPr>
          <p:spPr>
            <a:xfrm>
              <a:off x="124556"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58" name="Rectangle 57">
              <a:extLst>
                <a:ext uri="{FF2B5EF4-FFF2-40B4-BE49-F238E27FC236}">
                  <a16:creationId xmlns:a16="http://schemas.microsoft.com/office/drawing/2014/main" id="{E1E9C103-AB44-4D28-1F59-78273AD2B138}"/>
                </a:ext>
              </a:extLst>
            </p:cNvPr>
            <p:cNvSpPr/>
            <p:nvPr/>
          </p:nvSpPr>
          <p:spPr>
            <a:xfrm>
              <a:off x="265950"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59" name="Rectangle 58">
              <a:extLst>
                <a:ext uri="{FF2B5EF4-FFF2-40B4-BE49-F238E27FC236}">
                  <a16:creationId xmlns:a16="http://schemas.microsoft.com/office/drawing/2014/main" id="{A404E001-8C6A-3A55-1482-E0841663B085}"/>
                </a:ext>
              </a:extLst>
            </p:cNvPr>
            <p:cNvSpPr/>
            <p:nvPr/>
          </p:nvSpPr>
          <p:spPr>
            <a:xfrm>
              <a:off x="401891"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60" name="Rectangle 59">
              <a:extLst>
                <a:ext uri="{FF2B5EF4-FFF2-40B4-BE49-F238E27FC236}">
                  <a16:creationId xmlns:a16="http://schemas.microsoft.com/office/drawing/2014/main" id="{FF47D4F5-E8BB-D3AE-4984-D3A1E10CC970}"/>
                </a:ext>
              </a:extLst>
            </p:cNvPr>
            <p:cNvSpPr/>
            <p:nvPr/>
          </p:nvSpPr>
          <p:spPr>
            <a:xfrm>
              <a:off x="543285"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61" name="Rectangle 60">
              <a:extLst>
                <a:ext uri="{FF2B5EF4-FFF2-40B4-BE49-F238E27FC236}">
                  <a16:creationId xmlns:a16="http://schemas.microsoft.com/office/drawing/2014/main" id="{BA25BB82-7B78-79E5-9D52-F74DDAA502EC}"/>
                </a:ext>
              </a:extLst>
            </p:cNvPr>
            <p:cNvSpPr/>
            <p:nvPr/>
          </p:nvSpPr>
          <p:spPr>
            <a:xfrm>
              <a:off x="684679"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62" name="Rectangle 61">
              <a:extLst>
                <a:ext uri="{FF2B5EF4-FFF2-40B4-BE49-F238E27FC236}">
                  <a16:creationId xmlns:a16="http://schemas.microsoft.com/office/drawing/2014/main" id="{1DCA7D7A-EB6A-680E-B648-4F7FD09408EA}"/>
                </a:ext>
              </a:extLst>
            </p:cNvPr>
            <p:cNvSpPr/>
            <p:nvPr/>
          </p:nvSpPr>
          <p:spPr>
            <a:xfrm>
              <a:off x="826073" y="3398830"/>
              <a:ext cx="141394" cy="327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grpSp>
      <p:cxnSp>
        <p:nvCxnSpPr>
          <p:cNvPr id="63" name="Straight Arrow Connector 62">
            <a:extLst>
              <a:ext uri="{FF2B5EF4-FFF2-40B4-BE49-F238E27FC236}">
                <a16:creationId xmlns:a16="http://schemas.microsoft.com/office/drawing/2014/main" id="{95AD6DCD-34E0-1F2A-D35E-30AF74139803}"/>
              </a:ext>
            </a:extLst>
          </p:cNvPr>
          <p:cNvCxnSpPr>
            <a:cxnSpLocks/>
          </p:cNvCxnSpPr>
          <p:nvPr/>
        </p:nvCxnSpPr>
        <p:spPr>
          <a:xfrm>
            <a:off x="2260632" y="6515742"/>
            <a:ext cx="0" cy="14968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009C15A-77E5-5F10-C5F7-102FE739CF86}"/>
              </a:ext>
            </a:extLst>
          </p:cNvPr>
          <p:cNvCxnSpPr>
            <a:cxnSpLocks/>
          </p:cNvCxnSpPr>
          <p:nvPr/>
        </p:nvCxnSpPr>
        <p:spPr>
          <a:xfrm>
            <a:off x="2261672" y="5083948"/>
            <a:ext cx="0" cy="14968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AED884B7-F50A-ECAC-3840-E77658B71201}"/>
              </a:ext>
            </a:extLst>
          </p:cNvPr>
          <p:cNvSpPr txBox="1"/>
          <p:nvPr/>
        </p:nvSpPr>
        <p:spPr>
          <a:xfrm>
            <a:off x="2016890" y="6703869"/>
            <a:ext cx="978124" cy="501485"/>
          </a:xfrm>
          <a:prstGeom prst="rect">
            <a:avLst/>
          </a:prstGeom>
          <a:noFill/>
        </p:spPr>
        <p:txBody>
          <a:bodyPr wrap="square">
            <a:spAutoFit/>
          </a:bodyPr>
          <a:lstStyle/>
          <a:p>
            <a:pPr>
              <a:lnSpc>
                <a:spcPct val="80000"/>
              </a:lnSpc>
            </a:pPr>
            <a:r>
              <a:rPr lang="en-US" altLang="zh-CN" sz="3200" b="1"/>
              <a:t>0</a:t>
            </a:r>
            <a:endParaRPr lang="en-US" sz="3200" b="1" baseline="-25000"/>
          </a:p>
        </p:txBody>
      </p:sp>
      <p:sp>
        <p:nvSpPr>
          <p:cNvPr id="66" name="TextBox 65">
            <a:extLst>
              <a:ext uri="{FF2B5EF4-FFF2-40B4-BE49-F238E27FC236}">
                <a16:creationId xmlns:a16="http://schemas.microsoft.com/office/drawing/2014/main" id="{13D6EA51-A206-D4B7-A3B7-B5439F70A83C}"/>
              </a:ext>
            </a:extLst>
          </p:cNvPr>
          <p:cNvSpPr txBox="1"/>
          <p:nvPr/>
        </p:nvSpPr>
        <p:spPr>
          <a:xfrm>
            <a:off x="4394349" y="6703869"/>
            <a:ext cx="978124" cy="501485"/>
          </a:xfrm>
          <a:prstGeom prst="rect">
            <a:avLst/>
          </a:prstGeom>
          <a:noFill/>
        </p:spPr>
        <p:txBody>
          <a:bodyPr wrap="square">
            <a:spAutoFit/>
          </a:bodyPr>
          <a:lstStyle/>
          <a:p>
            <a:pPr>
              <a:lnSpc>
                <a:spcPct val="80000"/>
              </a:lnSpc>
            </a:pPr>
            <a:r>
              <a:rPr lang="en-US" altLang="zh-CN" sz="3200" b="1"/>
              <a:t>t</a:t>
            </a:r>
            <a:r>
              <a:rPr lang="en-US" altLang="zh-CN" sz="3200" b="1" baseline="-25000"/>
              <a:t>1</a:t>
            </a:r>
            <a:endParaRPr lang="en-US" sz="3200" b="1" baseline="-25000"/>
          </a:p>
        </p:txBody>
      </p:sp>
      <p:sp>
        <p:nvSpPr>
          <p:cNvPr id="67" name="TextBox 66">
            <a:extLst>
              <a:ext uri="{FF2B5EF4-FFF2-40B4-BE49-F238E27FC236}">
                <a16:creationId xmlns:a16="http://schemas.microsoft.com/office/drawing/2014/main" id="{46550D65-E9D4-0E5F-D68E-E0520473E85D}"/>
              </a:ext>
            </a:extLst>
          </p:cNvPr>
          <p:cNvSpPr txBox="1"/>
          <p:nvPr/>
        </p:nvSpPr>
        <p:spPr>
          <a:xfrm>
            <a:off x="8232076" y="6703869"/>
            <a:ext cx="857494" cy="501485"/>
          </a:xfrm>
          <a:prstGeom prst="rect">
            <a:avLst/>
          </a:prstGeom>
          <a:noFill/>
        </p:spPr>
        <p:txBody>
          <a:bodyPr wrap="square">
            <a:spAutoFit/>
          </a:bodyPr>
          <a:lstStyle/>
          <a:p>
            <a:pPr>
              <a:lnSpc>
                <a:spcPct val="80000"/>
              </a:lnSpc>
            </a:pPr>
            <a:r>
              <a:rPr lang="en-US" altLang="zh-CN" sz="3200" b="1" dirty="0"/>
              <a:t>t</a:t>
            </a:r>
            <a:r>
              <a:rPr lang="en-US" altLang="zh-CN" sz="3200" b="1" baseline="-25000" dirty="0"/>
              <a:t>2</a:t>
            </a:r>
            <a:endParaRPr lang="en-US" sz="3200" b="1" baseline="-25000" dirty="0"/>
          </a:p>
        </p:txBody>
      </p:sp>
      <p:sp>
        <p:nvSpPr>
          <p:cNvPr id="68" name="TextBox 67">
            <a:extLst>
              <a:ext uri="{FF2B5EF4-FFF2-40B4-BE49-F238E27FC236}">
                <a16:creationId xmlns:a16="http://schemas.microsoft.com/office/drawing/2014/main" id="{96D3B6D2-CF5D-9633-D133-0CC6C3C8F3FF}"/>
              </a:ext>
            </a:extLst>
          </p:cNvPr>
          <p:cNvSpPr txBox="1"/>
          <p:nvPr/>
        </p:nvSpPr>
        <p:spPr>
          <a:xfrm>
            <a:off x="6575374" y="5246158"/>
            <a:ext cx="978124" cy="501485"/>
          </a:xfrm>
          <a:prstGeom prst="rect">
            <a:avLst/>
          </a:prstGeom>
          <a:noFill/>
        </p:spPr>
        <p:txBody>
          <a:bodyPr wrap="square">
            <a:spAutoFit/>
          </a:bodyPr>
          <a:lstStyle/>
          <a:p>
            <a:pPr>
              <a:lnSpc>
                <a:spcPct val="80000"/>
              </a:lnSpc>
            </a:pPr>
            <a:r>
              <a:rPr lang="en-US" altLang="zh-CN" sz="3200" b="1"/>
              <a:t>t</a:t>
            </a:r>
            <a:r>
              <a:rPr lang="en-US" altLang="zh-CN" sz="3200" b="1" baseline="-25000"/>
              <a:t>1</a:t>
            </a:r>
            <a:r>
              <a:rPr lang="en-US" altLang="zh-CN" sz="3200" b="1"/>
              <a:t>'</a:t>
            </a:r>
            <a:endParaRPr lang="en-US" sz="3200" b="1" baseline="-25000"/>
          </a:p>
        </p:txBody>
      </p:sp>
      <p:grpSp>
        <p:nvGrpSpPr>
          <p:cNvPr id="69" name="Group 68">
            <a:extLst>
              <a:ext uri="{FF2B5EF4-FFF2-40B4-BE49-F238E27FC236}">
                <a16:creationId xmlns:a16="http://schemas.microsoft.com/office/drawing/2014/main" id="{2D166F6B-7502-35DF-4C6D-667CEC432D32}"/>
              </a:ext>
            </a:extLst>
          </p:cNvPr>
          <p:cNvGrpSpPr/>
          <p:nvPr/>
        </p:nvGrpSpPr>
        <p:grpSpPr>
          <a:xfrm>
            <a:off x="1719395" y="3997242"/>
            <a:ext cx="786240" cy="147276"/>
            <a:chOff x="-158232" y="3398830"/>
            <a:chExt cx="1125699" cy="327025"/>
          </a:xfrm>
          <a:solidFill>
            <a:schemeClr val="accent5">
              <a:lumMod val="75000"/>
            </a:schemeClr>
          </a:solidFill>
        </p:grpSpPr>
        <p:sp>
          <p:nvSpPr>
            <p:cNvPr id="70" name="Rectangle 69">
              <a:extLst>
                <a:ext uri="{FF2B5EF4-FFF2-40B4-BE49-F238E27FC236}">
                  <a16:creationId xmlns:a16="http://schemas.microsoft.com/office/drawing/2014/main" id="{939828C5-78C7-EBD1-22B6-F5C3ED84DD6A}"/>
                </a:ext>
              </a:extLst>
            </p:cNvPr>
            <p:cNvSpPr/>
            <p:nvPr/>
          </p:nvSpPr>
          <p:spPr>
            <a:xfrm>
              <a:off x="-158232"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71" name="Rectangle 70">
              <a:extLst>
                <a:ext uri="{FF2B5EF4-FFF2-40B4-BE49-F238E27FC236}">
                  <a16:creationId xmlns:a16="http://schemas.microsoft.com/office/drawing/2014/main" id="{1B8309AF-B4AC-50EA-8858-33AD7FA4777E}"/>
                </a:ext>
              </a:extLst>
            </p:cNvPr>
            <p:cNvSpPr/>
            <p:nvPr/>
          </p:nvSpPr>
          <p:spPr>
            <a:xfrm>
              <a:off x="-16838"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72" name="Rectangle 71">
              <a:extLst>
                <a:ext uri="{FF2B5EF4-FFF2-40B4-BE49-F238E27FC236}">
                  <a16:creationId xmlns:a16="http://schemas.microsoft.com/office/drawing/2014/main" id="{3B0083D2-5438-39AB-DD70-35ECAE3856C2}"/>
                </a:ext>
              </a:extLst>
            </p:cNvPr>
            <p:cNvSpPr/>
            <p:nvPr/>
          </p:nvSpPr>
          <p:spPr>
            <a:xfrm>
              <a:off x="124556"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73" name="Rectangle 72">
              <a:extLst>
                <a:ext uri="{FF2B5EF4-FFF2-40B4-BE49-F238E27FC236}">
                  <a16:creationId xmlns:a16="http://schemas.microsoft.com/office/drawing/2014/main" id="{B5B7648D-3C56-4D0B-23C1-76B64EF0BD95}"/>
                </a:ext>
              </a:extLst>
            </p:cNvPr>
            <p:cNvSpPr/>
            <p:nvPr/>
          </p:nvSpPr>
          <p:spPr>
            <a:xfrm>
              <a:off x="265950"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74" name="Rectangle 73">
              <a:extLst>
                <a:ext uri="{FF2B5EF4-FFF2-40B4-BE49-F238E27FC236}">
                  <a16:creationId xmlns:a16="http://schemas.microsoft.com/office/drawing/2014/main" id="{8FD2634A-48C9-F74D-53D4-CD6DF3584C55}"/>
                </a:ext>
              </a:extLst>
            </p:cNvPr>
            <p:cNvSpPr/>
            <p:nvPr/>
          </p:nvSpPr>
          <p:spPr>
            <a:xfrm>
              <a:off x="401891"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75" name="Rectangle 74">
              <a:extLst>
                <a:ext uri="{FF2B5EF4-FFF2-40B4-BE49-F238E27FC236}">
                  <a16:creationId xmlns:a16="http://schemas.microsoft.com/office/drawing/2014/main" id="{3E705786-8784-DF28-156B-52673344EC2C}"/>
                </a:ext>
              </a:extLst>
            </p:cNvPr>
            <p:cNvSpPr/>
            <p:nvPr/>
          </p:nvSpPr>
          <p:spPr>
            <a:xfrm>
              <a:off x="543285"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76" name="Rectangle 75">
              <a:extLst>
                <a:ext uri="{FF2B5EF4-FFF2-40B4-BE49-F238E27FC236}">
                  <a16:creationId xmlns:a16="http://schemas.microsoft.com/office/drawing/2014/main" id="{C0B4E697-7D01-4969-384C-5E640C80DC40}"/>
                </a:ext>
              </a:extLst>
            </p:cNvPr>
            <p:cNvSpPr/>
            <p:nvPr/>
          </p:nvSpPr>
          <p:spPr>
            <a:xfrm>
              <a:off x="684679"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77" name="Rectangle 76">
              <a:extLst>
                <a:ext uri="{FF2B5EF4-FFF2-40B4-BE49-F238E27FC236}">
                  <a16:creationId xmlns:a16="http://schemas.microsoft.com/office/drawing/2014/main" id="{548C5A9E-05B7-4E75-E119-21FB72540B43}"/>
                </a:ext>
              </a:extLst>
            </p:cNvPr>
            <p:cNvSpPr/>
            <p:nvPr/>
          </p:nvSpPr>
          <p:spPr>
            <a:xfrm>
              <a:off x="826073"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grpSp>
      <p:grpSp>
        <p:nvGrpSpPr>
          <p:cNvPr id="78" name="Group 77">
            <a:extLst>
              <a:ext uri="{FF2B5EF4-FFF2-40B4-BE49-F238E27FC236}">
                <a16:creationId xmlns:a16="http://schemas.microsoft.com/office/drawing/2014/main" id="{ACA499E9-91C9-0E26-47E9-C72D1F70CAE2}"/>
              </a:ext>
            </a:extLst>
          </p:cNvPr>
          <p:cNvGrpSpPr/>
          <p:nvPr/>
        </p:nvGrpSpPr>
        <p:grpSpPr>
          <a:xfrm>
            <a:off x="4091690" y="4322925"/>
            <a:ext cx="786240" cy="449041"/>
            <a:chOff x="-158232" y="3398830"/>
            <a:chExt cx="1125699" cy="327025"/>
          </a:xfrm>
          <a:solidFill>
            <a:srgbClr val="EC7320"/>
          </a:solidFill>
        </p:grpSpPr>
        <p:sp>
          <p:nvSpPr>
            <p:cNvPr id="79" name="Rectangle 78">
              <a:extLst>
                <a:ext uri="{FF2B5EF4-FFF2-40B4-BE49-F238E27FC236}">
                  <a16:creationId xmlns:a16="http://schemas.microsoft.com/office/drawing/2014/main" id="{735DBF36-470E-CC7D-1BF7-1A66D3E92331}"/>
                </a:ext>
              </a:extLst>
            </p:cNvPr>
            <p:cNvSpPr/>
            <p:nvPr/>
          </p:nvSpPr>
          <p:spPr>
            <a:xfrm>
              <a:off x="-158232"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0" name="Rectangle 79">
              <a:extLst>
                <a:ext uri="{FF2B5EF4-FFF2-40B4-BE49-F238E27FC236}">
                  <a16:creationId xmlns:a16="http://schemas.microsoft.com/office/drawing/2014/main" id="{309FE1A6-9558-79C2-7835-CD1C09EA0D84}"/>
                </a:ext>
              </a:extLst>
            </p:cNvPr>
            <p:cNvSpPr/>
            <p:nvPr/>
          </p:nvSpPr>
          <p:spPr>
            <a:xfrm>
              <a:off x="-16838"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1" name="Rectangle 80">
              <a:extLst>
                <a:ext uri="{FF2B5EF4-FFF2-40B4-BE49-F238E27FC236}">
                  <a16:creationId xmlns:a16="http://schemas.microsoft.com/office/drawing/2014/main" id="{3635869A-2492-1313-642C-8306F8FD2225}"/>
                </a:ext>
              </a:extLst>
            </p:cNvPr>
            <p:cNvSpPr/>
            <p:nvPr/>
          </p:nvSpPr>
          <p:spPr>
            <a:xfrm>
              <a:off x="124556"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2" name="Rectangle 81">
              <a:extLst>
                <a:ext uri="{FF2B5EF4-FFF2-40B4-BE49-F238E27FC236}">
                  <a16:creationId xmlns:a16="http://schemas.microsoft.com/office/drawing/2014/main" id="{7EAC28A6-CAB9-0317-3B9B-896B082CE74F}"/>
                </a:ext>
              </a:extLst>
            </p:cNvPr>
            <p:cNvSpPr/>
            <p:nvPr/>
          </p:nvSpPr>
          <p:spPr>
            <a:xfrm>
              <a:off x="265950"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3" name="Rectangle 82">
              <a:extLst>
                <a:ext uri="{FF2B5EF4-FFF2-40B4-BE49-F238E27FC236}">
                  <a16:creationId xmlns:a16="http://schemas.microsoft.com/office/drawing/2014/main" id="{135B5189-67EC-014B-5707-E5FC53025D34}"/>
                </a:ext>
              </a:extLst>
            </p:cNvPr>
            <p:cNvSpPr/>
            <p:nvPr/>
          </p:nvSpPr>
          <p:spPr>
            <a:xfrm>
              <a:off x="401891"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4" name="Rectangle 83">
              <a:extLst>
                <a:ext uri="{FF2B5EF4-FFF2-40B4-BE49-F238E27FC236}">
                  <a16:creationId xmlns:a16="http://schemas.microsoft.com/office/drawing/2014/main" id="{1F1162D4-86C6-A865-1B38-F698A5104937}"/>
                </a:ext>
              </a:extLst>
            </p:cNvPr>
            <p:cNvSpPr/>
            <p:nvPr/>
          </p:nvSpPr>
          <p:spPr>
            <a:xfrm>
              <a:off x="543285"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5" name="Rectangle 84">
              <a:extLst>
                <a:ext uri="{FF2B5EF4-FFF2-40B4-BE49-F238E27FC236}">
                  <a16:creationId xmlns:a16="http://schemas.microsoft.com/office/drawing/2014/main" id="{E1FCB0CC-A012-82AB-2A7D-02870664102F}"/>
                </a:ext>
              </a:extLst>
            </p:cNvPr>
            <p:cNvSpPr/>
            <p:nvPr/>
          </p:nvSpPr>
          <p:spPr>
            <a:xfrm>
              <a:off x="684679"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6" name="Rectangle 85">
              <a:extLst>
                <a:ext uri="{FF2B5EF4-FFF2-40B4-BE49-F238E27FC236}">
                  <a16:creationId xmlns:a16="http://schemas.microsoft.com/office/drawing/2014/main" id="{1229BD6D-A0A4-0028-B8A8-C5555F25565D}"/>
                </a:ext>
              </a:extLst>
            </p:cNvPr>
            <p:cNvSpPr/>
            <p:nvPr/>
          </p:nvSpPr>
          <p:spPr>
            <a:xfrm>
              <a:off x="826073" y="3398830"/>
              <a:ext cx="141394" cy="32702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grpSp>
      <p:cxnSp>
        <p:nvCxnSpPr>
          <p:cNvPr id="87" name="Straight Arrow Connector 86">
            <a:extLst>
              <a:ext uri="{FF2B5EF4-FFF2-40B4-BE49-F238E27FC236}">
                <a16:creationId xmlns:a16="http://schemas.microsoft.com/office/drawing/2014/main" id="{E02FFF65-7BBE-A216-F552-A344B48F7743}"/>
              </a:ext>
            </a:extLst>
          </p:cNvPr>
          <p:cNvCxnSpPr>
            <a:cxnSpLocks/>
          </p:cNvCxnSpPr>
          <p:nvPr/>
        </p:nvCxnSpPr>
        <p:spPr>
          <a:xfrm>
            <a:off x="4614661" y="6515742"/>
            <a:ext cx="0" cy="14968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Freeform: Shape 287">
            <a:extLst>
              <a:ext uri="{FF2B5EF4-FFF2-40B4-BE49-F238E27FC236}">
                <a16:creationId xmlns:a16="http://schemas.microsoft.com/office/drawing/2014/main" id="{9192DD98-1D82-695F-BE2B-0C468F1C6182}"/>
              </a:ext>
            </a:extLst>
          </p:cNvPr>
          <p:cNvSpPr/>
          <p:nvPr/>
        </p:nvSpPr>
        <p:spPr>
          <a:xfrm>
            <a:off x="4434103" y="4602967"/>
            <a:ext cx="768418" cy="1837936"/>
          </a:xfrm>
          <a:custGeom>
            <a:avLst/>
            <a:gdLst>
              <a:gd name="connsiteX0" fmla="*/ 382584 w 631470"/>
              <a:gd name="connsiteY0" fmla="*/ 0 h 1001713"/>
              <a:gd name="connsiteX1" fmla="*/ 617534 w 631470"/>
              <a:gd name="connsiteY1" fmla="*/ 195263 h 1001713"/>
              <a:gd name="connsiteX2" fmla="*/ 19047 w 631470"/>
              <a:gd name="connsiteY2" fmla="*/ 582613 h 1001713"/>
              <a:gd name="connsiteX3" fmla="*/ 152397 w 631470"/>
              <a:gd name="connsiteY3" fmla="*/ 1001713 h 1001713"/>
            </a:gdLst>
            <a:ahLst/>
            <a:cxnLst>
              <a:cxn ang="0">
                <a:pos x="connsiteX0" y="connsiteY0"/>
              </a:cxn>
              <a:cxn ang="0">
                <a:pos x="connsiteX1" y="connsiteY1"/>
              </a:cxn>
              <a:cxn ang="0">
                <a:pos x="connsiteX2" y="connsiteY2"/>
              </a:cxn>
              <a:cxn ang="0">
                <a:pos x="connsiteX3" y="connsiteY3"/>
              </a:cxn>
            </a:cxnLst>
            <a:rect l="l" t="t" r="r" b="b"/>
            <a:pathLst>
              <a:path w="631470" h="1001713">
                <a:moveTo>
                  <a:pt x="382584" y="0"/>
                </a:moveTo>
                <a:cubicBezTo>
                  <a:pt x="530353" y="49080"/>
                  <a:pt x="678123" y="98161"/>
                  <a:pt x="617534" y="195263"/>
                </a:cubicBezTo>
                <a:cubicBezTo>
                  <a:pt x="556945" y="292365"/>
                  <a:pt x="96570" y="448205"/>
                  <a:pt x="19047" y="582613"/>
                </a:cubicBezTo>
                <a:cubicBezTo>
                  <a:pt x="-58476" y="717021"/>
                  <a:pt x="123822" y="931863"/>
                  <a:pt x="152397" y="1001713"/>
                </a:cubicBezTo>
              </a:path>
            </a:pathLst>
          </a:custGeom>
          <a:noFill/>
          <a:ln w="38100">
            <a:solidFill>
              <a:srgbClr val="EC732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89" name="Freeform: Shape 294">
            <a:extLst>
              <a:ext uri="{FF2B5EF4-FFF2-40B4-BE49-F238E27FC236}">
                <a16:creationId xmlns:a16="http://schemas.microsoft.com/office/drawing/2014/main" id="{16994A1F-717F-78FE-CCA8-85EB85AAD4D5}"/>
              </a:ext>
            </a:extLst>
          </p:cNvPr>
          <p:cNvSpPr/>
          <p:nvPr/>
        </p:nvSpPr>
        <p:spPr>
          <a:xfrm>
            <a:off x="2291297" y="4092769"/>
            <a:ext cx="850644" cy="967309"/>
          </a:xfrm>
          <a:custGeom>
            <a:avLst/>
            <a:gdLst>
              <a:gd name="connsiteX0" fmla="*/ 149225 w 519660"/>
              <a:gd name="connsiteY0" fmla="*/ 0 h 484188"/>
              <a:gd name="connsiteX1" fmla="*/ 517525 w 519660"/>
              <a:gd name="connsiteY1" fmla="*/ 209550 h 484188"/>
              <a:gd name="connsiteX2" fmla="*/ 0 w 519660"/>
              <a:gd name="connsiteY2" fmla="*/ 484188 h 484188"/>
            </a:gdLst>
            <a:ahLst/>
            <a:cxnLst>
              <a:cxn ang="0">
                <a:pos x="connsiteX0" y="connsiteY0"/>
              </a:cxn>
              <a:cxn ang="0">
                <a:pos x="connsiteX1" y="connsiteY1"/>
              </a:cxn>
              <a:cxn ang="0">
                <a:pos x="connsiteX2" y="connsiteY2"/>
              </a:cxn>
            </a:cxnLst>
            <a:rect l="l" t="t" r="r" b="b"/>
            <a:pathLst>
              <a:path w="519660" h="484188">
                <a:moveTo>
                  <a:pt x="149225" y="0"/>
                </a:moveTo>
                <a:cubicBezTo>
                  <a:pt x="345810" y="64426"/>
                  <a:pt x="542396" y="128852"/>
                  <a:pt x="517525" y="209550"/>
                </a:cubicBezTo>
                <a:cubicBezTo>
                  <a:pt x="492654" y="290248"/>
                  <a:pt x="246327" y="387218"/>
                  <a:pt x="0" y="484188"/>
                </a:cubicBezTo>
              </a:path>
            </a:pathLst>
          </a:custGeom>
          <a:noFill/>
          <a:ln w="38100">
            <a:solidFill>
              <a:srgbClr val="2F5597"/>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90" name="TextBox 89">
            <a:extLst>
              <a:ext uri="{FF2B5EF4-FFF2-40B4-BE49-F238E27FC236}">
                <a16:creationId xmlns:a16="http://schemas.microsoft.com/office/drawing/2014/main" id="{0A85D670-D271-D961-F2DA-8EF3C4E031A8}"/>
              </a:ext>
            </a:extLst>
          </p:cNvPr>
          <p:cNvSpPr txBox="1"/>
          <p:nvPr/>
        </p:nvSpPr>
        <p:spPr>
          <a:xfrm>
            <a:off x="3445198" y="3968696"/>
            <a:ext cx="2865467" cy="450251"/>
          </a:xfrm>
          <a:prstGeom prst="rect">
            <a:avLst/>
          </a:prstGeom>
          <a:noFill/>
        </p:spPr>
        <p:txBody>
          <a:bodyPr wrap="square">
            <a:spAutoFit/>
          </a:bodyPr>
          <a:lstStyle/>
          <a:p>
            <a:pPr>
              <a:lnSpc>
                <a:spcPct val="80000"/>
              </a:lnSpc>
            </a:pPr>
            <a:r>
              <a:rPr lang="en-US" altLang="zh-CN" sz="2800" b="1"/>
              <a:t>Read Buffer</a:t>
            </a:r>
            <a:endParaRPr lang="en-US" sz="2800" b="1" baseline="-25000"/>
          </a:p>
        </p:txBody>
      </p:sp>
      <p:sp>
        <p:nvSpPr>
          <p:cNvPr id="91" name="TextBox 90">
            <a:extLst>
              <a:ext uri="{FF2B5EF4-FFF2-40B4-BE49-F238E27FC236}">
                <a16:creationId xmlns:a16="http://schemas.microsoft.com/office/drawing/2014/main" id="{B01794EE-2997-C51E-3D6D-0A2056522CBC}"/>
              </a:ext>
            </a:extLst>
          </p:cNvPr>
          <p:cNvSpPr txBox="1"/>
          <p:nvPr/>
        </p:nvSpPr>
        <p:spPr>
          <a:xfrm>
            <a:off x="347522" y="4196424"/>
            <a:ext cx="1911033" cy="794960"/>
          </a:xfrm>
          <a:prstGeom prst="rect">
            <a:avLst/>
          </a:prstGeom>
          <a:noFill/>
        </p:spPr>
        <p:txBody>
          <a:bodyPr wrap="square">
            <a:spAutoFit/>
          </a:bodyPr>
          <a:lstStyle/>
          <a:p>
            <a:pPr>
              <a:lnSpc>
                <a:spcPct val="80000"/>
              </a:lnSpc>
            </a:pPr>
            <a:r>
              <a:rPr lang="en-US" altLang="zh-CN" sz="2800" b="1"/>
              <a:t>Write Buffer</a:t>
            </a:r>
            <a:endParaRPr lang="en-US" sz="2800" b="1" baseline="-25000"/>
          </a:p>
        </p:txBody>
      </p:sp>
      <p:sp>
        <p:nvSpPr>
          <p:cNvPr id="92" name="TextBox 91">
            <a:extLst>
              <a:ext uri="{FF2B5EF4-FFF2-40B4-BE49-F238E27FC236}">
                <a16:creationId xmlns:a16="http://schemas.microsoft.com/office/drawing/2014/main" id="{DA2FFD1A-45D5-8AE7-0DE4-FED43AFA2586}"/>
              </a:ext>
            </a:extLst>
          </p:cNvPr>
          <p:cNvSpPr txBox="1"/>
          <p:nvPr/>
        </p:nvSpPr>
        <p:spPr>
          <a:xfrm>
            <a:off x="335849" y="3528391"/>
            <a:ext cx="4142061" cy="450251"/>
          </a:xfrm>
          <a:prstGeom prst="rect">
            <a:avLst/>
          </a:prstGeom>
          <a:noFill/>
        </p:spPr>
        <p:txBody>
          <a:bodyPr wrap="square">
            <a:spAutoFit/>
          </a:bodyPr>
          <a:lstStyle/>
          <a:p>
            <a:pPr>
              <a:lnSpc>
                <a:spcPct val="80000"/>
              </a:lnSpc>
            </a:pPr>
            <a:r>
              <a:rPr lang="en-US" altLang="zh-CN" sz="2800" b="1"/>
              <a:t>Parity Data Buffer</a:t>
            </a:r>
            <a:endParaRPr lang="en-US" sz="2800" b="1" baseline="-25000"/>
          </a:p>
        </p:txBody>
      </p:sp>
      <p:sp>
        <p:nvSpPr>
          <p:cNvPr id="93" name="TextBox 92">
            <a:extLst>
              <a:ext uri="{FF2B5EF4-FFF2-40B4-BE49-F238E27FC236}">
                <a16:creationId xmlns:a16="http://schemas.microsoft.com/office/drawing/2014/main" id="{C53DA3C0-91FD-4E6A-8BB0-68454EF2EDCD}"/>
              </a:ext>
            </a:extLst>
          </p:cNvPr>
          <p:cNvSpPr txBox="1"/>
          <p:nvPr/>
        </p:nvSpPr>
        <p:spPr>
          <a:xfrm>
            <a:off x="2016890" y="5177379"/>
            <a:ext cx="978124" cy="501485"/>
          </a:xfrm>
          <a:prstGeom prst="rect">
            <a:avLst/>
          </a:prstGeom>
          <a:noFill/>
          <a:ln w="38100">
            <a:noFill/>
          </a:ln>
        </p:spPr>
        <p:txBody>
          <a:bodyPr wrap="square">
            <a:spAutoFit/>
          </a:bodyPr>
          <a:lstStyle/>
          <a:p>
            <a:pPr>
              <a:lnSpc>
                <a:spcPct val="80000"/>
              </a:lnSpc>
            </a:pPr>
            <a:r>
              <a:rPr lang="en-US" altLang="zh-CN" sz="3200" b="1"/>
              <a:t>0</a:t>
            </a:r>
            <a:endParaRPr lang="en-US" sz="3200" b="1" baseline="-25000"/>
          </a:p>
        </p:txBody>
      </p:sp>
      <p:sp>
        <p:nvSpPr>
          <p:cNvPr id="94" name="Freeform: Shape 293">
            <a:extLst>
              <a:ext uri="{FF2B5EF4-FFF2-40B4-BE49-F238E27FC236}">
                <a16:creationId xmlns:a16="http://schemas.microsoft.com/office/drawing/2014/main" id="{E7C1CEF4-B35A-AD04-0ECE-2EE12DF3A8B0}"/>
              </a:ext>
            </a:extLst>
          </p:cNvPr>
          <p:cNvSpPr/>
          <p:nvPr/>
        </p:nvSpPr>
        <p:spPr>
          <a:xfrm>
            <a:off x="2065123" y="4602967"/>
            <a:ext cx="768418" cy="1912774"/>
          </a:xfrm>
          <a:custGeom>
            <a:avLst/>
            <a:gdLst>
              <a:gd name="connsiteX0" fmla="*/ 382584 w 631470"/>
              <a:gd name="connsiteY0" fmla="*/ 0 h 1001713"/>
              <a:gd name="connsiteX1" fmla="*/ 617534 w 631470"/>
              <a:gd name="connsiteY1" fmla="*/ 195263 h 1001713"/>
              <a:gd name="connsiteX2" fmla="*/ 19047 w 631470"/>
              <a:gd name="connsiteY2" fmla="*/ 582613 h 1001713"/>
              <a:gd name="connsiteX3" fmla="*/ 152397 w 631470"/>
              <a:gd name="connsiteY3" fmla="*/ 1001713 h 1001713"/>
            </a:gdLst>
            <a:ahLst/>
            <a:cxnLst>
              <a:cxn ang="0">
                <a:pos x="connsiteX0" y="connsiteY0"/>
              </a:cxn>
              <a:cxn ang="0">
                <a:pos x="connsiteX1" y="connsiteY1"/>
              </a:cxn>
              <a:cxn ang="0">
                <a:pos x="connsiteX2" y="connsiteY2"/>
              </a:cxn>
              <a:cxn ang="0">
                <a:pos x="connsiteX3" y="connsiteY3"/>
              </a:cxn>
            </a:cxnLst>
            <a:rect l="l" t="t" r="r" b="b"/>
            <a:pathLst>
              <a:path w="631470" h="1001713">
                <a:moveTo>
                  <a:pt x="382584" y="0"/>
                </a:moveTo>
                <a:cubicBezTo>
                  <a:pt x="530353" y="49080"/>
                  <a:pt x="678123" y="98161"/>
                  <a:pt x="617534" y="195263"/>
                </a:cubicBezTo>
                <a:cubicBezTo>
                  <a:pt x="556945" y="292365"/>
                  <a:pt x="96570" y="448205"/>
                  <a:pt x="19047" y="582613"/>
                </a:cubicBezTo>
                <a:cubicBezTo>
                  <a:pt x="-58476" y="717021"/>
                  <a:pt x="123822" y="931863"/>
                  <a:pt x="152397" y="1001713"/>
                </a:cubicBezTo>
              </a:path>
            </a:pathLst>
          </a:custGeom>
          <a:noFill/>
          <a:ln w="38100">
            <a:solidFill>
              <a:srgbClr val="5B9BD5"/>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a:p>
        </p:txBody>
      </p:sp>
      <p:sp>
        <p:nvSpPr>
          <p:cNvPr id="95" name="TextBox 94">
            <a:extLst>
              <a:ext uri="{FF2B5EF4-FFF2-40B4-BE49-F238E27FC236}">
                <a16:creationId xmlns:a16="http://schemas.microsoft.com/office/drawing/2014/main" id="{5DF39FE3-7093-90DA-7B8E-F161B278E29D}"/>
              </a:ext>
            </a:extLst>
          </p:cNvPr>
          <p:cNvSpPr txBox="1"/>
          <p:nvPr/>
        </p:nvSpPr>
        <p:spPr>
          <a:xfrm>
            <a:off x="5827048" y="4727971"/>
            <a:ext cx="3083960" cy="450251"/>
          </a:xfrm>
          <a:prstGeom prst="rect">
            <a:avLst/>
          </a:prstGeom>
          <a:noFill/>
        </p:spPr>
        <p:txBody>
          <a:bodyPr wrap="square">
            <a:spAutoFit/>
          </a:bodyPr>
          <a:lstStyle/>
          <a:p>
            <a:pPr>
              <a:lnSpc>
                <a:spcPct val="80000"/>
              </a:lnSpc>
            </a:pPr>
            <a:r>
              <a:rPr lang="en-US" altLang="zh-CN" sz="2800" b="1">
                <a:solidFill>
                  <a:schemeClr val="tx2">
                    <a:lumMod val="75000"/>
                    <a:lumOff val="25000"/>
                  </a:schemeClr>
                </a:solidFill>
              </a:rPr>
              <a:t>Slow</a:t>
            </a:r>
            <a:r>
              <a:rPr lang="en-US" altLang="zh-CN" sz="2800" b="1"/>
              <a:t> Writes</a:t>
            </a:r>
            <a:endParaRPr lang="en-US" sz="2800" b="1" baseline="-25000"/>
          </a:p>
        </p:txBody>
      </p:sp>
      <p:sp>
        <p:nvSpPr>
          <p:cNvPr id="96" name="TextBox 95">
            <a:extLst>
              <a:ext uri="{FF2B5EF4-FFF2-40B4-BE49-F238E27FC236}">
                <a16:creationId xmlns:a16="http://schemas.microsoft.com/office/drawing/2014/main" id="{92B082B4-641A-BCD0-B878-5439E7917795}"/>
              </a:ext>
            </a:extLst>
          </p:cNvPr>
          <p:cNvSpPr txBox="1"/>
          <p:nvPr/>
        </p:nvSpPr>
        <p:spPr>
          <a:xfrm>
            <a:off x="2159989" y="6187259"/>
            <a:ext cx="3478590" cy="450251"/>
          </a:xfrm>
          <a:prstGeom prst="rect">
            <a:avLst/>
          </a:prstGeom>
          <a:noFill/>
        </p:spPr>
        <p:txBody>
          <a:bodyPr wrap="square">
            <a:spAutoFit/>
          </a:bodyPr>
          <a:lstStyle/>
          <a:p>
            <a:pPr>
              <a:lnSpc>
                <a:spcPct val="80000"/>
              </a:lnSpc>
            </a:pPr>
            <a:r>
              <a:rPr lang="en-US" altLang="zh-CN" sz="2800" b="1"/>
              <a:t>Regular Writes</a:t>
            </a:r>
            <a:endParaRPr lang="en-US" sz="2800" b="1" baseline="-25000"/>
          </a:p>
        </p:txBody>
      </p:sp>
      <p:sp>
        <p:nvSpPr>
          <p:cNvPr id="97" name="TextBox 96">
            <a:extLst>
              <a:ext uri="{FF2B5EF4-FFF2-40B4-BE49-F238E27FC236}">
                <a16:creationId xmlns:a16="http://schemas.microsoft.com/office/drawing/2014/main" id="{5AA69686-5FE6-72AB-072B-A7D36FB151F7}"/>
              </a:ext>
            </a:extLst>
          </p:cNvPr>
          <p:cNvSpPr txBox="1"/>
          <p:nvPr/>
        </p:nvSpPr>
        <p:spPr>
          <a:xfrm>
            <a:off x="5540924" y="6220662"/>
            <a:ext cx="3539837" cy="450251"/>
          </a:xfrm>
          <a:prstGeom prst="rect">
            <a:avLst/>
          </a:prstGeom>
          <a:noFill/>
        </p:spPr>
        <p:txBody>
          <a:bodyPr wrap="square">
            <a:spAutoFit/>
          </a:bodyPr>
          <a:lstStyle/>
          <a:p>
            <a:pPr>
              <a:lnSpc>
                <a:spcPct val="80000"/>
              </a:lnSpc>
            </a:pPr>
            <a:r>
              <a:rPr lang="en-US" altLang="zh-CN" sz="2800" b="1"/>
              <a:t>Regular Reads</a:t>
            </a:r>
            <a:endParaRPr lang="en-US" sz="2800" b="1" baseline="-25000"/>
          </a:p>
        </p:txBody>
      </p:sp>
      <mc:AlternateContent xmlns:mc="http://schemas.openxmlformats.org/markup-compatibility/2006">
        <mc:Choice xmlns:a14="http://schemas.microsoft.com/office/drawing/2010/main" Requires="a14">
          <p:sp>
            <p:nvSpPr>
              <p:cNvPr id="110" name="TextBox 109">
                <a:extLst>
                  <a:ext uri="{FF2B5EF4-FFF2-40B4-BE49-F238E27FC236}">
                    <a16:creationId xmlns:a16="http://schemas.microsoft.com/office/drawing/2014/main" id="{6BB2C2BC-21AA-A8AD-3D27-9DB028F1F47E}"/>
                  </a:ext>
                </a:extLst>
              </p:cNvPr>
              <p:cNvSpPr txBox="1"/>
              <p:nvPr/>
            </p:nvSpPr>
            <p:spPr>
              <a:xfrm>
                <a:off x="4338580" y="2816417"/>
                <a:ext cx="5607112" cy="584775"/>
              </a:xfrm>
              <a:prstGeom prst="rect">
                <a:avLst/>
              </a:prstGeom>
              <a:noFill/>
            </p:spPr>
            <p:txBody>
              <a:bodyPr wrap="none" rtlCol="0">
                <a:spAutoFit/>
              </a:bodyPr>
              <a:lstStyle/>
              <a:p>
                <a:r>
                  <a:rPr lang="en-US" sz="3200" b="1" dirty="0">
                    <a:solidFill>
                      <a:srgbClr val="FF0000"/>
                    </a:solidFill>
                  </a:rPr>
                  <a:t>Bubble condition: </a:t>
                </a:r>
                <a14:m>
                  <m:oMath xmlns:m="http://schemas.openxmlformats.org/officeDocument/2006/math">
                    <m:sSub>
                      <m:sSubPr>
                        <m:ctrlPr>
                          <a:rPr lang="en-US" altLang="zh-CN" sz="3200" b="1" i="1" dirty="0">
                            <a:solidFill>
                              <a:srgbClr val="FF0000"/>
                            </a:solidFill>
                            <a:latin typeface="Cambria Math" panose="02040503050406030204" pitchFamily="18" charset="0"/>
                          </a:rPr>
                        </m:ctrlPr>
                      </m:sSubPr>
                      <m:e>
                        <m:r>
                          <a:rPr lang="en-US" altLang="zh-CN" sz="3200" b="1" i="1" dirty="0">
                            <a:solidFill>
                              <a:srgbClr val="FF0000"/>
                            </a:solidFill>
                            <a:latin typeface="Cambria Math" panose="02040503050406030204" pitchFamily="18" charset="0"/>
                          </a:rPr>
                          <m:t>𝒕</m:t>
                        </m:r>
                      </m:e>
                      <m:sub>
                        <m:r>
                          <a:rPr lang="en-US" altLang="zh-CN" sz="3200" b="1" i="1" dirty="0">
                            <a:solidFill>
                              <a:srgbClr val="FF0000"/>
                            </a:solidFill>
                            <a:latin typeface="Cambria Math" panose="02040503050406030204" pitchFamily="18" charset="0"/>
                          </a:rPr>
                          <m:t>𝟏</m:t>
                        </m:r>
                      </m:sub>
                    </m:sSub>
                    <m:r>
                      <a:rPr lang="en-US" altLang="zh-CN" sz="3200" b="1" i="1" dirty="0">
                        <a:solidFill>
                          <a:srgbClr val="FF0000"/>
                        </a:solidFill>
                        <a:latin typeface="Cambria Math" panose="02040503050406030204" pitchFamily="18" charset="0"/>
                      </a:rPr>
                      <m:t>’</m:t>
                    </m:r>
                    <m:r>
                      <a:rPr lang="en-US" altLang="zh-CN" sz="3200" b="1" i="1" dirty="0">
                        <a:solidFill>
                          <a:srgbClr val="FF0000"/>
                        </a:solidFill>
                        <a:latin typeface="Cambria Math" panose="02040503050406030204" pitchFamily="18" charset="0"/>
                      </a:rPr>
                      <m:t>− </m:t>
                    </m:r>
                    <m:sSub>
                      <m:sSubPr>
                        <m:ctrlPr>
                          <a:rPr lang="en-US" altLang="zh-CN" sz="3200" b="1" i="1" dirty="0">
                            <a:solidFill>
                              <a:srgbClr val="FF0000"/>
                            </a:solidFill>
                            <a:latin typeface="Cambria Math" panose="02040503050406030204" pitchFamily="18" charset="0"/>
                          </a:rPr>
                        </m:ctrlPr>
                      </m:sSubPr>
                      <m:e>
                        <m:r>
                          <a:rPr lang="en-US" altLang="zh-CN" sz="3200" b="1" i="1" dirty="0">
                            <a:solidFill>
                              <a:srgbClr val="FF0000"/>
                            </a:solidFill>
                            <a:latin typeface="Cambria Math" panose="02040503050406030204" pitchFamily="18" charset="0"/>
                          </a:rPr>
                          <m:t>𝒕</m:t>
                        </m:r>
                      </m:e>
                      <m:sub>
                        <m:r>
                          <a:rPr lang="en-US" altLang="zh-CN" sz="3200" b="1" i="1" dirty="0">
                            <a:solidFill>
                              <a:srgbClr val="FF0000"/>
                            </a:solidFill>
                            <a:latin typeface="Cambria Math" panose="02040503050406030204" pitchFamily="18" charset="0"/>
                          </a:rPr>
                          <m:t>𝟏</m:t>
                        </m:r>
                      </m:sub>
                    </m:sSub>
                    <m:r>
                      <a:rPr lang="en-US" altLang="zh-CN" sz="3200" b="1" i="1" dirty="0">
                        <a:solidFill>
                          <a:srgbClr val="FF0000"/>
                        </a:solidFill>
                        <a:latin typeface="Cambria Math" panose="02040503050406030204" pitchFamily="18" charset="0"/>
                      </a:rPr>
                      <m:t>&gt;</m:t>
                    </m:r>
                    <m:sSub>
                      <m:sSubPr>
                        <m:ctrlPr>
                          <a:rPr lang="en-US" altLang="zh-CN" sz="3200" b="1" i="1" dirty="0">
                            <a:solidFill>
                              <a:srgbClr val="FF0000"/>
                            </a:solidFill>
                            <a:latin typeface="Cambria Math" panose="02040503050406030204" pitchFamily="18" charset="0"/>
                          </a:rPr>
                        </m:ctrlPr>
                      </m:sSubPr>
                      <m:e>
                        <m:r>
                          <a:rPr lang="en-US" altLang="zh-CN" sz="3200" b="1" i="1" dirty="0">
                            <a:solidFill>
                              <a:srgbClr val="FF0000"/>
                            </a:solidFill>
                            <a:latin typeface="Cambria Math" panose="02040503050406030204" pitchFamily="18" charset="0"/>
                          </a:rPr>
                          <m:t>𝒕</m:t>
                        </m:r>
                      </m:e>
                      <m:sub>
                        <m:r>
                          <a:rPr lang="en-US" altLang="zh-CN" sz="3200" b="1" i="1" dirty="0">
                            <a:solidFill>
                              <a:srgbClr val="FF0000"/>
                            </a:solidFill>
                            <a:latin typeface="Cambria Math" panose="02040503050406030204" pitchFamily="18" charset="0"/>
                          </a:rPr>
                          <m:t>𝟐</m:t>
                        </m:r>
                      </m:sub>
                    </m:sSub>
                  </m:oMath>
                </a14:m>
                <a:endParaRPr lang="en-US" altLang="zh-CN" sz="3200" b="1" dirty="0">
                  <a:solidFill>
                    <a:srgbClr val="FF0000"/>
                  </a:solidFill>
                </a:endParaRPr>
              </a:p>
            </p:txBody>
          </p:sp>
        </mc:Choice>
        <mc:Fallback>
          <p:sp>
            <p:nvSpPr>
              <p:cNvPr id="110" name="TextBox 109">
                <a:extLst>
                  <a:ext uri="{FF2B5EF4-FFF2-40B4-BE49-F238E27FC236}">
                    <a16:creationId xmlns:a16="http://schemas.microsoft.com/office/drawing/2014/main" id="{6BB2C2BC-21AA-A8AD-3D27-9DB028F1F47E}"/>
                  </a:ext>
                </a:extLst>
              </p:cNvPr>
              <p:cNvSpPr txBox="1">
                <a:spLocks noRot="1" noChangeAspect="1" noMove="1" noResize="1" noEditPoints="1" noAdjustHandles="1" noChangeArrowheads="1" noChangeShapeType="1" noTextEdit="1"/>
              </p:cNvSpPr>
              <p:nvPr/>
            </p:nvSpPr>
            <p:spPr>
              <a:xfrm>
                <a:off x="4338580" y="2816417"/>
                <a:ext cx="5607112" cy="584775"/>
              </a:xfrm>
              <a:prstGeom prst="rect">
                <a:avLst/>
              </a:prstGeom>
              <a:blipFill>
                <a:blip r:embed="rId3"/>
                <a:stretch>
                  <a:fillRect l="-2826" t="-12500" b="-34375"/>
                </a:stretch>
              </a:blipFill>
            </p:spPr>
            <p:txBody>
              <a:bodyPr/>
              <a:lstStyle/>
              <a:p>
                <a:r>
                  <a:rPr lang="en-US">
                    <a:noFill/>
                  </a:rPr>
                  <a:t> </a:t>
                </a:r>
              </a:p>
            </p:txBody>
          </p:sp>
        </mc:Fallback>
      </mc:AlternateContent>
      <p:sp>
        <p:nvSpPr>
          <p:cNvPr id="113" name="Left Brace 112">
            <a:extLst>
              <a:ext uri="{FF2B5EF4-FFF2-40B4-BE49-F238E27FC236}">
                <a16:creationId xmlns:a16="http://schemas.microsoft.com/office/drawing/2014/main" id="{A225C3D6-8400-61ED-A9E8-42C8AE1DDAFA}"/>
              </a:ext>
            </a:extLst>
          </p:cNvPr>
          <p:cNvSpPr/>
          <p:nvPr/>
        </p:nvSpPr>
        <p:spPr>
          <a:xfrm rot="16200000">
            <a:off x="8972841" y="6162851"/>
            <a:ext cx="295128" cy="1244442"/>
          </a:xfrm>
          <a:prstGeom prst="leftBrace">
            <a:avLst>
              <a:gd name="adj1" fmla="val 20467"/>
              <a:gd name="adj2" fmla="val 57030"/>
            </a:avLst>
          </a:prstGeom>
          <a:ln w="41275">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4" name="TextBox 113">
            <a:extLst>
              <a:ext uri="{FF2B5EF4-FFF2-40B4-BE49-F238E27FC236}">
                <a16:creationId xmlns:a16="http://schemas.microsoft.com/office/drawing/2014/main" id="{C8C886C3-03D2-B3B2-FD82-ED5D1FEC899E}"/>
              </a:ext>
            </a:extLst>
          </p:cNvPr>
          <p:cNvSpPr txBox="1"/>
          <p:nvPr/>
        </p:nvSpPr>
        <p:spPr>
          <a:xfrm>
            <a:off x="8911008" y="6841946"/>
            <a:ext cx="1382110" cy="584775"/>
          </a:xfrm>
          <a:prstGeom prst="rect">
            <a:avLst/>
          </a:prstGeom>
          <a:noFill/>
        </p:spPr>
        <p:txBody>
          <a:bodyPr wrap="none" rtlCol="0">
            <a:spAutoFit/>
          </a:bodyPr>
          <a:lstStyle/>
          <a:p>
            <a:r>
              <a:rPr lang="en-US" sz="3200" b="1">
                <a:solidFill>
                  <a:srgbClr val="FF0000"/>
                </a:solidFill>
              </a:rPr>
              <a:t>Bubble</a:t>
            </a:r>
          </a:p>
        </p:txBody>
      </p:sp>
      <p:cxnSp>
        <p:nvCxnSpPr>
          <p:cNvPr id="115" name="Straight Arrow Connector 114">
            <a:extLst>
              <a:ext uri="{FF2B5EF4-FFF2-40B4-BE49-F238E27FC236}">
                <a16:creationId xmlns:a16="http://schemas.microsoft.com/office/drawing/2014/main" id="{7BCFE313-F6C1-4E39-042A-DB4283A2B5D6}"/>
              </a:ext>
            </a:extLst>
          </p:cNvPr>
          <p:cNvCxnSpPr>
            <a:cxnSpLocks/>
          </p:cNvCxnSpPr>
          <p:nvPr/>
        </p:nvCxnSpPr>
        <p:spPr>
          <a:xfrm>
            <a:off x="9742623" y="6590582"/>
            <a:ext cx="231172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C9229F2-517A-2BC7-CAA0-B0155D6B9B30}"/>
              </a:ext>
            </a:extLst>
          </p:cNvPr>
          <p:cNvCxnSpPr>
            <a:cxnSpLocks/>
          </p:cNvCxnSpPr>
          <p:nvPr/>
        </p:nvCxnSpPr>
        <p:spPr>
          <a:xfrm>
            <a:off x="9744702" y="6515742"/>
            <a:ext cx="0" cy="149680"/>
          </a:xfrm>
          <a:prstGeom prst="straightConnector1">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C3079BC-6240-D153-B29E-25F336A9A961}"/>
              </a:ext>
            </a:extLst>
          </p:cNvPr>
          <p:cNvCxnSpPr>
            <a:cxnSpLocks/>
          </p:cNvCxnSpPr>
          <p:nvPr/>
        </p:nvCxnSpPr>
        <p:spPr>
          <a:xfrm>
            <a:off x="8530573" y="6590582"/>
            <a:ext cx="1212051" cy="0"/>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17B054B0-AC55-F743-A339-8E564F813A15}"/>
              </a:ext>
            </a:extLst>
          </p:cNvPr>
          <p:cNvSpPr txBox="1"/>
          <p:nvPr/>
        </p:nvSpPr>
        <p:spPr>
          <a:xfrm>
            <a:off x="9650882" y="6214555"/>
            <a:ext cx="3478590" cy="450251"/>
          </a:xfrm>
          <a:prstGeom prst="rect">
            <a:avLst/>
          </a:prstGeom>
          <a:noFill/>
        </p:spPr>
        <p:txBody>
          <a:bodyPr wrap="square">
            <a:spAutoFit/>
          </a:bodyPr>
          <a:lstStyle/>
          <a:p>
            <a:pPr>
              <a:lnSpc>
                <a:spcPct val="80000"/>
              </a:lnSpc>
            </a:pPr>
            <a:r>
              <a:rPr lang="en-US" altLang="zh-CN" sz="2800" b="1"/>
              <a:t>Regular </a:t>
            </a:r>
            <a:r>
              <a:rPr lang="en-US" altLang="zh-CN" sz="2800" b="1">
                <a:solidFill>
                  <a:srgbClr val="FF0000"/>
                </a:solidFill>
              </a:rPr>
              <a:t>Writes</a:t>
            </a:r>
            <a:endParaRPr lang="en-US" sz="2800" b="1" baseline="-25000">
              <a:solidFill>
                <a:srgbClr val="FF0000"/>
              </a:solidFill>
            </a:endParaRPr>
          </a:p>
        </p:txBody>
      </p:sp>
    </p:spTree>
    <p:extLst>
      <p:ext uri="{BB962C8B-B14F-4D97-AF65-F5344CB8AC3E}">
        <p14:creationId xmlns:p14="http://schemas.microsoft.com/office/powerpoint/2010/main" val="2474547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6" presetClass="emph" presetSubtype="0" fill="hold" nodeType="clickEffect">
                                  <p:stCondLst>
                                    <p:cond delay="0"/>
                                  </p:stCondLst>
                                  <p:childTnLst>
                                    <p:animScale>
                                      <p:cBhvr>
                                        <p:cTn id="40" dur="2000" fill="hold"/>
                                        <p:tgtEl>
                                          <p:spTgt spid="51"/>
                                        </p:tgtEl>
                                      </p:cBhvr>
                                      <p:by x="250000" y="100000"/>
                                    </p:animScale>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93" grpId="0"/>
      <p:bldP spid="95" grpId="0"/>
      <p:bldP spid="96" grpId="0"/>
      <p:bldP spid="97" grpId="0"/>
      <p:bldP spid="110" grpId="0"/>
      <p:bldP spid="113" grpId="0" animBg="1"/>
      <p:bldP spid="114" grpId="0"/>
      <p:bldP spid="12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C743-7B5E-41A7-71E1-469289C7144A}"/>
            </a:ext>
          </a:extLst>
        </p:cNvPr>
        <p:cNvGrpSpPr/>
        <p:nvPr/>
      </p:nvGrpSpPr>
      <p:grpSpPr>
        <a:xfrm>
          <a:off x="0" y="0"/>
          <a:ext cx="0" cy="0"/>
          <a:chOff x="0" y="0"/>
          <a:chExt cx="0" cy="0"/>
        </a:xfrm>
      </p:grpSpPr>
      <p:pic>
        <p:nvPicPr>
          <p:cNvPr id="5" name="内容占位符 4" descr="图示&#10;&#10;AI 生成的内容可能不正确。">
            <a:extLst>
              <a:ext uri="{FF2B5EF4-FFF2-40B4-BE49-F238E27FC236}">
                <a16:creationId xmlns:a16="http://schemas.microsoft.com/office/drawing/2014/main" id="{D550C93D-D29D-33DF-AC68-8284991153C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169" t="1283" r="63898" b="71110"/>
          <a:stretch>
            <a:fillRect/>
          </a:stretch>
        </p:blipFill>
        <p:spPr>
          <a:xfrm>
            <a:off x="838202" y="3500776"/>
            <a:ext cx="9819967" cy="3301344"/>
          </a:xfrm>
        </p:spPr>
      </p:pic>
      <p:sp>
        <p:nvSpPr>
          <p:cNvPr id="7" name="文本框 6">
            <a:extLst>
              <a:ext uri="{FF2B5EF4-FFF2-40B4-BE49-F238E27FC236}">
                <a16:creationId xmlns:a16="http://schemas.microsoft.com/office/drawing/2014/main" id="{A05F900E-35FA-C7BA-48CE-A2C6641C04A4}"/>
              </a:ext>
            </a:extLst>
          </p:cNvPr>
          <p:cNvSpPr txBox="1"/>
          <p:nvPr/>
        </p:nvSpPr>
        <p:spPr>
          <a:xfrm>
            <a:off x="1101858" y="2833688"/>
            <a:ext cx="9556310" cy="1077218"/>
          </a:xfrm>
          <a:prstGeom prst="rect">
            <a:avLst/>
          </a:prstGeom>
          <a:noFill/>
        </p:spPr>
        <p:txBody>
          <a:bodyPr wrap="square" rtlCol="0">
            <a:spAutoFit/>
          </a:bodyPr>
          <a:lstStyle/>
          <a:p>
            <a:r>
              <a:rPr lang="en-US" altLang="zh-CN" sz="3200"/>
              <a:t>Regular: </a:t>
            </a:r>
            <a:r>
              <a:rPr lang="en-US" altLang="zh-CN" sz="3200" b="1"/>
              <a:t>6400MHz</a:t>
            </a:r>
            <a:r>
              <a:rPr lang="en-US" altLang="zh-CN" sz="3200"/>
              <a:t> &amp; </a:t>
            </a:r>
            <a:r>
              <a:rPr lang="en-US" altLang="zh-CN" sz="3200">
                <a:solidFill>
                  <a:schemeClr val="tx2">
                    <a:lumMod val="75000"/>
                    <a:lumOff val="25000"/>
                  </a:schemeClr>
                </a:solidFill>
              </a:rPr>
              <a:t>Slow</a:t>
            </a:r>
            <a:r>
              <a:rPr lang="en-US" altLang="zh-CN" sz="3200"/>
              <a:t>:</a:t>
            </a:r>
            <a:r>
              <a:rPr lang="en-US" altLang="zh-CN" sz="3200" b="1">
                <a:solidFill>
                  <a:schemeClr val="tx2">
                    <a:lumMod val="50000"/>
                    <a:lumOff val="50000"/>
                  </a:schemeClr>
                </a:solidFill>
              </a:rPr>
              <a:t>1600</a:t>
            </a:r>
            <a:r>
              <a:rPr lang="en-US" altLang="zh-CN" sz="3200" b="1">
                <a:solidFill>
                  <a:schemeClr val="tx2">
                    <a:lumMod val="75000"/>
                    <a:lumOff val="25000"/>
                  </a:schemeClr>
                </a:solidFill>
              </a:rPr>
              <a:t>MHz</a:t>
            </a:r>
            <a:endParaRPr lang="zh-CN" altLang="en-US" sz="3200" b="1">
              <a:solidFill>
                <a:schemeClr val="tx2">
                  <a:lumMod val="75000"/>
                  <a:lumOff val="25000"/>
                </a:schemeClr>
              </a:solidFill>
            </a:endParaRPr>
          </a:p>
          <a:p>
            <a:endParaRPr lang="zh-CN" altLang="en-US" sz="320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D5EAB939-8664-E1A3-6BE5-6895D8A8B558}"/>
                  </a:ext>
                </a:extLst>
              </p:cNvPr>
              <p:cNvSpPr txBox="1"/>
              <p:nvPr/>
            </p:nvSpPr>
            <p:spPr>
              <a:xfrm rot="16200000">
                <a:off x="-2534142" y="4628659"/>
                <a:ext cx="6159908" cy="584775"/>
              </a:xfrm>
              <a:prstGeom prst="rect">
                <a:avLst/>
              </a:prstGeom>
              <a:noFill/>
            </p:spPr>
            <p:txBody>
              <a:bodyPr wrap="square">
                <a:spAutoFit/>
              </a:bodyPr>
              <a:lstStyle/>
              <a:p>
                <a:pPr/>
                <a14:m>
                  <m:oMathPara xmlns:m="http://schemas.openxmlformats.org/officeDocument/2006/math">
                    <m:oMath>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r>
                        <a:rPr lang="en-US" altLang="zh-CN" sz="3200" b="1" i="1" dirty="0">
                          <a:latin typeface="Cambria Math" panose="02040503050406030204" pitchFamily="18" charset="0"/>
                        </a:rPr>
                        <m:t>’−</m:t>
                      </m:r>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oMath>
                  </m:oMathPara>
                </a14:m>
                <a:endParaRPr lang="zh-CN" altLang="en-US" sz="3200"/>
              </a:p>
            </p:txBody>
          </p:sp>
        </mc:Choice>
        <mc:Fallback>
          <p:sp>
            <p:nvSpPr>
              <p:cNvPr id="8" name="文本框 7">
                <a:extLst>
                  <a:ext uri="{FF2B5EF4-FFF2-40B4-BE49-F238E27FC236}">
                    <a16:creationId xmlns:a16="http://schemas.microsoft.com/office/drawing/2014/main" id="{D5EAB939-8664-E1A3-6BE5-6895D8A8B558}"/>
                  </a:ext>
                </a:extLst>
              </p:cNvPr>
              <p:cNvSpPr txBox="1">
                <a:spLocks noRot="1" noChangeAspect="1" noMove="1" noResize="1" noEditPoints="1" noAdjustHandles="1" noChangeArrowheads="1" noChangeShapeType="1" noTextEdit="1"/>
              </p:cNvSpPr>
              <p:nvPr/>
            </p:nvSpPr>
            <p:spPr>
              <a:xfrm rot="16200000">
                <a:off x="-2534142" y="4628659"/>
                <a:ext cx="6159908" cy="584775"/>
              </a:xfrm>
              <a:prstGeom prst="rect">
                <a:avLst/>
              </a:prstGeom>
              <a:blipFill>
                <a:blip r:embed="rId4"/>
                <a:stretch>
                  <a:fillRect/>
                </a:stretch>
              </a:blipFill>
            </p:spPr>
            <p:txBody>
              <a:bodyPr/>
              <a:lstStyle/>
              <a:p>
                <a:r>
                  <a:rPr lang="en-US">
                    <a:noFill/>
                  </a:rPr>
                  <a:t> </a:t>
                </a:r>
              </a:p>
            </p:txBody>
          </p:sp>
        </mc:Fallback>
      </mc:AlternateContent>
      <p:pic>
        <p:nvPicPr>
          <p:cNvPr id="2" name="内容占位符 4" descr="图示&#10;&#10;AI 生成的内容可能不正确。">
            <a:extLst>
              <a:ext uri="{FF2B5EF4-FFF2-40B4-BE49-F238E27FC236}">
                <a16:creationId xmlns:a16="http://schemas.microsoft.com/office/drawing/2014/main" id="{21F53E10-55DC-9F16-C1E2-98FD09CC0327}"/>
              </a:ext>
            </a:extLst>
          </p:cNvPr>
          <p:cNvPicPr>
            <a:picLocks noChangeAspect="1"/>
          </p:cNvPicPr>
          <p:nvPr/>
        </p:nvPicPr>
        <p:blipFill>
          <a:blip r:embed="rId3">
            <a:extLst>
              <a:ext uri="{28A0092B-C50C-407E-A947-70E740481C1C}">
                <a14:useLocalDpi xmlns:a14="http://schemas.microsoft.com/office/drawing/2010/main" val="0"/>
              </a:ext>
            </a:extLst>
          </a:blip>
          <a:srcRect l="4878" t="83896" r="65565" b="8865"/>
          <a:stretch>
            <a:fillRect/>
          </a:stretch>
        </p:blipFill>
        <p:spPr>
          <a:xfrm>
            <a:off x="1049083" y="6706437"/>
            <a:ext cx="9759074" cy="929439"/>
          </a:xfrm>
          <a:prstGeom prst="rect">
            <a:avLst/>
          </a:prstGeom>
        </p:spPr>
      </p:pic>
      <p:sp>
        <p:nvSpPr>
          <p:cNvPr id="4" name="椭圆 7">
            <a:extLst>
              <a:ext uri="{FF2B5EF4-FFF2-40B4-BE49-F238E27FC236}">
                <a16:creationId xmlns:a16="http://schemas.microsoft.com/office/drawing/2014/main" id="{C0F51588-A835-B753-9B23-AE19323F8E56}"/>
              </a:ext>
            </a:extLst>
          </p:cNvPr>
          <p:cNvSpPr/>
          <p:nvPr/>
        </p:nvSpPr>
        <p:spPr>
          <a:xfrm>
            <a:off x="9158342" y="5230992"/>
            <a:ext cx="1268361" cy="1146502"/>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DD75359-7B55-19EB-1181-A14534D31B9D}"/>
                  </a:ext>
                </a:extLst>
              </p:cNvPr>
              <p:cNvSpPr txBox="1"/>
              <p:nvPr/>
            </p:nvSpPr>
            <p:spPr>
              <a:xfrm>
                <a:off x="9625902" y="4154708"/>
                <a:ext cx="2693794" cy="1077218"/>
              </a:xfrm>
              <a:prstGeom prst="rect">
                <a:avLst/>
              </a:prstGeom>
              <a:noFill/>
            </p:spPr>
            <p:txBody>
              <a:bodyPr wrap="square" rtlCol="0">
                <a:spAutoFit/>
              </a:bodyPr>
              <a:lstStyle/>
              <a:p>
                <a:r>
                  <a:rPr lang="en-US" sz="3200" b="1" dirty="0">
                    <a:solidFill>
                      <a:srgbClr val="FF0000"/>
                    </a:solidFill>
                  </a:rPr>
                  <a:t>Distribution of </a:t>
                </a:r>
                <a14:m>
                  <m:oMath xmlns:m="http://schemas.openxmlformats.org/officeDocument/2006/math">
                    <m:sSub>
                      <m:sSubPr>
                        <m:ctrlPr>
                          <a:rPr lang="en-US" sz="3200" b="1" i="1" dirty="0">
                            <a:solidFill>
                              <a:srgbClr val="FF0000"/>
                            </a:solidFill>
                            <a:latin typeface="Cambria Math" panose="02040503050406030204" pitchFamily="18" charset="0"/>
                          </a:rPr>
                        </m:ctrlPr>
                      </m:sSubPr>
                      <m:e>
                        <m:r>
                          <a:rPr lang="en-US" sz="3200" b="1" i="1" dirty="0">
                            <a:solidFill>
                              <a:srgbClr val="FF0000"/>
                            </a:solidFill>
                            <a:latin typeface="Cambria Math" panose="02040503050406030204" pitchFamily="18" charset="0"/>
                          </a:rPr>
                          <m:t>𝒕</m:t>
                        </m:r>
                      </m:e>
                      <m:sub>
                        <m:r>
                          <a:rPr lang="en-US" sz="3200" b="1" i="1" dirty="0">
                            <a:solidFill>
                              <a:srgbClr val="FF0000"/>
                            </a:solidFill>
                            <a:latin typeface="Cambria Math" panose="02040503050406030204" pitchFamily="18" charset="0"/>
                          </a:rPr>
                          <m:t>𝟏</m:t>
                        </m:r>
                      </m:sub>
                    </m:sSub>
                    <m:r>
                      <a:rPr lang="en-US" sz="3200" b="1" i="1" dirty="0">
                        <a:solidFill>
                          <a:srgbClr val="FF0000"/>
                        </a:solidFill>
                        <a:latin typeface="Cambria Math" panose="02040503050406030204" pitchFamily="18" charset="0"/>
                      </a:rPr>
                      <m:t>’−</m:t>
                    </m:r>
                    <m:sSub>
                      <m:sSubPr>
                        <m:ctrlPr>
                          <a:rPr lang="en-US" sz="3200" b="1" i="1" dirty="0">
                            <a:solidFill>
                              <a:srgbClr val="FF0000"/>
                            </a:solidFill>
                            <a:latin typeface="Cambria Math" panose="02040503050406030204" pitchFamily="18" charset="0"/>
                          </a:rPr>
                        </m:ctrlPr>
                      </m:sSubPr>
                      <m:e>
                        <m:r>
                          <a:rPr lang="en-US" sz="3200" b="1" i="1" dirty="0">
                            <a:solidFill>
                              <a:srgbClr val="FF0000"/>
                            </a:solidFill>
                            <a:latin typeface="Cambria Math" panose="02040503050406030204" pitchFamily="18" charset="0"/>
                          </a:rPr>
                          <m:t>𝒕</m:t>
                        </m:r>
                      </m:e>
                      <m:sub>
                        <m:r>
                          <a:rPr lang="en-US" sz="3200" b="1" i="1" dirty="0">
                            <a:solidFill>
                              <a:srgbClr val="FF0000"/>
                            </a:solidFill>
                            <a:latin typeface="Cambria Math" panose="02040503050406030204" pitchFamily="18" charset="0"/>
                          </a:rPr>
                          <m:t>𝟏</m:t>
                        </m:r>
                      </m:sub>
                    </m:sSub>
                  </m:oMath>
                </a14:m>
                <a:endParaRPr lang="en-US" sz="3200" b="1" dirty="0">
                  <a:solidFill>
                    <a:srgbClr val="FF0000"/>
                  </a:solidFill>
                </a:endParaRPr>
              </a:p>
            </p:txBody>
          </p:sp>
        </mc:Choice>
        <mc:Fallback>
          <p:sp>
            <p:nvSpPr>
              <p:cNvPr id="9" name="TextBox 8">
                <a:extLst>
                  <a:ext uri="{FF2B5EF4-FFF2-40B4-BE49-F238E27FC236}">
                    <a16:creationId xmlns:a16="http://schemas.microsoft.com/office/drawing/2014/main" id="{3DD75359-7B55-19EB-1181-A14534D31B9D}"/>
                  </a:ext>
                </a:extLst>
              </p:cNvPr>
              <p:cNvSpPr txBox="1">
                <a:spLocks noRot="1" noChangeAspect="1" noMove="1" noResize="1" noEditPoints="1" noAdjustHandles="1" noChangeArrowheads="1" noChangeShapeType="1" noTextEdit="1"/>
              </p:cNvSpPr>
              <p:nvPr/>
            </p:nvSpPr>
            <p:spPr>
              <a:xfrm>
                <a:off x="9625902" y="4154708"/>
                <a:ext cx="2693794" cy="1077218"/>
              </a:xfrm>
              <a:prstGeom prst="rect">
                <a:avLst/>
              </a:prstGeom>
              <a:blipFill>
                <a:blip r:embed="rId5"/>
                <a:stretch>
                  <a:fillRect l="-5656" t="-7386" r="-7014"/>
                </a:stretch>
              </a:blipFill>
            </p:spPr>
            <p:txBody>
              <a:bodyPr/>
              <a:lstStyle/>
              <a:p>
                <a:r>
                  <a:rPr lang="en-US">
                    <a:noFill/>
                  </a:rPr>
                  <a:t> </a:t>
                </a:r>
              </a:p>
            </p:txBody>
          </p:sp>
        </mc:Fallback>
      </mc:AlternateContent>
      <p:sp>
        <p:nvSpPr>
          <p:cNvPr id="10" name="Title 9">
            <a:extLst>
              <a:ext uri="{FF2B5EF4-FFF2-40B4-BE49-F238E27FC236}">
                <a16:creationId xmlns:a16="http://schemas.microsoft.com/office/drawing/2014/main" id="{39F2D7DD-8E2E-90D8-7437-5FD08E9C7510}"/>
              </a:ext>
            </a:extLst>
          </p:cNvPr>
          <p:cNvSpPr>
            <a:spLocks noGrp="1"/>
          </p:cNvSpPr>
          <p:nvPr>
            <p:ph type="title"/>
          </p:nvPr>
        </p:nvSpPr>
        <p:spPr/>
        <p:txBody>
          <a:bodyPr/>
          <a:lstStyle/>
          <a:p>
            <a:r>
              <a:rPr lang="en-US" altLang="zh-CN" b="1" dirty="0"/>
              <a:t>Design1: </a:t>
            </a:r>
            <a:r>
              <a:rPr lang="en-US" dirty="0"/>
              <a:t>SCREME-WO(Write-Only ECC)</a:t>
            </a:r>
          </a:p>
        </p:txBody>
      </p:sp>
    </p:spTree>
    <p:extLst>
      <p:ext uri="{BB962C8B-B14F-4D97-AF65-F5344CB8AC3E}">
        <p14:creationId xmlns:p14="http://schemas.microsoft.com/office/powerpoint/2010/main" val="3745912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48008-4D51-BFB8-CAC6-B4B1AF162929}"/>
            </a:ext>
          </a:extLst>
        </p:cNvPr>
        <p:cNvGrpSpPr/>
        <p:nvPr/>
      </p:nvGrpSpPr>
      <p:grpSpPr>
        <a:xfrm>
          <a:off x="0" y="0"/>
          <a:ext cx="0" cy="0"/>
          <a:chOff x="0" y="0"/>
          <a:chExt cx="0" cy="0"/>
        </a:xfrm>
      </p:grpSpPr>
      <p:pic>
        <p:nvPicPr>
          <p:cNvPr id="5" name="内容占位符 4" descr="图示&#10;&#10;AI 生成的内容可能不正确。">
            <a:extLst>
              <a:ext uri="{FF2B5EF4-FFF2-40B4-BE49-F238E27FC236}">
                <a16:creationId xmlns:a16="http://schemas.microsoft.com/office/drawing/2014/main" id="{8517FFA8-EC4B-C81E-254D-A1451B76025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169" t="1283" r="63898" b="71110"/>
          <a:stretch>
            <a:fillRect/>
          </a:stretch>
        </p:blipFill>
        <p:spPr>
          <a:xfrm>
            <a:off x="838202" y="3500776"/>
            <a:ext cx="9819967" cy="3301344"/>
          </a:xfrm>
        </p:spPr>
      </p:pic>
      <p:sp>
        <p:nvSpPr>
          <p:cNvPr id="7" name="文本框 6">
            <a:extLst>
              <a:ext uri="{FF2B5EF4-FFF2-40B4-BE49-F238E27FC236}">
                <a16:creationId xmlns:a16="http://schemas.microsoft.com/office/drawing/2014/main" id="{281F75FE-097C-141F-7A32-DB3D0B5D3DC2}"/>
              </a:ext>
            </a:extLst>
          </p:cNvPr>
          <p:cNvSpPr txBox="1"/>
          <p:nvPr/>
        </p:nvSpPr>
        <p:spPr>
          <a:xfrm>
            <a:off x="1101858" y="2833688"/>
            <a:ext cx="9556310" cy="1077218"/>
          </a:xfrm>
          <a:prstGeom prst="rect">
            <a:avLst/>
          </a:prstGeom>
          <a:noFill/>
        </p:spPr>
        <p:txBody>
          <a:bodyPr wrap="square" rtlCol="0">
            <a:spAutoFit/>
          </a:bodyPr>
          <a:lstStyle/>
          <a:p>
            <a:r>
              <a:rPr lang="en-US" altLang="zh-CN" sz="3200"/>
              <a:t>Regular: </a:t>
            </a:r>
            <a:r>
              <a:rPr lang="en-US" altLang="zh-CN" sz="3200" b="1"/>
              <a:t>6400MHz</a:t>
            </a:r>
            <a:r>
              <a:rPr lang="en-US" altLang="zh-CN" sz="3200"/>
              <a:t> &amp; </a:t>
            </a:r>
            <a:r>
              <a:rPr lang="en-US" altLang="zh-CN" sz="3200">
                <a:solidFill>
                  <a:schemeClr val="tx2">
                    <a:lumMod val="75000"/>
                    <a:lumOff val="25000"/>
                  </a:schemeClr>
                </a:solidFill>
              </a:rPr>
              <a:t>Slow</a:t>
            </a:r>
            <a:r>
              <a:rPr lang="en-US" altLang="zh-CN" sz="3200"/>
              <a:t>:</a:t>
            </a:r>
            <a:r>
              <a:rPr lang="en-US" altLang="zh-CN" sz="3200" b="1">
                <a:solidFill>
                  <a:schemeClr val="tx2">
                    <a:lumMod val="50000"/>
                    <a:lumOff val="50000"/>
                  </a:schemeClr>
                </a:solidFill>
              </a:rPr>
              <a:t>1600</a:t>
            </a:r>
            <a:r>
              <a:rPr lang="en-US" altLang="zh-CN" sz="3200" b="1">
                <a:solidFill>
                  <a:schemeClr val="tx2">
                    <a:lumMod val="75000"/>
                    <a:lumOff val="25000"/>
                  </a:schemeClr>
                </a:solidFill>
              </a:rPr>
              <a:t>MHz</a:t>
            </a:r>
            <a:endParaRPr lang="zh-CN" altLang="en-US" sz="3200" b="1">
              <a:solidFill>
                <a:schemeClr val="tx2">
                  <a:lumMod val="75000"/>
                  <a:lumOff val="25000"/>
                </a:schemeClr>
              </a:solidFill>
            </a:endParaRPr>
          </a:p>
          <a:p>
            <a:endParaRPr lang="zh-CN" altLang="en-US" sz="320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BE664F47-69A6-309D-7517-1D0389D88882}"/>
                  </a:ext>
                </a:extLst>
              </p:cNvPr>
              <p:cNvSpPr txBox="1"/>
              <p:nvPr/>
            </p:nvSpPr>
            <p:spPr>
              <a:xfrm rot="16200000">
                <a:off x="-2534142" y="4628659"/>
                <a:ext cx="6159908" cy="584775"/>
              </a:xfrm>
              <a:prstGeom prst="rect">
                <a:avLst/>
              </a:prstGeom>
              <a:noFill/>
            </p:spPr>
            <p:txBody>
              <a:bodyPr wrap="square">
                <a:spAutoFit/>
              </a:bodyPr>
              <a:lstStyle/>
              <a:p>
                <a:pPr/>
                <a14:m>
                  <m:oMathPara xmlns:m="http://schemas.openxmlformats.org/officeDocument/2006/math">
                    <m:oMath>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r>
                        <a:rPr lang="en-US" altLang="zh-CN" sz="3200" b="1" i="1" dirty="0">
                          <a:latin typeface="Cambria Math" panose="02040503050406030204" pitchFamily="18" charset="0"/>
                        </a:rPr>
                        <m:t>’−</m:t>
                      </m:r>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oMath>
                  </m:oMathPara>
                </a14:m>
                <a:endParaRPr lang="zh-CN" altLang="en-US" sz="3200"/>
              </a:p>
            </p:txBody>
          </p:sp>
        </mc:Choice>
        <mc:Fallback>
          <p:sp>
            <p:nvSpPr>
              <p:cNvPr id="8" name="文本框 7">
                <a:extLst>
                  <a:ext uri="{FF2B5EF4-FFF2-40B4-BE49-F238E27FC236}">
                    <a16:creationId xmlns:a16="http://schemas.microsoft.com/office/drawing/2014/main" id="{BE664F47-69A6-309D-7517-1D0389D88882}"/>
                  </a:ext>
                </a:extLst>
              </p:cNvPr>
              <p:cNvSpPr txBox="1">
                <a:spLocks noRot="1" noChangeAspect="1" noMove="1" noResize="1" noEditPoints="1" noAdjustHandles="1" noChangeArrowheads="1" noChangeShapeType="1" noTextEdit="1"/>
              </p:cNvSpPr>
              <p:nvPr/>
            </p:nvSpPr>
            <p:spPr>
              <a:xfrm rot="16200000">
                <a:off x="-2534142" y="4628659"/>
                <a:ext cx="6159908" cy="584775"/>
              </a:xfrm>
              <a:prstGeom prst="rect">
                <a:avLst/>
              </a:prstGeom>
              <a:blipFill>
                <a:blip r:embed="rId4"/>
                <a:stretch>
                  <a:fillRect/>
                </a:stretch>
              </a:blipFill>
            </p:spPr>
            <p:txBody>
              <a:bodyPr/>
              <a:lstStyle/>
              <a:p>
                <a:r>
                  <a:rPr lang="en-US">
                    <a:noFill/>
                  </a:rPr>
                  <a:t> </a:t>
                </a:r>
              </a:p>
            </p:txBody>
          </p:sp>
        </mc:Fallback>
      </mc:AlternateContent>
      <p:pic>
        <p:nvPicPr>
          <p:cNvPr id="2" name="内容占位符 4" descr="图示&#10;&#10;AI 生成的内容可能不正确。">
            <a:extLst>
              <a:ext uri="{FF2B5EF4-FFF2-40B4-BE49-F238E27FC236}">
                <a16:creationId xmlns:a16="http://schemas.microsoft.com/office/drawing/2014/main" id="{3E35347B-B5A2-66A0-1A4A-1B7E7ADEA022}"/>
              </a:ext>
            </a:extLst>
          </p:cNvPr>
          <p:cNvPicPr>
            <a:picLocks noChangeAspect="1"/>
          </p:cNvPicPr>
          <p:nvPr/>
        </p:nvPicPr>
        <p:blipFill>
          <a:blip r:embed="rId3">
            <a:extLst>
              <a:ext uri="{28A0092B-C50C-407E-A947-70E740481C1C}">
                <a14:useLocalDpi xmlns:a14="http://schemas.microsoft.com/office/drawing/2010/main" val="0"/>
              </a:ext>
            </a:extLst>
          </a:blip>
          <a:srcRect l="4878" t="83896" r="65565" b="8865"/>
          <a:stretch>
            <a:fillRect/>
          </a:stretch>
        </p:blipFill>
        <p:spPr>
          <a:xfrm>
            <a:off x="1049083" y="6706437"/>
            <a:ext cx="9759074" cy="929439"/>
          </a:xfrm>
          <a:prstGeom prst="rect">
            <a:avLst/>
          </a:prstGeom>
        </p:spPr>
      </p:pic>
      <p:sp>
        <p:nvSpPr>
          <p:cNvPr id="10" name="矩形 8">
            <a:extLst>
              <a:ext uri="{FF2B5EF4-FFF2-40B4-BE49-F238E27FC236}">
                <a16:creationId xmlns:a16="http://schemas.microsoft.com/office/drawing/2014/main" id="{FB0E64B6-1C71-6319-F3D1-348B7C4E1905}"/>
              </a:ext>
            </a:extLst>
          </p:cNvPr>
          <p:cNvSpPr/>
          <p:nvPr/>
        </p:nvSpPr>
        <p:spPr>
          <a:xfrm>
            <a:off x="688259" y="4798841"/>
            <a:ext cx="10213423" cy="415159"/>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1" name="TextBox 2">
                <a:extLst>
                  <a:ext uri="{FF2B5EF4-FFF2-40B4-BE49-F238E27FC236}">
                    <a16:creationId xmlns:a16="http://schemas.microsoft.com/office/drawing/2014/main" id="{98F86B39-6055-FE0C-315E-0075CB8E2B4D}"/>
                  </a:ext>
                </a:extLst>
              </p:cNvPr>
              <p:cNvSpPr txBox="1"/>
              <p:nvPr/>
            </p:nvSpPr>
            <p:spPr>
              <a:xfrm>
                <a:off x="10787465" y="4324619"/>
                <a:ext cx="668592" cy="584775"/>
              </a:xfrm>
              <a:prstGeom prst="rect">
                <a:avLst/>
              </a:prstGeom>
              <a:noFill/>
            </p:spPr>
            <p:txBody>
              <a:bodyPr wrap="square" rtlCol="0">
                <a:spAutoFit/>
              </a:bodyPr>
              <a:lstStyle/>
              <a:p>
                <a:pPr/>
                <a14:m>
                  <m:oMathPara xmlns:m="http://schemas.openxmlformats.org/officeDocument/2006/math">
                    <m:oMath>
                      <m:sSub>
                        <m:sSubPr>
                          <m:ctrlPr>
                            <a:rPr lang="en-US" sz="3200" b="1" i="1" dirty="0">
                              <a:solidFill>
                                <a:srgbClr val="FF0000"/>
                              </a:solidFill>
                              <a:latin typeface="Cambria Math" panose="02040503050406030204" pitchFamily="18" charset="0"/>
                            </a:rPr>
                          </m:ctrlPr>
                        </m:sSubPr>
                        <m:e>
                          <m:r>
                            <a:rPr lang="en-US" sz="3200" b="1" i="1" dirty="0">
                              <a:solidFill>
                                <a:srgbClr val="FF0000"/>
                              </a:solidFill>
                              <a:latin typeface="Cambria Math" panose="02040503050406030204" pitchFamily="18" charset="0"/>
                            </a:rPr>
                            <m:t>𝒕</m:t>
                          </m:r>
                        </m:e>
                        <m:sub>
                          <m:r>
                            <a:rPr lang="en-US" sz="3200" b="1" i="1" dirty="0">
                              <a:solidFill>
                                <a:srgbClr val="FF0000"/>
                              </a:solidFill>
                              <a:latin typeface="Cambria Math" panose="02040503050406030204" pitchFamily="18" charset="0"/>
                            </a:rPr>
                            <m:t>𝟐</m:t>
                          </m:r>
                        </m:sub>
                      </m:sSub>
                    </m:oMath>
                  </m:oMathPara>
                </a14:m>
                <a:endParaRPr lang="en-US" sz="3200" b="1" dirty="0">
                  <a:solidFill>
                    <a:srgbClr val="FF0000"/>
                  </a:solidFill>
                </a:endParaRPr>
              </a:p>
            </p:txBody>
          </p:sp>
        </mc:Choice>
        <mc:Fallback>
          <p:sp>
            <p:nvSpPr>
              <p:cNvPr id="11" name="TextBox 2">
                <a:extLst>
                  <a:ext uri="{FF2B5EF4-FFF2-40B4-BE49-F238E27FC236}">
                    <a16:creationId xmlns:a16="http://schemas.microsoft.com/office/drawing/2014/main" id="{98F86B39-6055-FE0C-315E-0075CB8E2B4D}"/>
                  </a:ext>
                </a:extLst>
              </p:cNvPr>
              <p:cNvSpPr txBox="1">
                <a:spLocks noRot="1" noChangeAspect="1" noMove="1" noResize="1" noEditPoints="1" noAdjustHandles="1" noChangeArrowheads="1" noChangeShapeType="1" noTextEdit="1"/>
              </p:cNvSpPr>
              <p:nvPr/>
            </p:nvSpPr>
            <p:spPr>
              <a:xfrm>
                <a:off x="10787465" y="4324619"/>
                <a:ext cx="668592" cy="584775"/>
              </a:xfrm>
              <a:prstGeom prst="rect">
                <a:avLst/>
              </a:prstGeom>
              <a:blipFill>
                <a:blip r:embed="rId5"/>
                <a:stretch>
                  <a:fillRect/>
                </a:stretch>
              </a:blipFill>
            </p:spPr>
            <p:txBody>
              <a:bodyPr/>
              <a:lstStyle/>
              <a:p>
                <a:r>
                  <a:rPr lang="en-US">
                    <a:noFill/>
                  </a:rPr>
                  <a:t> </a:t>
                </a:r>
              </a:p>
            </p:txBody>
          </p:sp>
        </mc:Fallback>
      </mc:AlternateContent>
      <p:sp>
        <p:nvSpPr>
          <p:cNvPr id="12" name="椭圆 7">
            <a:extLst>
              <a:ext uri="{FF2B5EF4-FFF2-40B4-BE49-F238E27FC236}">
                <a16:creationId xmlns:a16="http://schemas.microsoft.com/office/drawing/2014/main" id="{90BC5F80-8CEC-B09F-A1F1-591E9CBC07D9}"/>
              </a:ext>
            </a:extLst>
          </p:cNvPr>
          <p:cNvSpPr/>
          <p:nvPr/>
        </p:nvSpPr>
        <p:spPr>
          <a:xfrm>
            <a:off x="3504112" y="5655618"/>
            <a:ext cx="1932412" cy="1146502"/>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13">
            <a:extLst>
              <a:ext uri="{FF2B5EF4-FFF2-40B4-BE49-F238E27FC236}">
                <a16:creationId xmlns:a16="http://schemas.microsoft.com/office/drawing/2014/main" id="{8880BFD3-CDAE-FED9-33F4-CFEB6666E305}"/>
              </a:ext>
            </a:extLst>
          </p:cNvPr>
          <p:cNvSpPr/>
          <p:nvPr/>
        </p:nvSpPr>
        <p:spPr>
          <a:xfrm>
            <a:off x="5513941" y="5936009"/>
            <a:ext cx="3007665" cy="576054"/>
          </a:xfrm>
          <a:prstGeom prst="rect">
            <a:avLst/>
          </a:prstGeom>
          <a:solidFill>
            <a:srgbClr val="FFFFFF">
              <a:alpha val="7333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TextBox 2">
                <a:extLst>
                  <a:ext uri="{FF2B5EF4-FFF2-40B4-BE49-F238E27FC236}">
                    <a16:creationId xmlns:a16="http://schemas.microsoft.com/office/drawing/2014/main" id="{6D272C4D-BDBB-AD72-C388-C8A3AA496A11}"/>
                  </a:ext>
                </a:extLst>
              </p:cNvPr>
              <p:cNvSpPr txBox="1"/>
              <p:nvPr/>
            </p:nvSpPr>
            <p:spPr>
              <a:xfrm>
                <a:off x="5794970" y="5901124"/>
                <a:ext cx="2543095" cy="1077218"/>
              </a:xfrm>
              <a:prstGeom prst="rect">
                <a:avLst/>
              </a:prstGeom>
              <a:noFill/>
            </p:spPr>
            <p:txBody>
              <a:bodyPr wrap="square" rtlCol="0">
                <a:spAutoFit/>
              </a:bodyPr>
              <a:lstStyle/>
              <a:p>
                <a:pPr/>
                <a14:m>
                  <m:oMathPara xmlns:m="http://schemas.openxmlformats.org/officeDocument/2006/math">
                    <m:oMath>
                      <m:sSub>
                        <m:sSubPr>
                          <m:ctrlPr>
                            <a:rPr lang="en-US" sz="3200" b="1" i="1" dirty="0">
                              <a:solidFill>
                                <a:srgbClr val="FF0000"/>
                              </a:solidFill>
                              <a:latin typeface="Cambria Math" panose="02040503050406030204" pitchFamily="18" charset="0"/>
                            </a:rPr>
                          </m:ctrlPr>
                        </m:sSubPr>
                        <m:e>
                          <m:r>
                            <a:rPr lang="en-US" sz="3200" b="1" i="1" dirty="0">
                              <a:solidFill>
                                <a:srgbClr val="FF0000"/>
                              </a:solidFill>
                              <a:latin typeface="Cambria Math" panose="02040503050406030204" pitchFamily="18" charset="0"/>
                            </a:rPr>
                            <m:t>𝒕</m:t>
                          </m:r>
                        </m:e>
                        <m:sub>
                          <m:r>
                            <a:rPr lang="en-US" sz="3200" b="1" i="1" dirty="0">
                              <a:solidFill>
                                <a:srgbClr val="FF0000"/>
                              </a:solidFill>
                              <a:latin typeface="Cambria Math" panose="02040503050406030204" pitchFamily="18" charset="0"/>
                            </a:rPr>
                            <m:t>𝟏</m:t>
                          </m:r>
                        </m:sub>
                      </m:sSub>
                      <m:r>
                        <a:rPr lang="en-US" sz="3200" b="1" i="1" dirty="0">
                          <a:solidFill>
                            <a:srgbClr val="FF0000"/>
                          </a:solidFill>
                          <a:latin typeface="Cambria Math" panose="02040503050406030204" pitchFamily="18" charset="0"/>
                        </a:rPr>
                        <m:t>’−</m:t>
                      </m:r>
                      <m:sSub>
                        <m:sSubPr>
                          <m:ctrlPr>
                            <a:rPr lang="en-US" sz="3200" b="1" i="1" dirty="0">
                              <a:solidFill>
                                <a:srgbClr val="FF0000"/>
                              </a:solidFill>
                              <a:latin typeface="Cambria Math" panose="02040503050406030204" pitchFamily="18" charset="0"/>
                            </a:rPr>
                          </m:ctrlPr>
                        </m:sSubPr>
                        <m:e>
                          <m:r>
                            <a:rPr lang="en-US" sz="3200" b="1" i="1" dirty="0">
                              <a:solidFill>
                                <a:srgbClr val="FF0000"/>
                              </a:solidFill>
                              <a:latin typeface="Cambria Math" panose="02040503050406030204" pitchFamily="18" charset="0"/>
                            </a:rPr>
                            <m:t>𝒕</m:t>
                          </m:r>
                        </m:e>
                        <m:sub>
                          <m:r>
                            <a:rPr lang="en-US" sz="3200" b="1" i="1" dirty="0">
                              <a:solidFill>
                                <a:srgbClr val="FF0000"/>
                              </a:solidFill>
                              <a:latin typeface="Cambria Math" panose="02040503050406030204" pitchFamily="18" charset="0"/>
                            </a:rPr>
                            <m:t>𝟏</m:t>
                          </m:r>
                        </m:sub>
                      </m:sSub>
                      <m:r>
                        <a:rPr lang="en-US" sz="3200" b="1" i="1" dirty="0">
                          <a:solidFill>
                            <a:srgbClr val="FF0000"/>
                          </a:solidFill>
                          <a:latin typeface="Cambria Math" panose="02040503050406030204" pitchFamily="18" charset="0"/>
                        </a:rPr>
                        <m:t>&lt;</m:t>
                      </m:r>
                      <m:sSub>
                        <m:sSubPr>
                          <m:ctrlPr>
                            <a:rPr lang="en-US" sz="3200" b="1" i="1" dirty="0">
                              <a:solidFill>
                                <a:srgbClr val="FF0000"/>
                              </a:solidFill>
                              <a:latin typeface="Cambria Math" panose="02040503050406030204" pitchFamily="18" charset="0"/>
                            </a:rPr>
                          </m:ctrlPr>
                        </m:sSubPr>
                        <m:e>
                          <m:r>
                            <a:rPr lang="en-US" sz="3200" b="1" i="1" dirty="0">
                              <a:solidFill>
                                <a:srgbClr val="FF0000"/>
                              </a:solidFill>
                              <a:latin typeface="Cambria Math" panose="02040503050406030204" pitchFamily="18" charset="0"/>
                            </a:rPr>
                            <m:t>𝒕</m:t>
                          </m:r>
                        </m:e>
                        <m:sub>
                          <m:r>
                            <a:rPr lang="en-US" sz="3200" b="1" i="1" dirty="0">
                              <a:solidFill>
                                <a:srgbClr val="FF0000"/>
                              </a:solidFill>
                              <a:latin typeface="Cambria Math" panose="02040503050406030204" pitchFamily="18" charset="0"/>
                            </a:rPr>
                            <m:t>𝟐</m:t>
                          </m:r>
                        </m:sub>
                      </m:sSub>
                    </m:oMath>
                  </m:oMathPara>
                </a14:m>
                <a:endParaRPr lang="en-US" sz="3200" b="1" dirty="0">
                  <a:solidFill>
                    <a:srgbClr val="FF0000"/>
                  </a:solidFill>
                </a:endParaRPr>
              </a:p>
              <a:p>
                <a:endParaRPr lang="en-US" sz="3200" b="1" dirty="0">
                  <a:solidFill>
                    <a:srgbClr val="FF0000"/>
                  </a:solidFill>
                </a:endParaRPr>
              </a:p>
            </p:txBody>
          </p:sp>
        </mc:Choice>
        <mc:Fallback>
          <p:sp>
            <p:nvSpPr>
              <p:cNvPr id="13" name="TextBox 2">
                <a:extLst>
                  <a:ext uri="{FF2B5EF4-FFF2-40B4-BE49-F238E27FC236}">
                    <a16:creationId xmlns:a16="http://schemas.microsoft.com/office/drawing/2014/main" id="{6D272C4D-BDBB-AD72-C388-C8A3AA496A11}"/>
                  </a:ext>
                </a:extLst>
              </p:cNvPr>
              <p:cNvSpPr txBox="1">
                <a:spLocks noRot="1" noChangeAspect="1" noMove="1" noResize="1" noEditPoints="1" noAdjustHandles="1" noChangeArrowheads="1" noChangeShapeType="1" noTextEdit="1"/>
              </p:cNvSpPr>
              <p:nvPr/>
            </p:nvSpPr>
            <p:spPr>
              <a:xfrm>
                <a:off x="5794970" y="5901124"/>
                <a:ext cx="2543095" cy="1077218"/>
              </a:xfrm>
              <a:prstGeom prst="rect">
                <a:avLst/>
              </a:prstGeom>
              <a:blipFill>
                <a:blip r:embed="rId6"/>
                <a:stretch>
                  <a:fillRect/>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BCF747B1-B82B-61D9-8817-2CBCD3C4A8C3}"/>
              </a:ext>
            </a:extLst>
          </p:cNvPr>
          <p:cNvSpPr>
            <a:spLocks noGrp="1"/>
          </p:cNvSpPr>
          <p:nvPr>
            <p:ph type="title"/>
          </p:nvPr>
        </p:nvSpPr>
        <p:spPr/>
        <p:txBody>
          <a:bodyPr/>
          <a:lstStyle/>
          <a:p>
            <a:r>
              <a:rPr lang="en-US" altLang="zh-CN" b="1" dirty="0"/>
              <a:t>Design1: </a:t>
            </a:r>
            <a:r>
              <a:rPr lang="en-US" dirty="0"/>
              <a:t>SCREME-WO(Write-Only ECC)</a:t>
            </a:r>
          </a:p>
        </p:txBody>
      </p:sp>
    </p:spTree>
    <p:extLst>
      <p:ext uri="{BB962C8B-B14F-4D97-AF65-F5344CB8AC3E}">
        <p14:creationId xmlns:p14="http://schemas.microsoft.com/office/powerpoint/2010/main" val="175625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34E68-C901-6EBF-8263-38D76AAFFD21}"/>
            </a:ext>
          </a:extLst>
        </p:cNvPr>
        <p:cNvGrpSpPr/>
        <p:nvPr/>
      </p:nvGrpSpPr>
      <p:grpSpPr>
        <a:xfrm>
          <a:off x="0" y="0"/>
          <a:ext cx="0" cy="0"/>
          <a:chOff x="0" y="0"/>
          <a:chExt cx="0" cy="0"/>
        </a:xfrm>
      </p:grpSpPr>
      <p:pic>
        <p:nvPicPr>
          <p:cNvPr id="5" name="内容占位符 4" descr="图示&#10;&#10;AI 生成的内容可能不正确。">
            <a:extLst>
              <a:ext uri="{FF2B5EF4-FFF2-40B4-BE49-F238E27FC236}">
                <a16:creationId xmlns:a16="http://schemas.microsoft.com/office/drawing/2014/main" id="{8DF7367F-BD25-D211-3E67-51FD70BC63A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169" t="1283" r="63898" b="71110"/>
          <a:stretch>
            <a:fillRect/>
          </a:stretch>
        </p:blipFill>
        <p:spPr>
          <a:xfrm>
            <a:off x="838202" y="3500776"/>
            <a:ext cx="9819967" cy="3301344"/>
          </a:xfrm>
        </p:spPr>
      </p:pic>
      <p:sp>
        <p:nvSpPr>
          <p:cNvPr id="7" name="文本框 6">
            <a:extLst>
              <a:ext uri="{FF2B5EF4-FFF2-40B4-BE49-F238E27FC236}">
                <a16:creationId xmlns:a16="http://schemas.microsoft.com/office/drawing/2014/main" id="{5527A797-B736-1A74-5EA3-1633295EE6DF}"/>
              </a:ext>
            </a:extLst>
          </p:cNvPr>
          <p:cNvSpPr txBox="1"/>
          <p:nvPr/>
        </p:nvSpPr>
        <p:spPr>
          <a:xfrm>
            <a:off x="1101858" y="2833688"/>
            <a:ext cx="9556310" cy="1077218"/>
          </a:xfrm>
          <a:prstGeom prst="rect">
            <a:avLst/>
          </a:prstGeom>
          <a:noFill/>
        </p:spPr>
        <p:txBody>
          <a:bodyPr wrap="square" rtlCol="0">
            <a:spAutoFit/>
          </a:bodyPr>
          <a:lstStyle/>
          <a:p>
            <a:r>
              <a:rPr lang="en-US" altLang="zh-CN" sz="3200"/>
              <a:t>Regular: </a:t>
            </a:r>
            <a:r>
              <a:rPr lang="en-US" altLang="zh-CN" sz="3200" b="1"/>
              <a:t>6400MHz</a:t>
            </a:r>
            <a:r>
              <a:rPr lang="en-US" altLang="zh-CN" sz="3200"/>
              <a:t> &amp; </a:t>
            </a:r>
            <a:r>
              <a:rPr lang="en-US" altLang="zh-CN" sz="3200">
                <a:solidFill>
                  <a:schemeClr val="tx2">
                    <a:lumMod val="75000"/>
                    <a:lumOff val="25000"/>
                  </a:schemeClr>
                </a:solidFill>
              </a:rPr>
              <a:t>Slow</a:t>
            </a:r>
            <a:r>
              <a:rPr lang="en-US" altLang="zh-CN" sz="3200"/>
              <a:t>:</a:t>
            </a:r>
            <a:r>
              <a:rPr lang="en-US" altLang="zh-CN" sz="3200" b="1">
                <a:solidFill>
                  <a:schemeClr val="tx2">
                    <a:lumMod val="50000"/>
                    <a:lumOff val="50000"/>
                  </a:schemeClr>
                </a:solidFill>
              </a:rPr>
              <a:t>1600</a:t>
            </a:r>
            <a:r>
              <a:rPr lang="en-US" altLang="zh-CN" sz="3200" b="1">
                <a:solidFill>
                  <a:schemeClr val="tx2">
                    <a:lumMod val="75000"/>
                    <a:lumOff val="25000"/>
                  </a:schemeClr>
                </a:solidFill>
              </a:rPr>
              <a:t>MHz</a:t>
            </a:r>
            <a:endParaRPr lang="zh-CN" altLang="en-US" sz="3200" b="1">
              <a:solidFill>
                <a:schemeClr val="tx2">
                  <a:lumMod val="75000"/>
                  <a:lumOff val="25000"/>
                </a:schemeClr>
              </a:solidFill>
            </a:endParaRPr>
          </a:p>
          <a:p>
            <a:endParaRPr lang="zh-CN" altLang="en-US" sz="320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F54DBDD2-013F-3F58-A213-A76494369B88}"/>
                  </a:ext>
                </a:extLst>
              </p:cNvPr>
              <p:cNvSpPr txBox="1"/>
              <p:nvPr/>
            </p:nvSpPr>
            <p:spPr>
              <a:xfrm rot="16200000">
                <a:off x="-2534142" y="4628659"/>
                <a:ext cx="6159908" cy="584775"/>
              </a:xfrm>
              <a:prstGeom prst="rect">
                <a:avLst/>
              </a:prstGeom>
              <a:noFill/>
            </p:spPr>
            <p:txBody>
              <a:bodyPr wrap="square">
                <a:spAutoFit/>
              </a:bodyPr>
              <a:lstStyle/>
              <a:p>
                <a:pPr/>
                <a14:m>
                  <m:oMathPara xmlns:m="http://schemas.openxmlformats.org/officeDocument/2006/math">
                    <m:oMath>
                      <m:r>
                        <m:rPr>
                          <m:nor/>
                        </m:rPr>
                        <a:rPr lang="en-US" altLang="zh-CN" sz="3200" b="1" dirty="0"/>
                        <m:t>Performance</m:t>
                      </m:r>
                    </m:oMath>
                  </m:oMathPara>
                </a14:m>
                <a:endParaRPr lang="zh-CN" altLang="en-US" sz="3200"/>
              </a:p>
            </p:txBody>
          </p:sp>
        </mc:Choice>
        <mc:Fallback>
          <p:sp>
            <p:nvSpPr>
              <p:cNvPr id="8" name="文本框 7">
                <a:extLst>
                  <a:ext uri="{FF2B5EF4-FFF2-40B4-BE49-F238E27FC236}">
                    <a16:creationId xmlns:a16="http://schemas.microsoft.com/office/drawing/2014/main" id="{F54DBDD2-013F-3F58-A213-A76494369B88}"/>
                  </a:ext>
                </a:extLst>
              </p:cNvPr>
              <p:cNvSpPr txBox="1">
                <a:spLocks noRot="1" noChangeAspect="1" noMove="1" noResize="1" noEditPoints="1" noAdjustHandles="1" noChangeArrowheads="1" noChangeShapeType="1" noTextEdit="1"/>
              </p:cNvSpPr>
              <p:nvPr/>
            </p:nvSpPr>
            <p:spPr>
              <a:xfrm rot="16200000">
                <a:off x="-2534142" y="4628659"/>
                <a:ext cx="6159908" cy="584775"/>
              </a:xfrm>
              <a:prstGeom prst="rect">
                <a:avLst/>
              </a:prstGeom>
              <a:blipFill>
                <a:blip r:embed="rId4"/>
                <a:stretch>
                  <a:fillRect/>
                </a:stretch>
              </a:blipFill>
            </p:spPr>
            <p:txBody>
              <a:bodyPr/>
              <a:lstStyle/>
              <a:p>
                <a:r>
                  <a:rPr lang="en-US">
                    <a:noFill/>
                  </a:rPr>
                  <a:t> </a:t>
                </a:r>
              </a:p>
            </p:txBody>
          </p:sp>
        </mc:Fallback>
      </mc:AlternateContent>
      <p:pic>
        <p:nvPicPr>
          <p:cNvPr id="2" name="内容占位符 4" descr="图示&#10;&#10;AI 生成的内容可能不正确。">
            <a:extLst>
              <a:ext uri="{FF2B5EF4-FFF2-40B4-BE49-F238E27FC236}">
                <a16:creationId xmlns:a16="http://schemas.microsoft.com/office/drawing/2014/main" id="{397C78AE-215C-530F-9E0F-1A3CE2052444}"/>
              </a:ext>
            </a:extLst>
          </p:cNvPr>
          <p:cNvPicPr>
            <a:picLocks noChangeAspect="1"/>
          </p:cNvPicPr>
          <p:nvPr/>
        </p:nvPicPr>
        <p:blipFill>
          <a:blip r:embed="rId3">
            <a:extLst>
              <a:ext uri="{28A0092B-C50C-407E-A947-70E740481C1C}">
                <a14:useLocalDpi xmlns:a14="http://schemas.microsoft.com/office/drawing/2010/main" val="0"/>
              </a:ext>
            </a:extLst>
          </a:blip>
          <a:srcRect l="4878" t="83896" r="65565" b="8865"/>
          <a:stretch>
            <a:fillRect/>
          </a:stretch>
        </p:blipFill>
        <p:spPr>
          <a:xfrm>
            <a:off x="1049083" y="6706437"/>
            <a:ext cx="9759074" cy="929439"/>
          </a:xfrm>
          <a:prstGeom prst="rect">
            <a:avLst/>
          </a:prstGeom>
        </p:spPr>
      </p:pic>
      <p:pic>
        <p:nvPicPr>
          <p:cNvPr id="9" name="内容占位符 4" descr="图示&#10;&#10;AI 生成的内容可能不正确。">
            <a:extLst>
              <a:ext uri="{FF2B5EF4-FFF2-40B4-BE49-F238E27FC236}">
                <a16:creationId xmlns:a16="http://schemas.microsoft.com/office/drawing/2014/main" id="{BFA9B221-E8C5-6B10-070A-5A256308C7FE}"/>
              </a:ext>
            </a:extLst>
          </p:cNvPr>
          <p:cNvPicPr>
            <a:picLocks noChangeAspect="1"/>
          </p:cNvPicPr>
          <p:nvPr/>
        </p:nvPicPr>
        <p:blipFill>
          <a:blip r:embed="rId3">
            <a:extLst>
              <a:ext uri="{28A0092B-C50C-407E-A947-70E740481C1C}">
                <a14:useLocalDpi xmlns:a14="http://schemas.microsoft.com/office/drawing/2010/main" val="0"/>
              </a:ext>
            </a:extLst>
          </a:blip>
          <a:srcRect l="4231" t="29236" r="64001" b="43456"/>
          <a:stretch>
            <a:fillRect/>
          </a:stretch>
        </p:blipFill>
        <p:spPr>
          <a:xfrm>
            <a:off x="751428" y="3328306"/>
            <a:ext cx="10391490" cy="3473815"/>
          </a:xfrm>
          <a:prstGeom prst="rect">
            <a:avLst/>
          </a:prstGeom>
        </p:spPr>
      </p:pic>
      <p:sp>
        <p:nvSpPr>
          <p:cNvPr id="4" name="Title 3">
            <a:extLst>
              <a:ext uri="{FF2B5EF4-FFF2-40B4-BE49-F238E27FC236}">
                <a16:creationId xmlns:a16="http://schemas.microsoft.com/office/drawing/2014/main" id="{CC3B5237-7FBD-28D0-A5DC-A7C54A8EFEF6}"/>
              </a:ext>
            </a:extLst>
          </p:cNvPr>
          <p:cNvSpPr>
            <a:spLocks noGrp="1"/>
          </p:cNvSpPr>
          <p:nvPr>
            <p:ph type="title"/>
          </p:nvPr>
        </p:nvSpPr>
        <p:spPr/>
        <p:txBody>
          <a:bodyPr/>
          <a:lstStyle/>
          <a:p>
            <a:r>
              <a:rPr lang="en-US" altLang="zh-CN" b="1" dirty="0"/>
              <a:t>Design1: </a:t>
            </a:r>
            <a:r>
              <a:rPr lang="en-US" dirty="0"/>
              <a:t>SCREME-WO(Write-Only ECC)</a:t>
            </a:r>
          </a:p>
        </p:txBody>
      </p:sp>
    </p:spTree>
    <p:extLst>
      <p:ext uri="{BB962C8B-B14F-4D97-AF65-F5344CB8AC3E}">
        <p14:creationId xmlns:p14="http://schemas.microsoft.com/office/powerpoint/2010/main" val="6687712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4A1C-98E1-49FD-DF73-17DD42475315}"/>
            </a:ext>
          </a:extLst>
        </p:cNvPr>
        <p:cNvGrpSpPr/>
        <p:nvPr/>
      </p:nvGrpSpPr>
      <p:grpSpPr>
        <a:xfrm>
          <a:off x="0" y="0"/>
          <a:ext cx="0" cy="0"/>
          <a:chOff x="0" y="0"/>
          <a:chExt cx="0" cy="0"/>
        </a:xfrm>
      </p:grpSpPr>
      <p:pic>
        <p:nvPicPr>
          <p:cNvPr id="5" name="内容占位符 4" descr="图示&#10;&#10;AI 生成的内容可能不正确。">
            <a:extLst>
              <a:ext uri="{FF2B5EF4-FFF2-40B4-BE49-F238E27FC236}">
                <a16:creationId xmlns:a16="http://schemas.microsoft.com/office/drawing/2014/main" id="{50405602-CBF7-0EA0-0F6B-FAA6FC2DE33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5820" t="1074" r="32247" b="71319"/>
          <a:stretch>
            <a:fillRect/>
          </a:stretch>
        </p:blipFill>
        <p:spPr>
          <a:xfrm>
            <a:off x="838202" y="3500776"/>
            <a:ext cx="9819967" cy="3301344"/>
          </a:xfrm>
        </p:spPr>
      </p:pic>
      <p:sp>
        <p:nvSpPr>
          <p:cNvPr id="7" name="文本框 6">
            <a:extLst>
              <a:ext uri="{FF2B5EF4-FFF2-40B4-BE49-F238E27FC236}">
                <a16:creationId xmlns:a16="http://schemas.microsoft.com/office/drawing/2014/main" id="{65DFC377-D22B-04C8-4888-FC640C96C4AC}"/>
              </a:ext>
            </a:extLst>
          </p:cNvPr>
          <p:cNvSpPr txBox="1"/>
          <p:nvPr/>
        </p:nvSpPr>
        <p:spPr>
          <a:xfrm>
            <a:off x="1101858" y="2833688"/>
            <a:ext cx="9556310" cy="1077218"/>
          </a:xfrm>
          <a:prstGeom prst="rect">
            <a:avLst/>
          </a:prstGeom>
          <a:noFill/>
        </p:spPr>
        <p:txBody>
          <a:bodyPr wrap="square" rtlCol="0">
            <a:spAutoFit/>
          </a:bodyPr>
          <a:lstStyle/>
          <a:p>
            <a:r>
              <a:rPr lang="en-US" altLang="zh-CN" sz="3200"/>
              <a:t>Regular: </a:t>
            </a:r>
            <a:r>
              <a:rPr lang="en-US" altLang="zh-CN" sz="3200" b="1"/>
              <a:t>6400MHz</a:t>
            </a:r>
            <a:r>
              <a:rPr lang="en-US" altLang="zh-CN" sz="3200"/>
              <a:t> &amp; </a:t>
            </a:r>
            <a:r>
              <a:rPr lang="en-US" altLang="zh-CN" sz="3200">
                <a:solidFill>
                  <a:schemeClr val="tx2">
                    <a:lumMod val="75000"/>
                    <a:lumOff val="25000"/>
                  </a:schemeClr>
                </a:solidFill>
              </a:rPr>
              <a:t>Slow</a:t>
            </a:r>
            <a:r>
              <a:rPr lang="en-US" altLang="zh-CN" sz="3200"/>
              <a:t>:</a:t>
            </a:r>
            <a:r>
              <a:rPr lang="en-US" altLang="zh-CN" sz="3200" b="1">
                <a:solidFill>
                  <a:schemeClr val="accent2">
                    <a:lumMod val="60000"/>
                    <a:lumOff val="40000"/>
                  </a:schemeClr>
                </a:solidFill>
              </a:rPr>
              <a:t>2400</a:t>
            </a:r>
            <a:r>
              <a:rPr lang="en-US" altLang="zh-CN" sz="3200" b="1">
                <a:solidFill>
                  <a:schemeClr val="tx2">
                    <a:lumMod val="75000"/>
                    <a:lumOff val="25000"/>
                  </a:schemeClr>
                </a:solidFill>
              </a:rPr>
              <a:t>MHz</a:t>
            </a:r>
            <a:endParaRPr lang="zh-CN" altLang="en-US" sz="3200" b="1">
              <a:solidFill>
                <a:schemeClr val="tx2">
                  <a:lumMod val="75000"/>
                  <a:lumOff val="25000"/>
                </a:schemeClr>
              </a:solidFill>
            </a:endParaRPr>
          </a:p>
          <a:p>
            <a:endParaRPr lang="zh-CN" altLang="en-US" sz="320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1B20AAE5-2BDA-5852-3DEB-2FCDEFD56EDD}"/>
                  </a:ext>
                </a:extLst>
              </p:cNvPr>
              <p:cNvSpPr txBox="1"/>
              <p:nvPr/>
            </p:nvSpPr>
            <p:spPr>
              <a:xfrm rot="16200000">
                <a:off x="-2534142" y="4628659"/>
                <a:ext cx="6159908" cy="584775"/>
              </a:xfrm>
              <a:prstGeom prst="rect">
                <a:avLst/>
              </a:prstGeom>
              <a:noFill/>
            </p:spPr>
            <p:txBody>
              <a:bodyPr wrap="square">
                <a:spAutoFit/>
              </a:bodyPr>
              <a:lstStyle/>
              <a:p>
                <a:pPr/>
                <a14:m>
                  <m:oMathPara xmlns:m="http://schemas.openxmlformats.org/officeDocument/2006/math">
                    <m:oMath>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r>
                        <a:rPr lang="en-US" altLang="zh-CN" sz="3200" b="1" i="1" dirty="0">
                          <a:latin typeface="Cambria Math" panose="02040503050406030204" pitchFamily="18" charset="0"/>
                        </a:rPr>
                        <m:t>’−</m:t>
                      </m:r>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oMath>
                  </m:oMathPara>
                </a14:m>
                <a:endParaRPr lang="zh-CN" altLang="en-US" sz="3200"/>
              </a:p>
            </p:txBody>
          </p:sp>
        </mc:Choice>
        <mc:Fallback>
          <p:sp>
            <p:nvSpPr>
              <p:cNvPr id="8" name="文本框 7">
                <a:extLst>
                  <a:ext uri="{FF2B5EF4-FFF2-40B4-BE49-F238E27FC236}">
                    <a16:creationId xmlns:a16="http://schemas.microsoft.com/office/drawing/2014/main" id="{1B20AAE5-2BDA-5852-3DEB-2FCDEFD56EDD}"/>
                  </a:ext>
                </a:extLst>
              </p:cNvPr>
              <p:cNvSpPr txBox="1">
                <a:spLocks noRot="1" noChangeAspect="1" noMove="1" noResize="1" noEditPoints="1" noAdjustHandles="1" noChangeArrowheads="1" noChangeShapeType="1" noTextEdit="1"/>
              </p:cNvSpPr>
              <p:nvPr/>
            </p:nvSpPr>
            <p:spPr>
              <a:xfrm rot="16200000">
                <a:off x="-2534142" y="4628659"/>
                <a:ext cx="6159908" cy="584775"/>
              </a:xfrm>
              <a:prstGeom prst="rect">
                <a:avLst/>
              </a:prstGeom>
              <a:blipFill>
                <a:blip r:embed="rId4"/>
                <a:stretch>
                  <a:fillRect/>
                </a:stretch>
              </a:blipFill>
            </p:spPr>
            <p:txBody>
              <a:bodyPr/>
              <a:lstStyle/>
              <a:p>
                <a:r>
                  <a:rPr lang="en-US">
                    <a:noFill/>
                  </a:rPr>
                  <a:t> </a:t>
                </a:r>
              </a:p>
            </p:txBody>
          </p:sp>
        </mc:Fallback>
      </mc:AlternateContent>
      <p:pic>
        <p:nvPicPr>
          <p:cNvPr id="4" name="内容占位符 4" descr="图示&#10;&#10;AI 生成的内容可能不正确。">
            <a:extLst>
              <a:ext uri="{FF2B5EF4-FFF2-40B4-BE49-F238E27FC236}">
                <a16:creationId xmlns:a16="http://schemas.microsoft.com/office/drawing/2014/main" id="{60E8AA20-92B4-7615-94E6-3DB802362885}"/>
              </a:ext>
            </a:extLst>
          </p:cNvPr>
          <p:cNvPicPr>
            <a:picLocks noChangeAspect="1"/>
          </p:cNvPicPr>
          <p:nvPr/>
        </p:nvPicPr>
        <p:blipFill>
          <a:blip r:embed="rId3">
            <a:extLst>
              <a:ext uri="{28A0092B-C50C-407E-A947-70E740481C1C}">
                <a14:useLocalDpi xmlns:a14="http://schemas.microsoft.com/office/drawing/2010/main" val="0"/>
              </a:ext>
            </a:extLst>
          </a:blip>
          <a:srcRect l="4878" t="83896" r="65565" b="8865"/>
          <a:stretch>
            <a:fillRect/>
          </a:stretch>
        </p:blipFill>
        <p:spPr>
          <a:xfrm>
            <a:off x="1049083" y="6706437"/>
            <a:ext cx="9759074" cy="929439"/>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F7C90D3-A7CB-59CB-35F6-F804BDAA3830}"/>
                  </a:ext>
                </a:extLst>
              </p:cNvPr>
              <p:cNvSpPr txBox="1"/>
              <p:nvPr/>
            </p:nvSpPr>
            <p:spPr>
              <a:xfrm>
                <a:off x="10420739" y="5563580"/>
                <a:ext cx="1235531" cy="646331"/>
              </a:xfrm>
              <a:prstGeom prst="rect">
                <a:avLst/>
              </a:prstGeom>
              <a:noFill/>
            </p:spPr>
            <p:txBody>
              <a:bodyPr wrap="square">
                <a:spAutoFit/>
              </a:bodyPr>
              <a:lstStyle/>
              <a:p>
                <a:pPr/>
                <a14:m>
                  <m:oMathPara xmlns:m="http://schemas.openxmlformats.org/officeDocument/2006/math">
                    <m:oMath>
                      <m:sSub>
                        <m:sSubPr>
                          <m:ctrlPr>
                            <a:rPr lang="en-US" sz="3600" b="1" i="1" dirty="0">
                              <a:solidFill>
                                <a:schemeClr val="accent2"/>
                              </a:solidFill>
                              <a:latin typeface="Cambria Math" panose="02040503050406030204" pitchFamily="18" charset="0"/>
                            </a:rPr>
                          </m:ctrlPr>
                        </m:sSubPr>
                        <m:e>
                          <m:r>
                            <a:rPr lang="en-US" sz="3600" b="1" i="1" dirty="0">
                              <a:solidFill>
                                <a:schemeClr val="accent2"/>
                              </a:solidFill>
                              <a:latin typeface="Cambria Math" panose="02040503050406030204" pitchFamily="18" charset="0"/>
                            </a:rPr>
                            <m:t>𝒕</m:t>
                          </m:r>
                        </m:e>
                        <m:sub>
                          <m:r>
                            <a:rPr lang="en-US" sz="3600" b="1" i="1" dirty="0">
                              <a:solidFill>
                                <a:schemeClr val="accent2"/>
                              </a:solidFill>
                              <a:latin typeface="Cambria Math" panose="02040503050406030204" pitchFamily="18" charset="0"/>
                            </a:rPr>
                            <m:t>𝟐</m:t>
                          </m:r>
                        </m:sub>
                      </m:sSub>
                    </m:oMath>
                  </m:oMathPara>
                </a14:m>
                <a:endParaRPr lang="en-US" sz="3600" dirty="0">
                  <a:solidFill>
                    <a:schemeClr val="accent2"/>
                  </a:solidFill>
                </a:endParaRPr>
              </a:p>
            </p:txBody>
          </p:sp>
        </mc:Choice>
        <mc:Fallback>
          <p:sp>
            <p:nvSpPr>
              <p:cNvPr id="3" name="TextBox 2">
                <a:extLst>
                  <a:ext uri="{FF2B5EF4-FFF2-40B4-BE49-F238E27FC236}">
                    <a16:creationId xmlns:a16="http://schemas.microsoft.com/office/drawing/2014/main" id="{4F7C90D3-A7CB-59CB-35F6-F804BDAA3830}"/>
                  </a:ext>
                </a:extLst>
              </p:cNvPr>
              <p:cNvSpPr txBox="1">
                <a:spLocks noRot="1" noChangeAspect="1" noMove="1" noResize="1" noEditPoints="1" noAdjustHandles="1" noChangeArrowheads="1" noChangeShapeType="1" noTextEdit="1"/>
              </p:cNvSpPr>
              <p:nvPr/>
            </p:nvSpPr>
            <p:spPr>
              <a:xfrm>
                <a:off x="10420739" y="5563580"/>
                <a:ext cx="1235531" cy="646331"/>
              </a:xfrm>
              <a:prstGeom prst="rect">
                <a:avLst/>
              </a:prstGeom>
              <a:blipFill>
                <a:blip r:embed="rId5"/>
                <a:stretch>
                  <a:fillRect/>
                </a:stretch>
              </a:blipFill>
            </p:spPr>
            <p:txBody>
              <a:bodyPr/>
              <a:lstStyle/>
              <a:p>
                <a:r>
                  <a:rPr lang="en-US">
                    <a:noFill/>
                  </a:rPr>
                  <a:t> </a:t>
                </a:r>
              </a:p>
            </p:txBody>
          </p:sp>
        </mc:Fallback>
      </mc:AlternateContent>
      <p:sp>
        <p:nvSpPr>
          <p:cNvPr id="9" name="Title 8">
            <a:extLst>
              <a:ext uri="{FF2B5EF4-FFF2-40B4-BE49-F238E27FC236}">
                <a16:creationId xmlns:a16="http://schemas.microsoft.com/office/drawing/2014/main" id="{73E51253-DB4E-D78F-349B-F305FD4A0160}"/>
              </a:ext>
            </a:extLst>
          </p:cNvPr>
          <p:cNvSpPr>
            <a:spLocks noGrp="1"/>
          </p:cNvSpPr>
          <p:nvPr>
            <p:ph type="title"/>
          </p:nvPr>
        </p:nvSpPr>
        <p:spPr/>
        <p:txBody>
          <a:bodyPr/>
          <a:lstStyle/>
          <a:p>
            <a:r>
              <a:rPr lang="en-US" altLang="zh-CN" b="1" dirty="0"/>
              <a:t>Design1: </a:t>
            </a:r>
            <a:r>
              <a:rPr lang="en-US" dirty="0"/>
              <a:t>SCREME-WO(Write-Only ECC)</a:t>
            </a:r>
          </a:p>
        </p:txBody>
      </p:sp>
    </p:spTree>
    <p:extLst>
      <p:ext uri="{BB962C8B-B14F-4D97-AF65-F5344CB8AC3E}">
        <p14:creationId xmlns:p14="http://schemas.microsoft.com/office/powerpoint/2010/main" val="41817389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4D6E7-AF7E-98D6-14FE-C4CB151AD32D}"/>
            </a:ext>
          </a:extLst>
        </p:cNvPr>
        <p:cNvGrpSpPr/>
        <p:nvPr/>
      </p:nvGrpSpPr>
      <p:grpSpPr>
        <a:xfrm>
          <a:off x="0" y="0"/>
          <a:ext cx="0" cy="0"/>
          <a:chOff x="0" y="0"/>
          <a:chExt cx="0" cy="0"/>
        </a:xfrm>
      </p:grpSpPr>
      <p:pic>
        <p:nvPicPr>
          <p:cNvPr id="5" name="内容占位符 4" descr="图示&#10;&#10;AI 生成的内容可能不正确。">
            <a:extLst>
              <a:ext uri="{FF2B5EF4-FFF2-40B4-BE49-F238E27FC236}">
                <a16:creationId xmlns:a16="http://schemas.microsoft.com/office/drawing/2014/main" id="{ABF84097-1D12-6137-D8E9-4C60F2F3498D}"/>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5820" t="1074" r="32247" b="71319"/>
          <a:stretch>
            <a:fillRect/>
          </a:stretch>
        </p:blipFill>
        <p:spPr>
          <a:xfrm>
            <a:off x="838202" y="3500776"/>
            <a:ext cx="9819967" cy="3301344"/>
          </a:xfrm>
        </p:spPr>
      </p:pic>
      <p:sp>
        <p:nvSpPr>
          <p:cNvPr id="7" name="文本框 6">
            <a:extLst>
              <a:ext uri="{FF2B5EF4-FFF2-40B4-BE49-F238E27FC236}">
                <a16:creationId xmlns:a16="http://schemas.microsoft.com/office/drawing/2014/main" id="{57CC7F54-3E46-9F28-C301-647E2F3E6F44}"/>
              </a:ext>
            </a:extLst>
          </p:cNvPr>
          <p:cNvSpPr txBox="1"/>
          <p:nvPr/>
        </p:nvSpPr>
        <p:spPr>
          <a:xfrm>
            <a:off x="1101858" y="2833688"/>
            <a:ext cx="9556310" cy="1077218"/>
          </a:xfrm>
          <a:prstGeom prst="rect">
            <a:avLst/>
          </a:prstGeom>
          <a:noFill/>
        </p:spPr>
        <p:txBody>
          <a:bodyPr wrap="square" rtlCol="0">
            <a:spAutoFit/>
          </a:bodyPr>
          <a:lstStyle/>
          <a:p>
            <a:r>
              <a:rPr lang="en-US" altLang="zh-CN" sz="3200"/>
              <a:t>Regular: </a:t>
            </a:r>
            <a:r>
              <a:rPr lang="en-US" altLang="zh-CN" sz="3200" b="1"/>
              <a:t>6400MHz</a:t>
            </a:r>
            <a:r>
              <a:rPr lang="en-US" altLang="zh-CN" sz="3200"/>
              <a:t> &amp; </a:t>
            </a:r>
            <a:r>
              <a:rPr lang="en-US" altLang="zh-CN" sz="3200">
                <a:solidFill>
                  <a:schemeClr val="tx2">
                    <a:lumMod val="75000"/>
                    <a:lumOff val="25000"/>
                  </a:schemeClr>
                </a:solidFill>
              </a:rPr>
              <a:t>Slow</a:t>
            </a:r>
            <a:r>
              <a:rPr lang="en-US" altLang="zh-CN" sz="3200"/>
              <a:t>:</a:t>
            </a:r>
            <a:r>
              <a:rPr lang="en-US" altLang="zh-CN" sz="3200" b="1">
                <a:solidFill>
                  <a:schemeClr val="accent2">
                    <a:lumMod val="60000"/>
                    <a:lumOff val="40000"/>
                  </a:schemeClr>
                </a:solidFill>
              </a:rPr>
              <a:t>2400</a:t>
            </a:r>
            <a:r>
              <a:rPr lang="en-US" altLang="zh-CN" sz="3200" b="1">
                <a:solidFill>
                  <a:schemeClr val="tx2">
                    <a:lumMod val="75000"/>
                    <a:lumOff val="25000"/>
                  </a:schemeClr>
                </a:solidFill>
              </a:rPr>
              <a:t>MHz</a:t>
            </a:r>
            <a:endParaRPr lang="zh-CN" altLang="en-US" sz="3200" b="1">
              <a:solidFill>
                <a:schemeClr val="tx2">
                  <a:lumMod val="75000"/>
                  <a:lumOff val="25000"/>
                </a:schemeClr>
              </a:solidFill>
            </a:endParaRPr>
          </a:p>
          <a:p>
            <a:endParaRPr lang="zh-CN" altLang="en-US" sz="320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AB666870-7476-94EE-E3F6-192DFE40215C}"/>
                  </a:ext>
                </a:extLst>
              </p:cNvPr>
              <p:cNvSpPr txBox="1"/>
              <p:nvPr/>
            </p:nvSpPr>
            <p:spPr>
              <a:xfrm rot="16200000">
                <a:off x="-2534142" y="4628659"/>
                <a:ext cx="6159908" cy="584775"/>
              </a:xfrm>
              <a:prstGeom prst="rect">
                <a:avLst/>
              </a:prstGeom>
              <a:noFill/>
            </p:spPr>
            <p:txBody>
              <a:bodyPr wrap="square">
                <a:spAutoFit/>
              </a:bodyPr>
              <a:lstStyle/>
              <a:p>
                <a:pPr/>
                <a14:m>
                  <m:oMathPara xmlns:m="http://schemas.openxmlformats.org/officeDocument/2006/math">
                    <m:oMath>
                      <m:r>
                        <m:rPr>
                          <m:nor/>
                        </m:rPr>
                        <a:rPr lang="en-US" altLang="zh-CN" sz="3200" b="1" dirty="0"/>
                        <m:t>Performance</m:t>
                      </m:r>
                    </m:oMath>
                  </m:oMathPara>
                </a14:m>
                <a:endParaRPr lang="zh-CN" altLang="en-US" sz="3200"/>
              </a:p>
            </p:txBody>
          </p:sp>
        </mc:Choice>
        <mc:Fallback>
          <p:sp>
            <p:nvSpPr>
              <p:cNvPr id="8" name="文本框 7">
                <a:extLst>
                  <a:ext uri="{FF2B5EF4-FFF2-40B4-BE49-F238E27FC236}">
                    <a16:creationId xmlns:a16="http://schemas.microsoft.com/office/drawing/2014/main" id="{AB666870-7476-94EE-E3F6-192DFE40215C}"/>
                  </a:ext>
                </a:extLst>
              </p:cNvPr>
              <p:cNvSpPr txBox="1">
                <a:spLocks noRot="1" noChangeAspect="1" noMove="1" noResize="1" noEditPoints="1" noAdjustHandles="1" noChangeArrowheads="1" noChangeShapeType="1" noTextEdit="1"/>
              </p:cNvSpPr>
              <p:nvPr/>
            </p:nvSpPr>
            <p:spPr>
              <a:xfrm rot="16200000">
                <a:off x="-2534142" y="4628659"/>
                <a:ext cx="6159908" cy="584775"/>
              </a:xfrm>
              <a:prstGeom prst="rect">
                <a:avLst/>
              </a:prstGeom>
              <a:blipFill>
                <a:blip r:embed="rId4"/>
                <a:stretch>
                  <a:fillRect/>
                </a:stretch>
              </a:blipFill>
            </p:spPr>
            <p:txBody>
              <a:bodyPr/>
              <a:lstStyle/>
              <a:p>
                <a:r>
                  <a:rPr lang="en-US">
                    <a:noFill/>
                  </a:rPr>
                  <a:t> </a:t>
                </a:r>
              </a:p>
            </p:txBody>
          </p:sp>
        </mc:Fallback>
      </mc:AlternateContent>
      <p:pic>
        <p:nvPicPr>
          <p:cNvPr id="4" name="内容占位符 4" descr="图示&#10;&#10;AI 生成的内容可能不正确。">
            <a:extLst>
              <a:ext uri="{FF2B5EF4-FFF2-40B4-BE49-F238E27FC236}">
                <a16:creationId xmlns:a16="http://schemas.microsoft.com/office/drawing/2014/main" id="{BF035EB5-213C-7887-65DE-9EC01BDEEBE2}"/>
              </a:ext>
            </a:extLst>
          </p:cNvPr>
          <p:cNvPicPr>
            <a:picLocks noChangeAspect="1"/>
          </p:cNvPicPr>
          <p:nvPr/>
        </p:nvPicPr>
        <p:blipFill>
          <a:blip r:embed="rId3">
            <a:extLst>
              <a:ext uri="{28A0092B-C50C-407E-A947-70E740481C1C}">
                <a14:useLocalDpi xmlns:a14="http://schemas.microsoft.com/office/drawing/2010/main" val="0"/>
              </a:ext>
            </a:extLst>
          </a:blip>
          <a:srcRect l="4878" t="83896" r="65565" b="8865"/>
          <a:stretch>
            <a:fillRect/>
          </a:stretch>
        </p:blipFill>
        <p:spPr>
          <a:xfrm>
            <a:off x="1049083" y="6706437"/>
            <a:ext cx="9759074" cy="929439"/>
          </a:xfrm>
          <a:prstGeom prst="rect">
            <a:avLst/>
          </a:prstGeom>
        </p:spPr>
      </p:pic>
      <p:pic>
        <p:nvPicPr>
          <p:cNvPr id="2" name="内容占位符 4" descr="图示&#10;&#10;AI 生成的内容可能不正确。">
            <a:extLst>
              <a:ext uri="{FF2B5EF4-FFF2-40B4-BE49-F238E27FC236}">
                <a16:creationId xmlns:a16="http://schemas.microsoft.com/office/drawing/2014/main" id="{C77FC3D9-E860-8309-15E0-FC8D8DCB5D5C}"/>
              </a:ext>
            </a:extLst>
          </p:cNvPr>
          <p:cNvPicPr>
            <a:picLocks noChangeAspect="1"/>
          </p:cNvPicPr>
          <p:nvPr/>
        </p:nvPicPr>
        <p:blipFill>
          <a:blip r:embed="rId3">
            <a:extLst>
              <a:ext uri="{28A0092B-C50C-407E-A947-70E740481C1C}">
                <a14:useLocalDpi xmlns:a14="http://schemas.microsoft.com/office/drawing/2010/main" val="0"/>
              </a:ext>
            </a:extLst>
          </a:blip>
          <a:srcRect l="35819" t="29396" r="32034" b="43296"/>
          <a:stretch>
            <a:fillRect/>
          </a:stretch>
        </p:blipFill>
        <p:spPr>
          <a:xfrm>
            <a:off x="751428" y="3328306"/>
            <a:ext cx="10515599" cy="3473815"/>
          </a:xfrm>
          <a:prstGeom prst="rect">
            <a:avLst/>
          </a:prstGeom>
        </p:spPr>
      </p:pic>
      <p:sp>
        <p:nvSpPr>
          <p:cNvPr id="9" name="Title 8">
            <a:extLst>
              <a:ext uri="{FF2B5EF4-FFF2-40B4-BE49-F238E27FC236}">
                <a16:creationId xmlns:a16="http://schemas.microsoft.com/office/drawing/2014/main" id="{37180E3E-1C13-8507-F259-1324B9030A1B}"/>
              </a:ext>
            </a:extLst>
          </p:cNvPr>
          <p:cNvSpPr>
            <a:spLocks noGrp="1"/>
          </p:cNvSpPr>
          <p:nvPr>
            <p:ph type="title"/>
          </p:nvPr>
        </p:nvSpPr>
        <p:spPr/>
        <p:txBody>
          <a:bodyPr/>
          <a:lstStyle/>
          <a:p>
            <a:r>
              <a:rPr lang="en-US" altLang="zh-CN" b="1" dirty="0"/>
              <a:t>Design1: </a:t>
            </a:r>
            <a:r>
              <a:rPr lang="en-US" dirty="0"/>
              <a:t>SCREME-WO(Write-Only ECC)</a:t>
            </a:r>
          </a:p>
        </p:txBody>
      </p:sp>
    </p:spTree>
    <p:extLst>
      <p:ext uri="{BB962C8B-B14F-4D97-AF65-F5344CB8AC3E}">
        <p14:creationId xmlns:p14="http://schemas.microsoft.com/office/powerpoint/2010/main" val="29846261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A3730-CB2B-9AC3-0694-0162A5137652}"/>
            </a:ext>
          </a:extLst>
        </p:cNvPr>
        <p:cNvGrpSpPr/>
        <p:nvPr/>
      </p:nvGrpSpPr>
      <p:grpSpPr>
        <a:xfrm>
          <a:off x="0" y="0"/>
          <a:ext cx="0" cy="0"/>
          <a:chOff x="0" y="0"/>
          <a:chExt cx="0" cy="0"/>
        </a:xfrm>
      </p:grpSpPr>
      <p:pic>
        <p:nvPicPr>
          <p:cNvPr id="5" name="内容占位符 4" descr="图示&#10;&#10;AI 生成的内容可能不正确。">
            <a:extLst>
              <a:ext uri="{FF2B5EF4-FFF2-40B4-BE49-F238E27FC236}">
                <a16:creationId xmlns:a16="http://schemas.microsoft.com/office/drawing/2014/main" id="{796A2622-5403-F038-F5D6-670D8A2F203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7603" t="1283" r="-328" b="71110"/>
          <a:stretch>
            <a:fillRect/>
          </a:stretch>
        </p:blipFill>
        <p:spPr>
          <a:xfrm>
            <a:off x="838201" y="3500776"/>
            <a:ext cx="10063480" cy="3301344"/>
          </a:xfrm>
        </p:spPr>
      </p:pic>
      <p:sp>
        <p:nvSpPr>
          <p:cNvPr id="7" name="文本框 6">
            <a:extLst>
              <a:ext uri="{FF2B5EF4-FFF2-40B4-BE49-F238E27FC236}">
                <a16:creationId xmlns:a16="http://schemas.microsoft.com/office/drawing/2014/main" id="{EC6BA617-23EB-C1B7-B354-DEF4870C3F68}"/>
              </a:ext>
            </a:extLst>
          </p:cNvPr>
          <p:cNvSpPr txBox="1"/>
          <p:nvPr/>
        </p:nvSpPr>
        <p:spPr>
          <a:xfrm>
            <a:off x="1101858" y="2833688"/>
            <a:ext cx="9556310" cy="1077218"/>
          </a:xfrm>
          <a:prstGeom prst="rect">
            <a:avLst/>
          </a:prstGeom>
          <a:noFill/>
        </p:spPr>
        <p:txBody>
          <a:bodyPr wrap="square" rtlCol="0">
            <a:spAutoFit/>
          </a:bodyPr>
          <a:lstStyle/>
          <a:p>
            <a:r>
              <a:rPr lang="en-US" altLang="zh-CN" sz="3200"/>
              <a:t>Regular: </a:t>
            </a:r>
            <a:r>
              <a:rPr lang="en-US" altLang="zh-CN" sz="3200" b="1"/>
              <a:t>6400MHz</a:t>
            </a:r>
            <a:r>
              <a:rPr lang="en-US" altLang="zh-CN" sz="3200"/>
              <a:t> &amp; </a:t>
            </a:r>
            <a:r>
              <a:rPr lang="en-US" altLang="zh-CN" sz="3200">
                <a:solidFill>
                  <a:schemeClr val="tx2">
                    <a:lumMod val="75000"/>
                    <a:lumOff val="25000"/>
                  </a:schemeClr>
                </a:solidFill>
              </a:rPr>
              <a:t>Slow</a:t>
            </a:r>
            <a:r>
              <a:rPr lang="en-US" altLang="zh-CN" sz="3200"/>
              <a:t>:</a:t>
            </a:r>
            <a:r>
              <a:rPr lang="en-US" altLang="zh-CN" sz="3200" b="1">
                <a:solidFill>
                  <a:schemeClr val="accent5">
                    <a:lumMod val="60000"/>
                    <a:lumOff val="40000"/>
                  </a:schemeClr>
                </a:solidFill>
              </a:rPr>
              <a:t>3200</a:t>
            </a:r>
            <a:r>
              <a:rPr lang="en-US" altLang="zh-CN" sz="3200" b="1">
                <a:solidFill>
                  <a:schemeClr val="tx2">
                    <a:lumMod val="75000"/>
                    <a:lumOff val="25000"/>
                  </a:schemeClr>
                </a:solidFill>
              </a:rPr>
              <a:t>MHz</a:t>
            </a:r>
            <a:endParaRPr lang="zh-CN" altLang="en-US" sz="3200" b="1">
              <a:solidFill>
                <a:schemeClr val="tx2">
                  <a:lumMod val="75000"/>
                  <a:lumOff val="25000"/>
                </a:schemeClr>
              </a:solidFill>
            </a:endParaRPr>
          </a:p>
          <a:p>
            <a:endParaRPr lang="zh-CN" altLang="en-US" sz="320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92D2007-039D-B0EF-8F84-4CD10A5E6368}"/>
                  </a:ext>
                </a:extLst>
              </p:cNvPr>
              <p:cNvSpPr txBox="1"/>
              <p:nvPr/>
            </p:nvSpPr>
            <p:spPr>
              <a:xfrm rot="16200000">
                <a:off x="-2534142" y="4628659"/>
                <a:ext cx="6159908" cy="584775"/>
              </a:xfrm>
              <a:prstGeom prst="rect">
                <a:avLst/>
              </a:prstGeom>
              <a:noFill/>
            </p:spPr>
            <p:txBody>
              <a:bodyPr wrap="square">
                <a:spAutoFit/>
              </a:bodyPr>
              <a:lstStyle/>
              <a:p>
                <a:pPr/>
                <a14:m>
                  <m:oMathPara xmlns:m="http://schemas.openxmlformats.org/officeDocument/2006/math">
                    <m:oMath>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r>
                        <a:rPr lang="en-US" altLang="zh-CN" sz="3200" b="1" i="1" dirty="0">
                          <a:latin typeface="Cambria Math" panose="02040503050406030204" pitchFamily="18" charset="0"/>
                        </a:rPr>
                        <m:t>’−</m:t>
                      </m:r>
                      <m:sSub>
                        <m:sSubPr>
                          <m:ctrlPr>
                            <a:rPr lang="en-US" altLang="zh-CN" sz="3200" b="1" i="1" dirty="0">
                              <a:latin typeface="Cambria Math" panose="02040503050406030204" pitchFamily="18" charset="0"/>
                            </a:rPr>
                          </m:ctrlPr>
                        </m:sSubPr>
                        <m:e>
                          <m:r>
                            <a:rPr lang="en-US" altLang="zh-CN" sz="3200" b="1" i="1" dirty="0">
                              <a:latin typeface="Cambria Math" panose="02040503050406030204" pitchFamily="18" charset="0"/>
                            </a:rPr>
                            <m:t>𝒕</m:t>
                          </m:r>
                        </m:e>
                        <m:sub>
                          <m:r>
                            <a:rPr lang="en-US" altLang="zh-CN" sz="3200" b="1" i="1" dirty="0">
                              <a:latin typeface="Cambria Math" panose="02040503050406030204" pitchFamily="18" charset="0"/>
                            </a:rPr>
                            <m:t>𝟏</m:t>
                          </m:r>
                        </m:sub>
                      </m:sSub>
                    </m:oMath>
                  </m:oMathPara>
                </a14:m>
                <a:endParaRPr lang="zh-CN" altLang="en-US" sz="3200"/>
              </a:p>
            </p:txBody>
          </p:sp>
        </mc:Choice>
        <mc:Fallback>
          <p:sp>
            <p:nvSpPr>
              <p:cNvPr id="8" name="文本框 7">
                <a:extLst>
                  <a:ext uri="{FF2B5EF4-FFF2-40B4-BE49-F238E27FC236}">
                    <a16:creationId xmlns:a16="http://schemas.microsoft.com/office/drawing/2014/main" id="{792D2007-039D-B0EF-8F84-4CD10A5E6368}"/>
                  </a:ext>
                </a:extLst>
              </p:cNvPr>
              <p:cNvSpPr txBox="1">
                <a:spLocks noRot="1" noChangeAspect="1" noMove="1" noResize="1" noEditPoints="1" noAdjustHandles="1" noChangeArrowheads="1" noChangeShapeType="1" noTextEdit="1"/>
              </p:cNvSpPr>
              <p:nvPr/>
            </p:nvSpPr>
            <p:spPr>
              <a:xfrm rot="16200000">
                <a:off x="-2534142" y="4628659"/>
                <a:ext cx="6159908" cy="584775"/>
              </a:xfrm>
              <a:prstGeom prst="rect">
                <a:avLst/>
              </a:prstGeom>
              <a:blipFill>
                <a:blip r:embed="rId4"/>
                <a:stretch>
                  <a:fillRect/>
                </a:stretch>
              </a:blipFill>
            </p:spPr>
            <p:txBody>
              <a:bodyPr/>
              <a:lstStyle/>
              <a:p>
                <a:r>
                  <a:rPr lang="en-US">
                    <a:noFill/>
                  </a:rPr>
                  <a:t> </a:t>
                </a:r>
              </a:p>
            </p:txBody>
          </p:sp>
        </mc:Fallback>
      </mc:AlternateContent>
      <p:pic>
        <p:nvPicPr>
          <p:cNvPr id="11" name="内容占位符 4" descr="图示&#10;&#10;AI 生成的内容可能不正确。">
            <a:extLst>
              <a:ext uri="{FF2B5EF4-FFF2-40B4-BE49-F238E27FC236}">
                <a16:creationId xmlns:a16="http://schemas.microsoft.com/office/drawing/2014/main" id="{6F89EEAC-CD70-D2E1-9936-4C88947069D0}"/>
              </a:ext>
            </a:extLst>
          </p:cNvPr>
          <p:cNvPicPr>
            <a:picLocks noChangeAspect="1"/>
          </p:cNvPicPr>
          <p:nvPr/>
        </p:nvPicPr>
        <p:blipFill>
          <a:blip r:embed="rId3">
            <a:extLst>
              <a:ext uri="{28A0092B-C50C-407E-A947-70E740481C1C}">
                <a14:useLocalDpi xmlns:a14="http://schemas.microsoft.com/office/drawing/2010/main" val="0"/>
              </a:ext>
            </a:extLst>
          </a:blip>
          <a:srcRect l="4878" t="83896" r="65565" b="8865"/>
          <a:stretch>
            <a:fillRect/>
          </a:stretch>
        </p:blipFill>
        <p:spPr>
          <a:xfrm>
            <a:off x="1049083" y="6706437"/>
            <a:ext cx="9759074" cy="929439"/>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FEA15E7-C53B-57A1-76C2-A61E26726523}"/>
                  </a:ext>
                </a:extLst>
              </p:cNvPr>
              <p:cNvSpPr txBox="1"/>
              <p:nvPr/>
            </p:nvSpPr>
            <p:spPr>
              <a:xfrm>
                <a:off x="10283916" y="5957706"/>
                <a:ext cx="1235531" cy="646331"/>
              </a:xfrm>
              <a:prstGeom prst="rect">
                <a:avLst/>
              </a:prstGeom>
              <a:noFill/>
            </p:spPr>
            <p:txBody>
              <a:bodyPr wrap="square">
                <a:spAutoFit/>
              </a:bodyPr>
              <a:lstStyle/>
              <a:p>
                <a:pPr/>
                <a14:m>
                  <m:oMathPara xmlns:m="http://schemas.openxmlformats.org/officeDocument/2006/math">
                    <m:oMath>
                      <m:sSub>
                        <m:sSubPr>
                          <m:ctrlPr>
                            <a:rPr lang="en-US" sz="3600" b="1" i="1" dirty="0">
                              <a:solidFill>
                                <a:schemeClr val="accent5">
                                  <a:lumMod val="75000"/>
                                </a:schemeClr>
                              </a:solidFill>
                              <a:latin typeface="Cambria Math" panose="02040503050406030204" pitchFamily="18" charset="0"/>
                            </a:rPr>
                          </m:ctrlPr>
                        </m:sSubPr>
                        <m:e>
                          <m:r>
                            <a:rPr lang="en-US" sz="3600" b="1" i="1" dirty="0">
                              <a:solidFill>
                                <a:schemeClr val="accent5">
                                  <a:lumMod val="75000"/>
                                </a:schemeClr>
                              </a:solidFill>
                              <a:latin typeface="Cambria Math" panose="02040503050406030204" pitchFamily="18" charset="0"/>
                            </a:rPr>
                            <m:t>𝒕</m:t>
                          </m:r>
                        </m:e>
                        <m:sub>
                          <m:r>
                            <a:rPr lang="en-US" sz="3600" b="1" i="1" dirty="0">
                              <a:solidFill>
                                <a:schemeClr val="accent5">
                                  <a:lumMod val="75000"/>
                                </a:schemeClr>
                              </a:solidFill>
                              <a:latin typeface="Cambria Math" panose="02040503050406030204" pitchFamily="18" charset="0"/>
                            </a:rPr>
                            <m:t>𝟐</m:t>
                          </m:r>
                        </m:sub>
                      </m:sSub>
                    </m:oMath>
                  </m:oMathPara>
                </a14:m>
                <a:endParaRPr lang="en-US" sz="3600" dirty="0">
                  <a:solidFill>
                    <a:schemeClr val="accent5">
                      <a:lumMod val="75000"/>
                    </a:schemeClr>
                  </a:solidFill>
                </a:endParaRPr>
              </a:p>
            </p:txBody>
          </p:sp>
        </mc:Choice>
        <mc:Fallback>
          <p:sp>
            <p:nvSpPr>
              <p:cNvPr id="4" name="TextBox 3">
                <a:extLst>
                  <a:ext uri="{FF2B5EF4-FFF2-40B4-BE49-F238E27FC236}">
                    <a16:creationId xmlns:a16="http://schemas.microsoft.com/office/drawing/2014/main" id="{3FEA15E7-C53B-57A1-76C2-A61E26726523}"/>
                  </a:ext>
                </a:extLst>
              </p:cNvPr>
              <p:cNvSpPr txBox="1">
                <a:spLocks noRot="1" noChangeAspect="1" noMove="1" noResize="1" noEditPoints="1" noAdjustHandles="1" noChangeArrowheads="1" noChangeShapeType="1" noTextEdit="1"/>
              </p:cNvSpPr>
              <p:nvPr/>
            </p:nvSpPr>
            <p:spPr>
              <a:xfrm>
                <a:off x="10283916" y="5957706"/>
                <a:ext cx="1235531" cy="646331"/>
              </a:xfrm>
              <a:prstGeom prst="rect">
                <a:avLst/>
              </a:prstGeom>
              <a:blipFill>
                <a:blip r:embed="rId5"/>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BFD6095-D66A-39CC-95AA-6D676CA52114}"/>
              </a:ext>
            </a:extLst>
          </p:cNvPr>
          <p:cNvSpPr>
            <a:spLocks noGrp="1"/>
          </p:cNvSpPr>
          <p:nvPr>
            <p:ph type="title"/>
          </p:nvPr>
        </p:nvSpPr>
        <p:spPr/>
        <p:txBody>
          <a:bodyPr/>
          <a:lstStyle/>
          <a:p>
            <a:r>
              <a:rPr lang="en-US" altLang="zh-CN" b="1" dirty="0"/>
              <a:t>Design1: </a:t>
            </a:r>
            <a:r>
              <a:rPr lang="en-US" dirty="0"/>
              <a:t>SCREME-WO(Write-Only ECC)</a:t>
            </a:r>
          </a:p>
        </p:txBody>
      </p:sp>
    </p:spTree>
    <p:extLst>
      <p:ext uri="{BB962C8B-B14F-4D97-AF65-F5344CB8AC3E}">
        <p14:creationId xmlns:p14="http://schemas.microsoft.com/office/powerpoint/2010/main" val="16329865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42153-0AF4-B6FB-0F15-2941A5602B1A}"/>
            </a:ext>
          </a:extLst>
        </p:cNvPr>
        <p:cNvGrpSpPr/>
        <p:nvPr/>
      </p:nvGrpSpPr>
      <p:grpSpPr>
        <a:xfrm>
          <a:off x="0" y="0"/>
          <a:ext cx="0" cy="0"/>
          <a:chOff x="0" y="0"/>
          <a:chExt cx="0" cy="0"/>
        </a:xfrm>
      </p:grpSpPr>
      <p:pic>
        <p:nvPicPr>
          <p:cNvPr id="5" name="内容占位符 4" descr="图示&#10;&#10;AI 生成的内容可能不正确。">
            <a:extLst>
              <a:ext uri="{FF2B5EF4-FFF2-40B4-BE49-F238E27FC236}">
                <a16:creationId xmlns:a16="http://schemas.microsoft.com/office/drawing/2014/main" id="{5C18DF32-3683-100D-9C7C-2B5CCE47C55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7603" t="1283" r="-328" b="71110"/>
          <a:stretch>
            <a:fillRect/>
          </a:stretch>
        </p:blipFill>
        <p:spPr>
          <a:xfrm>
            <a:off x="838201" y="3500776"/>
            <a:ext cx="10063480" cy="3301344"/>
          </a:xfrm>
        </p:spPr>
      </p:pic>
      <p:sp>
        <p:nvSpPr>
          <p:cNvPr id="7" name="文本框 6">
            <a:extLst>
              <a:ext uri="{FF2B5EF4-FFF2-40B4-BE49-F238E27FC236}">
                <a16:creationId xmlns:a16="http://schemas.microsoft.com/office/drawing/2014/main" id="{2E8996B2-94D9-89D7-0B4F-8BA80D7CC61B}"/>
              </a:ext>
            </a:extLst>
          </p:cNvPr>
          <p:cNvSpPr txBox="1"/>
          <p:nvPr/>
        </p:nvSpPr>
        <p:spPr>
          <a:xfrm>
            <a:off x="1101858" y="2833688"/>
            <a:ext cx="9556310" cy="1077218"/>
          </a:xfrm>
          <a:prstGeom prst="rect">
            <a:avLst/>
          </a:prstGeom>
          <a:noFill/>
        </p:spPr>
        <p:txBody>
          <a:bodyPr wrap="square" rtlCol="0">
            <a:spAutoFit/>
          </a:bodyPr>
          <a:lstStyle/>
          <a:p>
            <a:r>
              <a:rPr lang="en-US" altLang="zh-CN" sz="3200"/>
              <a:t>Regular: </a:t>
            </a:r>
            <a:r>
              <a:rPr lang="en-US" altLang="zh-CN" sz="3200" b="1"/>
              <a:t>6400MHz</a:t>
            </a:r>
            <a:r>
              <a:rPr lang="en-US" altLang="zh-CN" sz="3200"/>
              <a:t> &amp; </a:t>
            </a:r>
            <a:r>
              <a:rPr lang="en-US" altLang="zh-CN" sz="3200">
                <a:solidFill>
                  <a:schemeClr val="tx2">
                    <a:lumMod val="75000"/>
                    <a:lumOff val="25000"/>
                  </a:schemeClr>
                </a:solidFill>
              </a:rPr>
              <a:t>Slow</a:t>
            </a:r>
            <a:r>
              <a:rPr lang="en-US" altLang="zh-CN" sz="3200"/>
              <a:t>:</a:t>
            </a:r>
            <a:r>
              <a:rPr lang="en-US" altLang="zh-CN" sz="3200" b="1">
                <a:solidFill>
                  <a:schemeClr val="accent5">
                    <a:lumMod val="60000"/>
                    <a:lumOff val="40000"/>
                  </a:schemeClr>
                </a:solidFill>
              </a:rPr>
              <a:t>3200</a:t>
            </a:r>
            <a:r>
              <a:rPr lang="en-US" altLang="zh-CN" sz="3200" b="1">
                <a:solidFill>
                  <a:schemeClr val="tx2">
                    <a:lumMod val="75000"/>
                    <a:lumOff val="25000"/>
                  </a:schemeClr>
                </a:solidFill>
              </a:rPr>
              <a:t>MHz</a:t>
            </a:r>
            <a:endParaRPr lang="zh-CN" altLang="en-US" sz="3200" b="1">
              <a:solidFill>
                <a:schemeClr val="tx2">
                  <a:lumMod val="75000"/>
                  <a:lumOff val="25000"/>
                </a:schemeClr>
              </a:solidFill>
            </a:endParaRPr>
          </a:p>
          <a:p>
            <a:endParaRPr lang="zh-CN" altLang="en-US" sz="3200"/>
          </a:p>
        </p:txBody>
      </p:sp>
      <p:sp>
        <p:nvSpPr>
          <p:cNvPr id="2" name="椭圆 7">
            <a:extLst>
              <a:ext uri="{FF2B5EF4-FFF2-40B4-BE49-F238E27FC236}">
                <a16:creationId xmlns:a16="http://schemas.microsoft.com/office/drawing/2014/main" id="{3D00D54C-8316-DD31-A1CC-BE4C4CFA1188}"/>
              </a:ext>
            </a:extLst>
          </p:cNvPr>
          <p:cNvSpPr/>
          <p:nvPr/>
        </p:nvSpPr>
        <p:spPr>
          <a:xfrm>
            <a:off x="9158342" y="5230992"/>
            <a:ext cx="1268361" cy="1146502"/>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72A7C471-B843-296E-6963-3008C25B6257}"/>
                  </a:ext>
                </a:extLst>
              </p:cNvPr>
              <p:cNvSpPr txBox="1"/>
              <p:nvPr/>
            </p:nvSpPr>
            <p:spPr>
              <a:xfrm rot="16200000">
                <a:off x="-2534142" y="4628659"/>
                <a:ext cx="6159908" cy="584775"/>
              </a:xfrm>
              <a:prstGeom prst="rect">
                <a:avLst/>
              </a:prstGeom>
              <a:noFill/>
            </p:spPr>
            <p:txBody>
              <a:bodyPr wrap="square">
                <a:spAutoFit/>
              </a:bodyPr>
              <a:lstStyle/>
              <a:p>
                <a:pPr/>
                <a14:m>
                  <m:oMathPara xmlns:m="http://schemas.openxmlformats.org/officeDocument/2006/math">
                    <m:oMath>
                      <m:r>
                        <m:rPr>
                          <m:nor/>
                        </m:rPr>
                        <a:rPr lang="en-US" altLang="zh-CN" sz="3200" b="1" dirty="0"/>
                        <m:t>Performance</m:t>
                      </m:r>
                    </m:oMath>
                  </m:oMathPara>
                </a14:m>
                <a:endParaRPr lang="zh-CN" altLang="en-US" sz="3200"/>
              </a:p>
            </p:txBody>
          </p:sp>
        </mc:Choice>
        <mc:Fallback>
          <p:sp>
            <p:nvSpPr>
              <p:cNvPr id="8" name="文本框 7">
                <a:extLst>
                  <a:ext uri="{FF2B5EF4-FFF2-40B4-BE49-F238E27FC236}">
                    <a16:creationId xmlns:a16="http://schemas.microsoft.com/office/drawing/2014/main" id="{72A7C471-B843-296E-6963-3008C25B6257}"/>
                  </a:ext>
                </a:extLst>
              </p:cNvPr>
              <p:cNvSpPr txBox="1">
                <a:spLocks noRot="1" noChangeAspect="1" noMove="1" noResize="1" noEditPoints="1" noAdjustHandles="1" noChangeArrowheads="1" noChangeShapeType="1" noTextEdit="1"/>
              </p:cNvSpPr>
              <p:nvPr/>
            </p:nvSpPr>
            <p:spPr>
              <a:xfrm rot="16200000">
                <a:off x="-2534142" y="4628659"/>
                <a:ext cx="6159908" cy="58477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2">
                <a:extLst>
                  <a:ext uri="{FF2B5EF4-FFF2-40B4-BE49-F238E27FC236}">
                    <a16:creationId xmlns:a16="http://schemas.microsoft.com/office/drawing/2014/main" id="{8995EBBD-1DED-3314-2625-2C27EEFF8066}"/>
                  </a:ext>
                </a:extLst>
              </p:cNvPr>
              <p:cNvSpPr txBox="1"/>
              <p:nvPr/>
            </p:nvSpPr>
            <p:spPr>
              <a:xfrm>
                <a:off x="10787465" y="5663566"/>
                <a:ext cx="668592" cy="584775"/>
              </a:xfrm>
              <a:prstGeom prst="rect">
                <a:avLst/>
              </a:prstGeom>
              <a:noFill/>
            </p:spPr>
            <p:txBody>
              <a:bodyPr wrap="square" rtlCol="0">
                <a:spAutoFit/>
              </a:bodyPr>
              <a:lstStyle/>
              <a:p>
                <a:pPr/>
                <a14:m>
                  <m:oMathPara xmlns:m="http://schemas.openxmlformats.org/officeDocument/2006/math">
                    <m:oMath>
                      <m:sSub>
                        <m:sSubPr>
                          <m:ctrlPr>
                            <a:rPr lang="en-US" sz="3200" b="1" i="1" dirty="0">
                              <a:solidFill>
                                <a:srgbClr val="FF0000"/>
                              </a:solidFill>
                              <a:latin typeface="Cambria Math" panose="02040503050406030204" pitchFamily="18" charset="0"/>
                            </a:rPr>
                          </m:ctrlPr>
                        </m:sSubPr>
                        <m:e>
                          <m:r>
                            <a:rPr lang="en-US" sz="3200" b="1" i="1" dirty="0">
                              <a:solidFill>
                                <a:srgbClr val="FF0000"/>
                              </a:solidFill>
                              <a:latin typeface="Cambria Math" panose="02040503050406030204" pitchFamily="18" charset="0"/>
                            </a:rPr>
                            <m:t>𝒕</m:t>
                          </m:r>
                        </m:e>
                        <m:sub>
                          <m:r>
                            <a:rPr lang="en-US" sz="3200" b="1" i="1" dirty="0">
                              <a:solidFill>
                                <a:srgbClr val="FF0000"/>
                              </a:solidFill>
                              <a:latin typeface="Cambria Math" panose="02040503050406030204" pitchFamily="18" charset="0"/>
                            </a:rPr>
                            <m:t>𝟐</m:t>
                          </m:r>
                        </m:sub>
                      </m:sSub>
                    </m:oMath>
                  </m:oMathPara>
                </a14:m>
                <a:endParaRPr lang="en-US" sz="3200" b="1">
                  <a:solidFill>
                    <a:srgbClr val="FF0000"/>
                  </a:solidFill>
                </a:endParaRPr>
              </a:p>
            </p:txBody>
          </p:sp>
        </mc:Choice>
        <mc:Fallback>
          <p:sp>
            <p:nvSpPr>
              <p:cNvPr id="10" name="TextBox 2">
                <a:extLst>
                  <a:ext uri="{FF2B5EF4-FFF2-40B4-BE49-F238E27FC236}">
                    <a16:creationId xmlns:a16="http://schemas.microsoft.com/office/drawing/2014/main" id="{8995EBBD-1DED-3314-2625-2C27EEFF8066}"/>
                  </a:ext>
                </a:extLst>
              </p:cNvPr>
              <p:cNvSpPr txBox="1">
                <a:spLocks noRot="1" noChangeAspect="1" noMove="1" noResize="1" noEditPoints="1" noAdjustHandles="1" noChangeArrowheads="1" noChangeShapeType="1" noTextEdit="1"/>
              </p:cNvSpPr>
              <p:nvPr/>
            </p:nvSpPr>
            <p:spPr>
              <a:xfrm>
                <a:off x="10787465" y="5663566"/>
                <a:ext cx="668592" cy="584775"/>
              </a:xfrm>
              <a:prstGeom prst="rect">
                <a:avLst/>
              </a:prstGeom>
              <a:blipFill>
                <a:blip r:embed="rId5"/>
                <a:stretch>
                  <a:fillRect/>
                </a:stretch>
              </a:blipFill>
            </p:spPr>
            <p:txBody>
              <a:bodyPr/>
              <a:lstStyle/>
              <a:p>
                <a:r>
                  <a:rPr lang="en-US">
                    <a:noFill/>
                  </a:rPr>
                  <a:t> </a:t>
                </a:r>
              </a:p>
            </p:txBody>
          </p:sp>
        </mc:Fallback>
      </mc:AlternateContent>
      <p:pic>
        <p:nvPicPr>
          <p:cNvPr id="11" name="内容占位符 4" descr="图示&#10;&#10;AI 生成的内容可能不正确。">
            <a:extLst>
              <a:ext uri="{FF2B5EF4-FFF2-40B4-BE49-F238E27FC236}">
                <a16:creationId xmlns:a16="http://schemas.microsoft.com/office/drawing/2014/main" id="{3B4E724F-E804-A81D-66DF-4B6CF2CD2C7F}"/>
              </a:ext>
            </a:extLst>
          </p:cNvPr>
          <p:cNvPicPr>
            <a:picLocks noChangeAspect="1"/>
          </p:cNvPicPr>
          <p:nvPr/>
        </p:nvPicPr>
        <p:blipFill>
          <a:blip r:embed="rId3">
            <a:extLst>
              <a:ext uri="{28A0092B-C50C-407E-A947-70E740481C1C}">
                <a14:useLocalDpi xmlns:a14="http://schemas.microsoft.com/office/drawing/2010/main" val="0"/>
              </a:ext>
            </a:extLst>
          </a:blip>
          <a:srcRect l="4878" t="83896" r="65565" b="8865"/>
          <a:stretch>
            <a:fillRect/>
          </a:stretch>
        </p:blipFill>
        <p:spPr>
          <a:xfrm>
            <a:off x="1049083" y="6706437"/>
            <a:ext cx="9759074" cy="929439"/>
          </a:xfrm>
          <a:prstGeom prst="rect">
            <a:avLst/>
          </a:prstGeom>
        </p:spPr>
      </p:pic>
      <p:pic>
        <p:nvPicPr>
          <p:cNvPr id="13" name="内容占位符 4" descr="图示&#10;&#10;AI 生成的内容可能不正确。">
            <a:extLst>
              <a:ext uri="{FF2B5EF4-FFF2-40B4-BE49-F238E27FC236}">
                <a16:creationId xmlns:a16="http://schemas.microsoft.com/office/drawing/2014/main" id="{86868BD5-EE7C-A78D-05F1-EE7FD762CCF6}"/>
              </a:ext>
            </a:extLst>
          </p:cNvPr>
          <p:cNvPicPr>
            <a:picLocks noChangeAspect="1"/>
          </p:cNvPicPr>
          <p:nvPr/>
        </p:nvPicPr>
        <p:blipFill>
          <a:blip r:embed="rId3">
            <a:extLst>
              <a:ext uri="{28A0092B-C50C-407E-A947-70E740481C1C}">
                <a14:useLocalDpi xmlns:a14="http://schemas.microsoft.com/office/drawing/2010/main" val="0"/>
              </a:ext>
            </a:extLst>
          </a:blip>
          <a:srcRect l="67588" t="29344" r="265" b="43348"/>
          <a:stretch>
            <a:fillRect/>
          </a:stretch>
        </p:blipFill>
        <p:spPr>
          <a:xfrm>
            <a:off x="751428" y="3328306"/>
            <a:ext cx="10515599" cy="3473815"/>
          </a:xfrm>
          <a:prstGeom prst="rect">
            <a:avLst/>
          </a:prstGeom>
        </p:spPr>
      </p:pic>
      <p:sp>
        <p:nvSpPr>
          <p:cNvPr id="4" name="Title 3">
            <a:extLst>
              <a:ext uri="{FF2B5EF4-FFF2-40B4-BE49-F238E27FC236}">
                <a16:creationId xmlns:a16="http://schemas.microsoft.com/office/drawing/2014/main" id="{24B04757-F813-945B-51AD-2AA84DD60B86}"/>
              </a:ext>
            </a:extLst>
          </p:cNvPr>
          <p:cNvSpPr>
            <a:spLocks noGrp="1"/>
          </p:cNvSpPr>
          <p:nvPr>
            <p:ph type="title"/>
          </p:nvPr>
        </p:nvSpPr>
        <p:spPr/>
        <p:txBody>
          <a:bodyPr/>
          <a:lstStyle/>
          <a:p>
            <a:r>
              <a:rPr lang="en-US" altLang="zh-CN" b="1" dirty="0"/>
              <a:t>Design1: </a:t>
            </a:r>
            <a:r>
              <a:rPr lang="en-US" dirty="0"/>
              <a:t>SCREME-WO(Write-Only ECC)</a:t>
            </a:r>
          </a:p>
        </p:txBody>
      </p:sp>
    </p:spTree>
    <p:extLst>
      <p:ext uri="{BB962C8B-B14F-4D97-AF65-F5344CB8AC3E}">
        <p14:creationId xmlns:p14="http://schemas.microsoft.com/office/powerpoint/2010/main" val="19450412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10D5-D09F-9222-D3F6-CE049C381C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D8044E-CD3F-769D-998E-40FA0B1492B9}"/>
              </a:ext>
            </a:extLst>
          </p:cNvPr>
          <p:cNvSpPr>
            <a:spLocks noGrp="1"/>
          </p:cNvSpPr>
          <p:nvPr>
            <p:ph type="title"/>
          </p:nvPr>
        </p:nvSpPr>
        <p:spPr/>
        <p:txBody>
          <a:bodyPr/>
          <a:lstStyle/>
          <a:p>
            <a:r>
              <a:rPr lang="en-US" altLang="zh-CN" b="1" dirty="0"/>
              <a:t>Design2: </a:t>
            </a:r>
            <a:r>
              <a:rPr lang="en-US" altLang="zh-CN" dirty="0"/>
              <a:t>SCREME-I/O</a:t>
            </a:r>
            <a:endParaRPr lang="zh-CN" altLang="en-US" dirty="0"/>
          </a:p>
        </p:txBody>
      </p:sp>
      <p:sp>
        <p:nvSpPr>
          <p:cNvPr id="4" name="Rectangle 3">
            <a:extLst>
              <a:ext uri="{FF2B5EF4-FFF2-40B4-BE49-F238E27FC236}">
                <a16:creationId xmlns:a16="http://schemas.microsoft.com/office/drawing/2014/main" id="{82E8E868-7004-45D0-884F-53B793213E6A}"/>
              </a:ext>
            </a:extLst>
          </p:cNvPr>
          <p:cNvSpPr/>
          <p:nvPr/>
        </p:nvSpPr>
        <p:spPr>
          <a:xfrm>
            <a:off x="6554207"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r>
              <a:rPr lang="en-US" sz="1400" kern="0" dirty="0">
                <a:solidFill>
                  <a:prstClr val="white"/>
                </a:solidFill>
                <a:latin typeface="Calibri" panose="020F0502020204030204"/>
              </a:rPr>
              <a:t>Data</a:t>
            </a:r>
          </a:p>
        </p:txBody>
      </p:sp>
      <p:sp>
        <p:nvSpPr>
          <p:cNvPr id="6" name="Rectangle 5">
            <a:extLst>
              <a:ext uri="{FF2B5EF4-FFF2-40B4-BE49-F238E27FC236}">
                <a16:creationId xmlns:a16="http://schemas.microsoft.com/office/drawing/2014/main" id="{B71BF407-1AB6-8905-14A7-4A93E90B1681}"/>
              </a:ext>
            </a:extLst>
          </p:cNvPr>
          <p:cNvSpPr/>
          <p:nvPr/>
        </p:nvSpPr>
        <p:spPr>
          <a:xfrm>
            <a:off x="7208429"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8" name="Rectangle 7">
            <a:extLst>
              <a:ext uri="{FF2B5EF4-FFF2-40B4-BE49-F238E27FC236}">
                <a16:creationId xmlns:a16="http://schemas.microsoft.com/office/drawing/2014/main" id="{BBA317A5-5C75-93F0-7C4C-936C122ED927}"/>
              </a:ext>
            </a:extLst>
          </p:cNvPr>
          <p:cNvSpPr/>
          <p:nvPr/>
        </p:nvSpPr>
        <p:spPr>
          <a:xfrm>
            <a:off x="7862651"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13" name="Group 12">
            <a:extLst>
              <a:ext uri="{FF2B5EF4-FFF2-40B4-BE49-F238E27FC236}">
                <a16:creationId xmlns:a16="http://schemas.microsoft.com/office/drawing/2014/main" id="{FFED142E-0B9C-D55E-EA28-601298594D1D}"/>
              </a:ext>
            </a:extLst>
          </p:cNvPr>
          <p:cNvGrpSpPr/>
          <p:nvPr/>
        </p:nvGrpSpPr>
        <p:grpSpPr>
          <a:xfrm>
            <a:off x="6615636" y="3720960"/>
            <a:ext cx="368695" cy="244938"/>
            <a:chOff x="7877914" y="1675761"/>
            <a:chExt cx="254530" cy="274320"/>
          </a:xfrm>
        </p:grpSpPr>
        <p:cxnSp>
          <p:nvCxnSpPr>
            <p:cNvPr id="14" name="Straight Arrow Connector 13">
              <a:extLst>
                <a:ext uri="{FF2B5EF4-FFF2-40B4-BE49-F238E27FC236}">
                  <a16:creationId xmlns:a16="http://schemas.microsoft.com/office/drawing/2014/main" id="{618CADFF-1390-22C7-B32B-E692A1E59C79}"/>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7BAA3C6-6A2A-C8AB-99A5-B36D72D5E989}"/>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ACD7C99D-90BA-1D8D-F184-A0FD391B44AB}"/>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A081DFB8-DE0A-299C-D4B4-507DA156C423}"/>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8" name="Straight Arrow Connector 107">
            <a:extLst>
              <a:ext uri="{FF2B5EF4-FFF2-40B4-BE49-F238E27FC236}">
                <a16:creationId xmlns:a16="http://schemas.microsoft.com/office/drawing/2014/main" id="{7E5E3F0D-9F98-2CCE-E46E-E20A2EFC343A}"/>
              </a:ext>
            </a:extLst>
          </p:cNvPr>
          <p:cNvCxnSpPr>
            <a:cxnSpLocks/>
          </p:cNvCxnSpPr>
          <p:nvPr/>
        </p:nvCxnSpPr>
        <p:spPr>
          <a:xfrm>
            <a:off x="7528700" y="3720960"/>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71984833-FA64-230F-0DB3-E67D3DCD06B7}"/>
              </a:ext>
            </a:extLst>
          </p:cNvPr>
          <p:cNvCxnSpPr>
            <a:cxnSpLocks/>
          </p:cNvCxnSpPr>
          <p:nvPr/>
        </p:nvCxnSpPr>
        <p:spPr>
          <a:xfrm>
            <a:off x="7641377" y="3720960"/>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611EB1C1-AFFD-1DD9-3EB8-F353ED4CB8A5}"/>
              </a:ext>
            </a:extLst>
          </p:cNvPr>
          <p:cNvCxnSpPr>
            <a:cxnSpLocks/>
          </p:cNvCxnSpPr>
          <p:nvPr/>
        </p:nvCxnSpPr>
        <p:spPr>
          <a:xfrm>
            <a:off x="7385359" y="3720960"/>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E1759053-7480-AAB8-4384-152B97944448}"/>
              </a:ext>
            </a:extLst>
          </p:cNvPr>
          <p:cNvGrpSpPr/>
          <p:nvPr/>
        </p:nvGrpSpPr>
        <p:grpSpPr>
          <a:xfrm>
            <a:off x="7929729" y="3720960"/>
            <a:ext cx="368695" cy="244938"/>
            <a:chOff x="7877914" y="1675761"/>
            <a:chExt cx="254530" cy="274320"/>
          </a:xfrm>
        </p:grpSpPr>
        <p:cxnSp>
          <p:nvCxnSpPr>
            <p:cNvPr id="169" name="Straight Arrow Connector 168">
              <a:extLst>
                <a:ext uri="{FF2B5EF4-FFF2-40B4-BE49-F238E27FC236}">
                  <a16:creationId xmlns:a16="http://schemas.microsoft.com/office/drawing/2014/main" id="{24D5106D-B8E3-B65D-18DD-E1700C07F065}"/>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34363866-A945-65BE-261F-C48EEA03D5C1}"/>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4BA5CC07-EF27-004C-B3B8-93699E368D8C}"/>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C8746251-9BDA-7174-4D7C-1314093C8224}"/>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73" name="Rectangle 172">
            <a:extLst>
              <a:ext uri="{FF2B5EF4-FFF2-40B4-BE49-F238E27FC236}">
                <a16:creationId xmlns:a16="http://schemas.microsoft.com/office/drawing/2014/main" id="{83E6B3F5-C5E3-0F38-28A1-B82C0A750CC0}"/>
              </a:ext>
            </a:extLst>
          </p:cNvPr>
          <p:cNvSpPr/>
          <p:nvPr/>
        </p:nvSpPr>
        <p:spPr>
          <a:xfrm>
            <a:off x="6553088"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74" name="Straight Arrow Connector 173">
            <a:extLst>
              <a:ext uri="{FF2B5EF4-FFF2-40B4-BE49-F238E27FC236}">
                <a16:creationId xmlns:a16="http://schemas.microsoft.com/office/drawing/2014/main" id="{3E146369-6750-1236-A8E9-FBABF048BAC6}"/>
              </a:ext>
            </a:extLst>
          </p:cNvPr>
          <p:cNvCxnSpPr>
            <a:cxnSpLocks/>
          </p:cNvCxnSpPr>
          <p:nvPr/>
        </p:nvCxnSpPr>
        <p:spPr>
          <a:xfrm rot="16200000" flipH="1">
            <a:off x="7203813"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175" name="Rectangle 174">
            <a:extLst>
              <a:ext uri="{FF2B5EF4-FFF2-40B4-BE49-F238E27FC236}">
                <a16:creationId xmlns:a16="http://schemas.microsoft.com/office/drawing/2014/main" id="{397D1712-2F98-0AED-51A7-25C2DB262A7E}"/>
              </a:ext>
            </a:extLst>
          </p:cNvPr>
          <p:cNvSpPr/>
          <p:nvPr/>
        </p:nvSpPr>
        <p:spPr>
          <a:xfrm>
            <a:off x="7207589"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76" name="Straight Arrow Connector 175">
            <a:extLst>
              <a:ext uri="{FF2B5EF4-FFF2-40B4-BE49-F238E27FC236}">
                <a16:creationId xmlns:a16="http://schemas.microsoft.com/office/drawing/2014/main" id="{BDF92C60-4303-91B5-AF34-F732CD776CAC}"/>
              </a:ext>
            </a:extLst>
          </p:cNvPr>
          <p:cNvCxnSpPr>
            <a:cxnSpLocks/>
          </p:cNvCxnSpPr>
          <p:nvPr/>
        </p:nvCxnSpPr>
        <p:spPr>
          <a:xfrm rot="16200000" flipH="1">
            <a:off x="7853435"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62DB1A6D-65E5-175E-6313-E07C10349EED}"/>
              </a:ext>
            </a:extLst>
          </p:cNvPr>
          <p:cNvSpPr/>
          <p:nvPr/>
        </p:nvSpPr>
        <p:spPr>
          <a:xfrm>
            <a:off x="7862090"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78" name="Straight Arrow Connector 177">
            <a:extLst>
              <a:ext uri="{FF2B5EF4-FFF2-40B4-BE49-F238E27FC236}">
                <a16:creationId xmlns:a16="http://schemas.microsoft.com/office/drawing/2014/main" id="{0387BA4E-957E-E989-97EF-EDB72E3C7A37}"/>
              </a:ext>
            </a:extLst>
          </p:cNvPr>
          <p:cNvCxnSpPr>
            <a:cxnSpLocks/>
          </p:cNvCxnSpPr>
          <p:nvPr/>
        </p:nvCxnSpPr>
        <p:spPr>
          <a:xfrm rot="16200000" flipH="1">
            <a:off x="8503058"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9" name="Group 178">
            <a:extLst>
              <a:ext uri="{FF2B5EF4-FFF2-40B4-BE49-F238E27FC236}">
                <a16:creationId xmlns:a16="http://schemas.microsoft.com/office/drawing/2014/main" id="{7C2E12AE-170F-7F78-2ADF-840C3DFB33EC}"/>
              </a:ext>
            </a:extLst>
          </p:cNvPr>
          <p:cNvGrpSpPr/>
          <p:nvPr/>
        </p:nvGrpSpPr>
        <p:grpSpPr>
          <a:xfrm>
            <a:off x="6606437" y="4748173"/>
            <a:ext cx="377894" cy="374245"/>
            <a:chOff x="7871564" y="2359501"/>
            <a:chExt cx="260880" cy="274320"/>
          </a:xfrm>
        </p:grpSpPr>
        <p:cxnSp>
          <p:nvCxnSpPr>
            <p:cNvPr id="180" name="Straight Arrow Connector 179">
              <a:extLst>
                <a:ext uri="{FF2B5EF4-FFF2-40B4-BE49-F238E27FC236}">
                  <a16:creationId xmlns:a16="http://schemas.microsoft.com/office/drawing/2014/main" id="{F273FE2C-B012-384F-3EB7-31D928FC5219}"/>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CA393FC6-4E81-DCFF-D031-903D4F105744}"/>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C5CEC930-2DDF-5B81-995A-5879D0D77BCF}"/>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142F6AB3-5039-E121-AD16-9855AECC89B8}"/>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84" name="Rectangle 183">
            <a:extLst>
              <a:ext uri="{FF2B5EF4-FFF2-40B4-BE49-F238E27FC236}">
                <a16:creationId xmlns:a16="http://schemas.microsoft.com/office/drawing/2014/main" id="{F6D2D0B7-00DF-9293-C65D-BBFF501712E2}"/>
              </a:ext>
            </a:extLst>
          </p:cNvPr>
          <p:cNvSpPr/>
          <p:nvPr/>
        </p:nvSpPr>
        <p:spPr>
          <a:xfrm>
            <a:off x="6554207"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185" name="Group 184">
            <a:extLst>
              <a:ext uri="{FF2B5EF4-FFF2-40B4-BE49-F238E27FC236}">
                <a16:creationId xmlns:a16="http://schemas.microsoft.com/office/drawing/2014/main" id="{AA0535EE-E529-5B87-2AD2-8B666ABDD1FF}"/>
              </a:ext>
            </a:extLst>
          </p:cNvPr>
          <p:cNvGrpSpPr/>
          <p:nvPr/>
        </p:nvGrpSpPr>
        <p:grpSpPr>
          <a:xfrm>
            <a:off x="6606437" y="5875482"/>
            <a:ext cx="377894" cy="244938"/>
            <a:chOff x="7871564" y="3137742"/>
            <a:chExt cx="260880" cy="274320"/>
          </a:xfrm>
        </p:grpSpPr>
        <p:cxnSp>
          <p:nvCxnSpPr>
            <p:cNvPr id="186" name="Straight Arrow Connector 185">
              <a:extLst>
                <a:ext uri="{FF2B5EF4-FFF2-40B4-BE49-F238E27FC236}">
                  <a16:creationId xmlns:a16="http://schemas.microsoft.com/office/drawing/2014/main" id="{CD4A4C1A-8236-A2E2-11E7-BA3D8E100E80}"/>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E577DFB5-7F6C-8C18-7CD4-F0B7C7AB0B5D}"/>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0BAC1DFE-7847-1012-8999-C6F82E8426DB}"/>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F57AA513-7073-874F-4E09-13DF2838B017}"/>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90" name="Rectangle 189">
            <a:extLst>
              <a:ext uri="{FF2B5EF4-FFF2-40B4-BE49-F238E27FC236}">
                <a16:creationId xmlns:a16="http://schemas.microsoft.com/office/drawing/2014/main" id="{0F2E3915-A840-E5EC-6926-0193981C695A}"/>
              </a:ext>
            </a:extLst>
          </p:cNvPr>
          <p:cNvSpPr/>
          <p:nvPr/>
        </p:nvSpPr>
        <p:spPr>
          <a:xfrm>
            <a:off x="6553088"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91" name="Straight Arrow Connector 190">
            <a:extLst>
              <a:ext uri="{FF2B5EF4-FFF2-40B4-BE49-F238E27FC236}">
                <a16:creationId xmlns:a16="http://schemas.microsoft.com/office/drawing/2014/main" id="{DE185016-C985-2D0D-5640-2CF208A1D5D3}"/>
              </a:ext>
            </a:extLst>
          </p:cNvPr>
          <p:cNvCxnSpPr>
            <a:cxnSpLocks/>
          </p:cNvCxnSpPr>
          <p:nvPr/>
        </p:nvCxnSpPr>
        <p:spPr>
          <a:xfrm rot="16200000" flipH="1">
            <a:off x="7203813"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74CA2FFF-759B-510D-28A9-FEF74B784423}"/>
              </a:ext>
            </a:extLst>
          </p:cNvPr>
          <p:cNvCxnSpPr>
            <a:cxnSpLocks/>
          </p:cNvCxnSpPr>
          <p:nvPr/>
        </p:nvCxnSpPr>
        <p:spPr>
          <a:xfrm rot="16200000" flipH="1">
            <a:off x="7203813"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1" name="Straight Arrow Connector 320">
            <a:extLst>
              <a:ext uri="{FF2B5EF4-FFF2-40B4-BE49-F238E27FC236}">
                <a16:creationId xmlns:a16="http://schemas.microsoft.com/office/drawing/2014/main" id="{7C6051AA-0471-4171-2769-B56102A8F6B0}"/>
              </a:ext>
            </a:extLst>
          </p:cNvPr>
          <p:cNvCxnSpPr>
            <a:cxnSpLocks/>
          </p:cNvCxnSpPr>
          <p:nvPr/>
        </p:nvCxnSpPr>
        <p:spPr>
          <a:xfrm>
            <a:off x="7528700" y="4748173"/>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2" name="Straight Arrow Connector 321">
            <a:extLst>
              <a:ext uri="{FF2B5EF4-FFF2-40B4-BE49-F238E27FC236}">
                <a16:creationId xmlns:a16="http://schemas.microsoft.com/office/drawing/2014/main" id="{98AE6F75-759C-ED50-4DAF-F335B5F07EA1}"/>
              </a:ext>
            </a:extLst>
          </p:cNvPr>
          <p:cNvCxnSpPr>
            <a:cxnSpLocks/>
          </p:cNvCxnSpPr>
          <p:nvPr/>
        </p:nvCxnSpPr>
        <p:spPr>
          <a:xfrm>
            <a:off x="7641377" y="4748173"/>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DEBF5916-617C-1FB4-D49A-3A85F1546B5F}"/>
              </a:ext>
            </a:extLst>
          </p:cNvPr>
          <p:cNvCxnSpPr>
            <a:cxnSpLocks/>
          </p:cNvCxnSpPr>
          <p:nvPr/>
        </p:nvCxnSpPr>
        <p:spPr>
          <a:xfrm>
            <a:off x="7376161" y="4748173"/>
            <a:ext cx="0" cy="37424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324" name="Rectangle 323">
            <a:extLst>
              <a:ext uri="{FF2B5EF4-FFF2-40B4-BE49-F238E27FC236}">
                <a16:creationId xmlns:a16="http://schemas.microsoft.com/office/drawing/2014/main" id="{E0846FC3-E898-F19A-8C28-A19CE5EF289D}"/>
              </a:ext>
            </a:extLst>
          </p:cNvPr>
          <p:cNvSpPr/>
          <p:nvPr/>
        </p:nvSpPr>
        <p:spPr>
          <a:xfrm>
            <a:off x="7208429"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25" name="Straight Arrow Connector 324">
            <a:extLst>
              <a:ext uri="{FF2B5EF4-FFF2-40B4-BE49-F238E27FC236}">
                <a16:creationId xmlns:a16="http://schemas.microsoft.com/office/drawing/2014/main" id="{B40199E1-126E-C64F-6EB8-597CD21F9538}"/>
              </a:ext>
            </a:extLst>
          </p:cNvPr>
          <p:cNvCxnSpPr>
            <a:cxnSpLocks/>
          </p:cNvCxnSpPr>
          <p:nvPr/>
        </p:nvCxnSpPr>
        <p:spPr>
          <a:xfrm>
            <a:off x="7528700" y="5875482"/>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F1B1EBD0-FBA2-1061-7C45-CBCD08188AC2}"/>
              </a:ext>
            </a:extLst>
          </p:cNvPr>
          <p:cNvCxnSpPr>
            <a:cxnSpLocks/>
          </p:cNvCxnSpPr>
          <p:nvPr/>
        </p:nvCxnSpPr>
        <p:spPr>
          <a:xfrm>
            <a:off x="7641377" y="5875482"/>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9" name="Straight Arrow Connector 338">
            <a:extLst>
              <a:ext uri="{FF2B5EF4-FFF2-40B4-BE49-F238E27FC236}">
                <a16:creationId xmlns:a16="http://schemas.microsoft.com/office/drawing/2014/main" id="{BA3E0BDB-BC9B-CA7E-C0C0-23DB4D7FF04C}"/>
              </a:ext>
            </a:extLst>
          </p:cNvPr>
          <p:cNvCxnSpPr>
            <a:cxnSpLocks/>
          </p:cNvCxnSpPr>
          <p:nvPr/>
        </p:nvCxnSpPr>
        <p:spPr>
          <a:xfrm>
            <a:off x="7376161" y="5875482"/>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0" name="Rectangle 339">
            <a:extLst>
              <a:ext uri="{FF2B5EF4-FFF2-40B4-BE49-F238E27FC236}">
                <a16:creationId xmlns:a16="http://schemas.microsoft.com/office/drawing/2014/main" id="{D5ABF8F1-F404-8B9D-1CB3-63F78DF54F05}"/>
              </a:ext>
            </a:extLst>
          </p:cNvPr>
          <p:cNvSpPr/>
          <p:nvPr/>
        </p:nvSpPr>
        <p:spPr>
          <a:xfrm>
            <a:off x="7207589"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41" name="Straight Arrow Connector 340">
            <a:extLst>
              <a:ext uri="{FF2B5EF4-FFF2-40B4-BE49-F238E27FC236}">
                <a16:creationId xmlns:a16="http://schemas.microsoft.com/office/drawing/2014/main" id="{810F5986-44D4-95CB-FB1E-1001F6DF1CCE}"/>
              </a:ext>
            </a:extLst>
          </p:cNvPr>
          <p:cNvCxnSpPr>
            <a:cxnSpLocks/>
          </p:cNvCxnSpPr>
          <p:nvPr/>
        </p:nvCxnSpPr>
        <p:spPr>
          <a:xfrm rot="16200000" flipH="1">
            <a:off x="7853435"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2" name="Straight Arrow Connector 341">
            <a:extLst>
              <a:ext uri="{FF2B5EF4-FFF2-40B4-BE49-F238E27FC236}">
                <a16:creationId xmlns:a16="http://schemas.microsoft.com/office/drawing/2014/main" id="{1A680556-68E5-0136-C172-25396361FC18}"/>
              </a:ext>
            </a:extLst>
          </p:cNvPr>
          <p:cNvCxnSpPr>
            <a:cxnSpLocks/>
          </p:cNvCxnSpPr>
          <p:nvPr/>
        </p:nvCxnSpPr>
        <p:spPr>
          <a:xfrm rot="16200000" flipH="1">
            <a:off x="7853435"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43" name="Group 342">
            <a:extLst>
              <a:ext uri="{FF2B5EF4-FFF2-40B4-BE49-F238E27FC236}">
                <a16:creationId xmlns:a16="http://schemas.microsoft.com/office/drawing/2014/main" id="{A7FB397D-49CF-884D-E26F-00338FB04936}"/>
              </a:ext>
            </a:extLst>
          </p:cNvPr>
          <p:cNvGrpSpPr/>
          <p:nvPr/>
        </p:nvGrpSpPr>
        <p:grpSpPr>
          <a:xfrm>
            <a:off x="7920530" y="4748173"/>
            <a:ext cx="377894" cy="374245"/>
            <a:chOff x="7871564" y="2359501"/>
            <a:chExt cx="260880" cy="274320"/>
          </a:xfrm>
        </p:grpSpPr>
        <p:cxnSp>
          <p:nvCxnSpPr>
            <p:cNvPr id="344" name="Straight Arrow Connector 343">
              <a:extLst>
                <a:ext uri="{FF2B5EF4-FFF2-40B4-BE49-F238E27FC236}">
                  <a16:creationId xmlns:a16="http://schemas.microsoft.com/office/drawing/2014/main" id="{9F4EC579-8C00-1629-1D06-B555744176DB}"/>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31779BEE-ABEA-E952-9DFF-E62C2DF0E03F}"/>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667CDE31-4344-BB5B-04CE-061136D950EC}"/>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AF42B8F5-54F0-1B0F-89F1-DA7290CD7D9C}"/>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8" name="Rectangle 347">
            <a:extLst>
              <a:ext uri="{FF2B5EF4-FFF2-40B4-BE49-F238E27FC236}">
                <a16:creationId xmlns:a16="http://schemas.microsoft.com/office/drawing/2014/main" id="{79DBD950-B9E6-4EF6-CB8F-73C7FF55B842}"/>
              </a:ext>
            </a:extLst>
          </p:cNvPr>
          <p:cNvSpPr/>
          <p:nvPr/>
        </p:nvSpPr>
        <p:spPr>
          <a:xfrm>
            <a:off x="7862651"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49" name="Group 348">
            <a:extLst>
              <a:ext uri="{FF2B5EF4-FFF2-40B4-BE49-F238E27FC236}">
                <a16:creationId xmlns:a16="http://schemas.microsoft.com/office/drawing/2014/main" id="{C8EEB58E-BCAA-47DE-C35C-6053E8435243}"/>
              </a:ext>
            </a:extLst>
          </p:cNvPr>
          <p:cNvGrpSpPr/>
          <p:nvPr/>
        </p:nvGrpSpPr>
        <p:grpSpPr>
          <a:xfrm>
            <a:off x="7920530" y="5875482"/>
            <a:ext cx="377894" cy="244938"/>
            <a:chOff x="7871564" y="3137742"/>
            <a:chExt cx="260880" cy="274320"/>
          </a:xfrm>
        </p:grpSpPr>
        <p:cxnSp>
          <p:nvCxnSpPr>
            <p:cNvPr id="350" name="Straight Arrow Connector 349">
              <a:extLst>
                <a:ext uri="{FF2B5EF4-FFF2-40B4-BE49-F238E27FC236}">
                  <a16:creationId xmlns:a16="http://schemas.microsoft.com/office/drawing/2014/main" id="{1FE15405-5181-050A-B44E-A1528AC697B0}"/>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028D18F3-CFC2-0819-FC10-0036A7088284}"/>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C75BFE52-B973-E15C-7E09-555B005F12A1}"/>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7D14A1E6-6CF5-6848-4DD8-1D3561EB8E3D}"/>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4" name="Rectangle 353">
            <a:extLst>
              <a:ext uri="{FF2B5EF4-FFF2-40B4-BE49-F238E27FC236}">
                <a16:creationId xmlns:a16="http://schemas.microsoft.com/office/drawing/2014/main" id="{A2271CA6-617A-79B6-556D-D3C741D33C76}"/>
              </a:ext>
            </a:extLst>
          </p:cNvPr>
          <p:cNvSpPr/>
          <p:nvPr/>
        </p:nvSpPr>
        <p:spPr>
          <a:xfrm>
            <a:off x="7862090"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55" name="Straight Arrow Connector 354">
            <a:extLst>
              <a:ext uri="{FF2B5EF4-FFF2-40B4-BE49-F238E27FC236}">
                <a16:creationId xmlns:a16="http://schemas.microsoft.com/office/drawing/2014/main" id="{8CAF1642-B932-D82C-8877-A125C2756DB7}"/>
              </a:ext>
            </a:extLst>
          </p:cNvPr>
          <p:cNvCxnSpPr>
            <a:cxnSpLocks/>
          </p:cNvCxnSpPr>
          <p:nvPr/>
        </p:nvCxnSpPr>
        <p:spPr>
          <a:xfrm rot="16200000" flipH="1">
            <a:off x="8503058"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6" name="Straight Arrow Connector 355">
            <a:extLst>
              <a:ext uri="{FF2B5EF4-FFF2-40B4-BE49-F238E27FC236}">
                <a16:creationId xmlns:a16="http://schemas.microsoft.com/office/drawing/2014/main" id="{F7FADEC1-D645-9736-F5B0-E5CB6B7DD713}"/>
              </a:ext>
            </a:extLst>
          </p:cNvPr>
          <p:cNvCxnSpPr>
            <a:cxnSpLocks/>
          </p:cNvCxnSpPr>
          <p:nvPr/>
        </p:nvCxnSpPr>
        <p:spPr>
          <a:xfrm rot="16200000" flipH="1">
            <a:off x="8503058"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57" name="Rectangle 356">
            <a:extLst>
              <a:ext uri="{FF2B5EF4-FFF2-40B4-BE49-F238E27FC236}">
                <a16:creationId xmlns:a16="http://schemas.microsoft.com/office/drawing/2014/main" id="{B060A576-2BD3-4069-1969-CCA5D7535AE5}"/>
              </a:ext>
            </a:extLst>
          </p:cNvPr>
          <p:cNvSpPr/>
          <p:nvPr/>
        </p:nvSpPr>
        <p:spPr>
          <a:xfrm>
            <a:off x="8516872"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58" name="Group 357">
            <a:extLst>
              <a:ext uri="{FF2B5EF4-FFF2-40B4-BE49-F238E27FC236}">
                <a16:creationId xmlns:a16="http://schemas.microsoft.com/office/drawing/2014/main" id="{9EC8C892-D4CC-EB71-A3F4-7C1567EACA01}"/>
              </a:ext>
            </a:extLst>
          </p:cNvPr>
          <p:cNvGrpSpPr/>
          <p:nvPr/>
        </p:nvGrpSpPr>
        <p:grpSpPr>
          <a:xfrm>
            <a:off x="8586775" y="3720960"/>
            <a:ext cx="368695" cy="244938"/>
            <a:chOff x="7877914" y="1675761"/>
            <a:chExt cx="254530" cy="274320"/>
          </a:xfrm>
        </p:grpSpPr>
        <p:cxnSp>
          <p:nvCxnSpPr>
            <p:cNvPr id="359" name="Straight Arrow Connector 358">
              <a:extLst>
                <a:ext uri="{FF2B5EF4-FFF2-40B4-BE49-F238E27FC236}">
                  <a16:creationId xmlns:a16="http://schemas.microsoft.com/office/drawing/2014/main" id="{AA4BE0F1-8E3E-DF4C-B92E-439FDB7F8593}"/>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0" name="Straight Arrow Connector 359">
              <a:extLst>
                <a:ext uri="{FF2B5EF4-FFF2-40B4-BE49-F238E27FC236}">
                  <a16:creationId xmlns:a16="http://schemas.microsoft.com/office/drawing/2014/main" id="{E47EC942-CF14-E692-2356-E011BE69107C}"/>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1" name="Straight Arrow Connector 360">
              <a:extLst>
                <a:ext uri="{FF2B5EF4-FFF2-40B4-BE49-F238E27FC236}">
                  <a16:creationId xmlns:a16="http://schemas.microsoft.com/office/drawing/2014/main" id="{92FEAD27-5F74-0262-DFED-D4E103F43F31}"/>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2" name="Straight Arrow Connector 361">
              <a:extLst>
                <a:ext uri="{FF2B5EF4-FFF2-40B4-BE49-F238E27FC236}">
                  <a16:creationId xmlns:a16="http://schemas.microsoft.com/office/drawing/2014/main" id="{DCA2F24A-0C7C-8298-D852-250BE3711F03}"/>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63" name="Rectangle 362">
            <a:extLst>
              <a:ext uri="{FF2B5EF4-FFF2-40B4-BE49-F238E27FC236}">
                <a16:creationId xmlns:a16="http://schemas.microsoft.com/office/drawing/2014/main" id="{58CC9792-207B-6008-5A47-F8E4F9CB5EC8}"/>
              </a:ext>
            </a:extLst>
          </p:cNvPr>
          <p:cNvSpPr/>
          <p:nvPr/>
        </p:nvSpPr>
        <p:spPr>
          <a:xfrm>
            <a:off x="8516591"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64" name="Group 363">
            <a:extLst>
              <a:ext uri="{FF2B5EF4-FFF2-40B4-BE49-F238E27FC236}">
                <a16:creationId xmlns:a16="http://schemas.microsoft.com/office/drawing/2014/main" id="{170CD563-7D86-926D-1C81-B18740CFA19C}"/>
              </a:ext>
            </a:extLst>
          </p:cNvPr>
          <p:cNvGrpSpPr/>
          <p:nvPr/>
        </p:nvGrpSpPr>
        <p:grpSpPr>
          <a:xfrm>
            <a:off x="8577576" y="4748173"/>
            <a:ext cx="377894" cy="374245"/>
            <a:chOff x="7871564" y="2359501"/>
            <a:chExt cx="260880" cy="274320"/>
          </a:xfrm>
        </p:grpSpPr>
        <p:cxnSp>
          <p:nvCxnSpPr>
            <p:cNvPr id="365" name="Straight Arrow Connector 364">
              <a:extLst>
                <a:ext uri="{FF2B5EF4-FFF2-40B4-BE49-F238E27FC236}">
                  <a16:creationId xmlns:a16="http://schemas.microsoft.com/office/drawing/2014/main" id="{816441D7-6D09-21AC-8FC8-2806198E1563}"/>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CBD9330D-1623-D5FB-D76A-003D87472A7F}"/>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7" name="Straight Arrow Connector 366">
              <a:extLst>
                <a:ext uri="{FF2B5EF4-FFF2-40B4-BE49-F238E27FC236}">
                  <a16:creationId xmlns:a16="http://schemas.microsoft.com/office/drawing/2014/main" id="{5BC40F09-8E93-8FD0-507B-215D2F1C766E}"/>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8" name="Straight Arrow Connector 367">
              <a:extLst>
                <a:ext uri="{FF2B5EF4-FFF2-40B4-BE49-F238E27FC236}">
                  <a16:creationId xmlns:a16="http://schemas.microsoft.com/office/drawing/2014/main" id="{31C476E2-F205-2A15-248F-D56931A67634}"/>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69" name="Rectangle 368">
            <a:extLst>
              <a:ext uri="{FF2B5EF4-FFF2-40B4-BE49-F238E27FC236}">
                <a16:creationId xmlns:a16="http://schemas.microsoft.com/office/drawing/2014/main" id="{590A2C0D-7A4D-6DAB-7804-CFE2ADDB7FBA}"/>
              </a:ext>
            </a:extLst>
          </p:cNvPr>
          <p:cNvSpPr/>
          <p:nvPr/>
        </p:nvSpPr>
        <p:spPr>
          <a:xfrm>
            <a:off x="8516872"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70" name="Group 369">
            <a:extLst>
              <a:ext uri="{FF2B5EF4-FFF2-40B4-BE49-F238E27FC236}">
                <a16:creationId xmlns:a16="http://schemas.microsoft.com/office/drawing/2014/main" id="{862F0AD6-B889-1313-A33A-2B21C5E3E68B}"/>
              </a:ext>
            </a:extLst>
          </p:cNvPr>
          <p:cNvGrpSpPr/>
          <p:nvPr/>
        </p:nvGrpSpPr>
        <p:grpSpPr>
          <a:xfrm>
            <a:off x="8577576" y="5875482"/>
            <a:ext cx="377894" cy="244938"/>
            <a:chOff x="7871564" y="3137742"/>
            <a:chExt cx="260880" cy="274320"/>
          </a:xfrm>
        </p:grpSpPr>
        <p:cxnSp>
          <p:nvCxnSpPr>
            <p:cNvPr id="371" name="Straight Arrow Connector 370">
              <a:extLst>
                <a:ext uri="{FF2B5EF4-FFF2-40B4-BE49-F238E27FC236}">
                  <a16:creationId xmlns:a16="http://schemas.microsoft.com/office/drawing/2014/main" id="{10E1169E-63A5-9B3F-E6EF-3CD06AD0E5A1}"/>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2" name="Straight Arrow Connector 371">
              <a:extLst>
                <a:ext uri="{FF2B5EF4-FFF2-40B4-BE49-F238E27FC236}">
                  <a16:creationId xmlns:a16="http://schemas.microsoft.com/office/drawing/2014/main" id="{4B7D3F52-8152-DA5F-AC5E-9471CC1B2A06}"/>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3" name="Straight Arrow Connector 372">
              <a:extLst>
                <a:ext uri="{FF2B5EF4-FFF2-40B4-BE49-F238E27FC236}">
                  <a16:creationId xmlns:a16="http://schemas.microsoft.com/office/drawing/2014/main" id="{35FDF33A-F5A9-E859-5A81-A4DC7F64F217}"/>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4" name="Straight Arrow Connector 373">
              <a:extLst>
                <a:ext uri="{FF2B5EF4-FFF2-40B4-BE49-F238E27FC236}">
                  <a16:creationId xmlns:a16="http://schemas.microsoft.com/office/drawing/2014/main" id="{82166377-AD92-2642-BED6-9E7C72ED3535}"/>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5" name="Rectangle 374">
            <a:extLst>
              <a:ext uri="{FF2B5EF4-FFF2-40B4-BE49-F238E27FC236}">
                <a16:creationId xmlns:a16="http://schemas.microsoft.com/office/drawing/2014/main" id="{1D08D008-F811-8D70-7F83-F7D506C1A2E3}"/>
              </a:ext>
            </a:extLst>
          </p:cNvPr>
          <p:cNvSpPr/>
          <p:nvPr/>
        </p:nvSpPr>
        <p:spPr>
          <a:xfrm>
            <a:off x="8516591"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76" name="Straight Arrow Connector 375">
            <a:extLst>
              <a:ext uri="{FF2B5EF4-FFF2-40B4-BE49-F238E27FC236}">
                <a16:creationId xmlns:a16="http://schemas.microsoft.com/office/drawing/2014/main" id="{C0B984C0-DFAA-3A1B-CADE-97C8D089C4AB}"/>
              </a:ext>
            </a:extLst>
          </p:cNvPr>
          <p:cNvCxnSpPr>
            <a:cxnSpLocks/>
          </p:cNvCxnSpPr>
          <p:nvPr/>
        </p:nvCxnSpPr>
        <p:spPr>
          <a:xfrm rot="16200000" flipH="1">
            <a:off x="9152680"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7583B150-725F-41A2-988F-4999ADAF72C7}"/>
              </a:ext>
            </a:extLst>
          </p:cNvPr>
          <p:cNvCxnSpPr>
            <a:cxnSpLocks/>
          </p:cNvCxnSpPr>
          <p:nvPr/>
        </p:nvCxnSpPr>
        <p:spPr>
          <a:xfrm rot="16200000" flipH="1">
            <a:off x="9152680"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8" name="Straight Arrow Connector 377">
            <a:extLst>
              <a:ext uri="{FF2B5EF4-FFF2-40B4-BE49-F238E27FC236}">
                <a16:creationId xmlns:a16="http://schemas.microsoft.com/office/drawing/2014/main" id="{805EA91E-8200-EF59-06CC-00DBB2D1399F}"/>
              </a:ext>
            </a:extLst>
          </p:cNvPr>
          <p:cNvCxnSpPr>
            <a:cxnSpLocks/>
          </p:cNvCxnSpPr>
          <p:nvPr/>
        </p:nvCxnSpPr>
        <p:spPr>
          <a:xfrm rot="16200000" flipH="1">
            <a:off x="9152680"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79" name="Rectangle 378">
            <a:extLst>
              <a:ext uri="{FF2B5EF4-FFF2-40B4-BE49-F238E27FC236}">
                <a16:creationId xmlns:a16="http://schemas.microsoft.com/office/drawing/2014/main" id="{77C775A7-7412-4206-EFE8-6D73FD76593A}"/>
              </a:ext>
            </a:extLst>
          </p:cNvPr>
          <p:cNvSpPr/>
          <p:nvPr/>
        </p:nvSpPr>
        <p:spPr>
          <a:xfrm>
            <a:off x="9171091" y="2893472"/>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80" name="Group 379">
            <a:extLst>
              <a:ext uri="{FF2B5EF4-FFF2-40B4-BE49-F238E27FC236}">
                <a16:creationId xmlns:a16="http://schemas.microsoft.com/office/drawing/2014/main" id="{2B2BDBDC-AA69-96F4-F60B-5560AC2CC514}"/>
              </a:ext>
            </a:extLst>
          </p:cNvPr>
          <p:cNvGrpSpPr/>
          <p:nvPr/>
        </p:nvGrpSpPr>
        <p:grpSpPr>
          <a:xfrm>
            <a:off x="9243822" y="3720960"/>
            <a:ext cx="368695" cy="244938"/>
            <a:chOff x="7877914" y="1675761"/>
            <a:chExt cx="254530" cy="274320"/>
          </a:xfrm>
        </p:grpSpPr>
        <p:cxnSp>
          <p:nvCxnSpPr>
            <p:cNvPr id="381" name="Straight Arrow Connector 380">
              <a:extLst>
                <a:ext uri="{FF2B5EF4-FFF2-40B4-BE49-F238E27FC236}">
                  <a16:creationId xmlns:a16="http://schemas.microsoft.com/office/drawing/2014/main" id="{3A071FDA-08E9-B3BA-07C4-4B6143AFACCA}"/>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2" name="Straight Arrow Connector 381">
              <a:extLst>
                <a:ext uri="{FF2B5EF4-FFF2-40B4-BE49-F238E27FC236}">
                  <a16:creationId xmlns:a16="http://schemas.microsoft.com/office/drawing/2014/main" id="{18A11410-0425-A17A-113D-202BE301ED48}"/>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3" name="Straight Arrow Connector 382">
              <a:extLst>
                <a:ext uri="{FF2B5EF4-FFF2-40B4-BE49-F238E27FC236}">
                  <a16:creationId xmlns:a16="http://schemas.microsoft.com/office/drawing/2014/main" id="{945F9419-1FFC-3016-6FFE-1F8748780F3B}"/>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4" name="Straight Arrow Connector 383">
              <a:extLst>
                <a:ext uri="{FF2B5EF4-FFF2-40B4-BE49-F238E27FC236}">
                  <a16:creationId xmlns:a16="http://schemas.microsoft.com/office/drawing/2014/main" id="{03A93AB6-EC9E-AC1E-1B4E-503D324ABC15}"/>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85" name="Rectangle 384">
            <a:extLst>
              <a:ext uri="{FF2B5EF4-FFF2-40B4-BE49-F238E27FC236}">
                <a16:creationId xmlns:a16="http://schemas.microsoft.com/office/drawing/2014/main" id="{7EF06A3C-283B-842C-27FD-87CA7D94C0CF}"/>
              </a:ext>
            </a:extLst>
          </p:cNvPr>
          <p:cNvSpPr/>
          <p:nvPr/>
        </p:nvSpPr>
        <p:spPr>
          <a:xfrm>
            <a:off x="9171091" y="3916421"/>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86" name="Group 385">
            <a:extLst>
              <a:ext uri="{FF2B5EF4-FFF2-40B4-BE49-F238E27FC236}">
                <a16:creationId xmlns:a16="http://schemas.microsoft.com/office/drawing/2014/main" id="{BBCC9160-C251-95FD-F962-41145D3AEA3A}"/>
              </a:ext>
            </a:extLst>
          </p:cNvPr>
          <p:cNvGrpSpPr/>
          <p:nvPr/>
        </p:nvGrpSpPr>
        <p:grpSpPr>
          <a:xfrm>
            <a:off x="9234623" y="4748173"/>
            <a:ext cx="377894" cy="374245"/>
            <a:chOff x="7871564" y="2359501"/>
            <a:chExt cx="260880" cy="274320"/>
          </a:xfrm>
        </p:grpSpPr>
        <p:cxnSp>
          <p:nvCxnSpPr>
            <p:cNvPr id="387" name="Straight Arrow Connector 386">
              <a:extLst>
                <a:ext uri="{FF2B5EF4-FFF2-40B4-BE49-F238E27FC236}">
                  <a16:creationId xmlns:a16="http://schemas.microsoft.com/office/drawing/2014/main" id="{6EF5E905-BFFF-8453-E30F-F905B6D45492}"/>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8" name="Straight Arrow Connector 387">
              <a:extLst>
                <a:ext uri="{FF2B5EF4-FFF2-40B4-BE49-F238E27FC236}">
                  <a16:creationId xmlns:a16="http://schemas.microsoft.com/office/drawing/2014/main" id="{D105BA46-C10F-A0BC-0DDC-E2A984AF3799}"/>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9" name="Straight Arrow Connector 388">
              <a:extLst>
                <a:ext uri="{FF2B5EF4-FFF2-40B4-BE49-F238E27FC236}">
                  <a16:creationId xmlns:a16="http://schemas.microsoft.com/office/drawing/2014/main" id="{E117EC03-E563-D2A8-8A9A-068B336D2D8C}"/>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0" name="Straight Arrow Connector 389">
              <a:extLst>
                <a:ext uri="{FF2B5EF4-FFF2-40B4-BE49-F238E27FC236}">
                  <a16:creationId xmlns:a16="http://schemas.microsoft.com/office/drawing/2014/main" id="{47F95579-8602-3DB2-383E-6D3B85A3B229}"/>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91" name="Rectangle 390">
            <a:extLst>
              <a:ext uri="{FF2B5EF4-FFF2-40B4-BE49-F238E27FC236}">
                <a16:creationId xmlns:a16="http://schemas.microsoft.com/office/drawing/2014/main" id="{4FEE3EA4-F50C-A9E2-AC8D-4C622EA2990E}"/>
              </a:ext>
            </a:extLst>
          </p:cNvPr>
          <p:cNvSpPr/>
          <p:nvPr/>
        </p:nvSpPr>
        <p:spPr>
          <a:xfrm>
            <a:off x="9171091" y="5044739"/>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92" name="Group 391">
            <a:extLst>
              <a:ext uri="{FF2B5EF4-FFF2-40B4-BE49-F238E27FC236}">
                <a16:creationId xmlns:a16="http://schemas.microsoft.com/office/drawing/2014/main" id="{D14F84E6-B520-747D-DE01-D0CD8A05FA4F}"/>
              </a:ext>
            </a:extLst>
          </p:cNvPr>
          <p:cNvGrpSpPr/>
          <p:nvPr/>
        </p:nvGrpSpPr>
        <p:grpSpPr>
          <a:xfrm>
            <a:off x="9234623" y="5875482"/>
            <a:ext cx="377894" cy="244938"/>
            <a:chOff x="7871564" y="3137742"/>
            <a:chExt cx="260880" cy="274320"/>
          </a:xfrm>
        </p:grpSpPr>
        <p:cxnSp>
          <p:nvCxnSpPr>
            <p:cNvPr id="393" name="Straight Arrow Connector 392">
              <a:extLst>
                <a:ext uri="{FF2B5EF4-FFF2-40B4-BE49-F238E27FC236}">
                  <a16:creationId xmlns:a16="http://schemas.microsoft.com/office/drawing/2014/main" id="{EB8C5B93-419D-1609-0654-FF5170AB0F71}"/>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1B6399F1-5FFE-94BD-05C2-2DD52244956C}"/>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5" name="Straight Arrow Connector 394">
              <a:extLst>
                <a:ext uri="{FF2B5EF4-FFF2-40B4-BE49-F238E27FC236}">
                  <a16:creationId xmlns:a16="http://schemas.microsoft.com/office/drawing/2014/main" id="{2458716F-667A-F305-2FE0-FD0854D01922}"/>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6" name="Straight Arrow Connector 395">
              <a:extLst>
                <a:ext uri="{FF2B5EF4-FFF2-40B4-BE49-F238E27FC236}">
                  <a16:creationId xmlns:a16="http://schemas.microsoft.com/office/drawing/2014/main" id="{F9B79673-F64B-CE9C-E1A7-C092BBB23B07}"/>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97" name="Rectangle 396">
            <a:extLst>
              <a:ext uri="{FF2B5EF4-FFF2-40B4-BE49-F238E27FC236}">
                <a16:creationId xmlns:a16="http://schemas.microsoft.com/office/drawing/2014/main" id="{31CB57B8-8312-DD9C-3526-0C6465C48EBE}"/>
              </a:ext>
            </a:extLst>
          </p:cNvPr>
          <p:cNvSpPr/>
          <p:nvPr/>
        </p:nvSpPr>
        <p:spPr>
          <a:xfrm>
            <a:off x="9171091" y="6067688"/>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cxnSp>
        <p:nvCxnSpPr>
          <p:cNvPr id="398" name="Straight Arrow Connector 397">
            <a:extLst>
              <a:ext uri="{FF2B5EF4-FFF2-40B4-BE49-F238E27FC236}">
                <a16:creationId xmlns:a16="http://schemas.microsoft.com/office/drawing/2014/main" id="{3DF5C34B-192F-0947-F24C-2901BEBF8BD3}"/>
              </a:ext>
            </a:extLst>
          </p:cNvPr>
          <p:cNvCxnSpPr>
            <a:cxnSpLocks/>
          </p:cNvCxnSpPr>
          <p:nvPr/>
        </p:nvCxnSpPr>
        <p:spPr>
          <a:xfrm rot="16200000" flipH="1">
            <a:off x="9802303"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9" name="Straight Arrow Connector 398">
            <a:extLst>
              <a:ext uri="{FF2B5EF4-FFF2-40B4-BE49-F238E27FC236}">
                <a16:creationId xmlns:a16="http://schemas.microsoft.com/office/drawing/2014/main" id="{3204A73E-6EFF-4B2D-A098-D9D4FFF0F348}"/>
              </a:ext>
            </a:extLst>
          </p:cNvPr>
          <p:cNvCxnSpPr>
            <a:cxnSpLocks/>
          </p:cNvCxnSpPr>
          <p:nvPr/>
        </p:nvCxnSpPr>
        <p:spPr>
          <a:xfrm rot="16200000" flipH="1">
            <a:off x="9802303"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0" name="Straight Arrow Connector 399">
            <a:extLst>
              <a:ext uri="{FF2B5EF4-FFF2-40B4-BE49-F238E27FC236}">
                <a16:creationId xmlns:a16="http://schemas.microsoft.com/office/drawing/2014/main" id="{2A5653EF-DD35-1471-B840-880B604B5548}"/>
              </a:ext>
            </a:extLst>
          </p:cNvPr>
          <p:cNvCxnSpPr>
            <a:cxnSpLocks/>
          </p:cNvCxnSpPr>
          <p:nvPr/>
        </p:nvCxnSpPr>
        <p:spPr>
          <a:xfrm rot="16200000" flipH="1">
            <a:off x="9802303"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1" name="Straight Arrow Connector 400">
            <a:extLst>
              <a:ext uri="{FF2B5EF4-FFF2-40B4-BE49-F238E27FC236}">
                <a16:creationId xmlns:a16="http://schemas.microsoft.com/office/drawing/2014/main" id="{B9565604-9E40-25F9-B94B-90AB79279277}"/>
              </a:ext>
            </a:extLst>
          </p:cNvPr>
          <p:cNvCxnSpPr>
            <a:cxnSpLocks/>
          </p:cNvCxnSpPr>
          <p:nvPr/>
        </p:nvCxnSpPr>
        <p:spPr>
          <a:xfrm>
            <a:off x="6871654"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2" name="Straight Arrow Connector 401">
            <a:extLst>
              <a:ext uri="{FF2B5EF4-FFF2-40B4-BE49-F238E27FC236}">
                <a16:creationId xmlns:a16="http://schemas.microsoft.com/office/drawing/2014/main" id="{C5EA6FAF-BD12-A08F-84AA-C6BBDD1F9531}"/>
              </a:ext>
            </a:extLst>
          </p:cNvPr>
          <p:cNvCxnSpPr>
            <a:cxnSpLocks/>
          </p:cNvCxnSpPr>
          <p:nvPr/>
        </p:nvCxnSpPr>
        <p:spPr>
          <a:xfrm>
            <a:off x="6984331"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3" name="Straight Arrow Connector 402">
            <a:extLst>
              <a:ext uri="{FF2B5EF4-FFF2-40B4-BE49-F238E27FC236}">
                <a16:creationId xmlns:a16="http://schemas.microsoft.com/office/drawing/2014/main" id="{1A741199-4518-AB8A-28AF-806E29C6F1A0}"/>
              </a:ext>
            </a:extLst>
          </p:cNvPr>
          <p:cNvCxnSpPr>
            <a:cxnSpLocks/>
          </p:cNvCxnSpPr>
          <p:nvPr/>
        </p:nvCxnSpPr>
        <p:spPr>
          <a:xfrm>
            <a:off x="6606437"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4" name="Straight Arrow Connector 403">
            <a:extLst>
              <a:ext uri="{FF2B5EF4-FFF2-40B4-BE49-F238E27FC236}">
                <a16:creationId xmlns:a16="http://schemas.microsoft.com/office/drawing/2014/main" id="{CF40144D-5C1A-A074-0413-243F4D006CD7}"/>
              </a:ext>
            </a:extLst>
          </p:cNvPr>
          <p:cNvCxnSpPr>
            <a:cxnSpLocks/>
          </p:cNvCxnSpPr>
          <p:nvPr/>
        </p:nvCxnSpPr>
        <p:spPr>
          <a:xfrm>
            <a:off x="6719114"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5" name="Straight Arrow Connector 404">
            <a:extLst>
              <a:ext uri="{FF2B5EF4-FFF2-40B4-BE49-F238E27FC236}">
                <a16:creationId xmlns:a16="http://schemas.microsoft.com/office/drawing/2014/main" id="{C7FCC4B6-8D89-E127-236C-FB3A12DB2325}"/>
              </a:ext>
            </a:extLst>
          </p:cNvPr>
          <p:cNvCxnSpPr>
            <a:cxnSpLocks/>
          </p:cNvCxnSpPr>
          <p:nvPr/>
        </p:nvCxnSpPr>
        <p:spPr>
          <a:xfrm>
            <a:off x="7528700"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6" name="Straight Arrow Connector 405">
            <a:extLst>
              <a:ext uri="{FF2B5EF4-FFF2-40B4-BE49-F238E27FC236}">
                <a16:creationId xmlns:a16="http://schemas.microsoft.com/office/drawing/2014/main" id="{36B8AC30-7612-5CA9-370B-7BD31FF3B55C}"/>
              </a:ext>
            </a:extLst>
          </p:cNvPr>
          <p:cNvCxnSpPr>
            <a:cxnSpLocks/>
          </p:cNvCxnSpPr>
          <p:nvPr/>
        </p:nvCxnSpPr>
        <p:spPr>
          <a:xfrm>
            <a:off x="7641377"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8" name="Straight Arrow Connector 407">
            <a:extLst>
              <a:ext uri="{FF2B5EF4-FFF2-40B4-BE49-F238E27FC236}">
                <a16:creationId xmlns:a16="http://schemas.microsoft.com/office/drawing/2014/main" id="{E584F79D-5EBD-434B-B10F-EF33847CE478}"/>
              </a:ext>
            </a:extLst>
          </p:cNvPr>
          <p:cNvCxnSpPr>
            <a:cxnSpLocks/>
          </p:cNvCxnSpPr>
          <p:nvPr/>
        </p:nvCxnSpPr>
        <p:spPr>
          <a:xfrm>
            <a:off x="7376161"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9" name="Straight Arrow Connector 408">
            <a:extLst>
              <a:ext uri="{FF2B5EF4-FFF2-40B4-BE49-F238E27FC236}">
                <a16:creationId xmlns:a16="http://schemas.microsoft.com/office/drawing/2014/main" id="{3804B91F-5B5A-FF1E-897C-62F111A1CCBC}"/>
              </a:ext>
            </a:extLst>
          </p:cNvPr>
          <p:cNvCxnSpPr>
            <a:cxnSpLocks/>
          </p:cNvCxnSpPr>
          <p:nvPr/>
        </p:nvCxnSpPr>
        <p:spPr>
          <a:xfrm>
            <a:off x="8185746"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0" name="Straight Arrow Connector 409">
            <a:extLst>
              <a:ext uri="{FF2B5EF4-FFF2-40B4-BE49-F238E27FC236}">
                <a16:creationId xmlns:a16="http://schemas.microsoft.com/office/drawing/2014/main" id="{2BA69ED5-449C-BED9-B8DD-00570A0FD3CB}"/>
              </a:ext>
            </a:extLst>
          </p:cNvPr>
          <p:cNvCxnSpPr>
            <a:cxnSpLocks/>
          </p:cNvCxnSpPr>
          <p:nvPr/>
        </p:nvCxnSpPr>
        <p:spPr>
          <a:xfrm>
            <a:off x="8298423"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1" name="Straight Arrow Connector 410">
            <a:extLst>
              <a:ext uri="{FF2B5EF4-FFF2-40B4-BE49-F238E27FC236}">
                <a16:creationId xmlns:a16="http://schemas.microsoft.com/office/drawing/2014/main" id="{51F58140-7BC3-059B-FC0C-CB7F922884EF}"/>
              </a:ext>
            </a:extLst>
          </p:cNvPr>
          <p:cNvCxnSpPr>
            <a:cxnSpLocks/>
          </p:cNvCxnSpPr>
          <p:nvPr/>
        </p:nvCxnSpPr>
        <p:spPr>
          <a:xfrm>
            <a:off x="7920530"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2" name="Straight Arrow Connector 411">
            <a:extLst>
              <a:ext uri="{FF2B5EF4-FFF2-40B4-BE49-F238E27FC236}">
                <a16:creationId xmlns:a16="http://schemas.microsoft.com/office/drawing/2014/main" id="{66341FE5-3293-9AF4-D03F-B561FAE498EF}"/>
              </a:ext>
            </a:extLst>
          </p:cNvPr>
          <p:cNvCxnSpPr>
            <a:cxnSpLocks/>
          </p:cNvCxnSpPr>
          <p:nvPr/>
        </p:nvCxnSpPr>
        <p:spPr>
          <a:xfrm>
            <a:off x="8033207"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3" name="Straight Arrow Connector 412">
            <a:extLst>
              <a:ext uri="{FF2B5EF4-FFF2-40B4-BE49-F238E27FC236}">
                <a16:creationId xmlns:a16="http://schemas.microsoft.com/office/drawing/2014/main" id="{06A7C586-FD46-9333-B079-B8585B3DEA08}"/>
              </a:ext>
            </a:extLst>
          </p:cNvPr>
          <p:cNvCxnSpPr>
            <a:cxnSpLocks/>
          </p:cNvCxnSpPr>
          <p:nvPr/>
        </p:nvCxnSpPr>
        <p:spPr>
          <a:xfrm>
            <a:off x="8842793"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4" name="Straight Arrow Connector 413">
            <a:extLst>
              <a:ext uri="{FF2B5EF4-FFF2-40B4-BE49-F238E27FC236}">
                <a16:creationId xmlns:a16="http://schemas.microsoft.com/office/drawing/2014/main" id="{0C312BA1-88BD-0394-D870-8132BEFB6D48}"/>
              </a:ext>
            </a:extLst>
          </p:cNvPr>
          <p:cNvCxnSpPr>
            <a:cxnSpLocks/>
          </p:cNvCxnSpPr>
          <p:nvPr/>
        </p:nvCxnSpPr>
        <p:spPr>
          <a:xfrm>
            <a:off x="8955470"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5" name="Straight Arrow Connector 414">
            <a:extLst>
              <a:ext uri="{FF2B5EF4-FFF2-40B4-BE49-F238E27FC236}">
                <a16:creationId xmlns:a16="http://schemas.microsoft.com/office/drawing/2014/main" id="{23BC4F5A-9783-29D3-9664-9A2779638F99}"/>
              </a:ext>
            </a:extLst>
          </p:cNvPr>
          <p:cNvCxnSpPr>
            <a:cxnSpLocks/>
          </p:cNvCxnSpPr>
          <p:nvPr/>
        </p:nvCxnSpPr>
        <p:spPr>
          <a:xfrm>
            <a:off x="8577576"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6" name="Straight Arrow Connector 415">
            <a:extLst>
              <a:ext uri="{FF2B5EF4-FFF2-40B4-BE49-F238E27FC236}">
                <a16:creationId xmlns:a16="http://schemas.microsoft.com/office/drawing/2014/main" id="{30A1A106-5F37-FC4E-72BF-BE5CB63D2A6E}"/>
              </a:ext>
            </a:extLst>
          </p:cNvPr>
          <p:cNvCxnSpPr>
            <a:cxnSpLocks/>
          </p:cNvCxnSpPr>
          <p:nvPr/>
        </p:nvCxnSpPr>
        <p:spPr>
          <a:xfrm>
            <a:off x="8690253"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7" name="Straight Arrow Connector 416">
            <a:extLst>
              <a:ext uri="{FF2B5EF4-FFF2-40B4-BE49-F238E27FC236}">
                <a16:creationId xmlns:a16="http://schemas.microsoft.com/office/drawing/2014/main" id="{495C99DF-2015-F43E-029E-6B062C9C4027}"/>
              </a:ext>
            </a:extLst>
          </p:cNvPr>
          <p:cNvCxnSpPr>
            <a:cxnSpLocks/>
          </p:cNvCxnSpPr>
          <p:nvPr/>
        </p:nvCxnSpPr>
        <p:spPr>
          <a:xfrm>
            <a:off x="9499839"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8" name="Straight Arrow Connector 417">
            <a:extLst>
              <a:ext uri="{FF2B5EF4-FFF2-40B4-BE49-F238E27FC236}">
                <a16:creationId xmlns:a16="http://schemas.microsoft.com/office/drawing/2014/main" id="{8B6147D0-9BF2-AA23-FEFE-4CBE0CEABD40}"/>
              </a:ext>
            </a:extLst>
          </p:cNvPr>
          <p:cNvCxnSpPr>
            <a:cxnSpLocks/>
          </p:cNvCxnSpPr>
          <p:nvPr/>
        </p:nvCxnSpPr>
        <p:spPr>
          <a:xfrm>
            <a:off x="9612516"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9" name="Straight Arrow Connector 418">
            <a:extLst>
              <a:ext uri="{FF2B5EF4-FFF2-40B4-BE49-F238E27FC236}">
                <a16:creationId xmlns:a16="http://schemas.microsoft.com/office/drawing/2014/main" id="{04D152C6-56EE-459D-BA70-32F2A7EC28AB}"/>
              </a:ext>
            </a:extLst>
          </p:cNvPr>
          <p:cNvCxnSpPr>
            <a:cxnSpLocks/>
          </p:cNvCxnSpPr>
          <p:nvPr/>
        </p:nvCxnSpPr>
        <p:spPr>
          <a:xfrm>
            <a:off x="9234623"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0" name="Straight Arrow Connector 419">
            <a:extLst>
              <a:ext uri="{FF2B5EF4-FFF2-40B4-BE49-F238E27FC236}">
                <a16:creationId xmlns:a16="http://schemas.microsoft.com/office/drawing/2014/main" id="{CDE95311-BBEE-FDAD-65A8-91A06C4B069D}"/>
              </a:ext>
            </a:extLst>
          </p:cNvPr>
          <p:cNvCxnSpPr>
            <a:cxnSpLocks/>
          </p:cNvCxnSpPr>
          <p:nvPr/>
        </p:nvCxnSpPr>
        <p:spPr>
          <a:xfrm>
            <a:off x="9347300"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421" name="Rectangle 420">
            <a:extLst>
              <a:ext uri="{FF2B5EF4-FFF2-40B4-BE49-F238E27FC236}">
                <a16:creationId xmlns:a16="http://schemas.microsoft.com/office/drawing/2014/main" id="{ADF30DDA-07EF-293E-B1F1-2FFBA6C526FD}"/>
              </a:ext>
            </a:extLst>
          </p:cNvPr>
          <p:cNvSpPr/>
          <p:nvPr/>
        </p:nvSpPr>
        <p:spPr>
          <a:xfrm>
            <a:off x="5807757" y="2455169"/>
            <a:ext cx="4268417" cy="4870442"/>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2" name="Straight Arrow Connector 421">
            <a:extLst>
              <a:ext uri="{FF2B5EF4-FFF2-40B4-BE49-F238E27FC236}">
                <a16:creationId xmlns:a16="http://schemas.microsoft.com/office/drawing/2014/main" id="{236A5368-ECDD-70EA-B145-33B3F6DD888C}"/>
              </a:ext>
            </a:extLst>
          </p:cNvPr>
          <p:cNvCxnSpPr>
            <a:cxnSpLocks/>
          </p:cNvCxnSpPr>
          <p:nvPr/>
        </p:nvCxnSpPr>
        <p:spPr>
          <a:xfrm>
            <a:off x="7263483" y="3720960"/>
            <a:ext cx="0" cy="3513150"/>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3" name="Straight Arrow Connector 422">
            <a:extLst>
              <a:ext uri="{FF2B5EF4-FFF2-40B4-BE49-F238E27FC236}">
                <a16:creationId xmlns:a16="http://schemas.microsoft.com/office/drawing/2014/main" id="{A81353E8-3496-2AF2-864A-C1952C8158AC}"/>
              </a:ext>
            </a:extLst>
          </p:cNvPr>
          <p:cNvCxnSpPr>
            <a:cxnSpLocks/>
          </p:cNvCxnSpPr>
          <p:nvPr/>
        </p:nvCxnSpPr>
        <p:spPr>
          <a:xfrm>
            <a:off x="7263483" y="4748173"/>
            <a:ext cx="0" cy="374245"/>
          </a:xfrm>
          <a:prstGeom prst="straightConnector1">
            <a:avLst/>
          </a:prstGeom>
          <a:ln w="57150">
            <a:solidFill>
              <a:srgbClr val="FF0000"/>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4" name="Straight Arrow Connector 423">
            <a:extLst>
              <a:ext uri="{FF2B5EF4-FFF2-40B4-BE49-F238E27FC236}">
                <a16:creationId xmlns:a16="http://schemas.microsoft.com/office/drawing/2014/main" id="{6E75058D-7F65-ED4E-81EB-216D6030C4D4}"/>
              </a:ext>
            </a:extLst>
          </p:cNvPr>
          <p:cNvCxnSpPr>
            <a:cxnSpLocks/>
          </p:cNvCxnSpPr>
          <p:nvPr/>
        </p:nvCxnSpPr>
        <p:spPr>
          <a:xfrm>
            <a:off x="7263483" y="5875482"/>
            <a:ext cx="0" cy="244938"/>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5" name="Straight Arrow Connector 424">
            <a:extLst>
              <a:ext uri="{FF2B5EF4-FFF2-40B4-BE49-F238E27FC236}">
                <a16:creationId xmlns:a16="http://schemas.microsoft.com/office/drawing/2014/main" id="{5CE45594-C96D-0123-2DFF-563CB4E58A05}"/>
              </a:ext>
            </a:extLst>
          </p:cNvPr>
          <p:cNvCxnSpPr>
            <a:cxnSpLocks/>
          </p:cNvCxnSpPr>
          <p:nvPr/>
        </p:nvCxnSpPr>
        <p:spPr>
          <a:xfrm>
            <a:off x="7071359" y="3128119"/>
            <a:ext cx="2781746" cy="0"/>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6" name="Straight Arrow Connector 425">
            <a:extLst>
              <a:ext uri="{FF2B5EF4-FFF2-40B4-BE49-F238E27FC236}">
                <a16:creationId xmlns:a16="http://schemas.microsoft.com/office/drawing/2014/main" id="{6E17684A-1291-D0F8-5E0A-43DF81FDA3CF}"/>
              </a:ext>
            </a:extLst>
          </p:cNvPr>
          <p:cNvCxnSpPr>
            <a:cxnSpLocks/>
          </p:cNvCxnSpPr>
          <p:nvPr/>
        </p:nvCxnSpPr>
        <p:spPr>
          <a:xfrm rot="16200000" flipH="1">
            <a:off x="7853435" y="2995665"/>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7" name="Straight Arrow Connector 426">
            <a:extLst>
              <a:ext uri="{FF2B5EF4-FFF2-40B4-BE49-F238E27FC236}">
                <a16:creationId xmlns:a16="http://schemas.microsoft.com/office/drawing/2014/main" id="{B4B70B39-AB20-8D8F-E62C-28BB8166B3B1}"/>
              </a:ext>
            </a:extLst>
          </p:cNvPr>
          <p:cNvCxnSpPr>
            <a:cxnSpLocks/>
          </p:cNvCxnSpPr>
          <p:nvPr/>
        </p:nvCxnSpPr>
        <p:spPr>
          <a:xfrm rot="16200000" flipH="1">
            <a:off x="8503058" y="2995665"/>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8" name="Straight Arrow Connector 427">
            <a:extLst>
              <a:ext uri="{FF2B5EF4-FFF2-40B4-BE49-F238E27FC236}">
                <a16:creationId xmlns:a16="http://schemas.microsoft.com/office/drawing/2014/main" id="{5F8A7F7F-1000-085B-1B81-0DF657D987BF}"/>
              </a:ext>
            </a:extLst>
          </p:cNvPr>
          <p:cNvCxnSpPr>
            <a:cxnSpLocks/>
          </p:cNvCxnSpPr>
          <p:nvPr/>
        </p:nvCxnSpPr>
        <p:spPr>
          <a:xfrm rot="16200000" flipH="1">
            <a:off x="9152680" y="2995665"/>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9" name="Straight Arrow Connector 428">
            <a:extLst>
              <a:ext uri="{FF2B5EF4-FFF2-40B4-BE49-F238E27FC236}">
                <a16:creationId xmlns:a16="http://schemas.microsoft.com/office/drawing/2014/main" id="{00434FD1-4C79-D9D3-3A87-A6AE6550FBF8}"/>
              </a:ext>
            </a:extLst>
          </p:cNvPr>
          <p:cNvCxnSpPr>
            <a:cxnSpLocks/>
          </p:cNvCxnSpPr>
          <p:nvPr/>
        </p:nvCxnSpPr>
        <p:spPr>
          <a:xfrm rot="16200000" flipH="1">
            <a:off x="9802303" y="2995665"/>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1" name="Straight Arrow Connector 430">
            <a:extLst>
              <a:ext uri="{FF2B5EF4-FFF2-40B4-BE49-F238E27FC236}">
                <a16:creationId xmlns:a16="http://schemas.microsoft.com/office/drawing/2014/main" id="{0ED928AA-440E-74FD-D393-5CC506B68EF8}"/>
              </a:ext>
            </a:extLst>
          </p:cNvPr>
          <p:cNvCxnSpPr>
            <a:cxnSpLocks/>
          </p:cNvCxnSpPr>
          <p:nvPr/>
        </p:nvCxnSpPr>
        <p:spPr>
          <a:xfrm>
            <a:off x="7263483" y="6895794"/>
            <a:ext cx="0" cy="338317"/>
          </a:xfrm>
          <a:prstGeom prst="straightConnector1">
            <a:avLst/>
          </a:prstGeom>
          <a:ln w="57150">
            <a:solidFill>
              <a:srgbClr val="FF0000"/>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66" name="TextBox 15">
            <a:extLst>
              <a:ext uri="{FF2B5EF4-FFF2-40B4-BE49-F238E27FC236}">
                <a16:creationId xmlns:a16="http://schemas.microsoft.com/office/drawing/2014/main" id="{603AAD39-98C2-B7A3-605C-ACF79099B655}"/>
              </a:ext>
            </a:extLst>
          </p:cNvPr>
          <p:cNvSpPr txBox="1"/>
          <p:nvPr/>
        </p:nvSpPr>
        <p:spPr>
          <a:xfrm>
            <a:off x="8934888" y="2454264"/>
            <a:ext cx="2433428" cy="694614"/>
          </a:xfrm>
          <a:prstGeom prst="rect">
            <a:avLst/>
          </a:prstGeom>
          <a:noFill/>
        </p:spPr>
        <p:txBody>
          <a:bodyPr wrap="square">
            <a:spAutoFit/>
          </a:bodyPr>
          <a:lstStyle/>
          <a:p>
            <a:pPr>
              <a:lnSpc>
                <a:spcPct val="80000"/>
              </a:lnSpc>
            </a:pPr>
            <a:r>
              <a:rPr lang="en-US" sz="2400" b="1" dirty="0">
                <a:solidFill>
                  <a:srgbClr val="FF0000"/>
                </a:solidFill>
              </a:rPr>
              <a:t>Control Wire Fault(Row Fault)</a:t>
            </a:r>
          </a:p>
        </p:txBody>
      </p:sp>
      <p:sp>
        <p:nvSpPr>
          <p:cNvPr id="433" name="TextBox 15">
            <a:extLst>
              <a:ext uri="{FF2B5EF4-FFF2-40B4-BE49-F238E27FC236}">
                <a16:creationId xmlns:a16="http://schemas.microsoft.com/office/drawing/2014/main" id="{71F6763E-D2BC-87F8-7CB1-36AD0B9AB713}"/>
              </a:ext>
            </a:extLst>
          </p:cNvPr>
          <p:cNvSpPr txBox="1"/>
          <p:nvPr/>
        </p:nvSpPr>
        <p:spPr>
          <a:xfrm>
            <a:off x="7383655" y="6200300"/>
            <a:ext cx="2424284" cy="694614"/>
          </a:xfrm>
          <a:prstGeom prst="rect">
            <a:avLst/>
          </a:prstGeom>
          <a:noFill/>
        </p:spPr>
        <p:txBody>
          <a:bodyPr wrap="square">
            <a:spAutoFit/>
          </a:bodyPr>
          <a:lstStyle/>
          <a:p>
            <a:pPr>
              <a:lnSpc>
                <a:spcPct val="80000"/>
              </a:lnSpc>
            </a:pPr>
            <a:r>
              <a:rPr lang="en-US" sz="2400" b="1" dirty="0">
                <a:solidFill>
                  <a:srgbClr val="FF0000"/>
                </a:solidFill>
              </a:rPr>
              <a:t>Data Wire Fault(Col Fault)</a:t>
            </a:r>
          </a:p>
        </p:txBody>
      </p:sp>
      <p:sp>
        <p:nvSpPr>
          <p:cNvPr id="5" name="Rectangle 4">
            <a:extLst>
              <a:ext uri="{FF2B5EF4-FFF2-40B4-BE49-F238E27FC236}">
                <a16:creationId xmlns:a16="http://schemas.microsoft.com/office/drawing/2014/main" id="{294E426A-7238-2609-9C43-54A3942EFD0C}"/>
              </a:ext>
            </a:extLst>
          </p:cNvPr>
          <p:cNvSpPr/>
          <p:nvPr/>
        </p:nvSpPr>
        <p:spPr>
          <a:xfrm>
            <a:off x="1512428" y="2795680"/>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r>
              <a:rPr lang="en-US" sz="2400" b="1" kern="0" dirty="0">
                <a:solidFill>
                  <a:prstClr val="white"/>
                </a:solidFill>
                <a:latin typeface="Calibri" panose="020F0502020204030204"/>
              </a:rPr>
              <a:t>Data</a:t>
            </a:r>
            <a:endParaRPr lang="en-US" sz="1400" b="1" kern="0" dirty="0">
              <a:solidFill>
                <a:prstClr val="white"/>
              </a:solidFill>
              <a:latin typeface="Calibri" panose="020F0502020204030204"/>
            </a:endParaRPr>
          </a:p>
        </p:txBody>
      </p:sp>
      <p:sp>
        <p:nvSpPr>
          <p:cNvPr id="7" name="Rectangle 6">
            <a:extLst>
              <a:ext uri="{FF2B5EF4-FFF2-40B4-BE49-F238E27FC236}">
                <a16:creationId xmlns:a16="http://schemas.microsoft.com/office/drawing/2014/main" id="{030D129F-B707-E6F1-C9A5-A87DE117E362}"/>
              </a:ext>
            </a:extLst>
          </p:cNvPr>
          <p:cNvSpPr/>
          <p:nvPr/>
        </p:nvSpPr>
        <p:spPr>
          <a:xfrm>
            <a:off x="2166650" y="2795680"/>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4D8E6234-6B47-0E4C-8A11-0B77C0789141}"/>
              </a:ext>
            </a:extLst>
          </p:cNvPr>
          <p:cNvSpPr/>
          <p:nvPr/>
        </p:nvSpPr>
        <p:spPr>
          <a:xfrm>
            <a:off x="2820872" y="2795680"/>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10" name="Rectangle 9">
            <a:extLst>
              <a:ext uri="{FF2B5EF4-FFF2-40B4-BE49-F238E27FC236}">
                <a16:creationId xmlns:a16="http://schemas.microsoft.com/office/drawing/2014/main" id="{BFA804FA-0BAC-BB18-44BC-5A5096476450}"/>
              </a:ext>
            </a:extLst>
          </p:cNvPr>
          <p:cNvSpPr/>
          <p:nvPr/>
        </p:nvSpPr>
        <p:spPr>
          <a:xfrm>
            <a:off x="3475093" y="2795680"/>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11" name="Rectangle 10">
            <a:extLst>
              <a:ext uri="{FF2B5EF4-FFF2-40B4-BE49-F238E27FC236}">
                <a16:creationId xmlns:a16="http://schemas.microsoft.com/office/drawing/2014/main" id="{2B692412-7B01-5B4F-12EB-B997C2D6EDE6}"/>
              </a:ext>
            </a:extLst>
          </p:cNvPr>
          <p:cNvSpPr/>
          <p:nvPr/>
        </p:nvSpPr>
        <p:spPr>
          <a:xfrm>
            <a:off x="4129312" y="2795680"/>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sp>
        <p:nvSpPr>
          <p:cNvPr id="22" name="Hexagon 21">
            <a:extLst>
              <a:ext uri="{FF2B5EF4-FFF2-40B4-BE49-F238E27FC236}">
                <a16:creationId xmlns:a16="http://schemas.microsoft.com/office/drawing/2014/main" id="{F510B981-1F41-7D6A-6741-B42FC0689E8E}"/>
              </a:ext>
            </a:extLst>
          </p:cNvPr>
          <p:cNvSpPr/>
          <p:nvPr/>
        </p:nvSpPr>
        <p:spPr>
          <a:xfrm rot="5400000">
            <a:off x="1565806" y="3984771"/>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Hexagon 22">
            <a:extLst>
              <a:ext uri="{FF2B5EF4-FFF2-40B4-BE49-F238E27FC236}">
                <a16:creationId xmlns:a16="http://schemas.microsoft.com/office/drawing/2014/main" id="{9A893F65-7AC8-9063-E376-CC68A5BD717C}"/>
              </a:ext>
            </a:extLst>
          </p:cNvPr>
          <p:cNvSpPr/>
          <p:nvPr/>
        </p:nvSpPr>
        <p:spPr>
          <a:xfrm rot="5400000">
            <a:off x="1565806" y="4396846"/>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23BFE93F-A4B8-69EF-25D4-225A736C9406}"/>
              </a:ext>
            </a:extLst>
          </p:cNvPr>
          <p:cNvSpPr/>
          <p:nvPr/>
        </p:nvSpPr>
        <p:spPr>
          <a:xfrm rot="5400000">
            <a:off x="1565806" y="480603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Hexagon 24">
            <a:extLst>
              <a:ext uri="{FF2B5EF4-FFF2-40B4-BE49-F238E27FC236}">
                <a16:creationId xmlns:a16="http://schemas.microsoft.com/office/drawing/2014/main" id="{0BF5A09A-64CB-F9D0-DBFE-59D3A758725A}"/>
              </a:ext>
            </a:extLst>
          </p:cNvPr>
          <p:cNvSpPr/>
          <p:nvPr/>
        </p:nvSpPr>
        <p:spPr>
          <a:xfrm rot="5400000">
            <a:off x="1565806" y="521811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112DC08E-806D-E909-0709-8A54FF4C9AEC}"/>
              </a:ext>
            </a:extLst>
          </p:cNvPr>
          <p:cNvSpPr/>
          <p:nvPr/>
        </p:nvSpPr>
        <p:spPr>
          <a:xfrm rot="5400000">
            <a:off x="1565806" y="562783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Hexagon 26">
            <a:extLst>
              <a:ext uri="{FF2B5EF4-FFF2-40B4-BE49-F238E27FC236}">
                <a16:creationId xmlns:a16="http://schemas.microsoft.com/office/drawing/2014/main" id="{8CDEF4A2-D6F1-C3F4-D857-2DDBD443F74B}"/>
              </a:ext>
            </a:extLst>
          </p:cNvPr>
          <p:cNvSpPr/>
          <p:nvPr/>
        </p:nvSpPr>
        <p:spPr>
          <a:xfrm rot="5400000">
            <a:off x="1565806" y="603990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Hexagon 27">
            <a:extLst>
              <a:ext uri="{FF2B5EF4-FFF2-40B4-BE49-F238E27FC236}">
                <a16:creationId xmlns:a16="http://schemas.microsoft.com/office/drawing/2014/main" id="{FEA261C2-A7C2-FEBE-EF76-85ABFA723EAC}"/>
              </a:ext>
            </a:extLst>
          </p:cNvPr>
          <p:cNvSpPr/>
          <p:nvPr/>
        </p:nvSpPr>
        <p:spPr>
          <a:xfrm rot="5400000">
            <a:off x="1565806" y="6449100"/>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Hexagon 28">
            <a:extLst>
              <a:ext uri="{FF2B5EF4-FFF2-40B4-BE49-F238E27FC236}">
                <a16:creationId xmlns:a16="http://schemas.microsoft.com/office/drawing/2014/main" id="{B6E6B521-3F25-1098-5FCC-7EABC448740A}"/>
              </a:ext>
            </a:extLst>
          </p:cNvPr>
          <p:cNvSpPr/>
          <p:nvPr/>
        </p:nvSpPr>
        <p:spPr>
          <a:xfrm rot="5400000">
            <a:off x="1565806" y="6861175"/>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Hexagon 29">
            <a:extLst>
              <a:ext uri="{FF2B5EF4-FFF2-40B4-BE49-F238E27FC236}">
                <a16:creationId xmlns:a16="http://schemas.microsoft.com/office/drawing/2014/main" id="{83C5A6BA-B1A2-2627-D2E1-CD282F1B93DD}"/>
              </a:ext>
            </a:extLst>
          </p:cNvPr>
          <p:cNvSpPr/>
          <p:nvPr/>
        </p:nvSpPr>
        <p:spPr>
          <a:xfrm rot="5400000">
            <a:off x="2208743" y="3984771"/>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Hexagon 30">
            <a:extLst>
              <a:ext uri="{FF2B5EF4-FFF2-40B4-BE49-F238E27FC236}">
                <a16:creationId xmlns:a16="http://schemas.microsoft.com/office/drawing/2014/main" id="{B5195A64-3EC4-67FF-223B-F09E319C8308}"/>
              </a:ext>
            </a:extLst>
          </p:cNvPr>
          <p:cNvSpPr/>
          <p:nvPr/>
        </p:nvSpPr>
        <p:spPr>
          <a:xfrm rot="5400000">
            <a:off x="2208743" y="4396846"/>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Hexagon 31">
            <a:extLst>
              <a:ext uri="{FF2B5EF4-FFF2-40B4-BE49-F238E27FC236}">
                <a16:creationId xmlns:a16="http://schemas.microsoft.com/office/drawing/2014/main" id="{FC3E6FF0-C4C8-8218-6FF9-D326D99572BF}"/>
              </a:ext>
            </a:extLst>
          </p:cNvPr>
          <p:cNvSpPr/>
          <p:nvPr/>
        </p:nvSpPr>
        <p:spPr>
          <a:xfrm rot="5400000">
            <a:off x="2208743" y="480603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Hexagon 32">
            <a:extLst>
              <a:ext uri="{FF2B5EF4-FFF2-40B4-BE49-F238E27FC236}">
                <a16:creationId xmlns:a16="http://schemas.microsoft.com/office/drawing/2014/main" id="{A0266F98-9369-F500-9A49-D416D303B172}"/>
              </a:ext>
            </a:extLst>
          </p:cNvPr>
          <p:cNvSpPr/>
          <p:nvPr/>
        </p:nvSpPr>
        <p:spPr>
          <a:xfrm rot="5400000">
            <a:off x="2208743" y="521811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Hexagon 33">
            <a:extLst>
              <a:ext uri="{FF2B5EF4-FFF2-40B4-BE49-F238E27FC236}">
                <a16:creationId xmlns:a16="http://schemas.microsoft.com/office/drawing/2014/main" id="{C8E3BE4B-7788-46B0-26E4-68B2DB2012CC}"/>
              </a:ext>
            </a:extLst>
          </p:cNvPr>
          <p:cNvSpPr/>
          <p:nvPr/>
        </p:nvSpPr>
        <p:spPr>
          <a:xfrm rot="5400000">
            <a:off x="2208743" y="562783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Hexagon 34">
            <a:extLst>
              <a:ext uri="{FF2B5EF4-FFF2-40B4-BE49-F238E27FC236}">
                <a16:creationId xmlns:a16="http://schemas.microsoft.com/office/drawing/2014/main" id="{C5218263-3BD6-5300-26FA-9FFF713CE17E}"/>
              </a:ext>
            </a:extLst>
          </p:cNvPr>
          <p:cNvSpPr/>
          <p:nvPr/>
        </p:nvSpPr>
        <p:spPr>
          <a:xfrm rot="5400000">
            <a:off x="2208743" y="603990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Hexagon 35">
            <a:extLst>
              <a:ext uri="{FF2B5EF4-FFF2-40B4-BE49-F238E27FC236}">
                <a16:creationId xmlns:a16="http://schemas.microsoft.com/office/drawing/2014/main" id="{08EB99CE-7103-9C1C-6111-5D2B6F026BC8}"/>
              </a:ext>
            </a:extLst>
          </p:cNvPr>
          <p:cNvSpPr/>
          <p:nvPr/>
        </p:nvSpPr>
        <p:spPr>
          <a:xfrm rot="5400000">
            <a:off x="2208743" y="6449100"/>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Hexagon 36">
            <a:extLst>
              <a:ext uri="{FF2B5EF4-FFF2-40B4-BE49-F238E27FC236}">
                <a16:creationId xmlns:a16="http://schemas.microsoft.com/office/drawing/2014/main" id="{7BBB064F-BB26-B57C-3CA6-704248CC38A2}"/>
              </a:ext>
            </a:extLst>
          </p:cNvPr>
          <p:cNvSpPr/>
          <p:nvPr/>
        </p:nvSpPr>
        <p:spPr>
          <a:xfrm rot="5400000">
            <a:off x="2208743" y="6861175"/>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F29DD259-1C03-50DE-322F-2FDF94204B5F}"/>
              </a:ext>
            </a:extLst>
          </p:cNvPr>
          <p:cNvSpPr/>
          <p:nvPr/>
        </p:nvSpPr>
        <p:spPr>
          <a:xfrm rot="5400000">
            <a:off x="2851681" y="3984771"/>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Hexagon 38">
            <a:extLst>
              <a:ext uri="{FF2B5EF4-FFF2-40B4-BE49-F238E27FC236}">
                <a16:creationId xmlns:a16="http://schemas.microsoft.com/office/drawing/2014/main" id="{50002F1C-5CDC-A3DB-48B4-A9D306C72681}"/>
              </a:ext>
            </a:extLst>
          </p:cNvPr>
          <p:cNvSpPr/>
          <p:nvPr/>
        </p:nvSpPr>
        <p:spPr>
          <a:xfrm rot="5400000">
            <a:off x="2851681" y="4396846"/>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Hexagon 39">
            <a:extLst>
              <a:ext uri="{FF2B5EF4-FFF2-40B4-BE49-F238E27FC236}">
                <a16:creationId xmlns:a16="http://schemas.microsoft.com/office/drawing/2014/main" id="{688C19E6-19B6-7D0A-EFDB-5256CFA690D0}"/>
              </a:ext>
            </a:extLst>
          </p:cNvPr>
          <p:cNvSpPr/>
          <p:nvPr/>
        </p:nvSpPr>
        <p:spPr>
          <a:xfrm rot="5400000">
            <a:off x="2851681" y="480603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C69FE1FB-96BB-9F78-939C-D62969D54A71}"/>
              </a:ext>
            </a:extLst>
          </p:cNvPr>
          <p:cNvSpPr/>
          <p:nvPr/>
        </p:nvSpPr>
        <p:spPr>
          <a:xfrm rot="5400000">
            <a:off x="2851681" y="521811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Hexagon 41">
            <a:extLst>
              <a:ext uri="{FF2B5EF4-FFF2-40B4-BE49-F238E27FC236}">
                <a16:creationId xmlns:a16="http://schemas.microsoft.com/office/drawing/2014/main" id="{7D46CC3B-4860-527C-766E-229D5F6112CD}"/>
              </a:ext>
            </a:extLst>
          </p:cNvPr>
          <p:cNvSpPr/>
          <p:nvPr/>
        </p:nvSpPr>
        <p:spPr>
          <a:xfrm rot="5400000">
            <a:off x="2851681" y="562783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40E6A2E3-1576-BB62-3E1C-057752112CEF}"/>
              </a:ext>
            </a:extLst>
          </p:cNvPr>
          <p:cNvSpPr/>
          <p:nvPr/>
        </p:nvSpPr>
        <p:spPr>
          <a:xfrm rot="5400000">
            <a:off x="2851681" y="603990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Hexagon 43">
            <a:extLst>
              <a:ext uri="{FF2B5EF4-FFF2-40B4-BE49-F238E27FC236}">
                <a16:creationId xmlns:a16="http://schemas.microsoft.com/office/drawing/2014/main" id="{6C8B8338-56FF-D470-E29D-74224310350D}"/>
              </a:ext>
            </a:extLst>
          </p:cNvPr>
          <p:cNvSpPr/>
          <p:nvPr/>
        </p:nvSpPr>
        <p:spPr>
          <a:xfrm rot="5400000">
            <a:off x="2851681" y="6449100"/>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Hexagon 44">
            <a:extLst>
              <a:ext uri="{FF2B5EF4-FFF2-40B4-BE49-F238E27FC236}">
                <a16:creationId xmlns:a16="http://schemas.microsoft.com/office/drawing/2014/main" id="{D58003C8-8031-BFE3-19DB-63DCC3DCBD1C}"/>
              </a:ext>
            </a:extLst>
          </p:cNvPr>
          <p:cNvSpPr/>
          <p:nvPr/>
        </p:nvSpPr>
        <p:spPr>
          <a:xfrm rot="5400000">
            <a:off x="2851681" y="6861175"/>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Hexagon 45">
            <a:extLst>
              <a:ext uri="{FF2B5EF4-FFF2-40B4-BE49-F238E27FC236}">
                <a16:creationId xmlns:a16="http://schemas.microsoft.com/office/drawing/2014/main" id="{55968B90-0843-2A10-AD0D-E3BA2610C90A}"/>
              </a:ext>
            </a:extLst>
          </p:cNvPr>
          <p:cNvSpPr/>
          <p:nvPr/>
        </p:nvSpPr>
        <p:spPr>
          <a:xfrm rot="5400000">
            <a:off x="3494618" y="3984771"/>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Hexagon 46">
            <a:extLst>
              <a:ext uri="{FF2B5EF4-FFF2-40B4-BE49-F238E27FC236}">
                <a16:creationId xmlns:a16="http://schemas.microsoft.com/office/drawing/2014/main" id="{F6422788-8483-3E92-EC76-FFAF25778CB7}"/>
              </a:ext>
            </a:extLst>
          </p:cNvPr>
          <p:cNvSpPr/>
          <p:nvPr/>
        </p:nvSpPr>
        <p:spPr>
          <a:xfrm rot="5400000">
            <a:off x="3494618" y="4396846"/>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Hexagon 47">
            <a:extLst>
              <a:ext uri="{FF2B5EF4-FFF2-40B4-BE49-F238E27FC236}">
                <a16:creationId xmlns:a16="http://schemas.microsoft.com/office/drawing/2014/main" id="{F42879A3-9D4A-6B54-D180-F851CD3439E8}"/>
              </a:ext>
            </a:extLst>
          </p:cNvPr>
          <p:cNvSpPr/>
          <p:nvPr/>
        </p:nvSpPr>
        <p:spPr>
          <a:xfrm rot="5400000">
            <a:off x="3494618" y="480603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Hexagon 48">
            <a:extLst>
              <a:ext uri="{FF2B5EF4-FFF2-40B4-BE49-F238E27FC236}">
                <a16:creationId xmlns:a16="http://schemas.microsoft.com/office/drawing/2014/main" id="{0B22ED4D-4FD4-D9C3-1865-89C901C061C3}"/>
              </a:ext>
            </a:extLst>
          </p:cNvPr>
          <p:cNvSpPr/>
          <p:nvPr/>
        </p:nvSpPr>
        <p:spPr>
          <a:xfrm rot="5400000">
            <a:off x="3494618" y="521811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Hexagon 49">
            <a:extLst>
              <a:ext uri="{FF2B5EF4-FFF2-40B4-BE49-F238E27FC236}">
                <a16:creationId xmlns:a16="http://schemas.microsoft.com/office/drawing/2014/main" id="{DF3937ED-842C-0A12-8AC0-21742B3C6EB7}"/>
              </a:ext>
            </a:extLst>
          </p:cNvPr>
          <p:cNvSpPr/>
          <p:nvPr/>
        </p:nvSpPr>
        <p:spPr>
          <a:xfrm rot="5400000">
            <a:off x="3494618" y="5627833"/>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a:extLst>
              <a:ext uri="{FF2B5EF4-FFF2-40B4-BE49-F238E27FC236}">
                <a16:creationId xmlns:a16="http://schemas.microsoft.com/office/drawing/2014/main" id="{D318F769-8C57-D95B-DF69-6C91ACADFEE2}"/>
              </a:ext>
            </a:extLst>
          </p:cNvPr>
          <p:cNvSpPr/>
          <p:nvPr/>
        </p:nvSpPr>
        <p:spPr>
          <a:xfrm rot="5400000">
            <a:off x="3494618" y="6039908"/>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a:extLst>
              <a:ext uri="{FF2B5EF4-FFF2-40B4-BE49-F238E27FC236}">
                <a16:creationId xmlns:a16="http://schemas.microsoft.com/office/drawing/2014/main" id="{DCB29DAC-82B0-88A8-F71D-29491EE35EC7}"/>
              </a:ext>
            </a:extLst>
          </p:cNvPr>
          <p:cNvSpPr/>
          <p:nvPr/>
        </p:nvSpPr>
        <p:spPr>
          <a:xfrm rot="5400000">
            <a:off x="3494618" y="6449100"/>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a:extLst>
              <a:ext uri="{FF2B5EF4-FFF2-40B4-BE49-F238E27FC236}">
                <a16:creationId xmlns:a16="http://schemas.microsoft.com/office/drawing/2014/main" id="{658DBB3C-C518-1B7D-D7B1-57395E09E105}"/>
              </a:ext>
            </a:extLst>
          </p:cNvPr>
          <p:cNvSpPr/>
          <p:nvPr/>
        </p:nvSpPr>
        <p:spPr>
          <a:xfrm rot="5400000">
            <a:off x="3494618" y="6861175"/>
            <a:ext cx="412075" cy="533785"/>
          </a:xfrm>
          <a:prstGeom prst="hexagon">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Hexagon 85">
            <a:extLst>
              <a:ext uri="{FF2B5EF4-FFF2-40B4-BE49-F238E27FC236}">
                <a16:creationId xmlns:a16="http://schemas.microsoft.com/office/drawing/2014/main" id="{B60A2F8D-D413-8C9A-5827-E24326BC21FC}"/>
              </a:ext>
            </a:extLst>
          </p:cNvPr>
          <p:cNvSpPr/>
          <p:nvPr/>
        </p:nvSpPr>
        <p:spPr>
          <a:xfrm rot="5400000">
            <a:off x="4151843" y="3984771"/>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Hexagon 86">
            <a:extLst>
              <a:ext uri="{FF2B5EF4-FFF2-40B4-BE49-F238E27FC236}">
                <a16:creationId xmlns:a16="http://schemas.microsoft.com/office/drawing/2014/main" id="{EDB7B3BF-8AA0-2CC2-2975-663BC29F5BE8}"/>
              </a:ext>
            </a:extLst>
          </p:cNvPr>
          <p:cNvSpPr/>
          <p:nvPr/>
        </p:nvSpPr>
        <p:spPr>
          <a:xfrm rot="5400000">
            <a:off x="4151843" y="4396846"/>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Hexagon 87">
            <a:extLst>
              <a:ext uri="{FF2B5EF4-FFF2-40B4-BE49-F238E27FC236}">
                <a16:creationId xmlns:a16="http://schemas.microsoft.com/office/drawing/2014/main" id="{15CEB9C7-258B-7F32-D2D4-A4B0A6D5D84B}"/>
              </a:ext>
            </a:extLst>
          </p:cNvPr>
          <p:cNvSpPr/>
          <p:nvPr/>
        </p:nvSpPr>
        <p:spPr>
          <a:xfrm rot="5400000">
            <a:off x="4151843" y="4806038"/>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Hexagon 88">
            <a:extLst>
              <a:ext uri="{FF2B5EF4-FFF2-40B4-BE49-F238E27FC236}">
                <a16:creationId xmlns:a16="http://schemas.microsoft.com/office/drawing/2014/main" id="{113CE597-94C0-29F5-4B20-BA0B13CDC91F}"/>
              </a:ext>
            </a:extLst>
          </p:cNvPr>
          <p:cNvSpPr/>
          <p:nvPr/>
        </p:nvSpPr>
        <p:spPr>
          <a:xfrm rot="5400000">
            <a:off x="4151843" y="5218113"/>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Hexagon 89">
            <a:extLst>
              <a:ext uri="{FF2B5EF4-FFF2-40B4-BE49-F238E27FC236}">
                <a16:creationId xmlns:a16="http://schemas.microsoft.com/office/drawing/2014/main" id="{3712F78D-D5C7-CF3F-6981-9E3D96EF964A}"/>
              </a:ext>
            </a:extLst>
          </p:cNvPr>
          <p:cNvSpPr/>
          <p:nvPr/>
        </p:nvSpPr>
        <p:spPr>
          <a:xfrm rot="5400000">
            <a:off x="4151843" y="5627833"/>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Hexagon 90">
            <a:extLst>
              <a:ext uri="{FF2B5EF4-FFF2-40B4-BE49-F238E27FC236}">
                <a16:creationId xmlns:a16="http://schemas.microsoft.com/office/drawing/2014/main" id="{C21A146E-3B40-6255-F0B1-C8B79DAF111B}"/>
              </a:ext>
            </a:extLst>
          </p:cNvPr>
          <p:cNvSpPr/>
          <p:nvPr/>
        </p:nvSpPr>
        <p:spPr>
          <a:xfrm rot="5400000">
            <a:off x="4151843" y="6039908"/>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Hexagon 91">
            <a:extLst>
              <a:ext uri="{FF2B5EF4-FFF2-40B4-BE49-F238E27FC236}">
                <a16:creationId xmlns:a16="http://schemas.microsoft.com/office/drawing/2014/main" id="{0EAD3601-99FB-4E93-82FC-F7BC8091599D}"/>
              </a:ext>
            </a:extLst>
          </p:cNvPr>
          <p:cNvSpPr/>
          <p:nvPr/>
        </p:nvSpPr>
        <p:spPr>
          <a:xfrm rot="5400000">
            <a:off x="4151843" y="6449100"/>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Hexagon 92">
            <a:extLst>
              <a:ext uri="{FF2B5EF4-FFF2-40B4-BE49-F238E27FC236}">
                <a16:creationId xmlns:a16="http://schemas.microsoft.com/office/drawing/2014/main" id="{5FB2FFB8-9C34-FCF2-4EF8-6BACF61E1259}"/>
              </a:ext>
            </a:extLst>
          </p:cNvPr>
          <p:cNvSpPr/>
          <p:nvPr/>
        </p:nvSpPr>
        <p:spPr>
          <a:xfrm rot="5400000">
            <a:off x="4151843" y="6861175"/>
            <a:ext cx="412075" cy="533785"/>
          </a:xfrm>
          <a:prstGeom prst="hexagon">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B728C103-94BF-D614-778F-4B57BD575BAD}"/>
              </a:ext>
            </a:extLst>
          </p:cNvPr>
          <p:cNvSpPr/>
          <p:nvPr/>
        </p:nvSpPr>
        <p:spPr>
          <a:xfrm>
            <a:off x="1376498" y="4038069"/>
            <a:ext cx="772495" cy="41368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DDAD5DF6-DF8A-EFC5-F158-5ADBD8A5862F}"/>
              </a:ext>
            </a:extLst>
          </p:cNvPr>
          <p:cNvSpPr txBox="1"/>
          <p:nvPr/>
        </p:nvSpPr>
        <p:spPr>
          <a:xfrm>
            <a:off x="715624" y="3936918"/>
            <a:ext cx="625492" cy="954107"/>
          </a:xfrm>
          <a:prstGeom prst="rect">
            <a:avLst/>
          </a:prstGeom>
          <a:noFill/>
        </p:spPr>
        <p:txBody>
          <a:bodyPr wrap="none" rtlCol="0">
            <a:spAutoFit/>
          </a:bodyPr>
          <a:lstStyle/>
          <a:p>
            <a:r>
              <a:rPr lang="en-US" sz="2800" dirty="0">
                <a:solidFill>
                  <a:srgbClr val="FF0000"/>
                </a:solidFill>
              </a:rPr>
              <a:t>Bit</a:t>
            </a:r>
          </a:p>
          <a:p>
            <a:r>
              <a:rPr lang="en-US" sz="2800" dirty="0">
                <a:solidFill>
                  <a:srgbClr val="FF0000"/>
                </a:solidFill>
              </a:rPr>
              <a:t>Err</a:t>
            </a:r>
          </a:p>
        </p:txBody>
      </p:sp>
      <p:sp>
        <p:nvSpPr>
          <p:cNvPr id="96" name="Rectangle 95">
            <a:extLst>
              <a:ext uri="{FF2B5EF4-FFF2-40B4-BE49-F238E27FC236}">
                <a16:creationId xmlns:a16="http://schemas.microsoft.com/office/drawing/2014/main" id="{984A164C-9DF2-6A66-2713-A87B517EDAE4}"/>
              </a:ext>
            </a:extLst>
          </p:cNvPr>
          <p:cNvSpPr/>
          <p:nvPr/>
        </p:nvSpPr>
        <p:spPr>
          <a:xfrm>
            <a:off x="2115828" y="5672138"/>
            <a:ext cx="1342897" cy="167136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8A3B29CA-4B40-DF7D-D9AA-BB3ED2D81925}"/>
              </a:ext>
            </a:extLst>
          </p:cNvPr>
          <p:cNvSpPr txBox="1"/>
          <p:nvPr/>
        </p:nvSpPr>
        <p:spPr>
          <a:xfrm>
            <a:off x="2013063" y="7346108"/>
            <a:ext cx="1760867" cy="523220"/>
          </a:xfrm>
          <a:prstGeom prst="rect">
            <a:avLst/>
          </a:prstGeom>
          <a:noFill/>
        </p:spPr>
        <p:txBody>
          <a:bodyPr wrap="none" rtlCol="0">
            <a:spAutoFit/>
          </a:bodyPr>
          <a:lstStyle/>
          <a:p>
            <a:r>
              <a:rPr lang="en-US" sz="2800" dirty="0">
                <a:solidFill>
                  <a:srgbClr val="FF0000"/>
                </a:solidFill>
              </a:rPr>
              <a:t>Symbol Err</a:t>
            </a:r>
          </a:p>
        </p:txBody>
      </p:sp>
      <p:sp>
        <p:nvSpPr>
          <p:cNvPr id="98" name="Rectangle 97">
            <a:extLst>
              <a:ext uri="{FF2B5EF4-FFF2-40B4-BE49-F238E27FC236}">
                <a16:creationId xmlns:a16="http://schemas.microsoft.com/office/drawing/2014/main" id="{546203FD-F427-277A-93D9-74A944BD901E}"/>
              </a:ext>
            </a:extLst>
          </p:cNvPr>
          <p:cNvSpPr/>
          <p:nvPr/>
        </p:nvSpPr>
        <p:spPr>
          <a:xfrm>
            <a:off x="4004443" y="4000767"/>
            <a:ext cx="719958" cy="33858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36A52AA8-12CD-D781-9D03-18DE4360860D}"/>
              </a:ext>
            </a:extLst>
          </p:cNvPr>
          <p:cNvSpPr txBox="1"/>
          <p:nvPr/>
        </p:nvSpPr>
        <p:spPr>
          <a:xfrm>
            <a:off x="4181204" y="7374265"/>
            <a:ext cx="1342034" cy="523220"/>
          </a:xfrm>
          <a:prstGeom prst="rect">
            <a:avLst/>
          </a:prstGeom>
          <a:noFill/>
        </p:spPr>
        <p:txBody>
          <a:bodyPr wrap="none" rtlCol="0">
            <a:spAutoFit/>
          </a:bodyPr>
          <a:lstStyle/>
          <a:p>
            <a:r>
              <a:rPr lang="en-US" sz="2800" dirty="0">
                <a:solidFill>
                  <a:srgbClr val="FF0000"/>
                </a:solidFill>
              </a:rPr>
              <a:t>Chip Err</a:t>
            </a:r>
          </a:p>
        </p:txBody>
      </p:sp>
      <p:cxnSp>
        <p:nvCxnSpPr>
          <p:cNvPr id="12" name="Straight Arrow Connector 11">
            <a:extLst>
              <a:ext uri="{FF2B5EF4-FFF2-40B4-BE49-F238E27FC236}">
                <a16:creationId xmlns:a16="http://schemas.microsoft.com/office/drawing/2014/main" id="{89F1C439-B474-345D-9243-6C2BEB5B485A}"/>
              </a:ext>
            </a:extLst>
          </p:cNvPr>
          <p:cNvCxnSpPr>
            <a:stCxn id="5" idx="2"/>
            <a:endCxn id="94" idx="0"/>
          </p:cNvCxnSpPr>
          <p:nvPr/>
        </p:nvCxnSpPr>
        <p:spPr>
          <a:xfrm>
            <a:off x="1762745" y="3606661"/>
            <a:ext cx="0" cy="431409"/>
          </a:xfrm>
          <a:prstGeom prst="straightConnector1">
            <a:avLst/>
          </a:prstGeom>
          <a:ln w="508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C38CFCE-ABE7-1ED0-9302-293B98D15674}"/>
              </a:ext>
            </a:extLst>
          </p:cNvPr>
          <p:cNvCxnSpPr>
            <a:cxnSpLocks/>
            <a:stCxn id="7" idx="2"/>
            <a:endCxn id="30" idx="3"/>
          </p:cNvCxnSpPr>
          <p:nvPr/>
        </p:nvCxnSpPr>
        <p:spPr>
          <a:xfrm flipH="1">
            <a:off x="2414779" y="3606661"/>
            <a:ext cx="2188" cy="438965"/>
          </a:xfrm>
          <a:prstGeom prst="straightConnector1">
            <a:avLst/>
          </a:prstGeom>
          <a:ln w="508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FE3C05F-8006-3B13-985E-B8B44C28871A}"/>
              </a:ext>
            </a:extLst>
          </p:cNvPr>
          <p:cNvCxnSpPr/>
          <p:nvPr/>
        </p:nvCxnSpPr>
        <p:spPr>
          <a:xfrm>
            <a:off x="3048620" y="3606661"/>
            <a:ext cx="0" cy="431409"/>
          </a:xfrm>
          <a:prstGeom prst="straightConnector1">
            <a:avLst/>
          </a:prstGeom>
          <a:ln w="508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3EA1E95-C517-ABB8-74C1-ACF2507FFC24}"/>
              </a:ext>
            </a:extLst>
          </p:cNvPr>
          <p:cNvCxnSpPr>
            <a:cxnSpLocks/>
          </p:cNvCxnSpPr>
          <p:nvPr/>
        </p:nvCxnSpPr>
        <p:spPr>
          <a:xfrm flipH="1">
            <a:off x="3700654" y="3606661"/>
            <a:ext cx="2188" cy="438965"/>
          </a:xfrm>
          <a:prstGeom prst="straightConnector1">
            <a:avLst/>
          </a:prstGeom>
          <a:ln w="50800">
            <a:solidFill>
              <a:schemeClr val="tx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98C3268-C7B0-D55A-8148-3AC7777292A1}"/>
              </a:ext>
            </a:extLst>
          </p:cNvPr>
          <p:cNvCxnSpPr>
            <a:cxnSpLocks/>
          </p:cNvCxnSpPr>
          <p:nvPr/>
        </p:nvCxnSpPr>
        <p:spPr>
          <a:xfrm flipH="1">
            <a:off x="4357879" y="3606661"/>
            <a:ext cx="2188" cy="438965"/>
          </a:xfrm>
          <a:prstGeom prst="straightConnector1">
            <a:avLst/>
          </a:prstGeom>
          <a:ln w="50800">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822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2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4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4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5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5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5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5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5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6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6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6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7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7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7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37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7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7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38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8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8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9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39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9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98"/>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399"/>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400"/>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401"/>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402"/>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403"/>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404"/>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405"/>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406"/>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408"/>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409"/>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410"/>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411"/>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41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1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14"/>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415"/>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416"/>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417"/>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418"/>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419"/>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420"/>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422"/>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423"/>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424"/>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425"/>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426"/>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427"/>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428"/>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429"/>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431"/>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66"/>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4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73" grpId="0" animBg="1"/>
      <p:bldP spid="175" grpId="0" animBg="1"/>
      <p:bldP spid="177" grpId="0" animBg="1"/>
      <p:bldP spid="184" grpId="0" animBg="1"/>
      <p:bldP spid="190" grpId="0" animBg="1"/>
      <p:bldP spid="324" grpId="0" animBg="1"/>
      <p:bldP spid="340" grpId="0" animBg="1"/>
      <p:bldP spid="348" grpId="0" animBg="1"/>
      <p:bldP spid="354" grpId="0" animBg="1"/>
      <p:bldP spid="357" grpId="0" animBg="1"/>
      <p:bldP spid="363" grpId="0" animBg="1"/>
      <p:bldP spid="369" grpId="0" animBg="1"/>
      <p:bldP spid="375" grpId="0" animBg="1"/>
      <p:bldP spid="379" grpId="0" animBg="1"/>
      <p:bldP spid="385" grpId="0" animBg="1"/>
      <p:bldP spid="391" grpId="0" animBg="1"/>
      <p:bldP spid="397" grpId="0" animBg="1"/>
      <p:bldP spid="166" grpId="0"/>
      <p:bldP spid="43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511A44-AADC-8924-2EDE-B69507CEEAA8}"/>
              </a:ext>
            </a:extLst>
          </p:cNvPr>
          <p:cNvSpPr>
            <a:spLocks noGrp="1"/>
          </p:cNvSpPr>
          <p:nvPr>
            <p:ph type="title"/>
          </p:nvPr>
        </p:nvSpPr>
        <p:spPr/>
        <p:txBody>
          <a:bodyPr/>
          <a:lstStyle/>
          <a:p>
            <a:r>
              <a:rPr lang="en-US" altLang="zh-CN" b="1" dirty="0"/>
              <a:t>Design2:  </a:t>
            </a:r>
            <a:r>
              <a:rPr lang="en-US" altLang="zh-CN" dirty="0"/>
              <a:t>SCREME-I/O</a:t>
            </a:r>
            <a:endParaRPr lang="zh-CN" altLang="en-US" dirty="0"/>
          </a:p>
        </p:txBody>
      </p:sp>
      <p:pic>
        <p:nvPicPr>
          <p:cNvPr id="4" name="Picture 16">
            <a:extLst>
              <a:ext uri="{FF2B5EF4-FFF2-40B4-BE49-F238E27FC236}">
                <a16:creationId xmlns:a16="http://schemas.microsoft.com/office/drawing/2014/main" id="{3B5495E2-91E1-28F5-0F9F-CA6CF3282FFA}"/>
              </a:ext>
            </a:extLst>
          </p:cNvPr>
          <p:cNvPicPr>
            <a:picLocks noChangeAspect="1"/>
          </p:cNvPicPr>
          <p:nvPr/>
        </p:nvPicPr>
        <p:blipFill>
          <a:blip r:embed="rId3"/>
          <a:stretch>
            <a:fillRect/>
          </a:stretch>
        </p:blipFill>
        <p:spPr>
          <a:xfrm>
            <a:off x="7537136" y="3395633"/>
            <a:ext cx="3618744" cy="3898483"/>
          </a:xfrm>
          <a:prstGeom prst="rect">
            <a:avLst/>
          </a:prstGeom>
        </p:spPr>
      </p:pic>
      <p:cxnSp>
        <p:nvCxnSpPr>
          <p:cNvPr id="5" name="Straight Connector 4">
            <a:extLst>
              <a:ext uri="{FF2B5EF4-FFF2-40B4-BE49-F238E27FC236}">
                <a16:creationId xmlns:a16="http://schemas.microsoft.com/office/drawing/2014/main" id="{09569991-0D39-5FE2-A8D5-5B7D5FCDA55D}"/>
              </a:ext>
            </a:extLst>
          </p:cNvPr>
          <p:cNvCxnSpPr>
            <a:cxnSpLocks/>
          </p:cNvCxnSpPr>
          <p:nvPr/>
        </p:nvCxnSpPr>
        <p:spPr>
          <a:xfrm>
            <a:off x="9290562" y="5968218"/>
            <a:ext cx="0" cy="7162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BAAF3BD-43CD-3829-6345-DEAE306781B0}"/>
              </a:ext>
            </a:extLst>
          </p:cNvPr>
          <p:cNvCxnSpPr>
            <a:cxnSpLocks/>
          </p:cNvCxnSpPr>
          <p:nvPr/>
        </p:nvCxnSpPr>
        <p:spPr>
          <a:xfrm flipH="1">
            <a:off x="9234152" y="6270159"/>
            <a:ext cx="112357" cy="1123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FEAAC6-16CD-CCF7-7434-9AAC18B4DDBD}"/>
              </a:ext>
            </a:extLst>
          </p:cNvPr>
          <p:cNvCxnSpPr>
            <a:cxnSpLocks/>
          </p:cNvCxnSpPr>
          <p:nvPr/>
        </p:nvCxnSpPr>
        <p:spPr>
          <a:xfrm>
            <a:off x="8824310" y="5968218"/>
            <a:ext cx="0" cy="7162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DF10D3-B0A2-598E-377A-AD8AA5BF4EC0}"/>
              </a:ext>
            </a:extLst>
          </p:cNvPr>
          <p:cNvCxnSpPr>
            <a:cxnSpLocks/>
          </p:cNvCxnSpPr>
          <p:nvPr/>
        </p:nvCxnSpPr>
        <p:spPr>
          <a:xfrm flipH="1">
            <a:off x="8767900" y="6270159"/>
            <a:ext cx="112357" cy="1123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EB2CD3B-E9F9-69CE-2E43-12D3665B1BAF}"/>
              </a:ext>
            </a:extLst>
          </p:cNvPr>
          <p:cNvCxnSpPr>
            <a:cxnSpLocks/>
          </p:cNvCxnSpPr>
          <p:nvPr/>
        </p:nvCxnSpPr>
        <p:spPr>
          <a:xfrm>
            <a:off x="8912056" y="6014398"/>
            <a:ext cx="0" cy="7162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404CE5C-5306-41C2-9814-DF2E0884726D}"/>
              </a:ext>
            </a:extLst>
          </p:cNvPr>
          <p:cNvCxnSpPr>
            <a:cxnSpLocks/>
          </p:cNvCxnSpPr>
          <p:nvPr/>
        </p:nvCxnSpPr>
        <p:spPr>
          <a:xfrm flipH="1">
            <a:off x="8855646" y="6316339"/>
            <a:ext cx="112357" cy="1123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3993E34-AFC0-F936-2D46-13BCE91BFEB1}"/>
              </a:ext>
            </a:extLst>
          </p:cNvPr>
          <p:cNvCxnSpPr>
            <a:cxnSpLocks/>
          </p:cNvCxnSpPr>
          <p:nvPr/>
        </p:nvCxnSpPr>
        <p:spPr>
          <a:xfrm>
            <a:off x="8852560" y="5052214"/>
            <a:ext cx="0" cy="548640"/>
          </a:xfrm>
          <a:prstGeom prst="line">
            <a:avLst/>
          </a:prstGeom>
          <a:ln w="635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615A176-8D25-CC01-EB39-DFF5D2F01125}"/>
              </a:ext>
            </a:extLst>
          </p:cNvPr>
          <p:cNvSpPr/>
          <p:nvPr/>
        </p:nvSpPr>
        <p:spPr>
          <a:xfrm>
            <a:off x="8663946" y="4934819"/>
            <a:ext cx="360846" cy="203163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088F10-9E5B-0F3E-36DA-5CDAAF11C1D8}"/>
              </a:ext>
            </a:extLst>
          </p:cNvPr>
          <p:cNvSpPr txBox="1"/>
          <p:nvPr/>
        </p:nvSpPr>
        <p:spPr>
          <a:xfrm>
            <a:off x="6672378" y="4493724"/>
            <a:ext cx="2569934" cy="461665"/>
          </a:xfrm>
          <a:prstGeom prst="rect">
            <a:avLst/>
          </a:prstGeom>
          <a:noFill/>
        </p:spPr>
        <p:txBody>
          <a:bodyPr wrap="none" rtlCol="0">
            <a:spAutoFit/>
          </a:bodyPr>
          <a:lstStyle/>
          <a:p>
            <a:r>
              <a:rPr lang="en-US" sz="2400" b="1">
                <a:solidFill>
                  <a:srgbClr val="FF0000"/>
                </a:solidFill>
              </a:rPr>
              <a:t>Enable on demand</a:t>
            </a:r>
          </a:p>
        </p:txBody>
      </p:sp>
      <p:sp>
        <p:nvSpPr>
          <p:cNvPr id="12" name="Rectangle 43">
            <a:extLst>
              <a:ext uri="{FF2B5EF4-FFF2-40B4-BE49-F238E27FC236}">
                <a16:creationId xmlns:a16="http://schemas.microsoft.com/office/drawing/2014/main" id="{F5237DF5-0BFF-7ABF-6A60-6480F7074FAE}"/>
              </a:ext>
            </a:extLst>
          </p:cNvPr>
          <p:cNvSpPr/>
          <p:nvPr/>
        </p:nvSpPr>
        <p:spPr>
          <a:xfrm>
            <a:off x="1449488" y="4572001"/>
            <a:ext cx="1119884" cy="1747371"/>
          </a:xfrm>
          <a:prstGeom prst="rect">
            <a:avLst/>
          </a:prstGeom>
          <a:solidFill>
            <a:schemeClr val="tx1">
              <a:lumMod val="50000"/>
              <a:lumOff val="50000"/>
            </a:schemeClr>
          </a:solidFill>
          <a:ln w="127000">
            <a:noFill/>
            <a:prstDash val="solid"/>
          </a:ln>
          <a:effectLst>
            <a:innerShdw blurRad="11966" dist="241194" dir="9269787">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t>x4</a:t>
            </a:r>
          </a:p>
        </p:txBody>
      </p:sp>
      <p:sp>
        <p:nvSpPr>
          <p:cNvPr id="19" name="Rectangle 4">
            <a:extLst>
              <a:ext uri="{FF2B5EF4-FFF2-40B4-BE49-F238E27FC236}">
                <a16:creationId xmlns:a16="http://schemas.microsoft.com/office/drawing/2014/main" id="{735BCAB1-FC14-71C7-CF29-7D6DE33D0FDB}"/>
              </a:ext>
            </a:extLst>
          </p:cNvPr>
          <p:cNvSpPr/>
          <p:nvPr/>
        </p:nvSpPr>
        <p:spPr>
          <a:xfrm>
            <a:off x="1561552" y="6137608"/>
            <a:ext cx="106232" cy="338803"/>
          </a:xfrm>
          <a:prstGeom prst="rect">
            <a:avLst/>
          </a:prstGeom>
          <a:solidFill>
            <a:srgbClr val="FFC000"/>
          </a:solidFill>
          <a:ln>
            <a:noFill/>
          </a:ln>
          <a:effectLst>
            <a:innerShdw blurRad="63500" dist="15389"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
            <a:extLst>
              <a:ext uri="{FF2B5EF4-FFF2-40B4-BE49-F238E27FC236}">
                <a16:creationId xmlns:a16="http://schemas.microsoft.com/office/drawing/2014/main" id="{C2F71A06-9E36-5E43-5307-B8796BA8748A}"/>
              </a:ext>
            </a:extLst>
          </p:cNvPr>
          <p:cNvSpPr/>
          <p:nvPr/>
        </p:nvSpPr>
        <p:spPr>
          <a:xfrm>
            <a:off x="1827881" y="6137608"/>
            <a:ext cx="106232" cy="338803"/>
          </a:xfrm>
          <a:prstGeom prst="rect">
            <a:avLst/>
          </a:prstGeom>
          <a:solidFill>
            <a:srgbClr val="FFC000"/>
          </a:solidFill>
          <a:ln>
            <a:noFill/>
          </a:ln>
          <a:effectLst>
            <a:innerShdw blurRad="63500" dist="15389"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7">
            <a:extLst>
              <a:ext uri="{FF2B5EF4-FFF2-40B4-BE49-F238E27FC236}">
                <a16:creationId xmlns:a16="http://schemas.microsoft.com/office/drawing/2014/main" id="{6D4D81D4-92D0-3694-4B9B-2FDC3F10BC79}"/>
              </a:ext>
            </a:extLst>
          </p:cNvPr>
          <p:cNvSpPr/>
          <p:nvPr/>
        </p:nvSpPr>
        <p:spPr>
          <a:xfrm>
            <a:off x="2094210" y="6137608"/>
            <a:ext cx="106232" cy="338803"/>
          </a:xfrm>
          <a:prstGeom prst="rect">
            <a:avLst/>
          </a:prstGeom>
          <a:solidFill>
            <a:srgbClr val="FFC000"/>
          </a:solidFill>
          <a:ln>
            <a:noFill/>
          </a:ln>
          <a:effectLst>
            <a:innerShdw blurRad="63500" dist="15389"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8">
            <a:extLst>
              <a:ext uri="{FF2B5EF4-FFF2-40B4-BE49-F238E27FC236}">
                <a16:creationId xmlns:a16="http://schemas.microsoft.com/office/drawing/2014/main" id="{ED5C78EF-AF8D-2AFD-9A73-64B4B09CE93F}"/>
              </a:ext>
            </a:extLst>
          </p:cNvPr>
          <p:cNvSpPr/>
          <p:nvPr/>
        </p:nvSpPr>
        <p:spPr>
          <a:xfrm>
            <a:off x="2350095" y="6137608"/>
            <a:ext cx="106232" cy="338803"/>
          </a:xfrm>
          <a:prstGeom prst="rect">
            <a:avLst/>
          </a:prstGeom>
          <a:solidFill>
            <a:srgbClr val="FFC000"/>
          </a:solidFill>
          <a:ln>
            <a:noFill/>
          </a:ln>
          <a:effectLst>
            <a:innerShdw blurRad="63500" dist="15389"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43">
            <a:extLst>
              <a:ext uri="{FF2B5EF4-FFF2-40B4-BE49-F238E27FC236}">
                <a16:creationId xmlns:a16="http://schemas.microsoft.com/office/drawing/2014/main" id="{3B260DFA-5C1C-16D7-569D-3EB36E319028}"/>
              </a:ext>
            </a:extLst>
          </p:cNvPr>
          <p:cNvSpPr/>
          <p:nvPr/>
        </p:nvSpPr>
        <p:spPr>
          <a:xfrm>
            <a:off x="4262457" y="3082812"/>
            <a:ext cx="1124393" cy="1754406"/>
          </a:xfrm>
          <a:prstGeom prst="rect">
            <a:avLst/>
          </a:prstGeom>
          <a:solidFill>
            <a:schemeClr val="tx1">
              <a:lumMod val="50000"/>
              <a:lumOff val="50000"/>
            </a:schemeClr>
          </a:solidFill>
          <a:ln w="127000">
            <a:noFill/>
            <a:prstDash val="solid"/>
          </a:ln>
          <a:effectLst>
            <a:innerShdw blurRad="11966" dist="241194" dir="9269787">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t>x8</a:t>
            </a:r>
          </a:p>
        </p:txBody>
      </p:sp>
      <p:sp>
        <p:nvSpPr>
          <p:cNvPr id="26" name="Rectangle 67">
            <a:extLst>
              <a:ext uri="{FF2B5EF4-FFF2-40B4-BE49-F238E27FC236}">
                <a16:creationId xmlns:a16="http://schemas.microsoft.com/office/drawing/2014/main" id="{47B5B91E-446C-707D-50CA-4DDDB9D0E818}"/>
              </a:ext>
            </a:extLst>
          </p:cNvPr>
          <p:cNvSpPr/>
          <p:nvPr/>
        </p:nvSpPr>
        <p:spPr>
          <a:xfrm>
            <a:off x="4313301"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8">
            <a:extLst>
              <a:ext uri="{FF2B5EF4-FFF2-40B4-BE49-F238E27FC236}">
                <a16:creationId xmlns:a16="http://schemas.microsoft.com/office/drawing/2014/main" id="{C39FBF70-BED9-BBB8-CB4F-F2052CCEE3FB}"/>
              </a:ext>
            </a:extLst>
          </p:cNvPr>
          <p:cNvSpPr/>
          <p:nvPr/>
        </p:nvSpPr>
        <p:spPr>
          <a:xfrm>
            <a:off x="4440274"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9">
            <a:extLst>
              <a:ext uri="{FF2B5EF4-FFF2-40B4-BE49-F238E27FC236}">
                <a16:creationId xmlns:a16="http://schemas.microsoft.com/office/drawing/2014/main" id="{C2E4EC4C-A2C1-8B15-ACEC-29270BF0AC30}"/>
              </a:ext>
            </a:extLst>
          </p:cNvPr>
          <p:cNvSpPr/>
          <p:nvPr/>
        </p:nvSpPr>
        <p:spPr>
          <a:xfrm>
            <a:off x="4572256"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70">
            <a:extLst>
              <a:ext uri="{FF2B5EF4-FFF2-40B4-BE49-F238E27FC236}">
                <a16:creationId xmlns:a16="http://schemas.microsoft.com/office/drawing/2014/main" id="{DE894D58-F780-2D6B-E893-753D8E882957}"/>
              </a:ext>
            </a:extLst>
          </p:cNvPr>
          <p:cNvSpPr/>
          <p:nvPr/>
        </p:nvSpPr>
        <p:spPr>
          <a:xfrm>
            <a:off x="4705957"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71">
            <a:extLst>
              <a:ext uri="{FF2B5EF4-FFF2-40B4-BE49-F238E27FC236}">
                <a16:creationId xmlns:a16="http://schemas.microsoft.com/office/drawing/2014/main" id="{DC7E5A61-E0A0-D89F-5789-26724619A8D0}"/>
              </a:ext>
            </a:extLst>
          </p:cNvPr>
          <p:cNvSpPr/>
          <p:nvPr/>
        </p:nvSpPr>
        <p:spPr>
          <a:xfrm>
            <a:off x="4864241"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72">
            <a:extLst>
              <a:ext uri="{FF2B5EF4-FFF2-40B4-BE49-F238E27FC236}">
                <a16:creationId xmlns:a16="http://schemas.microsoft.com/office/drawing/2014/main" id="{C0D94A7E-2333-12CE-13F6-7234727F6321}"/>
              </a:ext>
            </a:extLst>
          </p:cNvPr>
          <p:cNvSpPr/>
          <p:nvPr/>
        </p:nvSpPr>
        <p:spPr>
          <a:xfrm>
            <a:off x="4991214"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73">
            <a:extLst>
              <a:ext uri="{FF2B5EF4-FFF2-40B4-BE49-F238E27FC236}">
                <a16:creationId xmlns:a16="http://schemas.microsoft.com/office/drawing/2014/main" id="{990B402E-3AEB-6A94-C4CA-BE11638E8C89}"/>
              </a:ext>
            </a:extLst>
          </p:cNvPr>
          <p:cNvSpPr/>
          <p:nvPr/>
        </p:nvSpPr>
        <p:spPr>
          <a:xfrm>
            <a:off x="5123197"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74">
            <a:extLst>
              <a:ext uri="{FF2B5EF4-FFF2-40B4-BE49-F238E27FC236}">
                <a16:creationId xmlns:a16="http://schemas.microsoft.com/office/drawing/2014/main" id="{1F479467-EBE1-E87B-AD8A-6B3056D2D3EF}"/>
              </a:ext>
            </a:extLst>
          </p:cNvPr>
          <p:cNvSpPr/>
          <p:nvPr/>
        </p:nvSpPr>
        <p:spPr>
          <a:xfrm>
            <a:off x="5256897" y="4647056"/>
            <a:ext cx="82611" cy="340167"/>
          </a:xfrm>
          <a:prstGeom prst="rect">
            <a:avLst/>
          </a:prstGeom>
          <a:solidFill>
            <a:srgbClr val="FFC000"/>
          </a:solidFill>
          <a:ln>
            <a:noFill/>
          </a:ln>
          <a:effectLst>
            <a:innerShdw blurRad="6350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直接箭头连接符 38">
            <a:extLst>
              <a:ext uri="{FF2B5EF4-FFF2-40B4-BE49-F238E27FC236}">
                <a16:creationId xmlns:a16="http://schemas.microsoft.com/office/drawing/2014/main" id="{5EF60B35-B512-B044-6425-52BEDF44BB8E}"/>
              </a:ext>
            </a:extLst>
          </p:cNvPr>
          <p:cNvCxnSpPr>
            <a:stCxn id="12" idx="3"/>
            <a:endCxn id="25" idx="1"/>
          </p:cNvCxnSpPr>
          <p:nvPr/>
        </p:nvCxnSpPr>
        <p:spPr>
          <a:xfrm flipV="1">
            <a:off x="2569372" y="3960016"/>
            <a:ext cx="1693084" cy="1485671"/>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648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E06A7-71C8-2F79-0AA0-196BC86705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D650CD-3489-8E04-FB8A-45A804260ADE}"/>
              </a:ext>
            </a:extLst>
          </p:cNvPr>
          <p:cNvSpPr>
            <a:spLocks noGrp="1"/>
          </p:cNvSpPr>
          <p:nvPr>
            <p:ph type="title"/>
          </p:nvPr>
        </p:nvSpPr>
        <p:spPr>
          <a:xfrm>
            <a:off x="838200" y="1508126"/>
            <a:ext cx="10515600" cy="1354871"/>
          </a:xfrm>
        </p:spPr>
        <p:txBody>
          <a:bodyPr/>
          <a:lstStyle/>
          <a:p>
            <a:r>
              <a:rPr lang="en-US" altLang="zh-CN" b="1" dirty="0"/>
              <a:t>Design2:  </a:t>
            </a:r>
            <a:r>
              <a:rPr lang="en-US" altLang="zh-CN" dirty="0"/>
              <a:t>SCREME-I/O</a:t>
            </a:r>
            <a:endParaRPr lang="zh-CN" altLang="en-US" dirty="0"/>
          </a:p>
        </p:txBody>
      </p:sp>
      <p:pic>
        <p:nvPicPr>
          <p:cNvPr id="4" name="Picture 16">
            <a:extLst>
              <a:ext uri="{FF2B5EF4-FFF2-40B4-BE49-F238E27FC236}">
                <a16:creationId xmlns:a16="http://schemas.microsoft.com/office/drawing/2014/main" id="{C1E30DCE-FC05-B8B1-86A5-DA3D9D3E9BC2}"/>
              </a:ext>
            </a:extLst>
          </p:cNvPr>
          <p:cNvPicPr>
            <a:picLocks noChangeAspect="1"/>
          </p:cNvPicPr>
          <p:nvPr/>
        </p:nvPicPr>
        <p:blipFill>
          <a:blip r:embed="rId3"/>
          <a:stretch>
            <a:fillRect/>
          </a:stretch>
        </p:blipFill>
        <p:spPr>
          <a:xfrm>
            <a:off x="7537136" y="3395633"/>
            <a:ext cx="3618744" cy="3898483"/>
          </a:xfrm>
          <a:prstGeom prst="rect">
            <a:avLst/>
          </a:prstGeom>
        </p:spPr>
      </p:pic>
      <p:cxnSp>
        <p:nvCxnSpPr>
          <p:cNvPr id="5" name="Straight Connector 4">
            <a:extLst>
              <a:ext uri="{FF2B5EF4-FFF2-40B4-BE49-F238E27FC236}">
                <a16:creationId xmlns:a16="http://schemas.microsoft.com/office/drawing/2014/main" id="{99B0F0AA-0625-475C-6C43-FCA2F53A145C}"/>
              </a:ext>
            </a:extLst>
          </p:cNvPr>
          <p:cNvCxnSpPr>
            <a:cxnSpLocks/>
          </p:cNvCxnSpPr>
          <p:nvPr/>
        </p:nvCxnSpPr>
        <p:spPr>
          <a:xfrm>
            <a:off x="9290562" y="5968218"/>
            <a:ext cx="0" cy="716238"/>
          </a:xfrm>
          <a:prstGeom prst="line">
            <a:avLst/>
          </a:prstGeom>
          <a:ln w="38100">
            <a:solidFill>
              <a:schemeClr val="tx1"/>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ED393C6-DADA-EE05-7C58-566E5A7A3FEF}"/>
              </a:ext>
            </a:extLst>
          </p:cNvPr>
          <p:cNvCxnSpPr>
            <a:cxnSpLocks/>
          </p:cNvCxnSpPr>
          <p:nvPr/>
        </p:nvCxnSpPr>
        <p:spPr>
          <a:xfrm flipH="1">
            <a:off x="9234152" y="6270159"/>
            <a:ext cx="112357" cy="1123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E1B8DC3-E17A-EB1D-CC95-33B04EDE4525}"/>
              </a:ext>
            </a:extLst>
          </p:cNvPr>
          <p:cNvSpPr txBox="1"/>
          <p:nvPr/>
        </p:nvSpPr>
        <p:spPr>
          <a:xfrm>
            <a:off x="6336186" y="6024773"/>
            <a:ext cx="2646878" cy="461665"/>
          </a:xfrm>
          <a:prstGeom prst="rect">
            <a:avLst/>
          </a:prstGeom>
          <a:noFill/>
        </p:spPr>
        <p:txBody>
          <a:bodyPr wrap="none" rtlCol="0">
            <a:spAutoFit/>
          </a:bodyPr>
          <a:lstStyle/>
          <a:p>
            <a:r>
              <a:rPr lang="en-US" sz="2400" b="1">
                <a:solidFill>
                  <a:schemeClr val="tx2">
                    <a:lumMod val="50000"/>
                    <a:lumOff val="50000"/>
                  </a:schemeClr>
                </a:solidFill>
              </a:rPr>
              <a:t>Disable on demand</a:t>
            </a:r>
          </a:p>
        </p:txBody>
      </p:sp>
      <p:sp>
        <p:nvSpPr>
          <p:cNvPr id="12" name="Rectangle 43">
            <a:extLst>
              <a:ext uri="{FF2B5EF4-FFF2-40B4-BE49-F238E27FC236}">
                <a16:creationId xmlns:a16="http://schemas.microsoft.com/office/drawing/2014/main" id="{1B78C299-70AD-E0D1-5B60-4F4A2580AB06}"/>
              </a:ext>
            </a:extLst>
          </p:cNvPr>
          <p:cNvSpPr/>
          <p:nvPr/>
        </p:nvSpPr>
        <p:spPr>
          <a:xfrm>
            <a:off x="1449488" y="4572001"/>
            <a:ext cx="1119884" cy="1747371"/>
          </a:xfrm>
          <a:prstGeom prst="rect">
            <a:avLst/>
          </a:prstGeom>
          <a:solidFill>
            <a:schemeClr val="tx1">
              <a:lumMod val="50000"/>
              <a:lumOff val="50000"/>
            </a:schemeClr>
          </a:solidFill>
          <a:ln w="127000">
            <a:noFill/>
            <a:prstDash val="solid"/>
          </a:ln>
          <a:effectLst>
            <a:innerShdw blurRad="11966" dist="214972" dir="9269787">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t>x4</a:t>
            </a:r>
          </a:p>
        </p:txBody>
      </p:sp>
      <p:sp>
        <p:nvSpPr>
          <p:cNvPr id="19" name="Rectangle 4">
            <a:extLst>
              <a:ext uri="{FF2B5EF4-FFF2-40B4-BE49-F238E27FC236}">
                <a16:creationId xmlns:a16="http://schemas.microsoft.com/office/drawing/2014/main" id="{5AFE4063-1D54-7BB7-A991-AE93208543BB}"/>
              </a:ext>
            </a:extLst>
          </p:cNvPr>
          <p:cNvSpPr/>
          <p:nvPr/>
        </p:nvSpPr>
        <p:spPr>
          <a:xfrm>
            <a:off x="1561552" y="6137608"/>
            <a:ext cx="106232" cy="338803"/>
          </a:xfrm>
          <a:prstGeom prst="rect">
            <a:avLst/>
          </a:prstGeom>
          <a:solidFill>
            <a:srgbClr val="FFC000"/>
          </a:solidFill>
          <a:ln>
            <a:noFill/>
          </a:ln>
          <a:effectLst>
            <a:innerShdw blurRad="63500" dist="20661"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
            <a:extLst>
              <a:ext uri="{FF2B5EF4-FFF2-40B4-BE49-F238E27FC236}">
                <a16:creationId xmlns:a16="http://schemas.microsoft.com/office/drawing/2014/main" id="{6E71822B-5FBD-EF57-6571-C05B5D5D4CFE}"/>
              </a:ext>
            </a:extLst>
          </p:cNvPr>
          <p:cNvSpPr/>
          <p:nvPr/>
        </p:nvSpPr>
        <p:spPr>
          <a:xfrm>
            <a:off x="1827881" y="6137608"/>
            <a:ext cx="106232" cy="338803"/>
          </a:xfrm>
          <a:prstGeom prst="rect">
            <a:avLst/>
          </a:prstGeom>
          <a:solidFill>
            <a:srgbClr val="FFC000"/>
          </a:solidFill>
          <a:ln>
            <a:noFill/>
          </a:ln>
          <a:effectLst>
            <a:innerShdw blurRad="63500" dist="20661"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7">
            <a:extLst>
              <a:ext uri="{FF2B5EF4-FFF2-40B4-BE49-F238E27FC236}">
                <a16:creationId xmlns:a16="http://schemas.microsoft.com/office/drawing/2014/main" id="{370CB4A0-25C9-1C42-0F9E-3969FFE3B83C}"/>
              </a:ext>
            </a:extLst>
          </p:cNvPr>
          <p:cNvSpPr/>
          <p:nvPr/>
        </p:nvSpPr>
        <p:spPr>
          <a:xfrm>
            <a:off x="2094210" y="6137608"/>
            <a:ext cx="106232" cy="338803"/>
          </a:xfrm>
          <a:prstGeom prst="rect">
            <a:avLst/>
          </a:prstGeom>
          <a:solidFill>
            <a:srgbClr val="FFC000"/>
          </a:solidFill>
          <a:ln>
            <a:noFill/>
          </a:ln>
          <a:effectLst>
            <a:innerShdw blurRad="63500" dist="20661"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8">
            <a:extLst>
              <a:ext uri="{FF2B5EF4-FFF2-40B4-BE49-F238E27FC236}">
                <a16:creationId xmlns:a16="http://schemas.microsoft.com/office/drawing/2014/main" id="{33CAB93A-4C74-F5A9-D5D4-6ABB298F67DE}"/>
              </a:ext>
            </a:extLst>
          </p:cNvPr>
          <p:cNvSpPr/>
          <p:nvPr/>
        </p:nvSpPr>
        <p:spPr>
          <a:xfrm>
            <a:off x="2350095" y="6137608"/>
            <a:ext cx="106232" cy="338803"/>
          </a:xfrm>
          <a:prstGeom prst="rect">
            <a:avLst/>
          </a:prstGeom>
          <a:solidFill>
            <a:srgbClr val="FFC000"/>
          </a:solidFill>
          <a:ln>
            <a:noFill/>
          </a:ln>
          <a:effectLst>
            <a:innerShdw blurRad="63500" dist="20661"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43">
            <a:extLst>
              <a:ext uri="{FF2B5EF4-FFF2-40B4-BE49-F238E27FC236}">
                <a16:creationId xmlns:a16="http://schemas.microsoft.com/office/drawing/2014/main" id="{459BEB97-13DB-318F-78B3-61CF322E32BD}"/>
              </a:ext>
            </a:extLst>
          </p:cNvPr>
          <p:cNvSpPr/>
          <p:nvPr/>
        </p:nvSpPr>
        <p:spPr>
          <a:xfrm>
            <a:off x="4262457" y="3082812"/>
            <a:ext cx="1124393" cy="1754406"/>
          </a:xfrm>
          <a:prstGeom prst="rect">
            <a:avLst/>
          </a:prstGeom>
          <a:solidFill>
            <a:schemeClr val="tx1">
              <a:lumMod val="50000"/>
              <a:lumOff val="50000"/>
            </a:schemeClr>
          </a:solidFill>
          <a:ln w="127000">
            <a:noFill/>
            <a:prstDash val="solid"/>
          </a:ln>
          <a:effectLst>
            <a:innerShdw blurRad="11966" dist="214972" dir="9269787">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t>x8</a:t>
            </a:r>
          </a:p>
        </p:txBody>
      </p:sp>
      <p:sp>
        <p:nvSpPr>
          <p:cNvPr id="26" name="Rectangle 67">
            <a:extLst>
              <a:ext uri="{FF2B5EF4-FFF2-40B4-BE49-F238E27FC236}">
                <a16:creationId xmlns:a16="http://schemas.microsoft.com/office/drawing/2014/main" id="{F74E33CF-AC25-7902-F72B-5CF0F3E034F4}"/>
              </a:ext>
            </a:extLst>
          </p:cNvPr>
          <p:cNvSpPr/>
          <p:nvPr/>
        </p:nvSpPr>
        <p:spPr>
          <a:xfrm>
            <a:off x="4313301"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8">
            <a:extLst>
              <a:ext uri="{FF2B5EF4-FFF2-40B4-BE49-F238E27FC236}">
                <a16:creationId xmlns:a16="http://schemas.microsoft.com/office/drawing/2014/main" id="{2FC4FF3C-39B8-767B-17B2-153C9A8E7EB2}"/>
              </a:ext>
            </a:extLst>
          </p:cNvPr>
          <p:cNvSpPr/>
          <p:nvPr/>
        </p:nvSpPr>
        <p:spPr>
          <a:xfrm>
            <a:off x="4440274"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9">
            <a:extLst>
              <a:ext uri="{FF2B5EF4-FFF2-40B4-BE49-F238E27FC236}">
                <a16:creationId xmlns:a16="http://schemas.microsoft.com/office/drawing/2014/main" id="{96AC07DF-13A8-E295-E1B4-7C73A1AB1A36}"/>
              </a:ext>
            </a:extLst>
          </p:cNvPr>
          <p:cNvSpPr/>
          <p:nvPr/>
        </p:nvSpPr>
        <p:spPr>
          <a:xfrm>
            <a:off x="4572256"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70">
            <a:extLst>
              <a:ext uri="{FF2B5EF4-FFF2-40B4-BE49-F238E27FC236}">
                <a16:creationId xmlns:a16="http://schemas.microsoft.com/office/drawing/2014/main" id="{F695A91A-0E72-FDEE-FD1C-951353247EDF}"/>
              </a:ext>
            </a:extLst>
          </p:cNvPr>
          <p:cNvSpPr/>
          <p:nvPr/>
        </p:nvSpPr>
        <p:spPr>
          <a:xfrm>
            <a:off x="4705957"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71">
            <a:extLst>
              <a:ext uri="{FF2B5EF4-FFF2-40B4-BE49-F238E27FC236}">
                <a16:creationId xmlns:a16="http://schemas.microsoft.com/office/drawing/2014/main" id="{5155B119-9C6F-CFEB-DE3E-BD93A1151BFD}"/>
              </a:ext>
            </a:extLst>
          </p:cNvPr>
          <p:cNvSpPr/>
          <p:nvPr/>
        </p:nvSpPr>
        <p:spPr>
          <a:xfrm>
            <a:off x="4864241"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72">
            <a:extLst>
              <a:ext uri="{FF2B5EF4-FFF2-40B4-BE49-F238E27FC236}">
                <a16:creationId xmlns:a16="http://schemas.microsoft.com/office/drawing/2014/main" id="{5CC76B49-1B5C-D4CC-80BA-394D2ED07603}"/>
              </a:ext>
            </a:extLst>
          </p:cNvPr>
          <p:cNvSpPr/>
          <p:nvPr/>
        </p:nvSpPr>
        <p:spPr>
          <a:xfrm>
            <a:off x="4991214"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73">
            <a:extLst>
              <a:ext uri="{FF2B5EF4-FFF2-40B4-BE49-F238E27FC236}">
                <a16:creationId xmlns:a16="http://schemas.microsoft.com/office/drawing/2014/main" id="{40501179-C75E-DE94-224A-774321BA609E}"/>
              </a:ext>
            </a:extLst>
          </p:cNvPr>
          <p:cNvSpPr/>
          <p:nvPr/>
        </p:nvSpPr>
        <p:spPr>
          <a:xfrm>
            <a:off x="5123197"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74">
            <a:extLst>
              <a:ext uri="{FF2B5EF4-FFF2-40B4-BE49-F238E27FC236}">
                <a16:creationId xmlns:a16="http://schemas.microsoft.com/office/drawing/2014/main" id="{1C9BCAA2-941A-18D8-BE6B-82A733A27F91}"/>
              </a:ext>
            </a:extLst>
          </p:cNvPr>
          <p:cNvSpPr/>
          <p:nvPr/>
        </p:nvSpPr>
        <p:spPr>
          <a:xfrm>
            <a:off x="5256897" y="4647056"/>
            <a:ext cx="82611" cy="340167"/>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43">
            <a:extLst>
              <a:ext uri="{FF2B5EF4-FFF2-40B4-BE49-F238E27FC236}">
                <a16:creationId xmlns:a16="http://schemas.microsoft.com/office/drawing/2014/main" id="{16B3A7AB-2EAB-9C6A-6EA5-78C4F4AC0930}"/>
              </a:ext>
            </a:extLst>
          </p:cNvPr>
          <p:cNvSpPr/>
          <p:nvPr/>
        </p:nvSpPr>
        <p:spPr>
          <a:xfrm>
            <a:off x="4257193" y="5722549"/>
            <a:ext cx="1129657" cy="1762621"/>
          </a:xfrm>
          <a:prstGeom prst="rect">
            <a:avLst/>
          </a:prstGeom>
          <a:solidFill>
            <a:schemeClr val="tx1">
              <a:lumMod val="50000"/>
              <a:lumOff val="50000"/>
            </a:schemeClr>
          </a:solidFill>
          <a:ln w="127000">
            <a:noFill/>
            <a:prstDash val="solid"/>
          </a:ln>
          <a:effectLst>
            <a:innerShdw blurRad="11966" dist="214972" dir="9269787">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a:t>x2</a:t>
            </a:r>
          </a:p>
        </p:txBody>
      </p:sp>
      <p:sp>
        <p:nvSpPr>
          <p:cNvPr id="35" name="Rectangle 67">
            <a:extLst>
              <a:ext uri="{FF2B5EF4-FFF2-40B4-BE49-F238E27FC236}">
                <a16:creationId xmlns:a16="http://schemas.microsoft.com/office/drawing/2014/main" id="{A79F4560-BFDF-45AE-F655-27AAB4D84363}"/>
              </a:ext>
            </a:extLst>
          </p:cNvPr>
          <p:cNvSpPr/>
          <p:nvPr/>
        </p:nvSpPr>
        <p:spPr>
          <a:xfrm>
            <a:off x="4539304" y="7294115"/>
            <a:ext cx="82998" cy="341760"/>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8">
            <a:extLst>
              <a:ext uri="{FF2B5EF4-FFF2-40B4-BE49-F238E27FC236}">
                <a16:creationId xmlns:a16="http://schemas.microsoft.com/office/drawing/2014/main" id="{75C7566F-1154-913C-36C1-35182506A204}"/>
              </a:ext>
            </a:extLst>
          </p:cNvPr>
          <p:cNvSpPr/>
          <p:nvPr/>
        </p:nvSpPr>
        <p:spPr>
          <a:xfrm>
            <a:off x="5072821" y="7294115"/>
            <a:ext cx="82998" cy="341760"/>
          </a:xfrm>
          <a:prstGeom prst="rect">
            <a:avLst/>
          </a:prstGeom>
          <a:solidFill>
            <a:srgbClr val="FFC000"/>
          </a:solidFill>
          <a:ln>
            <a:noFill/>
          </a:ln>
          <a:effectLst>
            <a:innerShdw blurRad="63500" dist="1190" dir="81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直接箭头连接符 38">
            <a:extLst>
              <a:ext uri="{FF2B5EF4-FFF2-40B4-BE49-F238E27FC236}">
                <a16:creationId xmlns:a16="http://schemas.microsoft.com/office/drawing/2014/main" id="{EA62ABAA-DF49-701C-3CF9-355DDB27BC75}"/>
              </a:ext>
            </a:extLst>
          </p:cNvPr>
          <p:cNvCxnSpPr>
            <a:stCxn id="12" idx="3"/>
            <a:endCxn id="25" idx="1"/>
          </p:cNvCxnSpPr>
          <p:nvPr/>
        </p:nvCxnSpPr>
        <p:spPr>
          <a:xfrm flipV="1">
            <a:off x="2569372" y="3960016"/>
            <a:ext cx="1693084" cy="1485671"/>
          </a:xfrm>
          <a:prstGeom prst="straightConnector1">
            <a:avLst/>
          </a:prstGeom>
          <a:ln w="76200">
            <a:noFill/>
            <a:tailEnd type="triangle"/>
          </a:ln>
        </p:spPr>
        <p:style>
          <a:lnRef idx="2">
            <a:schemeClr val="accent1"/>
          </a:lnRef>
          <a:fillRef idx="0">
            <a:schemeClr val="accent1"/>
          </a:fillRef>
          <a:effectRef idx="1">
            <a:schemeClr val="accent1"/>
          </a:effectRef>
          <a:fontRef idx="minor">
            <a:schemeClr val="tx1"/>
          </a:fontRef>
        </p:style>
      </p:cxnSp>
      <p:cxnSp>
        <p:nvCxnSpPr>
          <p:cNvPr id="40" name="直接箭头连接符 39">
            <a:extLst>
              <a:ext uri="{FF2B5EF4-FFF2-40B4-BE49-F238E27FC236}">
                <a16:creationId xmlns:a16="http://schemas.microsoft.com/office/drawing/2014/main" id="{5D5AF4C3-15B6-E5E8-4258-FF9FACB73B8F}"/>
              </a:ext>
            </a:extLst>
          </p:cNvPr>
          <p:cNvCxnSpPr>
            <a:cxnSpLocks/>
            <a:stCxn id="12" idx="3"/>
            <a:endCxn id="34" idx="1"/>
          </p:cNvCxnSpPr>
          <p:nvPr/>
        </p:nvCxnSpPr>
        <p:spPr>
          <a:xfrm>
            <a:off x="2569372" y="5445687"/>
            <a:ext cx="1687820" cy="1158173"/>
          </a:xfrm>
          <a:prstGeom prst="straightConnector1">
            <a:avLst/>
          </a:prstGeom>
          <a:ln w="76200">
            <a:noFill/>
            <a:tailEnd type="triangle"/>
          </a:ln>
        </p:spPr>
        <p:style>
          <a:lnRef idx="2">
            <a:schemeClr val="accent1"/>
          </a:lnRef>
          <a:fillRef idx="0">
            <a:schemeClr val="accent1"/>
          </a:fillRef>
          <a:effectRef idx="1">
            <a:schemeClr val="accent1"/>
          </a:effectRef>
          <a:fontRef idx="minor">
            <a:schemeClr val="tx1"/>
          </a:fontRef>
        </p:style>
      </p:cxnSp>
      <p:sp>
        <p:nvSpPr>
          <p:cNvPr id="3" name="Rectangle 16">
            <a:extLst>
              <a:ext uri="{FF2B5EF4-FFF2-40B4-BE49-F238E27FC236}">
                <a16:creationId xmlns:a16="http://schemas.microsoft.com/office/drawing/2014/main" id="{22C7D159-CB06-949F-0117-6D84208A2709}"/>
              </a:ext>
            </a:extLst>
          </p:cNvPr>
          <p:cNvSpPr/>
          <p:nvPr/>
        </p:nvSpPr>
        <p:spPr>
          <a:xfrm>
            <a:off x="9166085" y="5919862"/>
            <a:ext cx="456543" cy="841619"/>
          </a:xfrm>
          <a:prstGeom prst="rect">
            <a:avLst/>
          </a:prstGeom>
          <a:noFill/>
          <a:ln w="5715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直接箭头连接符 38">
            <a:extLst>
              <a:ext uri="{FF2B5EF4-FFF2-40B4-BE49-F238E27FC236}">
                <a16:creationId xmlns:a16="http://schemas.microsoft.com/office/drawing/2014/main" id="{B1316AC1-9C11-339E-09C2-17503B3B485C}"/>
              </a:ext>
            </a:extLst>
          </p:cNvPr>
          <p:cNvCxnSpPr>
            <a:cxnSpLocks/>
            <a:endCxn id="34" idx="1"/>
          </p:cNvCxnSpPr>
          <p:nvPr/>
        </p:nvCxnSpPr>
        <p:spPr>
          <a:xfrm>
            <a:off x="2484376" y="5603139"/>
            <a:ext cx="1772816" cy="1000721"/>
          </a:xfrm>
          <a:prstGeom prst="straightConnector1">
            <a:avLst/>
          </a:prstGeom>
          <a:ln w="7620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910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1337F-65A8-8C75-2484-F41BDA8AAFDF}"/>
            </a:ext>
          </a:extLst>
        </p:cNvPr>
        <p:cNvGrpSpPr/>
        <p:nvPr/>
      </p:nvGrpSpPr>
      <p:grpSpPr>
        <a:xfrm>
          <a:off x="0" y="0"/>
          <a:ext cx="0" cy="0"/>
          <a:chOff x="0" y="0"/>
          <a:chExt cx="0" cy="0"/>
        </a:xfrm>
      </p:grpSpPr>
      <p:cxnSp>
        <p:nvCxnSpPr>
          <p:cNvPr id="438" name="Straight Arrow Connector 437">
            <a:extLst>
              <a:ext uri="{FF2B5EF4-FFF2-40B4-BE49-F238E27FC236}">
                <a16:creationId xmlns:a16="http://schemas.microsoft.com/office/drawing/2014/main" id="{E8526B7F-2DBF-CFF4-D615-5B58244934F9}"/>
              </a:ext>
            </a:extLst>
          </p:cNvPr>
          <p:cNvCxnSpPr>
            <a:cxnSpLocks/>
          </p:cNvCxnSpPr>
          <p:nvPr/>
        </p:nvCxnSpPr>
        <p:spPr>
          <a:xfrm rot="16200000" flipH="1">
            <a:off x="1702897" y="30225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9" name="Straight Arrow Connector 438">
            <a:extLst>
              <a:ext uri="{FF2B5EF4-FFF2-40B4-BE49-F238E27FC236}">
                <a16:creationId xmlns:a16="http://schemas.microsoft.com/office/drawing/2014/main" id="{9743EB4F-5A00-CC7D-DFAF-DBD29D11C0A4}"/>
              </a:ext>
            </a:extLst>
          </p:cNvPr>
          <p:cNvCxnSpPr>
            <a:cxnSpLocks/>
          </p:cNvCxnSpPr>
          <p:nvPr/>
        </p:nvCxnSpPr>
        <p:spPr>
          <a:xfrm rot="16200000" flipH="1">
            <a:off x="2352519" y="30225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0" name="Straight Arrow Connector 439">
            <a:extLst>
              <a:ext uri="{FF2B5EF4-FFF2-40B4-BE49-F238E27FC236}">
                <a16:creationId xmlns:a16="http://schemas.microsoft.com/office/drawing/2014/main" id="{09125A32-260F-0ED6-05B5-0CB4DADCEAC1}"/>
              </a:ext>
            </a:extLst>
          </p:cNvPr>
          <p:cNvCxnSpPr>
            <a:cxnSpLocks/>
          </p:cNvCxnSpPr>
          <p:nvPr/>
        </p:nvCxnSpPr>
        <p:spPr>
          <a:xfrm rot="16200000" flipH="1">
            <a:off x="3002142" y="30225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1" name="Straight Arrow Connector 440">
            <a:extLst>
              <a:ext uri="{FF2B5EF4-FFF2-40B4-BE49-F238E27FC236}">
                <a16:creationId xmlns:a16="http://schemas.microsoft.com/office/drawing/2014/main" id="{43E0D401-CA57-6913-0D1D-1AEAA224C57B}"/>
              </a:ext>
            </a:extLst>
          </p:cNvPr>
          <p:cNvCxnSpPr>
            <a:cxnSpLocks/>
          </p:cNvCxnSpPr>
          <p:nvPr/>
        </p:nvCxnSpPr>
        <p:spPr>
          <a:xfrm rot="16200000" flipH="1">
            <a:off x="3651764" y="30225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2" name="Straight Arrow Connector 441">
            <a:extLst>
              <a:ext uri="{FF2B5EF4-FFF2-40B4-BE49-F238E27FC236}">
                <a16:creationId xmlns:a16="http://schemas.microsoft.com/office/drawing/2014/main" id="{0AA9C4F8-F02A-FF62-3D8C-4C9A4D757456}"/>
              </a:ext>
            </a:extLst>
          </p:cNvPr>
          <p:cNvCxnSpPr>
            <a:cxnSpLocks/>
          </p:cNvCxnSpPr>
          <p:nvPr/>
        </p:nvCxnSpPr>
        <p:spPr>
          <a:xfrm rot="16200000" flipH="1">
            <a:off x="4301387" y="30225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BC128117-EC22-9DC5-6573-070DEA8DFFFF}"/>
              </a:ext>
            </a:extLst>
          </p:cNvPr>
          <p:cNvSpPr>
            <a:spLocks noGrp="1"/>
          </p:cNvSpPr>
          <p:nvPr>
            <p:ph type="title"/>
          </p:nvPr>
        </p:nvSpPr>
        <p:spPr/>
        <p:txBody>
          <a:bodyPr/>
          <a:lstStyle/>
          <a:p>
            <a:r>
              <a:rPr lang="en-US" altLang="zh-CN" b="1" dirty="0"/>
              <a:t>Design2: </a:t>
            </a:r>
            <a:r>
              <a:rPr lang="en-US" altLang="zh-CN" dirty="0"/>
              <a:t>SCREME-I/O-Col</a:t>
            </a:r>
            <a:endParaRPr lang="zh-CN" altLang="en-US" dirty="0"/>
          </a:p>
        </p:txBody>
      </p:sp>
      <p:sp>
        <p:nvSpPr>
          <p:cNvPr id="16" name="Rectangle 1090">
            <a:extLst>
              <a:ext uri="{FF2B5EF4-FFF2-40B4-BE49-F238E27FC236}">
                <a16:creationId xmlns:a16="http://schemas.microsoft.com/office/drawing/2014/main" id="{CB9BC3D9-858D-3583-0F14-AEA2E1B6005A}"/>
              </a:ext>
            </a:extLst>
          </p:cNvPr>
          <p:cNvSpPr/>
          <p:nvPr/>
        </p:nvSpPr>
        <p:spPr>
          <a:xfrm>
            <a:off x="6735069" y="2855929"/>
            <a:ext cx="518851" cy="840491"/>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800" b="1" kern="0" dirty="0">
                <a:solidFill>
                  <a:prstClr val="white"/>
                </a:solidFill>
                <a:latin typeface="Calibri" panose="020F0502020204030204"/>
              </a:rPr>
              <a:t>x4</a:t>
            </a:r>
            <a:endParaRPr lang="en-US" sz="2400" b="1" kern="0" dirty="0">
              <a:solidFill>
                <a:prstClr val="white"/>
              </a:solidFill>
              <a:latin typeface="Calibri" panose="020F0502020204030204"/>
            </a:endParaRPr>
          </a:p>
        </p:txBody>
      </p:sp>
      <p:grpSp>
        <p:nvGrpSpPr>
          <p:cNvPr id="17" name="Group 1109">
            <a:extLst>
              <a:ext uri="{FF2B5EF4-FFF2-40B4-BE49-F238E27FC236}">
                <a16:creationId xmlns:a16="http://schemas.microsoft.com/office/drawing/2014/main" id="{09124B13-93E9-F9B4-2861-EA672B765FBA}"/>
              </a:ext>
            </a:extLst>
          </p:cNvPr>
          <p:cNvGrpSpPr/>
          <p:nvPr/>
        </p:nvGrpSpPr>
        <p:grpSpPr>
          <a:xfrm>
            <a:off x="6789200" y="3691753"/>
            <a:ext cx="382111" cy="275623"/>
            <a:chOff x="7877914" y="1652233"/>
            <a:chExt cx="254530" cy="297848"/>
          </a:xfrm>
        </p:grpSpPr>
        <p:cxnSp>
          <p:nvCxnSpPr>
            <p:cNvPr id="160" name="Straight Arrow Connector 1110">
              <a:extLst>
                <a:ext uri="{FF2B5EF4-FFF2-40B4-BE49-F238E27FC236}">
                  <a16:creationId xmlns:a16="http://schemas.microsoft.com/office/drawing/2014/main" id="{691DBEAE-FE0B-80D7-1D09-CCD1EB105DC0}"/>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61" name="Straight Arrow Connector 1111">
              <a:extLst>
                <a:ext uri="{FF2B5EF4-FFF2-40B4-BE49-F238E27FC236}">
                  <a16:creationId xmlns:a16="http://schemas.microsoft.com/office/drawing/2014/main" id="{911F39C5-CBB7-C7DF-D4B4-A5EF01D5CB98}"/>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62" name="Straight Arrow Connector 1112">
              <a:extLst>
                <a:ext uri="{FF2B5EF4-FFF2-40B4-BE49-F238E27FC236}">
                  <a16:creationId xmlns:a16="http://schemas.microsoft.com/office/drawing/2014/main" id="{8006F040-81CD-B926-C217-508492B5BEDA}"/>
                </a:ext>
              </a:extLst>
            </p:cNvPr>
            <p:cNvCxnSpPr>
              <a:cxnSpLocks/>
            </p:cNvCxnSpPr>
            <p:nvPr/>
          </p:nvCxnSpPr>
          <p:spPr>
            <a:xfrm>
              <a:off x="7877914" y="1652237"/>
              <a:ext cx="0" cy="274320"/>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63" name="Straight Arrow Connector 1113">
              <a:extLst>
                <a:ext uri="{FF2B5EF4-FFF2-40B4-BE49-F238E27FC236}">
                  <a16:creationId xmlns:a16="http://schemas.microsoft.com/office/drawing/2014/main" id="{8E287530-0681-1E84-279C-286294E8AD2D}"/>
                </a:ext>
              </a:extLst>
            </p:cNvPr>
            <p:cNvCxnSpPr>
              <a:cxnSpLocks/>
            </p:cNvCxnSpPr>
            <p:nvPr/>
          </p:nvCxnSpPr>
          <p:spPr>
            <a:xfrm>
              <a:off x="7955701" y="1652233"/>
              <a:ext cx="0" cy="274320"/>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18" name="Rectangle 1094">
            <a:extLst>
              <a:ext uri="{FF2B5EF4-FFF2-40B4-BE49-F238E27FC236}">
                <a16:creationId xmlns:a16="http://schemas.microsoft.com/office/drawing/2014/main" id="{E2388F45-5F64-F3CE-D815-A871A1F7AAE1}"/>
              </a:ext>
            </a:extLst>
          </p:cNvPr>
          <p:cNvSpPr/>
          <p:nvPr/>
        </p:nvSpPr>
        <p:spPr>
          <a:xfrm>
            <a:off x="6733909" y="3916101"/>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19" name="Straight Arrow Connector 1115">
            <a:extLst>
              <a:ext uri="{FF2B5EF4-FFF2-40B4-BE49-F238E27FC236}">
                <a16:creationId xmlns:a16="http://schemas.microsoft.com/office/drawing/2014/main" id="{D9BF6D7D-4072-5600-CB89-5D79CE82BEC7}"/>
              </a:ext>
            </a:extLst>
          </p:cNvPr>
          <p:cNvCxnSpPr>
            <a:cxnSpLocks/>
          </p:cNvCxnSpPr>
          <p:nvPr/>
        </p:nvCxnSpPr>
        <p:spPr>
          <a:xfrm>
            <a:off x="7064066"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116">
            <a:extLst>
              <a:ext uri="{FF2B5EF4-FFF2-40B4-BE49-F238E27FC236}">
                <a16:creationId xmlns:a16="http://schemas.microsoft.com/office/drawing/2014/main" id="{56682B95-B1BF-A274-B059-84D18FC71B4A}"/>
              </a:ext>
            </a:extLst>
          </p:cNvPr>
          <p:cNvCxnSpPr>
            <a:cxnSpLocks/>
          </p:cNvCxnSpPr>
          <p:nvPr/>
        </p:nvCxnSpPr>
        <p:spPr>
          <a:xfrm>
            <a:off x="7180843"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1117">
            <a:extLst>
              <a:ext uri="{FF2B5EF4-FFF2-40B4-BE49-F238E27FC236}">
                <a16:creationId xmlns:a16="http://schemas.microsoft.com/office/drawing/2014/main" id="{ABFDF589-B08B-EB27-4165-764AC3E7E150}"/>
              </a:ext>
            </a:extLst>
          </p:cNvPr>
          <p:cNvCxnSpPr>
            <a:cxnSpLocks/>
          </p:cNvCxnSpPr>
          <p:nvPr/>
        </p:nvCxnSpPr>
        <p:spPr>
          <a:xfrm>
            <a:off x="6789199"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1118">
            <a:extLst>
              <a:ext uri="{FF2B5EF4-FFF2-40B4-BE49-F238E27FC236}">
                <a16:creationId xmlns:a16="http://schemas.microsoft.com/office/drawing/2014/main" id="{E6C9ECF5-F04C-E82A-5C0F-75A96B9EDC42}"/>
              </a:ext>
            </a:extLst>
          </p:cNvPr>
          <p:cNvCxnSpPr>
            <a:cxnSpLocks/>
          </p:cNvCxnSpPr>
          <p:nvPr/>
        </p:nvCxnSpPr>
        <p:spPr>
          <a:xfrm>
            <a:off x="6905976"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23" name="Rectangle 1100">
            <a:extLst>
              <a:ext uri="{FF2B5EF4-FFF2-40B4-BE49-F238E27FC236}">
                <a16:creationId xmlns:a16="http://schemas.microsoft.com/office/drawing/2014/main" id="{C5F7C327-A513-2C9A-7F14-0CC960F7A8E3}"/>
              </a:ext>
            </a:extLst>
          </p:cNvPr>
          <p:cNvSpPr/>
          <p:nvPr/>
        </p:nvSpPr>
        <p:spPr>
          <a:xfrm>
            <a:off x="6735069" y="5085476"/>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24" name="Group 1119">
            <a:extLst>
              <a:ext uri="{FF2B5EF4-FFF2-40B4-BE49-F238E27FC236}">
                <a16:creationId xmlns:a16="http://schemas.microsoft.com/office/drawing/2014/main" id="{C0A81C2E-2704-59BF-029F-3FF49DC63062}"/>
              </a:ext>
            </a:extLst>
          </p:cNvPr>
          <p:cNvGrpSpPr/>
          <p:nvPr/>
        </p:nvGrpSpPr>
        <p:grpSpPr>
          <a:xfrm>
            <a:off x="6789199" y="5930121"/>
            <a:ext cx="391644" cy="253851"/>
            <a:chOff x="7871564" y="3137742"/>
            <a:chExt cx="260880" cy="274320"/>
          </a:xfrm>
        </p:grpSpPr>
        <p:cxnSp>
          <p:nvCxnSpPr>
            <p:cNvPr id="156" name="Straight Arrow Connector 1120">
              <a:extLst>
                <a:ext uri="{FF2B5EF4-FFF2-40B4-BE49-F238E27FC236}">
                  <a16:creationId xmlns:a16="http://schemas.microsoft.com/office/drawing/2014/main" id="{112AC58E-05FA-110D-17D2-E38E19878FBA}"/>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7" name="Straight Arrow Connector 1121">
              <a:extLst>
                <a:ext uri="{FF2B5EF4-FFF2-40B4-BE49-F238E27FC236}">
                  <a16:creationId xmlns:a16="http://schemas.microsoft.com/office/drawing/2014/main" id="{99D28E6A-85D1-5674-D8AF-CA874A4BFB3A}"/>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8" name="Straight Arrow Connector 1122">
              <a:extLst>
                <a:ext uri="{FF2B5EF4-FFF2-40B4-BE49-F238E27FC236}">
                  <a16:creationId xmlns:a16="http://schemas.microsoft.com/office/drawing/2014/main" id="{E5FEF15A-DEEB-6AA3-62E4-D3E4F9DD4740}"/>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Arrow Connector 1123">
              <a:extLst>
                <a:ext uri="{FF2B5EF4-FFF2-40B4-BE49-F238E27FC236}">
                  <a16:creationId xmlns:a16="http://schemas.microsoft.com/office/drawing/2014/main" id="{EDA8DEC6-EB4F-DCBC-B6D1-C9A0268E863E}"/>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25" name="Rectangle 1104">
            <a:extLst>
              <a:ext uri="{FF2B5EF4-FFF2-40B4-BE49-F238E27FC236}">
                <a16:creationId xmlns:a16="http://schemas.microsoft.com/office/drawing/2014/main" id="{0F25B88B-AF07-1259-DA8F-7908F0CA1DB6}"/>
              </a:ext>
            </a:extLst>
          </p:cNvPr>
          <p:cNvSpPr/>
          <p:nvPr/>
        </p:nvSpPr>
        <p:spPr>
          <a:xfrm>
            <a:off x="6733909" y="6145649"/>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26" name="Group 1242">
            <a:extLst>
              <a:ext uri="{FF2B5EF4-FFF2-40B4-BE49-F238E27FC236}">
                <a16:creationId xmlns:a16="http://schemas.microsoft.com/office/drawing/2014/main" id="{808C0409-2E60-DAD0-648D-BE79FC425749}"/>
              </a:ext>
            </a:extLst>
          </p:cNvPr>
          <p:cNvGrpSpPr/>
          <p:nvPr/>
        </p:nvGrpSpPr>
        <p:grpSpPr>
          <a:xfrm>
            <a:off x="7271039" y="3099115"/>
            <a:ext cx="274547" cy="3285667"/>
            <a:chOff x="6178550" y="1312455"/>
            <a:chExt cx="182880" cy="2188630"/>
          </a:xfrm>
        </p:grpSpPr>
        <p:cxnSp>
          <p:nvCxnSpPr>
            <p:cNvPr id="152" name="Straight Arrow Connector 1237">
              <a:extLst>
                <a:ext uri="{FF2B5EF4-FFF2-40B4-BE49-F238E27FC236}">
                  <a16:creationId xmlns:a16="http://schemas.microsoft.com/office/drawing/2014/main" id="{9FEBDE7B-3573-DD23-4788-48FBF32DF3D6}"/>
                </a:ext>
              </a:extLst>
            </p:cNvPr>
            <p:cNvCxnSpPr>
              <a:cxnSpLocks/>
            </p:cNvCxnSpPr>
            <p:nvPr/>
          </p:nvCxnSpPr>
          <p:spPr>
            <a:xfrm rot="16200000" flipH="1">
              <a:off x="6269990" y="122101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3" name="Straight Arrow Connector 1239">
              <a:extLst>
                <a:ext uri="{FF2B5EF4-FFF2-40B4-BE49-F238E27FC236}">
                  <a16:creationId xmlns:a16="http://schemas.microsoft.com/office/drawing/2014/main" id="{60D793D1-9356-CFAB-F249-BB30E06CA104}"/>
                </a:ext>
              </a:extLst>
            </p:cNvPr>
            <p:cNvCxnSpPr>
              <a:cxnSpLocks/>
            </p:cNvCxnSpPr>
            <p:nvPr/>
          </p:nvCxnSpPr>
          <p:spPr>
            <a:xfrm rot="16200000" flipH="1">
              <a:off x="6269990" y="1932214"/>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Straight Arrow Connector 1240">
              <a:extLst>
                <a:ext uri="{FF2B5EF4-FFF2-40B4-BE49-F238E27FC236}">
                  <a16:creationId xmlns:a16="http://schemas.microsoft.com/office/drawing/2014/main" id="{5260C4A6-325C-5C29-F5D9-C4CA6391BB09}"/>
                </a:ext>
              </a:extLst>
            </p:cNvPr>
            <p:cNvCxnSpPr>
              <a:cxnSpLocks/>
            </p:cNvCxnSpPr>
            <p:nvPr/>
          </p:nvCxnSpPr>
          <p:spPr>
            <a:xfrm rot="16200000" flipH="1">
              <a:off x="6269990" y="2706912"/>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Arrow Connector 1241">
              <a:extLst>
                <a:ext uri="{FF2B5EF4-FFF2-40B4-BE49-F238E27FC236}">
                  <a16:creationId xmlns:a16="http://schemas.microsoft.com/office/drawing/2014/main" id="{60DDE2E5-5EF5-8723-EF43-E8F782FD4BD6}"/>
                </a:ext>
              </a:extLst>
            </p:cNvPr>
            <p:cNvCxnSpPr>
              <a:cxnSpLocks/>
            </p:cNvCxnSpPr>
            <p:nvPr/>
          </p:nvCxnSpPr>
          <p:spPr>
            <a:xfrm rot="16200000" flipH="1">
              <a:off x="6269990" y="340964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7" name="Rectangle 1091">
            <a:extLst>
              <a:ext uri="{FF2B5EF4-FFF2-40B4-BE49-F238E27FC236}">
                <a16:creationId xmlns:a16="http://schemas.microsoft.com/office/drawing/2014/main" id="{6F01B7A0-2B0B-A884-0F0B-2A360A67DCD0}"/>
              </a:ext>
            </a:extLst>
          </p:cNvPr>
          <p:cNvSpPr/>
          <p:nvPr/>
        </p:nvSpPr>
        <p:spPr>
          <a:xfrm>
            <a:off x="7413097" y="2855929"/>
            <a:ext cx="518851" cy="840491"/>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ECC</a:t>
            </a:r>
          </a:p>
        </p:txBody>
      </p:sp>
      <p:cxnSp>
        <p:nvCxnSpPr>
          <p:cNvPr id="30" name="Straight Arrow Connector 1132">
            <a:extLst>
              <a:ext uri="{FF2B5EF4-FFF2-40B4-BE49-F238E27FC236}">
                <a16:creationId xmlns:a16="http://schemas.microsoft.com/office/drawing/2014/main" id="{614F1384-53EB-486B-773D-434C4EB1BAC9}"/>
              </a:ext>
            </a:extLst>
          </p:cNvPr>
          <p:cNvCxnSpPr>
            <a:cxnSpLocks/>
          </p:cNvCxnSpPr>
          <p:nvPr/>
        </p:nvCxnSpPr>
        <p:spPr>
          <a:xfrm>
            <a:off x="7470154" y="3713529"/>
            <a:ext cx="0" cy="253851"/>
          </a:xfrm>
          <a:prstGeom prst="straightConnector1">
            <a:avLst/>
          </a:prstGeom>
          <a:ln w="38100">
            <a:solidFill>
              <a:srgbClr val="FF0000"/>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1" name="Straight Arrow Connector 1133">
            <a:extLst>
              <a:ext uri="{FF2B5EF4-FFF2-40B4-BE49-F238E27FC236}">
                <a16:creationId xmlns:a16="http://schemas.microsoft.com/office/drawing/2014/main" id="{2D1C0E2C-D176-26F8-E848-4A1A6E4B19AA}"/>
              </a:ext>
            </a:extLst>
          </p:cNvPr>
          <p:cNvCxnSpPr>
            <a:cxnSpLocks/>
          </p:cNvCxnSpPr>
          <p:nvPr/>
        </p:nvCxnSpPr>
        <p:spPr>
          <a:xfrm>
            <a:off x="7586931" y="3713529"/>
            <a:ext cx="0" cy="253851"/>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3" name="Straight Arrow Connector 1135">
            <a:extLst>
              <a:ext uri="{FF2B5EF4-FFF2-40B4-BE49-F238E27FC236}">
                <a16:creationId xmlns:a16="http://schemas.microsoft.com/office/drawing/2014/main" id="{5C3ACB29-2EE2-12CB-F2C0-6A6E5B5FB30E}"/>
              </a:ext>
            </a:extLst>
          </p:cNvPr>
          <p:cNvCxnSpPr>
            <a:cxnSpLocks/>
          </p:cNvCxnSpPr>
          <p:nvPr/>
        </p:nvCxnSpPr>
        <p:spPr>
          <a:xfrm>
            <a:off x="7745021"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1136">
            <a:extLst>
              <a:ext uri="{FF2B5EF4-FFF2-40B4-BE49-F238E27FC236}">
                <a16:creationId xmlns:a16="http://schemas.microsoft.com/office/drawing/2014/main" id="{F9428ED0-6243-752B-2E1D-DD51F10A3F07}"/>
              </a:ext>
            </a:extLst>
          </p:cNvPr>
          <p:cNvCxnSpPr>
            <a:cxnSpLocks/>
          </p:cNvCxnSpPr>
          <p:nvPr/>
        </p:nvCxnSpPr>
        <p:spPr>
          <a:xfrm>
            <a:off x="7861798"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1137">
            <a:extLst>
              <a:ext uri="{FF2B5EF4-FFF2-40B4-BE49-F238E27FC236}">
                <a16:creationId xmlns:a16="http://schemas.microsoft.com/office/drawing/2014/main" id="{50B9FA5D-6C5A-97CA-1640-8E4AD61D78B9}"/>
              </a:ext>
            </a:extLst>
          </p:cNvPr>
          <p:cNvCxnSpPr>
            <a:cxnSpLocks/>
          </p:cNvCxnSpPr>
          <p:nvPr/>
        </p:nvCxnSpPr>
        <p:spPr>
          <a:xfrm>
            <a:off x="7470154" y="4778119"/>
            <a:ext cx="0" cy="387863"/>
          </a:xfrm>
          <a:prstGeom prst="straightConnector1">
            <a:avLst/>
          </a:prstGeom>
          <a:ln w="38100">
            <a:solidFill>
              <a:srgbClr val="FF0000"/>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1142">
            <a:extLst>
              <a:ext uri="{FF2B5EF4-FFF2-40B4-BE49-F238E27FC236}">
                <a16:creationId xmlns:a16="http://schemas.microsoft.com/office/drawing/2014/main" id="{1E12EEFA-E458-8FC3-F6AC-3FB3668667E2}"/>
              </a:ext>
            </a:extLst>
          </p:cNvPr>
          <p:cNvCxnSpPr>
            <a:cxnSpLocks/>
          </p:cNvCxnSpPr>
          <p:nvPr/>
        </p:nvCxnSpPr>
        <p:spPr>
          <a:xfrm>
            <a:off x="7470154" y="5946450"/>
            <a:ext cx="0" cy="253851"/>
          </a:xfrm>
          <a:prstGeom prst="straightConnector1">
            <a:avLst/>
          </a:prstGeom>
          <a:ln w="38100">
            <a:solidFill>
              <a:srgbClr val="FF0000"/>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1143">
            <a:extLst>
              <a:ext uri="{FF2B5EF4-FFF2-40B4-BE49-F238E27FC236}">
                <a16:creationId xmlns:a16="http://schemas.microsoft.com/office/drawing/2014/main" id="{76D7E979-13E2-EC37-70F6-158768248BC4}"/>
              </a:ext>
            </a:extLst>
          </p:cNvPr>
          <p:cNvCxnSpPr>
            <a:cxnSpLocks/>
          </p:cNvCxnSpPr>
          <p:nvPr/>
        </p:nvCxnSpPr>
        <p:spPr>
          <a:xfrm>
            <a:off x="7586931" y="5946450"/>
            <a:ext cx="0" cy="25385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nvGrpSpPr>
          <p:cNvPr id="43" name="Group 1243">
            <a:extLst>
              <a:ext uri="{FF2B5EF4-FFF2-40B4-BE49-F238E27FC236}">
                <a16:creationId xmlns:a16="http://schemas.microsoft.com/office/drawing/2014/main" id="{30856477-8F5F-6FC8-CD47-D21ACD4EE7C5}"/>
              </a:ext>
            </a:extLst>
          </p:cNvPr>
          <p:cNvGrpSpPr/>
          <p:nvPr/>
        </p:nvGrpSpPr>
        <p:grpSpPr>
          <a:xfrm>
            <a:off x="7944300" y="3099115"/>
            <a:ext cx="274547" cy="3285667"/>
            <a:chOff x="6178550" y="1312455"/>
            <a:chExt cx="182880" cy="2188630"/>
          </a:xfrm>
        </p:grpSpPr>
        <p:cxnSp>
          <p:nvCxnSpPr>
            <p:cNvPr id="148" name="Straight Arrow Connector 1244">
              <a:extLst>
                <a:ext uri="{FF2B5EF4-FFF2-40B4-BE49-F238E27FC236}">
                  <a16:creationId xmlns:a16="http://schemas.microsoft.com/office/drawing/2014/main" id="{B326874B-A222-84A9-EC5A-49AC00F7E48E}"/>
                </a:ext>
              </a:extLst>
            </p:cNvPr>
            <p:cNvCxnSpPr>
              <a:cxnSpLocks/>
            </p:cNvCxnSpPr>
            <p:nvPr/>
          </p:nvCxnSpPr>
          <p:spPr>
            <a:xfrm rot="16200000" flipH="1">
              <a:off x="6269990" y="122101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Straight Arrow Connector 1245">
              <a:extLst>
                <a:ext uri="{FF2B5EF4-FFF2-40B4-BE49-F238E27FC236}">
                  <a16:creationId xmlns:a16="http://schemas.microsoft.com/office/drawing/2014/main" id="{8721A213-E47A-5289-4E56-5983A0137DE2}"/>
                </a:ext>
              </a:extLst>
            </p:cNvPr>
            <p:cNvCxnSpPr>
              <a:cxnSpLocks/>
            </p:cNvCxnSpPr>
            <p:nvPr/>
          </p:nvCxnSpPr>
          <p:spPr>
            <a:xfrm rot="16200000" flipH="1">
              <a:off x="6269990" y="1932214"/>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Arrow Connector 1246">
              <a:extLst>
                <a:ext uri="{FF2B5EF4-FFF2-40B4-BE49-F238E27FC236}">
                  <a16:creationId xmlns:a16="http://schemas.microsoft.com/office/drawing/2014/main" id="{7F2B4C83-BBAA-CA0E-E835-FF8CEF0278A7}"/>
                </a:ext>
              </a:extLst>
            </p:cNvPr>
            <p:cNvCxnSpPr>
              <a:cxnSpLocks/>
            </p:cNvCxnSpPr>
            <p:nvPr/>
          </p:nvCxnSpPr>
          <p:spPr>
            <a:xfrm rot="16200000" flipH="1">
              <a:off x="6269990" y="2706912"/>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Arrow Connector 1247">
              <a:extLst>
                <a:ext uri="{FF2B5EF4-FFF2-40B4-BE49-F238E27FC236}">
                  <a16:creationId xmlns:a16="http://schemas.microsoft.com/office/drawing/2014/main" id="{EC1D6B28-8CC7-30E7-8299-973F7C50338A}"/>
                </a:ext>
              </a:extLst>
            </p:cNvPr>
            <p:cNvCxnSpPr>
              <a:cxnSpLocks/>
            </p:cNvCxnSpPr>
            <p:nvPr/>
          </p:nvCxnSpPr>
          <p:spPr>
            <a:xfrm rot="16200000" flipH="1">
              <a:off x="6269990" y="340964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4" name="Rectangle 1221">
            <a:extLst>
              <a:ext uri="{FF2B5EF4-FFF2-40B4-BE49-F238E27FC236}">
                <a16:creationId xmlns:a16="http://schemas.microsoft.com/office/drawing/2014/main" id="{F088476F-52D6-A366-6ADF-61AD2493025F}"/>
              </a:ext>
            </a:extLst>
          </p:cNvPr>
          <p:cNvSpPr/>
          <p:nvPr/>
        </p:nvSpPr>
        <p:spPr>
          <a:xfrm>
            <a:off x="10827001" y="3904223"/>
            <a:ext cx="701417" cy="1448167"/>
          </a:xfrm>
          <a:prstGeom prst="rect">
            <a:avLst/>
          </a:prstGeom>
          <a:solidFill>
            <a:schemeClr val="accent2">
              <a:lumMod val="50000"/>
            </a:schemeClr>
          </a:solidFill>
          <a:ln w="28575" cap="flat" cmpd="sng" algn="ctr">
            <a:solidFill>
              <a:srgbClr val="494949"/>
            </a:solidFill>
            <a:prstDash val="solid"/>
            <a:miter lim="800000"/>
          </a:ln>
          <a:effectLst/>
        </p:spPr>
        <p:txBody>
          <a:bodyPr vert="horz" wrap="none" rtlCol="0" anchor="ctr"/>
          <a:lstStyle/>
          <a:p>
            <a:pPr algn="ctr" defTabSz="914400">
              <a:defRPr/>
            </a:pPr>
            <a:r>
              <a:rPr lang="en-US" sz="2400" b="1" kern="0">
                <a:solidFill>
                  <a:schemeClr val="bg1"/>
                </a:solidFill>
                <a:latin typeface="Calibri" panose="020F0502020204030204"/>
              </a:rPr>
              <a:t>RCD</a:t>
            </a:r>
          </a:p>
        </p:txBody>
      </p:sp>
      <p:sp>
        <p:nvSpPr>
          <p:cNvPr id="45" name="Rectangle 1089">
            <a:extLst>
              <a:ext uri="{FF2B5EF4-FFF2-40B4-BE49-F238E27FC236}">
                <a16:creationId xmlns:a16="http://schemas.microsoft.com/office/drawing/2014/main" id="{9A50872D-AEF0-F3D4-9D37-9798D9C4AB0C}"/>
              </a:ext>
            </a:extLst>
          </p:cNvPr>
          <p:cNvSpPr/>
          <p:nvPr/>
        </p:nvSpPr>
        <p:spPr>
          <a:xfrm>
            <a:off x="8091124" y="2855929"/>
            <a:ext cx="518851" cy="840491"/>
          </a:xfrm>
          <a:prstGeom prst="rect">
            <a:avLst/>
          </a:prstGeom>
          <a:solidFill>
            <a:srgbClr val="5E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46" name="Group 1149">
            <a:extLst>
              <a:ext uri="{FF2B5EF4-FFF2-40B4-BE49-F238E27FC236}">
                <a16:creationId xmlns:a16="http://schemas.microsoft.com/office/drawing/2014/main" id="{9924B818-7AB0-2F6B-1219-4E5D90F87686}"/>
              </a:ext>
            </a:extLst>
          </p:cNvPr>
          <p:cNvGrpSpPr/>
          <p:nvPr/>
        </p:nvGrpSpPr>
        <p:grpSpPr>
          <a:xfrm>
            <a:off x="8151110" y="3682269"/>
            <a:ext cx="382111" cy="285112"/>
            <a:chOff x="7877914" y="1641980"/>
            <a:chExt cx="254530" cy="308101"/>
          </a:xfrm>
        </p:grpSpPr>
        <p:cxnSp>
          <p:nvCxnSpPr>
            <p:cNvPr id="144" name="Straight Arrow Connector 1150">
              <a:extLst>
                <a:ext uri="{FF2B5EF4-FFF2-40B4-BE49-F238E27FC236}">
                  <a16:creationId xmlns:a16="http://schemas.microsoft.com/office/drawing/2014/main" id="{BAF47CF8-FD31-AFB5-7DA3-ED4A784D2AF3}"/>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45" name="Straight Arrow Connector 1151">
              <a:extLst>
                <a:ext uri="{FF2B5EF4-FFF2-40B4-BE49-F238E27FC236}">
                  <a16:creationId xmlns:a16="http://schemas.microsoft.com/office/drawing/2014/main" id="{4210C031-FBCD-9ACD-94C6-2BB97D9B999B}"/>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46" name="Straight Arrow Connector 1152">
              <a:extLst>
                <a:ext uri="{FF2B5EF4-FFF2-40B4-BE49-F238E27FC236}">
                  <a16:creationId xmlns:a16="http://schemas.microsoft.com/office/drawing/2014/main" id="{13F84AF6-A0D0-765C-7BB5-AAF31BA9422C}"/>
                </a:ext>
              </a:extLst>
            </p:cNvPr>
            <p:cNvCxnSpPr>
              <a:cxnSpLocks/>
            </p:cNvCxnSpPr>
            <p:nvPr/>
          </p:nvCxnSpPr>
          <p:spPr>
            <a:xfrm>
              <a:off x="7877914" y="1641980"/>
              <a:ext cx="0" cy="274321"/>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47" name="Straight Arrow Connector 1153">
              <a:extLst>
                <a:ext uri="{FF2B5EF4-FFF2-40B4-BE49-F238E27FC236}">
                  <a16:creationId xmlns:a16="http://schemas.microsoft.com/office/drawing/2014/main" id="{82A6A8B7-2413-0995-878F-3F4EA1637F29}"/>
                </a:ext>
              </a:extLst>
            </p:cNvPr>
            <p:cNvCxnSpPr>
              <a:cxnSpLocks/>
            </p:cNvCxnSpPr>
            <p:nvPr/>
          </p:nvCxnSpPr>
          <p:spPr>
            <a:xfrm>
              <a:off x="7955701" y="1641981"/>
              <a:ext cx="0" cy="274320"/>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47" name="Rectangle 1093">
            <a:extLst>
              <a:ext uri="{FF2B5EF4-FFF2-40B4-BE49-F238E27FC236}">
                <a16:creationId xmlns:a16="http://schemas.microsoft.com/office/drawing/2014/main" id="{711DDCEE-DF27-065B-5832-D7211A063907}"/>
              </a:ext>
            </a:extLst>
          </p:cNvPr>
          <p:cNvSpPr/>
          <p:nvPr/>
        </p:nvSpPr>
        <p:spPr>
          <a:xfrm>
            <a:off x="8090543" y="3916101"/>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48" name="Straight Arrow Connector 1155">
            <a:extLst>
              <a:ext uri="{FF2B5EF4-FFF2-40B4-BE49-F238E27FC236}">
                <a16:creationId xmlns:a16="http://schemas.microsoft.com/office/drawing/2014/main" id="{B7C80AEB-3152-2E6C-3ECB-7CCF2F1AD52A}"/>
              </a:ext>
            </a:extLst>
          </p:cNvPr>
          <p:cNvCxnSpPr>
            <a:cxnSpLocks/>
          </p:cNvCxnSpPr>
          <p:nvPr/>
        </p:nvCxnSpPr>
        <p:spPr>
          <a:xfrm>
            <a:off x="8425976"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1156">
            <a:extLst>
              <a:ext uri="{FF2B5EF4-FFF2-40B4-BE49-F238E27FC236}">
                <a16:creationId xmlns:a16="http://schemas.microsoft.com/office/drawing/2014/main" id="{06087A71-CCE7-499A-D490-857FF2219FE4}"/>
              </a:ext>
            </a:extLst>
          </p:cNvPr>
          <p:cNvCxnSpPr>
            <a:cxnSpLocks/>
          </p:cNvCxnSpPr>
          <p:nvPr/>
        </p:nvCxnSpPr>
        <p:spPr>
          <a:xfrm>
            <a:off x="8542753"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1157">
            <a:extLst>
              <a:ext uri="{FF2B5EF4-FFF2-40B4-BE49-F238E27FC236}">
                <a16:creationId xmlns:a16="http://schemas.microsoft.com/office/drawing/2014/main" id="{8B893CA2-E484-C618-E0E5-814449EEA201}"/>
              </a:ext>
            </a:extLst>
          </p:cNvPr>
          <p:cNvCxnSpPr>
            <a:cxnSpLocks/>
          </p:cNvCxnSpPr>
          <p:nvPr/>
        </p:nvCxnSpPr>
        <p:spPr>
          <a:xfrm>
            <a:off x="8151109"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1158">
            <a:extLst>
              <a:ext uri="{FF2B5EF4-FFF2-40B4-BE49-F238E27FC236}">
                <a16:creationId xmlns:a16="http://schemas.microsoft.com/office/drawing/2014/main" id="{F2965ED7-9EC8-206F-8322-D6D07EB70BB7}"/>
              </a:ext>
            </a:extLst>
          </p:cNvPr>
          <p:cNvCxnSpPr>
            <a:cxnSpLocks/>
          </p:cNvCxnSpPr>
          <p:nvPr/>
        </p:nvCxnSpPr>
        <p:spPr>
          <a:xfrm>
            <a:off x="8267886"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52" name="Rectangle 1099">
            <a:extLst>
              <a:ext uri="{FF2B5EF4-FFF2-40B4-BE49-F238E27FC236}">
                <a16:creationId xmlns:a16="http://schemas.microsoft.com/office/drawing/2014/main" id="{8FDA0D80-B04D-282A-5243-7FD73D334BE4}"/>
              </a:ext>
            </a:extLst>
          </p:cNvPr>
          <p:cNvSpPr/>
          <p:nvPr/>
        </p:nvSpPr>
        <p:spPr>
          <a:xfrm>
            <a:off x="8091124" y="5085476"/>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3" name="Group 1159">
            <a:extLst>
              <a:ext uri="{FF2B5EF4-FFF2-40B4-BE49-F238E27FC236}">
                <a16:creationId xmlns:a16="http://schemas.microsoft.com/office/drawing/2014/main" id="{F6046AD5-82E7-FD7A-485C-706461CF8C03}"/>
              </a:ext>
            </a:extLst>
          </p:cNvPr>
          <p:cNvGrpSpPr/>
          <p:nvPr/>
        </p:nvGrpSpPr>
        <p:grpSpPr>
          <a:xfrm>
            <a:off x="8151109" y="5930117"/>
            <a:ext cx="391644" cy="270180"/>
            <a:chOff x="7871564" y="3120096"/>
            <a:chExt cx="260880" cy="291966"/>
          </a:xfrm>
        </p:grpSpPr>
        <p:cxnSp>
          <p:nvCxnSpPr>
            <p:cNvPr id="140" name="Straight Arrow Connector 1160">
              <a:extLst>
                <a:ext uri="{FF2B5EF4-FFF2-40B4-BE49-F238E27FC236}">
                  <a16:creationId xmlns:a16="http://schemas.microsoft.com/office/drawing/2014/main" id="{46DBB8DF-FD9F-0490-FE66-E07FCD80D715}"/>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1161">
              <a:extLst>
                <a:ext uri="{FF2B5EF4-FFF2-40B4-BE49-F238E27FC236}">
                  <a16:creationId xmlns:a16="http://schemas.microsoft.com/office/drawing/2014/main" id="{DF4A6EE6-BCA4-7D9B-22A1-95C465A7099B}"/>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Arrow Connector 1162">
              <a:extLst>
                <a:ext uri="{FF2B5EF4-FFF2-40B4-BE49-F238E27FC236}">
                  <a16:creationId xmlns:a16="http://schemas.microsoft.com/office/drawing/2014/main" id="{065D5B50-B75B-28D7-77AF-FBD2F1417A6C}"/>
                </a:ext>
              </a:extLst>
            </p:cNvPr>
            <p:cNvCxnSpPr>
              <a:cxnSpLocks/>
            </p:cNvCxnSpPr>
            <p:nvPr/>
          </p:nvCxnSpPr>
          <p:spPr>
            <a:xfrm>
              <a:off x="7871564" y="3120096"/>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Arrow Connector 1163">
              <a:extLst>
                <a:ext uri="{FF2B5EF4-FFF2-40B4-BE49-F238E27FC236}">
                  <a16:creationId xmlns:a16="http://schemas.microsoft.com/office/drawing/2014/main" id="{50DBE25C-4AFF-439D-2AE5-518AE3B92325}"/>
                </a:ext>
              </a:extLst>
            </p:cNvPr>
            <p:cNvCxnSpPr>
              <a:cxnSpLocks/>
            </p:cNvCxnSpPr>
            <p:nvPr/>
          </p:nvCxnSpPr>
          <p:spPr>
            <a:xfrm>
              <a:off x="7949351" y="3120099"/>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4" name="Rectangle 1103">
            <a:extLst>
              <a:ext uri="{FF2B5EF4-FFF2-40B4-BE49-F238E27FC236}">
                <a16:creationId xmlns:a16="http://schemas.microsoft.com/office/drawing/2014/main" id="{19D342BA-3889-0F7D-B809-5DDE9506FDFC}"/>
              </a:ext>
            </a:extLst>
          </p:cNvPr>
          <p:cNvSpPr/>
          <p:nvPr/>
        </p:nvSpPr>
        <p:spPr>
          <a:xfrm>
            <a:off x="8090543" y="6145649"/>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5" name="Group 1248">
            <a:extLst>
              <a:ext uri="{FF2B5EF4-FFF2-40B4-BE49-F238E27FC236}">
                <a16:creationId xmlns:a16="http://schemas.microsoft.com/office/drawing/2014/main" id="{B87E309D-2505-AE75-BC17-3C97BECA7C16}"/>
              </a:ext>
            </a:extLst>
          </p:cNvPr>
          <p:cNvGrpSpPr/>
          <p:nvPr/>
        </p:nvGrpSpPr>
        <p:grpSpPr>
          <a:xfrm>
            <a:off x="8617561" y="3099115"/>
            <a:ext cx="274547" cy="3285667"/>
            <a:chOff x="6178550" y="1312455"/>
            <a:chExt cx="182880" cy="2188630"/>
          </a:xfrm>
        </p:grpSpPr>
        <p:cxnSp>
          <p:nvCxnSpPr>
            <p:cNvPr id="136" name="Straight Arrow Connector 1249">
              <a:extLst>
                <a:ext uri="{FF2B5EF4-FFF2-40B4-BE49-F238E27FC236}">
                  <a16:creationId xmlns:a16="http://schemas.microsoft.com/office/drawing/2014/main" id="{FC221B13-214A-0B28-F3F4-075806D1571C}"/>
                </a:ext>
              </a:extLst>
            </p:cNvPr>
            <p:cNvCxnSpPr>
              <a:cxnSpLocks/>
            </p:cNvCxnSpPr>
            <p:nvPr/>
          </p:nvCxnSpPr>
          <p:spPr>
            <a:xfrm rot="16200000" flipH="1">
              <a:off x="6269990" y="122101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Arrow Connector 1250">
              <a:extLst>
                <a:ext uri="{FF2B5EF4-FFF2-40B4-BE49-F238E27FC236}">
                  <a16:creationId xmlns:a16="http://schemas.microsoft.com/office/drawing/2014/main" id="{E858E8B0-14C4-CF14-0276-DC8A8F8B7E25}"/>
                </a:ext>
              </a:extLst>
            </p:cNvPr>
            <p:cNvCxnSpPr>
              <a:cxnSpLocks/>
            </p:cNvCxnSpPr>
            <p:nvPr/>
          </p:nvCxnSpPr>
          <p:spPr>
            <a:xfrm rot="16200000" flipH="1">
              <a:off x="6269990" y="1932214"/>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Arrow Connector 1251">
              <a:extLst>
                <a:ext uri="{FF2B5EF4-FFF2-40B4-BE49-F238E27FC236}">
                  <a16:creationId xmlns:a16="http://schemas.microsoft.com/office/drawing/2014/main" id="{75FEE695-F7D5-FAF5-98D6-55965B2AFAB8}"/>
                </a:ext>
              </a:extLst>
            </p:cNvPr>
            <p:cNvCxnSpPr>
              <a:cxnSpLocks/>
            </p:cNvCxnSpPr>
            <p:nvPr/>
          </p:nvCxnSpPr>
          <p:spPr>
            <a:xfrm rot="16200000" flipH="1">
              <a:off x="6269990" y="2706912"/>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252">
              <a:extLst>
                <a:ext uri="{FF2B5EF4-FFF2-40B4-BE49-F238E27FC236}">
                  <a16:creationId xmlns:a16="http://schemas.microsoft.com/office/drawing/2014/main" id="{0C50AD7B-9935-A0BE-5284-FCAD3ADD0C57}"/>
                </a:ext>
              </a:extLst>
            </p:cNvPr>
            <p:cNvCxnSpPr>
              <a:cxnSpLocks/>
            </p:cNvCxnSpPr>
            <p:nvPr/>
          </p:nvCxnSpPr>
          <p:spPr>
            <a:xfrm rot="16200000" flipH="1">
              <a:off x="6269990" y="340964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6" name="Rectangle 1092">
            <a:extLst>
              <a:ext uri="{FF2B5EF4-FFF2-40B4-BE49-F238E27FC236}">
                <a16:creationId xmlns:a16="http://schemas.microsoft.com/office/drawing/2014/main" id="{2B3BB8D4-3BF9-1B1A-7A6B-0F913BBF61E2}"/>
              </a:ext>
            </a:extLst>
          </p:cNvPr>
          <p:cNvSpPr/>
          <p:nvPr/>
        </p:nvSpPr>
        <p:spPr>
          <a:xfrm>
            <a:off x="8769152" y="2855929"/>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7" name="Group 1169">
            <a:extLst>
              <a:ext uri="{FF2B5EF4-FFF2-40B4-BE49-F238E27FC236}">
                <a16:creationId xmlns:a16="http://schemas.microsoft.com/office/drawing/2014/main" id="{9D211B73-F3A3-C1D9-629E-227029BD40BC}"/>
              </a:ext>
            </a:extLst>
          </p:cNvPr>
          <p:cNvGrpSpPr/>
          <p:nvPr/>
        </p:nvGrpSpPr>
        <p:grpSpPr>
          <a:xfrm>
            <a:off x="8832065" y="3713529"/>
            <a:ext cx="382111" cy="253851"/>
            <a:chOff x="7877914" y="1675761"/>
            <a:chExt cx="254530" cy="274320"/>
          </a:xfrm>
        </p:grpSpPr>
        <p:cxnSp>
          <p:nvCxnSpPr>
            <p:cNvPr id="132" name="Straight Arrow Connector 1170">
              <a:extLst>
                <a:ext uri="{FF2B5EF4-FFF2-40B4-BE49-F238E27FC236}">
                  <a16:creationId xmlns:a16="http://schemas.microsoft.com/office/drawing/2014/main" id="{174AC572-7F3D-22A7-BE41-52E8E3D3A6E1}"/>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33" name="Straight Arrow Connector 1171">
              <a:extLst>
                <a:ext uri="{FF2B5EF4-FFF2-40B4-BE49-F238E27FC236}">
                  <a16:creationId xmlns:a16="http://schemas.microsoft.com/office/drawing/2014/main" id="{502BA4A9-3E5E-2BD8-116F-5F6E1FE11969}"/>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172">
              <a:extLst>
                <a:ext uri="{FF2B5EF4-FFF2-40B4-BE49-F238E27FC236}">
                  <a16:creationId xmlns:a16="http://schemas.microsoft.com/office/drawing/2014/main" id="{F9883826-584B-9934-86F3-3BB01FE90467}"/>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35" name="Straight Arrow Connector 1173">
              <a:extLst>
                <a:ext uri="{FF2B5EF4-FFF2-40B4-BE49-F238E27FC236}">
                  <a16:creationId xmlns:a16="http://schemas.microsoft.com/office/drawing/2014/main" id="{F147DACA-ADD2-C25D-700B-CCA3283A0D19}"/>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58" name="Rectangle 1096">
            <a:extLst>
              <a:ext uri="{FF2B5EF4-FFF2-40B4-BE49-F238E27FC236}">
                <a16:creationId xmlns:a16="http://schemas.microsoft.com/office/drawing/2014/main" id="{05D5CC62-6896-A674-5E68-8A54FD3ABA41}"/>
              </a:ext>
            </a:extLst>
          </p:cNvPr>
          <p:cNvSpPr/>
          <p:nvPr/>
        </p:nvSpPr>
        <p:spPr>
          <a:xfrm>
            <a:off x="8768861" y="3916101"/>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59" name="Straight Arrow Connector 1175">
            <a:extLst>
              <a:ext uri="{FF2B5EF4-FFF2-40B4-BE49-F238E27FC236}">
                <a16:creationId xmlns:a16="http://schemas.microsoft.com/office/drawing/2014/main" id="{4B0CA272-DAC2-FC17-6948-CE775BCACD0E}"/>
              </a:ext>
            </a:extLst>
          </p:cNvPr>
          <p:cNvCxnSpPr>
            <a:cxnSpLocks/>
          </p:cNvCxnSpPr>
          <p:nvPr/>
        </p:nvCxnSpPr>
        <p:spPr>
          <a:xfrm>
            <a:off x="9106931"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1176">
            <a:extLst>
              <a:ext uri="{FF2B5EF4-FFF2-40B4-BE49-F238E27FC236}">
                <a16:creationId xmlns:a16="http://schemas.microsoft.com/office/drawing/2014/main" id="{E932CF1C-3F06-7DE3-481E-8D6A0E47F13D}"/>
              </a:ext>
            </a:extLst>
          </p:cNvPr>
          <p:cNvCxnSpPr>
            <a:cxnSpLocks/>
          </p:cNvCxnSpPr>
          <p:nvPr/>
        </p:nvCxnSpPr>
        <p:spPr>
          <a:xfrm>
            <a:off x="9223708"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1177">
            <a:extLst>
              <a:ext uri="{FF2B5EF4-FFF2-40B4-BE49-F238E27FC236}">
                <a16:creationId xmlns:a16="http://schemas.microsoft.com/office/drawing/2014/main" id="{9F3DCA56-DF37-6119-5EF7-D419BFEDB6C7}"/>
              </a:ext>
            </a:extLst>
          </p:cNvPr>
          <p:cNvCxnSpPr>
            <a:cxnSpLocks/>
          </p:cNvCxnSpPr>
          <p:nvPr/>
        </p:nvCxnSpPr>
        <p:spPr>
          <a:xfrm>
            <a:off x="8832064"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1178">
            <a:extLst>
              <a:ext uri="{FF2B5EF4-FFF2-40B4-BE49-F238E27FC236}">
                <a16:creationId xmlns:a16="http://schemas.microsoft.com/office/drawing/2014/main" id="{E88C91E5-D6AE-3FEA-F08B-03BFB9608782}"/>
              </a:ext>
            </a:extLst>
          </p:cNvPr>
          <p:cNvCxnSpPr>
            <a:cxnSpLocks/>
          </p:cNvCxnSpPr>
          <p:nvPr/>
        </p:nvCxnSpPr>
        <p:spPr>
          <a:xfrm>
            <a:off x="8948841"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63" name="Rectangle 1102">
            <a:extLst>
              <a:ext uri="{FF2B5EF4-FFF2-40B4-BE49-F238E27FC236}">
                <a16:creationId xmlns:a16="http://schemas.microsoft.com/office/drawing/2014/main" id="{A7B76037-EF7D-0455-EC68-B70A354E4A66}"/>
              </a:ext>
            </a:extLst>
          </p:cNvPr>
          <p:cNvSpPr/>
          <p:nvPr/>
        </p:nvSpPr>
        <p:spPr>
          <a:xfrm>
            <a:off x="8769152" y="5085476"/>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64" name="Group 1179">
            <a:extLst>
              <a:ext uri="{FF2B5EF4-FFF2-40B4-BE49-F238E27FC236}">
                <a16:creationId xmlns:a16="http://schemas.microsoft.com/office/drawing/2014/main" id="{9F386E8E-C74E-66D7-011D-D874F454A257}"/>
              </a:ext>
            </a:extLst>
          </p:cNvPr>
          <p:cNvGrpSpPr/>
          <p:nvPr/>
        </p:nvGrpSpPr>
        <p:grpSpPr>
          <a:xfrm>
            <a:off x="8832064" y="5930117"/>
            <a:ext cx="391644" cy="270180"/>
            <a:chOff x="7871564" y="3120096"/>
            <a:chExt cx="260880" cy="291966"/>
          </a:xfrm>
        </p:grpSpPr>
        <p:cxnSp>
          <p:nvCxnSpPr>
            <p:cNvPr id="128" name="Straight Arrow Connector 1180">
              <a:extLst>
                <a:ext uri="{FF2B5EF4-FFF2-40B4-BE49-F238E27FC236}">
                  <a16:creationId xmlns:a16="http://schemas.microsoft.com/office/drawing/2014/main" id="{174CEE11-7B3A-745E-DAC0-AA1C197CA58A}"/>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181">
              <a:extLst>
                <a:ext uri="{FF2B5EF4-FFF2-40B4-BE49-F238E27FC236}">
                  <a16:creationId xmlns:a16="http://schemas.microsoft.com/office/drawing/2014/main" id="{E436CAC8-7260-93D6-1EF5-BF64E95E8215}"/>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182">
              <a:extLst>
                <a:ext uri="{FF2B5EF4-FFF2-40B4-BE49-F238E27FC236}">
                  <a16:creationId xmlns:a16="http://schemas.microsoft.com/office/drawing/2014/main" id="{F086D9C4-D1FD-6BB9-00DF-1B1E6E0E2A16}"/>
                </a:ext>
              </a:extLst>
            </p:cNvPr>
            <p:cNvCxnSpPr>
              <a:cxnSpLocks/>
            </p:cNvCxnSpPr>
            <p:nvPr/>
          </p:nvCxnSpPr>
          <p:spPr>
            <a:xfrm>
              <a:off x="7871564" y="3120096"/>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183">
              <a:extLst>
                <a:ext uri="{FF2B5EF4-FFF2-40B4-BE49-F238E27FC236}">
                  <a16:creationId xmlns:a16="http://schemas.microsoft.com/office/drawing/2014/main" id="{81F58F81-98C3-F6AD-50A9-A334600F3A7A}"/>
                </a:ext>
              </a:extLst>
            </p:cNvPr>
            <p:cNvCxnSpPr>
              <a:cxnSpLocks/>
            </p:cNvCxnSpPr>
            <p:nvPr/>
          </p:nvCxnSpPr>
          <p:spPr>
            <a:xfrm>
              <a:off x="7949351" y="3120099"/>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65" name="Rectangle 1106">
            <a:extLst>
              <a:ext uri="{FF2B5EF4-FFF2-40B4-BE49-F238E27FC236}">
                <a16:creationId xmlns:a16="http://schemas.microsoft.com/office/drawing/2014/main" id="{AED37E24-532D-70BE-A82A-6FF3A33E4C3F}"/>
              </a:ext>
            </a:extLst>
          </p:cNvPr>
          <p:cNvSpPr/>
          <p:nvPr/>
        </p:nvSpPr>
        <p:spPr>
          <a:xfrm>
            <a:off x="8768861" y="6145649"/>
            <a:ext cx="518851" cy="84049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66" name="Group 1253">
            <a:extLst>
              <a:ext uri="{FF2B5EF4-FFF2-40B4-BE49-F238E27FC236}">
                <a16:creationId xmlns:a16="http://schemas.microsoft.com/office/drawing/2014/main" id="{6FFF7C01-342A-9319-2BE0-2C43891C8536}"/>
              </a:ext>
            </a:extLst>
          </p:cNvPr>
          <p:cNvGrpSpPr/>
          <p:nvPr/>
        </p:nvGrpSpPr>
        <p:grpSpPr>
          <a:xfrm>
            <a:off x="9290822" y="3099115"/>
            <a:ext cx="274547" cy="3285667"/>
            <a:chOff x="6178550" y="1312455"/>
            <a:chExt cx="182880" cy="2188630"/>
          </a:xfrm>
        </p:grpSpPr>
        <p:cxnSp>
          <p:nvCxnSpPr>
            <p:cNvPr id="124" name="Straight Arrow Connector 1254">
              <a:extLst>
                <a:ext uri="{FF2B5EF4-FFF2-40B4-BE49-F238E27FC236}">
                  <a16:creationId xmlns:a16="http://schemas.microsoft.com/office/drawing/2014/main" id="{A31908E8-0DF5-669F-DD5C-A2F3F42282BF}"/>
                </a:ext>
              </a:extLst>
            </p:cNvPr>
            <p:cNvCxnSpPr>
              <a:cxnSpLocks/>
            </p:cNvCxnSpPr>
            <p:nvPr/>
          </p:nvCxnSpPr>
          <p:spPr>
            <a:xfrm rot="16200000" flipH="1">
              <a:off x="6269990" y="122101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1255">
              <a:extLst>
                <a:ext uri="{FF2B5EF4-FFF2-40B4-BE49-F238E27FC236}">
                  <a16:creationId xmlns:a16="http://schemas.microsoft.com/office/drawing/2014/main" id="{9A7497CD-6484-9ABA-A3B2-D46CEBE4FA88}"/>
                </a:ext>
              </a:extLst>
            </p:cNvPr>
            <p:cNvCxnSpPr>
              <a:cxnSpLocks/>
            </p:cNvCxnSpPr>
            <p:nvPr/>
          </p:nvCxnSpPr>
          <p:spPr>
            <a:xfrm rot="16200000" flipH="1">
              <a:off x="6269990" y="1932214"/>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6">
              <a:extLst>
                <a:ext uri="{FF2B5EF4-FFF2-40B4-BE49-F238E27FC236}">
                  <a16:creationId xmlns:a16="http://schemas.microsoft.com/office/drawing/2014/main" id="{BEED899E-8210-6D56-03BD-FBDFA90F905C}"/>
                </a:ext>
              </a:extLst>
            </p:cNvPr>
            <p:cNvCxnSpPr>
              <a:cxnSpLocks/>
            </p:cNvCxnSpPr>
            <p:nvPr/>
          </p:nvCxnSpPr>
          <p:spPr>
            <a:xfrm rot="16200000" flipH="1">
              <a:off x="6269990" y="2706912"/>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1257">
              <a:extLst>
                <a:ext uri="{FF2B5EF4-FFF2-40B4-BE49-F238E27FC236}">
                  <a16:creationId xmlns:a16="http://schemas.microsoft.com/office/drawing/2014/main" id="{C18481CA-F256-B308-0B9C-D1A5536E48AE}"/>
                </a:ext>
              </a:extLst>
            </p:cNvPr>
            <p:cNvCxnSpPr>
              <a:cxnSpLocks/>
            </p:cNvCxnSpPr>
            <p:nvPr/>
          </p:nvCxnSpPr>
          <p:spPr>
            <a:xfrm rot="16200000" flipH="1">
              <a:off x="6269990" y="3409645"/>
              <a:ext cx="0" cy="18288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7" name="Rectangle 1097">
            <a:extLst>
              <a:ext uri="{FF2B5EF4-FFF2-40B4-BE49-F238E27FC236}">
                <a16:creationId xmlns:a16="http://schemas.microsoft.com/office/drawing/2014/main" id="{9053F79B-23C6-031C-617E-111A45E7A194}"/>
              </a:ext>
            </a:extLst>
          </p:cNvPr>
          <p:cNvSpPr/>
          <p:nvPr/>
        </p:nvSpPr>
        <p:spPr>
          <a:xfrm>
            <a:off x="9447177" y="2855929"/>
            <a:ext cx="518851" cy="840491"/>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schemeClr val="bg1"/>
                </a:solidFill>
                <a:latin typeface="Calibri" panose="020F0502020204030204"/>
              </a:rPr>
              <a:t>Data</a:t>
            </a:r>
          </a:p>
        </p:txBody>
      </p:sp>
      <p:grpSp>
        <p:nvGrpSpPr>
          <p:cNvPr id="68" name="Group 1189">
            <a:extLst>
              <a:ext uri="{FF2B5EF4-FFF2-40B4-BE49-F238E27FC236}">
                <a16:creationId xmlns:a16="http://schemas.microsoft.com/office/drawing/2014/main" id="{EA20611E-3B81-3F8B-3A55-B77A096855DE}"/>
              </a:ext>
            </a:extLst>
          </p:cNvPr>
          <p:cNvGrpSpPr/>
          <p:nvPr/>
        </p:nvGrpSpPr>
        <p:grpSpPr>
          <a:xfrm>
            <a:off x="9513020" y="3713529"/>
            <a:ext cx="382111" cy="253851"/>
            <a:chOff x="7877914" y="1675761"/>
            <a:chExt cx="254530" cy="274320"/>
          </a:xfrm>
        </p:grpSpPr>
        <p:cxnSp>
          <p:nvCxnSpPr>
            <p:cNvPr id="120" name="Straight Arrow Connector 1190">
              <a:extLst>
                <a:ext uri="{FF2B5EF4-FFF2-40B4-BE49-F238E27FC236}">
                  <a16:creationId xmlns:a16="http://schemas.microsoft.com/office/drawing/2014/main" id="{3503CEC8-5120-D187-BB65-B53507BFADBB}"/>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191">
              <a:extLst>
                <a:ext uri="{FF2B5EF4-FFF2-40B4-BE49-F238E27FC236}">
                  <a16:creationId xmlns:a16="http://schemas.microsoft.com/office/drawing/2014/main" id="{D393D251-1072-2DC9-61A4-82B937019817}"/>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192">
              <a:extLst>
                <a:ext uri="{FF2B5EF4-FFF2-40B4-BE49-F238E27FC236}">
                  <a16:creationId xmlns:a16="http://schemas.microsoft.com/office/drawing/2014/main" id="{E9960A55-8B4A-48BA-C0B0-9B8B9C7170E8}"/>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193">
              <a:extLst>
                <a:ext uri="{FF2B5EF4-FFF2-40B4-BE49-F238E27FC236}">
                  <a16:creationId xmlns:a16="http://schemas.microsoft.com/office/drawing/2014/main" id="{4A4A873A-3E22-EC23-4C26-9877FEBDC454}"/>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69" name="Rectangle 1098">
            <a:extLst>
              <a:ext uri="{FF2B5EF4-FFF2-40B4-BE49-F238E27FC236}">
                <a16:creationId xmlns:a16="http://schemas.microsoft.com/office/drawing/2014/main" id="{209B4A2A-89F5-C091-6226-6FE850793C0A}"/>
              </a:ext>
            </a:extLst>
          </p:cNvPr>
          <p:cNvSpPr/>
          <p:nvPr/>
        </p:nvSpPr>
        <p:spPr>
          <a:xfrm>
            <a:off x="9447177" y="3916101"/>
            <a:ext cx="518851" cy="840491"/>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cxnSp>
        <p:nvCxnSpPr>
          <p:cNvPr id="70" name="Straight Arrow Connector 1195">
            <a:extLst>
              <a:ext uri="{FF2B5EF4-FFF2-40B4-BE49-F238E27FC236}">
                <a16:creationId xmlns:a16="http://schemas.microsoft.com/office/drawing/2014/main" id="{4CAC8712-4C6C-2067-5473-C742B2A2C7EF}"/>
              </a:ext>
            </a:extLst>
          </p:cNvPr>
          <p:cNvCxnSpPr>
            <a:cxnSpLocks/>
          </p:cNvCxnSpPr>
          <p:nvPr/>
        </p:nvCxnSpPr>
        <p:spPr>
          <a:xfrm>
            <a:off x="9787886"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1196">
            <a:extLst>
              <a:ext uri="{FF2B5EF4-FFF2-40B4-BE49-F238E27FC236}">
                <a16:creationId xmlns:a16="http://schemas.microsoft.com/office/drawing/2014/main" id="{7ED397A7-5D89-1FAC-10B4-BC6DF5F12BEB}"/>
              </a:ext>
            </a:extLst>
          </p:cNvPr>
          <p:cNvCxnSpPr>
            <a:cxnSpLocks/>
          </p:cNvCxnSpPr>
          <p:nvPr/>
        </p:nvCxnSpPr>
        <p:spPr>
          <a:xfrm>
            <a:off x="9904663" y="4745461"/>
            <a:ext cx="0" cy="387863"/>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1197">
            <a:extLst>
              <a:ext uri="{FF2B5EF4-FFF2-40B4-BE49-F238E27FC236}">
                <a16:creationId xmlns:a16="http://schemas.microsoft.com/office/drawing/2014/main" id="{20F9BD20-0EFC-DD69-89BD-D9ED88852CD2}"/>
              </a:ext>
            </a:extLst>
          </p:cNvPr>
          <p:cNvCxnSpPr>
            <a:cxnSpLocks/>
          </p:cNvCxnSpPr>
          <p:nvPr/>
        </p:nvCxnSpPr>
        <p:spPr>
          <a:xfrm>
            <a:off x="9513019"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1198">
            <a:extLst>
              <a:ext uri="{FF2B5EF4-FFF2-40B4-BE49-F238E27FC236}">
                <a16:creationId xmlns:a16="http://schemas.microsoft.com/office/drawing/2014/main" id="{5F3C64FF-2B52-F68D-808C-EF5A17159964}"/>
              </a:ext>
            </a:extLst>
          </p:cNvPr>
          <p:cNvCxnSpPr>
            <a:cxnSpLocks/>
          </p:cNvCxnSpPr>
          <p:nvPr/>
        </p:nvCxnSpPr>
        <p:spPr>
          <a:xfrm>
            <a:off x="9629796"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74" name="Rectangle 1107">
            <a:extLst>
              <a:ext uri="{FF2B5EF4-FFF2-40B4-BE49-F238E27FC236}">
                <a16:creationId xmlns:a16="http://schemas.microsoft.com/office/drawing/2014/main" id="{6C7A0625-4455-55C4-A727-8D38A19DB3FA}"/>
              </a:ext>
            </a:extLst>
          </p:cNvPr>
          <p:cNvSpPr/>
          <p:nvPr/>
        </p:nvSpPr>
        <p:spPr>
          <a:xfrm>
            <a:off x="9447177" y="5085476"/>
            <a:ext cx="518851" cy="840491"/>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5" name="Group 1199">
            <a:extLst>
              <a:ext uri="{FF2B5EF4-FFF2-40B4-BE49-F238E27FC236}">
                <a16:creationId xmlns:a16="http://schemas.microsoft.com/office/drawing/2014/main" id="{41C21534-2D78-21EC-B035-4F874F292BEF}"/>
              </a:ext>
            </a:extLst>
          </p:cNvPr>
          <p:cNvGrpSpPr/>
          <p:nvPr/>
        </p:nvGrpSpPr>
        <p:grpSpPr>
          <a:xfrm>
            <a:off x="9513019" y="5919229"/>
            <a:ext cx="391644" cy="281066"/>
            <a:chOff x="7871564" y="3108332"/>
            <a:chExt cx="260880" cy="303730"/>
          </a:xfrm>
        </p:grpSpPr>
        <p:cxnSp>
          <p:nvCxnSpPr>
            <p:cNvPr id="116" name="Straight Arrow Connector 1200">
              <a:extLst>
                <a:ext uri="{FF2B5EF4-FFF2-40B4-BE49-F238E27FC236}">
                  <a16:creationId xmlns:a16="http://schemas.microsoft.com/office/drawing/2014/main" id="{3E7407A6-4881-AF2E-DA9F-996FC2D0F35E}"/>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1201">
              <a:extLst>
                <a:ext uri="{FF2B5EF4-FFF2-40B4-BE49-F238E27FC236}">
                  <a16:creationId xmlns:a16="http://schemas.microsoft.com/office/drawing/2014/main" id="{0F95F105-3C8B-3204-9D4D-AAB90EBE0308}"/>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1202">
              <a:extLst>
                <a:ext uri="{FF2B5EF4-FFF2-40B4-BE49-F238E27FC236}">
                  <a16:creationId xmlns:a16="http://schemas.microsoft.com/office/drawing/2014/main" id="{85CCC0D5-3919-761D-511C-DB4765101447}"/>
                </a:ext>
              </a:extLst>
            </p:cNvPr>
            <p:cNvCxnSpPr>
              <a:cxnSpLocks/>
            </p:cNvCxnSpPr>
            <p:nvPr/>
          </p:nvCxnSpPr>
          <p:spPr>
            <a:xfrm>
              <a:off x="7871564" y="310833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1203">
              <a:extLst>
                <a:ext uri="{FF2B5EF4-FFF2-40B4-BE49-F238E27FC236}">
                  <a16:creationId xmlns:a16="http://schemas.microsoft.com/office/drawing/2014/main" id="{DC08B456-FD03-40B7-18F2-5EBF9B2919EA}"/>
                </a:ext>
              </a:extLst>
            </p:cNvPr>
            <p:cNvCxnSpPr>
              <a:cxnSpLocks/>
            </p:cNvCxnSpPr>
            <p:nvPr/>
          </p:nvCxnSpPr>
          <p:spPr>
            <a:xfrm>
              <a:off x="7949351" y="3108337"/>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6" name="Rectangle 1108">
            <a:extLst>
              <a:ext uri="{FF2B5EF4-FFF2-40B4-BE49-F238E27FC236}">
                <a16:creationId xmlns:a16="http://schemas.microsoft.com/office/drawing/2014/main" id="{AAEDBC86-BA13-745D-974A-4C0D2DB99FFE}"/>
              </a:ext>
            </a:extLst>
          </p:cNvPr>
          <p:cNvSpPr/>
          <p:nvPr/>
        </p:nvSpPr>
        <p:spPr>
          <a:xfrm>
            <a:off x="9447177" y="6145649"/>
            <a:ext cx="518851" cy="840491"/>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cxnSp>
        <p:nvCxnSpPr>
          <p:cNvPr id="77" name="Straight Arrow Connector 1125">
            <a:extLst>
              <a:ext uri="{FF2B5EF4-FFF2-40B4-BE49-F238E27FC236}">
                <a16:creationId xmlns:a16="http://schemas.microsoft.com/office/drawing/2014/main" id="{8289C3E8-F5AF-DC0A-7926-C599061D3F05}"/>
              </a:ext>
            </a:extLst>
          </p:cNvPr>
          <p:cNvCxnSpPr>
            <a:cxnSpLocks/>
          </p:cNvCxnSpPr>
          <p:nvPr/>
        </p:nvCxnSpPr>
        <p:spPr>
          <a:xfrm>
            <a:off x="7064066"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1126">
            <a:extLst>
              <a:ext uri="{FF2B5EF4-FFF2-40B4-BE49-F238E27FC236}">
                <a16:creationId xmlns:a16="http://schemas.microsoft.com/office/drawing/2014/main" id="{E5DF3EE8-6781-48D5-45E0-5C0E766E64D7}"/>
              </a:ext>
            </a:extLst>
          </p:cNvPr>
          <p:cNvCxnSpPr>
            <a:cxnSpLocks/>
          </p:cNvCxnSpPr>
          <p:nvPr/>
        </p:nvCxnSpPr>
        <p:spPr>
          <a:xfrm>
            <a:off x="7180843"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Arrow Connector 1127">
            <a:extLst>
              <a:ext uri="{FF2B5EF4-FFF2-40B4-BE49-F238E27FC236}">
                <a16:creationId xmlns:a16="http://schemas.microsoft.com/office/drawing/2014/main" id="{02E98188-517C-E705-4507-542EE7F3EACE}"/>
              </a:ext>
            </a:extLst>
          </p:cNvPr>
          <p:cNvCxnSpPr>
            <a:cxnSpLocks/>
          </p:cNvCxnSpPr>
          <p:nvPr/>
        </p:nvCxnSpPr>
        <p:spPr>
          <a:xfrm>
            <a:off x="6789199"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1128">
            <a:extLst>
              <a:ext uri="{FF2B5EF4-FFF2-40B4-BE49-F238E27FC236}">
                <a16:creationId xmlns:a16="http://schemas.microsoft.com/office/drawing/2014/main" id="{B680F855-5D26-9836-BA17-7209D36AD0F5}"/>
              </a:ext>
            </a:extLst>
          </p:cNvPr>
          <p:cNvCxnSpPr>
            <a:cxnSpLocks/>
          </p:cNvCxnSpPr>
          <p:nvPr/>
        </p:nvCxnSpPr>
        <p:spPr>
          <a:xfrm>
            <a:off x="6905976"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1145">
            <a:extLst>
              <a:ext uri="{FF2B5EF4-FFF2-40B4-BE49-F238E27FC236}">
                <a16:creationId xmlns:a16="http://schemas.microsoft.com/office/drawing/2014/main" id="{870A8B4A-4B89-8427-BA40-A173700C9730}"/>
              </a:ext>
            </a:extLst>
          </p:cNvPr>
          <p:cNvCxnSpPr>
            <a:cxnSpLocks/>
          </p:cNvCxnSpPr>
          <p:nvPr/>
        </p:nvCxnSpPr>
        <p:spPr>
          <a:xfrm>
            <a:off x="7745021"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1146">
            <a:extLst>
              <a:ext uri="{FF2B5EF4-FFF2-40B4-BE49-F238E27FC236}">
                <a16:creationId xmlns:a16="http://schemas.microsoft.com/office/drawing/2014/main" id="{FC5DB398-8E72-B6EE-4930-51CDC0920E56}"/>
              </a:ext>
            </a:extLst>
          </p:cNvPr>
          <p:cNvCxnSpPr>
            <a:cxnSpLocks/>
          </p:cNvCxnSpPr>
          <p:nvPr/>
        </p:nvCxnSpPr>
        <p:spPr>
          <a:xfrm>
            <a:off x="7861798"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1147">
            <a:extLst>
              <a:ext uri="{FF2B5EF4-FFF2-40B4-BE49-F238E27FC236}">
                <a16:creationId xmlns:a16="http://schemas.microsoft.com/office/drawing/2014/main" id="{8F8978BC-52EA-65BC-5B42-80AA646D3094}"/>
              </a:ext>
            </a:extLst>
          </p:cNvPr>
          <p:cNvCxnSpPr>
            <a:cxnSpLocks/>
          </p:cNvCxnSpPr>
          <p:nvPr/>
        </p:nvCxnSpPr>
        <p:spPr>
          <a:xfrm>
            <a:off x="7470154" y="7001502"/>
            <a:ext cx="0" cy="283136"/>
          </a:xfrm>
          <a:prstGeom prst="straightConnector1">
            <a:avLst/>
          </a:prstGeom>
          <a:ln w="38100">
            <a:solidFill>
              <a:srgbClr val="FF0000"/>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1148">
            <a:extLst>
              <a:ext uri="{FF2B5EF4-FFF2-40B4-BE49-F238E27FC236}">
                <a16:creationId xmlns:a16="http://schemas.microsoft.com/office/drawing/2014/main" id="{5FD0561A-6C72-F2E4-C5AF-FA82BE4EFD3B}"/>
              </a:ext>
            </a:extLst>
          </p:cNvPr>
          <p:cNvCxnSpPr>
            <a:cxnSpLocks/>
          </p:cNvCxnSpPr>
          <p:nvPr/>
        </p:nvCxnSpPr>
        <p:spPr>
          <a:xfrm>
            <a:off x="7586931"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1165">
            <a:extLst>
              <a:ext uri="{FF2B5EF4-FFF2-40B4-BE49-F238E27FC236}">
                <a16:creationId xmlns:a16="http://schemas.microsoft.com/office/drawing/2014/main" id="{00D42AF3-879F-0DF3-25B1-49B111A1FAA7}"/>
              </a:ext>
            </a:extLst>
          </p:cNvPr>
          <p:cNvCxnSpPr>
            <a:cxnSpLocks/>
          </p:cNvCxnSpPr>
          <p:nvPr/>
        </p:nvCxnSpPr>
        <p:spPr>
          <a:xfrm>
            <a:off x="8425976"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1166">
            <a:extLst>
              <a:ext uri="{FF2B5EF4-FFF2-40B4-BE49-F238E27FC236}">
                <a16:creationId xmlns:a16="http://schemas.microsoft.com/office/drawing/2014/main" id="{77C5CB35-8743-31A3-C70F-4E73DBA5A6BC}"/>
              </a:ext>
            </a:extLst>
          </p:cNvPr>
          <p:cNvCxnSpPr>
            <a:cxnSpLocks/>
          </p:cNvCxnSpPr>
          <p:nvPr/>
        </p:nvCxnSpPr>
        <p:spPr>
          <a:xfrm>
            <a:off x="8542753"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Arrow Connector 1167">
            <a:extLst>
              <a:ext uri="{FF2B5EF4-FFF2-40B4-BE49-F238E27FC236}">
                <a16:creationId xmlns:a16="http://schemas.microsoft.com/office/drawing/2014/main" id="{E110E418-7617-5723-53DB-E89134B4B75A}"/>
              </a:ext>
            </a:extLst>
          </p:cNvPr>
          <p:cNvCxnSpPr>
            <a:cxnSpLocks/>
          </p:cNvCxnSpPr>
          <p:nvPr/>
        </p:nvCxnSpPr>
        <p:spPr>
          <a:xfrm>
            <a:off x="8151109"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1168">
            <a:extLst>
              <a:ext uri="{FF2B5EF4-FFF2-40B4-BE49-F238E27FC236}">
                <a16:creationId xmlns:a16="http://schemas.microsoft.com/office/drawing/2014/main" id="{81173B8E-4A6E-1DF6-4EC0-BE9522FDB287}"/>
              </a:ext>
            </a:extLst>
          </p:cNvPr>
          <p:cNvCxnSpPr>
            <a:cxnSpLocks/>
          </p:cNvCxnSpPr>
          <p:nvPr/>
        </p:nvCxnSpPr>
        <p:spPr>
          <a:xfrm>
            <a:off x="8267886"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1185">
            <a:extLst>
              <a:ext uri="{FF2B5EF4-FFF2-40B4-BE49-F238E27FC236}">
                <a16:creationId xmlns:a16="http://schemas.microsoft.com/office/drawing/2014/main" id="{C4D9C83E-847D-A385-48FC-09F23D100FE3}"/>
              </a:ext>
            </a:extLst>
          </p:cNvPr>
          <p:cNvCxnSpPr>
            <a:cxnSpLocks/>
          </p:cNvCxnSpPr>
          <p:nvPr/>
        </p:nvCxnSpPr>
        <p:spPr>
          <a:xfrm>
            <a:off x="9106931"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1186">
            <a:extLst>
              <a:ext uri="{FF2B5EF4-FFF2-40B4-BE49-F238E27FC236}">
                <a16:creationId xmlns:a16="http://schemas.microsoft.com/office/drawing/2014/main" id="{6E2EB388-195A-5471-9F05-B2B0B13C2D1F}"/>
              </a:ext>
            </a:extLst>
          </p:cNvPr>
          <p:cNvCxnSpPr>
            <a:cxnSpLocks/>
          </p:cNvCxnSpPr>
          <p:nvPr/>
        </p:nvCxnSpPr>
        <p:spPr>
          <a:xfrm>
            <a:off x="9223708"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1187">
            <a:extLst>
              <a:ext uri="{FF2B5EF4-FFF2-40B4-BE49-F238E27FC236}">
                <a16:creationId xmlns:a16="http://schemas.microsoft.com/office/drawing/2014/main" id="{66B24FAD-3AAB-DB81-CB15-B3C4AD4A017C}"/>
              </a:ext>
            </a:extLst>
          </p:cNvPr>
          <p:cNvCxnSpPr>
            <a:cxnSpLocks/>
          </p:cNvCxnSpPr>
          <p:nvPr/>
        </p:nvCxnSpPr>
        <p:spPr>
          <a:xfrm>
            <a:off x="8832064"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1188">
            <a:extLst>
              <a:ext uri="{FF2B5EF4-FFF2-40B4-BE49-F238E27FC236}">
                <a16:creationId xmlns:a16="http://schemas.microsoft.com/office/drawing/2014/main" id="{64D5F629-23C8-2009-4CC4-27BC8D859811}"/>
              </a:ext>
            </a:extLst>
          </p:cNvPr>
          <p:cNvCxnSpPr>
            <a:cxnSpLocks/>
          </p:cNvCxnSpPr>
          <p:nvPr/>
        </p:nvCxnSpPr>
        <p:spPr>
          <a:xfrm>
            <a:off x="8948841"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Arrow Connector 1205">
            <a:extLst>
              <a:ext uri="{FF2B5EF4-FFF2-40B4-BE49-F238E27FC236}">
                <a16:creationId xmlns:a16="http://schemas.microsoft.com/office/drawing/2014/main" id="{D999CAA7-F467-1FEE-BC44-924FF966E8EE}"/>
              </a:ext>
            </a:extLst>
          </p:cNvPr>
          <p:cNvCxnSpPr>
            <a:cxnSpLocks/>
          </p:cNvCxnSpPr>
          <p:nvPr/>
        </p:nvCxnSpPr>
        <p:spPr>
          <a:xfrm>
            <a:off x="9787886"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1206">
            <a:extLst>
              <a:ext uri="{FF2B5EF4-FFF2-40B4-BE49-F238E27FC236}">
                <a16:creationId xmlns:a16="http://schemas.microsoft.com/office/drawing/2014/main" id="{866C6D69-6187-F3C4-50DA-5F7F54F9A5CA}"/>
              </a:ext>
            </a:extLst>
          </p:cNvPr>
          <p:cNvCxnSpPr>
            <a:cxnSpLocks/>
          </p:cNvCxnSpPr>
          <p:nvPr/>
        </p:nvCxnSpPr>
        <p:spPr>
          <a:xfrm>
            <a:off x="9904663" y="7001502"/>
            <a:ext cx="0" cy="283136"/>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1207">
            <a:extLst>
              <a:ext uri="{FF2B5EF4-FFF2-40B4-BE49-F238E27FC236}">
                <a16:creationId xmlns:a16="http://schemas.microsoft.com/office/drawing/2014/main" id="{A622975D-12F2-E627-B77F-21483C3B7049}"/>
              </a:ext>
            </a:extLst>
          </p:cNvPr>
          <p:cNvCxnSpPr>
            <a:cxnSpLocks/>
          </p:cNvCxnSpPr>
          <p:nvPr/>
        </p:nvCxnSpPr>
        <p:spPr>
          <a:xfrm>
            <a:off x="9513019"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1208">
            <a:extLst>
              <a:ext uri="{FF2B5EF4-FFF2-40B4-BE49-F238E27FC236}">
                <a16:creationId xmlns:a16="http://schemas.microsoft.com/office/drawing/2014/main" id="{B72511FB-B6C5-1780-5578-DC555C194D54}"/>
              </a:ext>
            </a:extLst>
          </p:cNvPr>
          <p:cNvCxnSpPr>
            <a:cxnSpLocks/>
          </p:cNvCxnSpPr>
          <p:nvPr/>
        </p:nvCxnSpPr>
        <p:spPr>
          <a:xfrm>
            <a:off x="9629796"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grpSp>
        <p:nvGrpSpPr>
          <p:cNvPr id="97" name="Group 1263">
            <a:extLst>
              <a:ext uri="{FF2B5EF4-FFF2-40B4-BE49-F238E27FC236}">
                <a16:creationId xmlns:a16="http://schemas.microsoft.com/office/drawing/2014/main" id="{02DDE0E6-43A4-4E2A-F37C-C20E5553C86A}"/>
              </a:ext>
            </a:extLst>
          </p:cNvPr>
          <p:cNvGrpSpPr/>
          <p:nvPr/>
        </p:nvGrpSpPr>
        <p:grpSpPr>
          <a:xfrm>
            <a:off x="9968849" y="3099115"/>
            <a:ext cx="660152" cy="3285667"/>
            <a:chOff x="6178550" y="1312455"/>
            <a:chExt cx="439737" cy="2188630"/>
          </a:xfrm>
        </p:grpSpPr>
        <p:cxnSp>
          <p:nvCxnSpPr>
            <p:cNvPr id="112" name="Straight Arrow Connector 1264">
              <a:extLst>
                <a:ext uri="{FF2B5EF4-FFF2-40B4-BE49-F238E27FC236}">
                  <a16:creationId xmlns:a16="http://schemas.microsoft.com/office/drawing/2014/main" id="{C4438FB8-3F87-D78E-883D-FB0F4937669C}"/>
                </a:ext>
              </a:extLst>
            </p:cNvPr>
            <p:cNvCxnSpPr>
              <a:cxnSpLocks/>
            </p:cNvCxnSpPr>
            <p:nvPr/>
          </p:nvCxnSpPr>
          <p:spPr>
            <a:xfrm>
              <a:off x="6178550" y="1312455"/>
              <a:ext cx="439737"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1265">
              <a:extLst>
                <a:ext uri="{FF2B5EF4-FFF2-40B4-BE49-F238E27FC236}">
                  <a16:creationId xmlns:a16="http://schemas.microsoft.com/office/drawing/2014/main" id="{3C6ED318-071A-7A29-4DA5-DB4632898895}"/>
                </a:ext>
              </a:extLst>
            </p:cNvPr>
            <p:cNvCxnSpPr>
              <a:cxnSpLocks/>
            </p:cNvCxnSpPr>
            <p:nvPr/>
          </p:nvCxnSpPr>
          <p:spPr>
            <a:xfrm>
              <a:off x="6178550" y="2023654"/>
              <a:ext cx="304799"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1266">
              <a:extLst>
                <a:ext uri="{FF2B5EF4-FFF2-40B4-BE49-F238E27FC236}">
                  <a16:creationId xmlns:a16="http://schemas.microsoft.com/office/drawing/2014/main" id="{FF9B3034-FCEF-8C4E-D3B7-E0EA483BBBAC}"/>
                </a:ext>
              </a:extLst>
            </p:cNvPr>
            <p:cNvCxnSpPr>
              <a:cxnSpLocks/>
            </p:cNvCxnSpPr>
            <p:nvPr/>
          </p:nvCxnSpPr>
          <p:spPr>
            <a:xfrm>
              <a:off x="6178550" y="2798352"/>
              <a:ext cx="303212"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1267">
              <a:extLst>
                <a:ext uri="{FF2B5EF4-FFF2-40B4-BE49-F238E27FC236}">
                  <a16:creationId xmlns:a16="http://schemas.microsoft.com/office/drawing/2014/main" id="{23FDAB6A-2361-2E4D-9042-12A909E38822}"/>
                </a:ext>
              </a:extLst>
            </p:cNvPr>
            <p:cNvCxnSpPr>
              <a:cxnSpLocks/>
            </p:cNvCxnSpPr>
            <p:nvPr/>
          </p:nvCxnSpPr>
          <p:spPr>
            <a:xfrm>
              <a:off x="6178550" y="3501085"/>
              <a:ext cx="438149"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98" name="Straight Arrow Connector 1269">
            <a:extLst>
              <a:ext uri="{FF2B5EF4-FFF2-40B4-BE49-F238E27FC236}">
                <a16:creationId xmlns:a16="http://schemas.microsoft.com/office/drawing/2014/main" id="{69533835-F21A-2E90-6369-4054D7E806C8}"/>
              </a:ext>
            </a:extLst>
          </p:cNvPr>
          <p:cNvCxnSpPr>
            <a:cxnSpLocks/>
          </p:cNvCxnSpPr>
          <p:nvPr/>
        </p:nvCxnSpPr>
        <p:spPr>
          <a:xfrm flipH="1">
            <a:off x="10404979" y="4721293"/>
            <a:ext cx="419447"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Arrow Connector 1270">
            <a:extLst>
              <a:ext uri="{FF2B5EF4-FFF2-40B4-BE49-F238E27FC236}">
                <a16:creationId xmlns:a16="http://schemas.microsoft.com/office/drawing/2014/main" id="{56CC551D-739A-0A02-D0F2-8223452BC67F}"/>
              </a:ext>
            </a:extLst>
          </p:cNvPr>
          <p:cNvCxnSpPr>
            <a:cxnSpLocks/>
          </p:cNvCxnSpPr>
          <p:nvPr/>
        </p:nvCxnSpPr>
        <p:spPr>
          <a:xfrm rot="5400000">
            <a:off x="10712413" y="4226378"/>
            <a:ext cx="0" cy="224025"/>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Arrow Connector 1271">
            <a:extLst>
              <a:ext uri="{FF2B5EF4-FFF2-40B4-BE49-F238E27FC236}">
                <a16:creationId xmlns:a16="http://schemas.microsoft.com/office/drawing/2014/main" id="{4192B50C-BF53-77FA-49B8-0FB8727A01EB}"/>
              </a:ext>
            </a:extLst>
          </p:cNvPr>
          <p:cNvCxnSpPr>
            <a:cxnSpLocks/>
          </p:cNvCxnSpPr>
          <p:nvPr/>
        </p:nvCxnSpPr>
        <p:spPr>
          <a:xfrm rot="5400000">
            <a:off x="10712413" y="4800733"/>
            <a:ext cx="0" cy="224025"/>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Arrow Connector 1272">
            <a:extLst>
              <a:ext uri="{FF2B5EF4-FFF2-40B4-BE49-F238E27FC236}">
                <a16:creationId xmlns:a16="http://schemas.microsoft.com/office/drawing/2014/main" id="{8E6EFB98-4764-5EB9-3A69-49E936F1A61F}"/>
              </a:ext>
            </a:extLst>
          </p:cNvPr>
          <p:cNvCxnSpPr>
            <a:cxnSpLocks/>
          </p:cNvCxnSpPr>
          <p:nvPr/>
        </p:nvCxnSpPr>
        <p:spPr>
          <a:xfrm flipH="1">
            <a:off x="10402595" y="4529841"/>
            <a:ext cx="421831"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Straight Arrow Connector 1273">
            <a:extLst>
              <a:ext uri="{FF2B5EF4-FFF2-40B4-BE49-F238E27FC236}">
                <a16:creationId xmlns:a16="http://schemas.microsoft.com/office/drawing/2014/main" id="{71A2BF7C-B06B-57D7-35DB-1E9836085113}"/>
              </a:ext>
            </a:extLst>
          </p:cNvPr>
          <p:cNvCxnSpPr>
            <a:cxnSpLocks/>
          </p:cNvCxnSpPr>
          <p:nvPr/>
        </p:nvCxnSpPr>
        <p:spPr>
          <a:xfrm>
            <a:off x="10618835" y="4907523"/>
            <a:ext cx="0" cy="1488202"/>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275">
            <a:extLst>
              <a:ext uri="{FF2B5EF4-FFF2-40B4-BE49-F238E27FC236}">
                <a16:creationId xmlns:a16="http://schemas.microsoft.com/office/drawing/2014/main" id="{AA0EF450-84A9-64FC-1A68-F39352759A0B}"/>
              </a:ext>
            </a:extLst>
          </p:cNvPr>
          <p:cNvCxnSpPr>
            <a:cxnSpLocks/>
          </p:cNvCxnSpPr>
          <p:nvPr/>
        </p:nvCxnSpPr>
        <p:spPr>
          <a:xfrm>
            <a:off x="10618835" y="3085428"/>
            <a:ext cx="0" cy="1264811"/>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Arrow Connector 1277">
            <a:extLst>
              <a:ext uri="{FF2B5EF4-FFF2-40B4-BE49-F238E27FC236}">
                <a16:creationId xmlns:a16="http://schemas.microsoft.com/office/drawing/2014/main" id="{3DC2A30A-CB7E-7641-2317-EFEF16625BDE}"/>
              </a:ext>
            </a:extLst>
          </p:cNvPr>
          <p:cNvCxnSpPr>
            <a:cxnSpLocks/>
          </p:cNvCxnSpPr>
          <p:nvPr/>
        </p:nvCxnSpPr>
        <p:spPr>
          <a:xfrm>
            <a:off x="10413877" y="4715552"/>
            <a:ext cx="0" cy="62917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Arrow Connector 1279">
            <a:extLst>
              <a:ext uri="{FF2B5EF4-FFF2-40B4-BE49-F238E27FC236}">
                <a16:creationId xmlns:a16="http://schemas.microsoft.com/office/drawing/2014/main" id="{75E49667-C3D3-7E1C-621E-212AFD981D5F}"/>
              </a:ext>
            </a:extLst>
          </p:cNvPr>
          <p:cNvCxnSpPr>
            <a:cxnSpLocks/>
          </p:cNvCxnSpPr>
          <p:nvPr/>
        </p:nvCxnSpPr>
        <p:spPr>
          <a:xfrm>
            <a:off x="10413877" y="4158684"/>
            <a:ext cx="0" cy="3757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0" name="TextBox 13">
            <a:extLst>
              <a:ext uri="{FF2B5EF4-FFF2-40B4-BE49-F238E27FC236}">
                <a16:creationId xmlns:a16="http://schemas.microsoft.com/office/drawing/2014/main" id="{22C4D09D-E3A1-FEBB-2EA6-CA6E8AB9772B}"/>
              </a:ext>
            </a:extLst>
          </p:cNvPr>
          <p:cNvSpPr txBox="1"/>
          <p:nvPr/>
        </p:nvSpPr>
        <p:spPr>
          <a:xfrm>
            <a:off x="6147882" y="7470720"/>
            <a:ext cx="920684" cy="347980"/>
          </a:xfrm>
          <a:prstGeom prst="rect">
            <a:avLst/>
          </a:prstGeom>
          <a:noFill/>
        </p:spPr>
        <p:txBody>
          <a:bodyPr wrap="square">
            <a:spAutoFit/>
          </a:bodyPr>
          <a:lstStyle/>
          <a:p>
            <a:pPr>
              <a:lnSpc>
                <a:spcPct val="80000"/>
              </a:lnSpc>
            </a:pPr>
            <a:r>
              <a:rPr lang="en-US" sz="2000" b="1">
                <a:solidFill>
                  <a:srgbClr val="FF0000"/>
                </a:solidFill>
              </a:rPr>
              <a:t>Failed</a:t>
            </a:r>
          </a:p>
        </p:txBody>
      </p:sp>
      <p:cxnSp>
        <p:nvCxnSpPr>
          <p:cNvPr id="111" name="Straight Arrow Connector 11">
            <a:extLst>
              <a:ext uri="{FF2B5EF4-FFF2-40B4-BE49-F238E27FC236}">
                <a16:creationId xmlns:a16="http://schemas.microsoft.com/office/drawing/2014/main" id="{FCD8DE85-CDC9-884A-1F24-8E084A2CC4C5}"/>
              </a:ext>
            </a:extLst>
          </p:cNvPr>
          <p:cNvCxnSpPr>
            <a:cxnSpLocks/>
          </p:cNvCxnSpPr>
          <p:nvPr/>
        </p:nvCxnSpPr>
        <p:spPr>
          <a:xfrm flipH="1">
            <a:off x="6890199" y="7180504"/>
            <a:ext cx="589487" cy="290217"/>
          </a:xfrm>
          <a:prstGeom prst="straightConnector1">
            <a:avLst/>
          </a:prstGeom>
          <a:ln w="38100">
            <a:solidFill>
              <a:srgbClr val="FF0000"/>
            </a:solidFill>
            <a:prstDash val="sysDash"/>
            <a:headEnd w="sm" len="sm"/>
            <a:tailEnd type="stealth" w="sm" len="med"/>
          </a:ln>
        </p:spPr>
        <p:style>
          <a:lnRef idx="1">
            <a:schemeClr val="accent1"/>
          </a:lnRef>
          <a:fillRef idx="0">
            <a:schemeClr val="accent1"/>
          </a:fillRef>
          <a:effectRef idx="0">
            <a:schemeClr val="accent1"/>
          </a:effectRef>
          <a:fontRef idx="minor">
            <a:schemeClr val="tx1"/>
          </a:fontRef>
        </p:style>
      </p:cxnSp>
      <p:cxnSp>
        <p:nvCxnSpPr>
          <p:cNvPr id="28" name="Straight Arrow Connector 1130">
            <a:extLst>
              <a:ext uri="{FF2B5EF4-FFF2-40B4-BE49-F238E27FC236}">
                <a16:creationId xmlns:a16="http://schemas.microsoft.com/office/drawing/2014/main" id="{B68557E7-4B0A-6E2C-41F1-67C082B8ED18}"/>
              </a:ext>
            </a:extLst>
          </p:cNvPr>
          <p:cNvCxnSpPr>
            <a:cxnSpLocks/>
          </p:cNvCxnSpPr>
          <p:nvPr/>
        </p:nvCxnSpPr>
        <p:spPr>
          <a:xfrm>
            <a:off x="7745021" y="3713529"/>
            <a:ext cx="0" cy="253851"/>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29" name="Straight Arrow Connector 1131">
            <a:extLst>
              <a:ext uri="{FF2B5EF4-FFF2-40B4-BE49-F238E27FC236}">
                <a16:creationId xmlns:a16="http://schemas.microsoft.com/office/drawing/2014/main" id="{5E2C2CF4-D5B8-BCDE-AF27-CCA60AB0394F}"/>
              </a:ext>
            </a:extLst>
          </p:cNvPr>
          <p:cNvCxnSpPr>
            <a:cxnSpLocks/>
          </p:cNvCxnSpPr>
          <p:nvPr/>
        </p:nvCxnSpPr>
        <p:spPr>
          <a:xfrm>
            <a:off x="7861798" y="3713529"/>
            <a:ext cx="0" cy="253851"/>
          </a:xfrm>
          <a:prstGeom prst="straightConnector1">
            <a:avLst/>
          </a:prstGeom>
          <a:ln w="38100">
            <a:solidFill>
              <a:schemeClr val="tx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cxnSp>
        <p:nvCxnSpPr>
          <p:cNvPr id="38" name="Straight Arrow Connector 1140">
            <a:extLst>
              <a:ext uri="{FF2B5EF4-FFF2-40B4-BE49-F238E27FC236}">
                <a16:creationId xmlns:a16="http://schemas.microsoft.com/office/drawing/2014/main" id="{AC5FA855-1CF0-D4BA-1B92-12971340CAFC}"/>
              </a:ext>
            </a:extLst>
          </p:cNvPr>
          <p:cNvCxnSpPr>
            <a:cxnSpLocks/>
          </p:cNvCxnSpPr>
          <p:nvPr/>
        </p:nvCxnSpPr>
        <p:spPr>
          <a:xfrm>
            <a:off x="7745021" y="5946450"/>
            <a:ext cx="0" cy="25385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1141">
            <a:extLst>
              <a:ext uri="{FF2B5EF4-FFF2-40B4-BE49-F238E27FC236}">
                <a16:creationId xmlns:a16="http://schemas.microsoft.com/office/drawing/2014/main" id="{C1A62DD6-8DF4-519F-0671-0AA5F94111C4}"/>
              </a:ext>
            </a:extLst>
          </p:cNvPr>
          <p:cNvCxnSpPr>
            <a:cxnSpLocks/>
          </p:cNvCxnSpPr>
          <p:nvPr/>
        </p:nvCxnSpPr>
        <p:spPr>
          <a:xfrm>
            <a:off x="7861798" y="5946450"/>
            <a:ext cx="0" cy="25385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1138">
            <a:extLst>
              <a:ext uri="{FF2B5EF4-FFF2-40B4-BE49-F238E27FC236}">
                <a16:creationId xmlns:a16="http://schemas.microsoft.com/office/drawing/2014/main" id="{E0CE4CE8-5780-FB63-8F7B-CF8AA33FC549}"/>
              </a:ext>
            </a:extLst>
          </p:cNvPr>
          <p:cNvCxnSpPr>
            <a:cxnSpLocks/>
          </p:cNvCxnSpPr>
          <p:nvPr/>
        </p:nvCxnSpPr>
        <p:spPr>
          <a:xfrm>
            <a:off x="7586931"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Arrow Connector 1133">
            <a:extLst>
              <a:ext uri="{FF2B5EF4-FFF2-40B4-BE49-F238E27FC236}">
                <a16:creationId xmlns:a16="http://schemas.microsoft.com/office/drawing/2014/main" id="{0DAED618-9732-57AC-E5E0-175D16917275}"/>
              </a:ext>
            </a:extLst>
          </p:cNvPr>
          <p:cNvCxnSpPr>
            <a:cxnSpLocks/>
          </p:cNvCxnSpPr>
          <p:nvPr/>
        </p:nvCxnSpPr>
        <p:spPr>
          <a:xfrm>
            <a:off x="7473432" y="3713529"/>
            <a:ext cx="0" cy="253851"/>
          </a:xfrm>
          <a:prstGeom prst="straightConnector1">
            <a:avLst/>
          </a:prstGeom>
          <a:ln w="38100">
            <a:solidFill>
              <a:schemeClr val="tx1"/>
            </a:solidFill>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36" name="Straight Arrow Connector 1138">
            <a:extLst>
              <a:ext uri="{FF2B5EF4-FFF2-40B4-BE49-F238E27FC236}">
                <a16:creationId xmlns:a16="http://schemas.microsoft.com/office/drawing/2014/main" id="{366BC4B5-6858-35AE-5E38-814925C80CB9}"/>
              </a:ext>
            </a:extLst>
          </p:cNvPr>
          <p:cNvCxnSpPr>
            <a:cxnSpLocks/>
          </p:cNvCxnSpPr>
          <p:nvPr/>
        </p:nvCxnSpPr>
        <p:spPr>
          <a:xfrm>
            <a:off x="7471283" y="4778119"/>
            <a:ext cx="0" cy="387863"/>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37" name="Straight Arrow Connector 1143">
            <a:extLst>
              <a:ext uri="{FF2B5EF4-FFF2-40B4-BE49-F238E27FC236}">
                <a16:creationId xmlns:a16="http://schemas.microsoft.com/office/drawing/2014/main" id="{1CA433DE-D7D6-7B9B-3478-0F1310DBD8B4}"/>
              </a:ext>
            </a:extLst>
          </p:cNvPr>
          <p:cNvCxnSpPr>
            <a:cxnSpLocks/>
          </p:cNvCxnSpPr>
          <p:nvPr/>
        </p:nvCxnSpPr>
        <p:spPr>
          <a:xfrm>
            <a:off x="7472536" y="5946450"/>
            <a:ext cx="0" cy="25385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1148">
            <a:extLst>
              <a:ext uri="{FF2B5EF4-FFF2-40B4-BE49-F238E27FC236}">
                <a16:creationId xmlns:a16="http://schemas.microsoft.com/office/drawing/2014/main" id="{BF3239BB-81D2-72A1-A483-8EAD4886B2D6}"/>
              </a:ext>
            </a:extLst>
          </p:cNvPr>
          <p:cNvCxnSpPr>
            <a:cxnSpLocks/>
          </p:cNvCxnSpPr>
          <p:nvPr/>
        </p:nvCxnSpPr>
        <p:spPr>
          <a:xfrm>
            <a:off x="7472536" y="7001502"/>
            <a:ext cx="0" cy="283136"/>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9" name="Left Brace 1229">
            <a:extLst>
              <a:ext uri="{FF2B5EF4-FFF2-40B4-BE49-F238E27FC236}">
                <a16:creationId xmlns:a16="http://schemas.microsoft.com/office/drawing/2014/main" id="{6074189F-E470-AC55-8E49-B03D82242AA7}"/>
              </a:ext>
            </a:extLst>
          </p:cNvPr>
          <p:cNvSpPr/>
          <p:nvPr/>
        </p:nvSpPr>
        <p:spPr>
          <a:xfrm>
            <a:off x="6371788" y="2903380"/>
            <a:ext cx="267951" cy="1872190"/>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 name="TextBox 1230">
            <a:extLst>
              <a:ext uri="{FF2B5EF4-FFF2-40B4-BE49-F238E27FC236}">
                <a16:creationId xmlns:a16="http://schemas.microsoft.com/office/drawing/2014/main" id="{C4584886-0D56-418D-F9C4-BD40BEB827C1}"/>
              </a:ext>
            </a:extLst>
          </p:cNvPr>
          <p:cNvSpPr txBox="1"/>
          <p:nvPr/>
        </p:nvSpPr>
        <p:spPr>
          <a:xfrm rot="16200000">
            <a:off x="5635721" y="3449639"/>
            <a:ext cx="1214203" cy="400110"/>
          </a:xfrm>
          <a:prstGeom prst="rect">
            <a:avLst/>
          </a:prstGeom>
          <a:noFill/>
        </p:spPr>
        <p:txBody>
          <a:bodyPr wrap="square">
            <a:spAutoFit/>
          </a:bodyPr>
          <a:lstStyle/>
          <a:p>
            <a:pPr defTabSz="914400">
              <a:defRPr/>
            </a:pPr>
            <a:r>
              <a:rPr lang="en-US" sz="2000" b="1">
                <a:latin typeface="Calibri" panose="020F0502020204030204"/>
              </a:rPr>
              <a:t>Rank 0</a:t>
            </a:r>
          </a:p>
        </p:txBody>
      </p:sp>
      <p:sp>
        <p:nvSpPr>
          <p:cNvPr id="11" name="Left Brace 1231">
            <a:extLst>
              <a:ext uri="{FF2B5EF4-FFF2-40B4-BE49-F238E27FC236}">
                <a16:creationId xmlns:a16="http://schemas.microsoft.com/office/drawing/2014/main" id="{27C84ABF-9B4C-392D-26FB-D2C53B6F6042}"/>
              </a:ext>
            </a:extLst>
          </p:cNvPr>
          <p:cNvSpPr/>
          <p:nvPr/>
        </p:nvSpPr>
        <p:spPr>
          <a:xfrm>
            <a:off x="6371788" y="5093211"/>
            <a:ext cx="267951" cy="1872190"/>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2" name="TextBox 1232">
            <a:extLst>
              <a:ext uri="{FF2B5EF4-FFF2-40B4-BE49-F238E27FC236}">
                <a16:creationId xmlns:a16="http://schemas.microsoft.com/office/drawing/2014/main" id="{FD8CE5C9-F93D-2854-8BFD-7562F161E2ED}"/>
              </a:ext>
            </a:extLst>
          </p:cNvPr>
          <p:cNvSpPr txBox="1"/>
          <p:nvPr/>
        </p:nvSpPr>
        <p:spPr>
          <a:xfrm rot="16200000">
            <a:off x="5635721" y="5639470"/>
            <a:ext cx="1214203" cy="400110"/>
          </a:xfrm>
          <a:prstGeom prst="rect">
            <a:avLst/>
          </a:prstGeom>
          <a:noFill/>
        </p:spPr>
        <p:txBody>
          <a:bodyPr wrap="square">
            <a:spAutoFit/>
          </a:bodyPr>
          <a:lstStyle/>
          <a:p>
            <a:pPr defTabSz="914400">
              <a:defRPr/>
            </a:pPr>
            <a:r>
              <a:rPr lang="en-US" sz="2000" b="1">
                <a:latin typeface="Calibri" panose="020F0502020204030204"/>
              </a:rPr>
              <a:t>Rank 1</a:t>
            </a:r>
          </a:p>
        </p:txBody>
      </p:sp>
      <p:sp>
        <p:nvSpPr>
          <p:cNvPr id="164" name="TextBox 8">
            <a:extLst>
              <a:ext uri="{FF2B5EF4-FFF2-40B4-BE49-F238E27FC236}">
                <a16:creationId xmlns:a16="http://schemas.microsoft.com/office/drawing/2014/main" id="{16E7BA17-4134-C8D6-C999-A39E6F1AFF8C}"/>
              </a:ext>
            </a:extLst>
          </p:cNvPr>
          <p:cNvSpPr txBox="1"/>
          <p:nvPr/>
        </p:nvSpPr>
        <p:spPr>
          <a:xfrm>
            <a:off x="9903353" y="7013140"/>
            <a:ext cx="2021947" cy="594264"/>
          </a:xfrm>
          <a:prstGeom prst="rect">
            <a:avLst/>
          </a:prstGeom>
          <a:noFill/>
        </p:spPr>
        <p:txBody>
          <a:bodyPr wrap="square">
            <a:spAutoFit/>
          </a:bodyPr>
          <a:lstStyle/>
          <a:p>
            <a:pPr>
              <a:lnSpc>
                <a:spcPct val="80000"/>
              </a:lnSpc>
            </a:pPr>
            <a:r>
              <a:rPr lang="en-US" sz="2000"/>
              <a:t>Data Wires</a:t>
            </a:r>
          </a:p>
          <a:p>
            <a:pPr>
              <a:lnSpc>
                <a:spcPct val="80000"/>
              </a:lnSpc>
            </a:pPr>
            <a:r>
              <a:rPr lang="en-US" sz="2000"/>
              <a:t>each line is 2-bit</a:t>
            </a:r>
          </a:p>
        </p:txBody>
      </p:sp>
      <p:cxnSp>
        <p:nvCxnSpPr>
          <p:cNvPr id="165" name="Straight Arrow Connector 9">
            <a:extLst>
              <a:ext uri="{FF2B5EF4-FFF2-40B4-BE49-F238E27FC236}">
                <a16:creationId xmlns:a16="http://schemas.microsoft.com/office/drawing/2014/main" id="{FC0F7517-69DC-5660-864D-ED91FEF39467}"/>
              </a:ext>
            </a:extLst>
          </p:cNvPr>
          <p:cNvCxnSpPr>
            <a:cxnSpLocks/>
          </p:cNvCxnSpPr>
          <p:nvPr/>
        </p:nvCxnSpPr>
        <p:spPr>
          <a:xfrm flipH="1">
            <a:off x="9852649" y="7128593"/>
            <a:ext cx="104806" cy="101912"/>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327" name="Rectangle 1089">
            <a:extLst>
              <a:ext uri="{FF2B5EF4-FFF2-40B4-BE49-F238E27FC236}">
                <a16:creationId xmlns:a16="http://schemas.microsoft.com/office/drawing/2014/main" id="{610FB35F-F26F-81CD-CC03-7EEBE87C9DF5}"/>
              </a:ext>
            </a:extLst>
          </p:cNvPr>
          <p:cNvSpPr/>
          <p:nvPr/>
        </p:nvSpPr>
        <p:spPr>
          <a:xfrm>
            <a:off x="7415141" y="2857421"/>
            <a:ext cx="518851" cy="840491"/>
          </a:xfrm>
          <a:prstGeom prst="rect">
            <a:avLst/>
          </a:prstGeom>
          <a:solidFill>
            <a:srgbClr val="5E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Data</a:t>
            </a:r>
          </a:p>
        </p:txBody>
      </p:sp>
      <p:sp>
        <p:nvSpPr>
          <p:cNvPr id="331" name="Rectangle 1091">
            <a:extLst>
              <a:ext uri="{FF2B5EF4-FFF2-40B4-BE49-F238E27FC236}">
                <a16:creationId xmlns:a16="http://schemas.microsoft.com/office/drawing/2014/main" id="{582FFF29-DEFC-2CE8-BC90-F507325A17C9}"/>
              </a:ext>
            </a:extLst>
          </p:cNvPr>
          <p:cNvSpPr/>
          <p:nvPr/>
        </p:nvSpPr>
        <p:spPr>
          <a:xfrm>
            <a:off x="9449795" y="2857419"/>
            <a:ext cx="518851" cy="840491"/>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ECC</a:t>
            </a:r>
          </a:p>
        </p:txBody>
      </p:sp>
      <p:sp>
        <p:nvSpPr>
          <p:cNvPr id="332" name="Rectangle 1091">
            <a:extLst>
              <a:ext uri="{FF2B5EF4-FFF2-40B4-BE49-F238E27FC236}">
                <a16:creationId xmlns:a16="http://schemas.microsoft.com/office/drawing/2014/main" id="{A69D36D4-CE7F-5571-3FE5-5F676E9D8D5E}"/>
              </a:ext>
            </a:extLst>
          </p:cNvPr>
          <p:cNvSpPr/>
          <p:nvPr/>
        </p:nvSpPr>
        <p:spPr>
          <a:xfrm>
            <a:off x="9449792" y="3914328"/>
            <a:ext cx="518851" cy="840491"/>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sp>
        <p:nvSpPr>
          <p:cNvPr id="333" name="Rectangle 1091">
            <a:extLst>
              <a:ext uri="{FF2B5EF4-FFF2-40B4-BE49-F238E27FC236}">
                <a16:creationId xmlns:a16="http://schemas.microsoft.com/office/drawing/2014/main" id="{D1591888-9D19-E329-7EC1-840854FEA51F}"/>
              </a:ext>
            </a:extLst>
          </p:cNvPr>
          <p:cNvSpPr/>
          <p:nvPr/>
        </p:nvSpPr>
        <p:spPr>
          <a:xfrm>
            <a:off x="9449792" y="5087069"/>
            <a:ext cx="518851" cy="840491"/>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sp>
        <p:nvSpPr>
          <p:cNvPr id="334" name="Rectangle 1091">
            <a:extLst>
              <a:ext uri="{FF2B5EF4-FFF2-40B4-BE49-F238E27FC236}">
                <a16:creationId xmlns:a16="http://schemas.microsoft.com/office/drawing/2014/main" id="{3EBF5690-F39A-760F-AAA8-0B11FBC8D674}"/>
              </a:ext>
            </a:extLst>
          </p:cNvPr>
          <p:cNvSpPr/>
          <p:nvPr/>
        </p:nvSpPr>
        <p:spPr>
          <a:xfrm>
            <a:off x="9449792" y="6143978"/>
            <a:ext cx="518851" cy="840491"/>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sp>
        <p:nvSpPr>
          <p:cNvPr id="32" name="Rectangle 1095">
            <a:extLst>
              <a:ext uri="{FF2B5EF4-FFF2-40B4-BE49-F238E27FC236}">
                <a16:creationId xmlns:a16="http://schemas.microsoft.com/office/drawing/2014/main" id="{67C6B874-EA2E-6B5F-232B-D8A808E0BF5C}"/>
              </a:ext>
            </a:extLst>
          </p:cNvPr>
          <p:cNvSpPr/>
          <p:nvPr/>
        </p:nvSpPr>
        <p:spPr>
          <a:xfrm>
            <a:off x="7412226" y="3916101"/>
            <a:ext cx="518851" cy="840491"/>
          </a:xfrm>
          <a:prstGeom prst="rect">
            <a:avLst/>
          </a:prstGeom>
          <a:solidFill>
            <a:srgbClr val="415782"/>
          </a:solidFill>
          <a:ln w="28575" cap="flat" cmpd="sng" algn="ctr">
            <a:solidFill>
              <a:srgbClr val="C55A11"/>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sp>
        <p:nvSpPr>
          <p:cNvPr id="328" name="Rectangle 1089">
            <a:extLst>
              <a:ext uri="{FF2B5EF4-FFF2-40B4-BE49-F238E27FC236}">
                <a16:creationId xmlns:a16="http://schemas.microsoft.com/office/drawing/2014/main" id="{D1E2A87E-3BF7-4485-9AD0-67FA4227FF60}"/>
              </a:ext>
            </a:extLst>
          </p:cNvPr>
          <p:cNvSpPr/>
          <p:nvPr/>
        </p:nvSpPr>
        <p:spPr>
          <a:xfrm>
            <a:off x="7412079" y="3916015"/>
            <a:ext cx="518851" cy="840491"/>
          </a:xfrm>
          <a:prstGeom prst="rect">
            <a:avLst/>
          </a:prstGeom>
          <a:solidFill>
            <a:srgbClr val="5E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42" name="Rectangle 1105">
            <a:extLst>
              <a:ext uri="{FF2B5EF4-FFF2-40B4-BE49-F238E27FC236}">
                <a16:creationId xmlns:a16="http://schemas.microsoft.com/office/drawing/2014/main" id="{06D3374B-2484-B3D2-26BB-244139DBA37F}"/>
              </a:ext>
            </a:extLst>
          </p:cNvPr>
          <p:cNvSpPr/>
          <p:nvPr/>
        </p:nvSpPr>
        <p:spPr>
          <a:xfrm>
            <a:off x="7412226" y="6145649"/>
            <a:ext cx="518851" cy="840491"/>
          </a:xfrm>
          <a:prstGeom prst="rect">
            <a:avLst/>
          </a:prstGeom>
          <a:solidFill>
            <a:srgbClr val="415782"/>
          </a:solidFill>
          <a:ln w="28575" cap="flat" cmpd="sng" algn="ctr">
            <a:solidFill>
              <a:srgbClr val="C55A11"/>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sp>
        <p:nvSpPr>
          <p:cNvPr id="37" name="Rectangle 1101">
            <a:extLst>
              <a:ext uri="{FF2B5EF4-FFF2-40B4-BE49-F238E27FC236}">
                <a16:creationId xmlns:a16="http://schemas.microsoft.com/office/drawing/2014/main" id="{A412F7D9-A998-B42C-EE95-36E73A9DA3BB}"/>
              </a:ext>
            </a:extLst>
          </p:cNvPr>
          <p:cNvSpPr/>
          <p:nvPr/>
        </p:nvSpPr>
        <p:spPr>
          <a:xfrm>
            <a:off x="7413097" y="5085476"/>
            <a:ext cx="518851" cy="840491"/>
          </a:xfrm>
          <a:prstGeom prst="rect">
            <a:avLst/>
          </a:prstGeom>
          <a:solidFill>
            <a:srgbClr val="41578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329" name="Rectangle 1089">
            <a:extLst>
              <a:ext uri="{FF2B5EF4-FFF2-40B4-BE49-F238E27FC236}">
                <a16:creationId xmlns:a16="http://schemas.microsoft.com/office/drawing/2014/main" id="{99EB5704-7B08-87E9-46E9-FEA9F5A3BEB2}"/>
              </a:ext>
            </a:extLst>
          </p:cNvPr>
          <p:cNvSpPr/>
          <p:nvPr/>
        </p:nvSpPr>
        <p:spPr>
          <a:xfrm>
            <a:off x="7412083" y="5093212"/>
            <a:ext cx="518851" cy="840491"/>
          </a:xfrm>
          <a:prstGeom prst="rect">
            <a:avLst/>
          </a:prstGeom>
          <a:solidFill>
            <a:srgbClr val="5E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330" name="Rectangle 1089">
            <a:extLst>
              <a:ext uri="{FF2B5EF4-FFF2-40B4-BE49-F238E27FC236}">
                <a16:creationId xmlns:a16="http://schemas.microsoft.com/office/drawing/2014/main" id="{D8DA1D52-D67D-9DA8-93DE-DE98BF19E9BB}"/>
              </a:ext>
            </a:extLst>
          </p:cNvPr>
          <p:cNvSpPr/>
          <p:nvPr/>
        </p:nvSpPr>
        <p:spPr>
          <a:xfrm>
            <a:off x="7412086" y="6143978"/>
            <a:ext cx="518851" cy="840491"/>
          </a:xfrm>
          <a:prstGeom prst="rect">
            <a:avLst/>
          </a:prstGeom>
          <a:solidFill>
            <a:srgbClr val="5E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sp>
        <p:nvSpPr>
          <p:cNvPr id="407" name="Curved Down Arrow 406">
            <a:extLst>
              <a:ext uri="{FF2B5EF4-FFF2-40B4-BE49-F238E27FC236}">
                <a16:creationId xmlns:a16="http://schemas.microsoft.com/office/drawing/2014/main" id="{28E8328D-6391-1842-977D-CC5C71DE1D68}"/>
              </a:ext>
            </a:extLst>
          </p:cNvPr>
          <p:cNvSpPr/>
          <p:nvPr/>
        </p:nvSpPr>
        <p:spPr>
          <a:xfrm flipH="1">
            <a:off x="7479685" y="1949826"/>
            <a:ext cx="2307531" cy="860612"/>
          </a:xfrm>
          <a:prstGeom prst="curved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E2960B0C-4F0E-09BD-EE60-3E829BF13B47}"/>
              </a:ext>
            </a:extLst>
          </p:cNvPr>
          <p:cNvSpPr txBox="1"/>
          <p:nvPr/>
        </p:nvSpPr>
        <p:spPr>
          <a:xfrm>
            <a:off x="7761244" y="1508125"/>
            <a:ext cx="2316660" cy="523220"/>
          </a:xfrm>
          <a:prstGeom prst="rect">
            <a:avLst/>
          </a:prstGeom>
          <a:noFill/>
        </p:spPr>
        <p:txBody>
          <a:bodyPr wrap="none" rtlCol="0">
            <a:spAutoFit/>
          </a:bodyPr>
          <a:lstStyle/>
          <a:p>
            <a:r>
              <a:rPr lang="en-US" sz="2800" b="1" dirty="0">
                <a:solidFill>
                  <a:srgbClr val="FF0000"/>
                </a:solidFill>
              </a:rPr>
              <a:t>Role exchange</a:t>
            </a:r>
          </a:p>
        </p:txBody>
      </p:sp>
      <p:sp>
        <p:nvSpPr>
          <p:cNvPr id="5" name="TextBox 4">
            <a:extLst>
              <a:ext uri="{FF2B5EF4-FFF2-40B4-BE49-F238E27FC236}">
                <a16:creationId xmlns:a16="http://schemas.microsoft.com/office/drawing/2014/main" id="{066B32C6-33AE-96A4-DE00-21637B9C0EBA}"/>
              </a:ext>
            </a:extLst>
          </p:cNvPr>
          <p:cNvSpPr txBox="1"/>
          <p:nvPr/>
        </p:nvSpPr>
        <p:spPr>
          <a:xfrm>
            <a:off x="7393699" y="4052510"/>
            <a:ext cx="532518" cy="523220"/>
          </a:xfrm>
          <a:prstGeom prst="rect">
            <a:avLst/>
          </a:prstGeom>
          <a:noFill/>
        </p:spPr>
        <p:txBody>
          <a:bodyPr wrap="none" rtlCol="0">
            <a:spAutoFit/>
          </a:bodyPr>
          <a:lstStyle/>
          <a:p>
            <a:r>
              <a:rPr lang="en-US" sz="2800" b="1" dirty="0">
                <a:solidFill>
                  <a:schemeClr val="accent1">
                    <a:lumMod val="20000"/>
                    <a:lumOff val="80000"/>
                  </a:schemeClr>
                </a:solidFill>
              </a:rPr>
              <a:t>x2</a:t>
            </a:r>
          </a:p>
        </p:txBody>
      </p:sp>
      <p:sp>
        <p:nvSpPr>
          <p:cNvPr id="7" name="TextBox 6">
            <a:extLst>
              <a:ext uri="{FF2B5EF4-FFF2-40B4-BE49-F238E27FC236}">
                <a16:creationId xmlns:a16="http://schemas.microsoft.com/office/drawing/2014/main" id="{F789FEEC-4847-A807-112C-7BA9BB16E302}"/>
              </a:ext>
            </a:extLst>
          </p:cNvPr>
          <p:cNvSpPr txBox="1"/>
          <p:nvPr/>
        </p:nvSpPr>
        <p:spPr>
          <a:xfrm>
            <a:off x="7393699" y="6268172"/>
            <a:ext cx="532518" cy="523220"/>
          </a:xfrm>
          <a:prstGeom prst="rect">
            <a:avLst/>
          </a:prstGeom>
          <a:noFill/>
        </p:spPr>
        <p:txBody>
          <a:bodyPr wrap="none" rtlCol="0">
            <a:spAutoFit/>
          </a:bodyPr>
          <a:lstStyle/>
          <a:p>
            <a:r>
              <a:rPr lang="en-US" sz="2800" b="1" dirty="0">
                <a:solidFill>
                  <a:schemeClr val="accent1">
                    <a:lumMod val="20000"/>
                    <a:lumOff val="80000"/>
                  </a:schemeClr>
                </a:solidFill>
              </a:rPr>
              <a:t>x2</a:t>
            </a:r>
          </a:p>
        </p:txBody>
      </p:sp>
      <p:sp>
        <p:nvSpPr>
          <p:cNvPr id="4" name="Rectangle 3">
            <a:extLst>
              <a:ext uri="{FF2B5EF4-FFF2-40B4-BE49-F238E27FC236}">
                <a16:creationId xmlns:a16="http://schemas.microsoft.com/office/drawing/2014/main" id="{63EFF784-0AF1-89B3-A8A9-343F09319D1B}"/>
              </a:ext>
            </a:extLst>
          </p:cNvPr>
          <p:cNvSpPr/>
          <p:nvPr/>
        </p:nvSpPr>
        <p:spPr>
          <a:xfrm>
            <a:off x="1053291"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6" name="Rectangle 5">
            <a:extLst>
              <a:ext uri="{FF2B5EF4-FFF2-40B4-BE49-F238E27FC236}">
                <a16:creationId xmlns:a16="http://schemas.microsoft.com/office/drawing/2014/main" id="{6B0AD70A-FA8B-5D35-86B9-2CE3D90627BE}"/>
              </a:ext>
            </a:extLst>
          </p:cNvPr>
          <p:cNvSpPr/>
          <p:nvPr/>
        </p:nvSpPr>
        <p:spPr>
          <a:xfrm>
            <a:off x="1707513"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8" name="Rectangle 7">
            <a:extLst>
              <a:ext uri="{FF2B5EF4-FFF2-40B4-BE49-F238E27FC236}">
                <a16:creationId xmlns:a16="http://schemas.microsoft.com/office/drawing/2014/main" id="{E7242307-DF10-54DD-02CC-801DA3B80F77}"/>
              </a:ext>
            </a:extLst>
          </p:cNvPr>
          <p:cNvSpPr/>
          <p:nvPr/>
        </p:nvSpPr>
        <p:spPr>
          <a:xfrm>
            <a:off x="2361735"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13" name="Group 12">
            <a:extLst>
              <a:ext uri="{FF2B5EF4-FFF2-40B4-BE49-F238E27FC236}">
                <a16:creationId xmlns:a16="http://schemas.microsoft.com/office/drawing/2014/main" id="{F83B2E91-2507-BCAF-1747-21EBC30FA0B0}"/>
              </a:ext>
            </a:extLst>
          </p:cNvPr>
          <p:cNvGrpSpPr/>
          <p:nvPr/>
        </p:nvGrpSpPr>
        <p:grpSpPr>
          <a:xfrm>
            <a:off x="1114720" y="3720960"/>
            <a:ext cx="368695" cy="244938"/>
            <a:chOff x="7877914" y="1675761"/>
            <a:chExt cx="254530" cy="274320"/>
          </a:xfrm>
        </p:grpSpPr>
        <p:cxnSp>
          <p:nvCxnSpPr>
            <p:cNvPr id="14" name="Straight Arrow Connector 13">
              <a:extLst>
                <a:ext uri="{FF2B5EF4-FFF2-40B4-BE49-F238E27FC236}">
                  <a16:creationId xmlns:a16="http://schemas.microsoft.com/office/drawing/2014/main" id="{B53FBA2A-7F13-426D-193B-A721FCCFC378}"/>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86CA9F2-0AA6-9C75-630B-C2D9961485AC}"/>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E6EC9A29-6C5B-EB93-4D06-35652A619D1D}"/>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3ACB3D95-0E3C-A4C6-DAF4-742A91345943}"/>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8" name="Straight Arrow Connector 107">
            <a:extLst>
              <a:ext uri="{FF2B5EF4-FFF2-40B4-BE49-F238E27FC236}">
                <a16:creationId xmlns:a16="http://schemas.microsoft.com/office/drawing/2014/main" id="{0C21C044-A344-EDB9-053A-B98F71F44DD7}"/>
              </a:ext>
            </a:extLst>
          </p:cNvPr>
          <p:cNvCxnSpPr>
            <a:cxnSpLocks/>
          </p:cNvCxnSpPr>
          <p:nvPr/>
        </p:nvCxnSpPr>
        <p:spPr>
          <a:xfrm>
            <a:off x="2027784" y="3720960"/>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8F57DA16-F80A-53F6-6E83-5A2DD71899B9}"/>
              </a:ext>
            </a:extLst>
          </p:cNvPr>
          <p:cNvCxnSpPr>
            <a:cxnSpLocks/>
          </p:cNvCxnSpPr>
          <p:nvPr/>
        </p:nvCxnSpPr>
        <p:spPr>
          <a:xfrm>
            <a:off x="2140461" y="3720960"/>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D642738B-F51E-FD64-09FB-647BD5A08847}"/>
              </a:ext>
            </a:extLst>
          </p:cNvPr>
          <p:cNvCxnSpPr>
            <a:cxnSpLocks/>
          </p:cNvCxnSpPr>
          <p:nvPr/>
        </p:nvCxnSpPr>
        <p:spPr>
          <a:xfrm>
            <a:off x="1884443" y="3720960"/>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29EF3453-4E0F-5713-B508-09B7F92AD5D7}"/>
              </a:ext>
            </a:extLst>
          </p:cNvPr>
          <p:cNvGrpSpPr/>
          <p:nvPr/>
        </p:nvGrpSpPr>
        <p:grpSpPr>
          <a:xfrm>
            <a:off x="2428813" y="3720960"/>
            <a:ext cx="368695" cy="244938"/>
            <a:chOff x="7877914" y="1675761"/>
            <a:chExt cx="254530" cy="274320"/>
          </a:xfrm>
        </p:grpSpPr>
        <p:cxnSp>
          <p:nvCxnSpPr>
            <p:cNvPr id="169" name="Straight Arrow Connector 168">
              <a:extLst>
                <a:ext uri="{FF2B5EF4-FFF2-40B4-BE49-F238E27FC236}">
                  <a16:creationId xmlns:a16="http://schemas.microsoft.com/office/drawing/2014/main" id="{AAE4DCB1-2952-3412-72D5-BCB7E73EC980}"/>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91E92D7E-F653-A0F2-DBAD-A83E4386E634}"/>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502D0EF6-0F29-CD87-60DA-0B4AC153B4E6}"/>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0257313E-2CC2-7390-C9FA-817141308710}"/>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73" name="Rectangle 172">
            <a:extLst>
              <a:ext uri="{FF2B5EF4-FFF2-40B4-BE49-F238E27FC236}">
                <a16:creationId xmlns:a16="http://schemas.microsoft.com/office/drawing/2014/main" id="{F1A2E553-0105-9332-AC51-AAA6C2799571}"/>
              </a:ext>
            </a:extLst>
          </p:cNvPr>
          <p:cNvSpPr/>
          <p:nvPr/>
        </p:nvSpPr>
        <p:spPr>
          <a:xfrm>
            <a:off x="1052172"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74" name="Straight Arrow Connector 173">
            <a:extLst>
              <a:ext uri="{FF2B5EF4-FFF2-40B4-BE49-F238E27FC236}">
                <a16:creationId xmlns:a16="http://schemas.microsoft.com/office/drawing/2014/main" id="{327C3040-2BA6-E771-2581-C5897353970A}"/>
              </a:ext>
            </a:extLst>
          </p:cNvPr>
          <p:cNvCxnSpPr>
            <a:cxnSpLocks/>
          </p:cNvCxnSpPr>
          <p:nvPr/>
        </p:nvCxnSpPr>
        <p:spPr>
          <a:xfrm rot="16200000" flipH="1">
            <a:off x="1702897"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175" name="Rectangle 174">
            <a:extLst>
              <a:ext uri="{FF2B5EF4-FFF2-40B4-BE49-F238E27FC236}">
                <a16:creationId xmlns:a16="http://schemas.microsoft.com/office/drawing/2014/main" id="{F15C538B-5DF6-F09B-EF58-D1AC0AC3264D}"/>
              </a:ext>
            </a:extLst>
          </p:cNvPr>
          <p:cNvSpPr/>
          <p:nvPr/>
        </p:nvSpPr>
        <p:spPr>
          <a:xfrm>
            <a:off x="1706673"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76" name="Straight Arrow Connector 175">
            <a:extLst>
              <a:ext uri="{FF2B5EF4-FFF2-40B4-BE49-F238E27FC236}">
                <a16:creationId xmlns:a16="http://schemas.microsoft.com/office/drawing/2014/main" id="{D24D3193-70A5-A5D6-735E-1E91DEE6E253}"/>
              </a:ext>
            </a:extLst>
          </p:cNvPr>
          <p:cNvCxnSpPr>
            <a:cxnSpLocks/>
          </p:cNvCxnSpPr>
          <p:nvPr/>
        </p:nvCxnSpPr>
        <p:spPr>
          <a:xfrm rot="16200000" flipH="1">
            <a:off x="2352519"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AF649EA6-A780-C81E-670C-3C84C1B23461}"/>
              </a:ext>
            </a:extLst>
          </p:cNvPr>
          <p:cNvSpPr/>
          <p:nvPr/>
        </p:nvSpPr>
        <p:spPr>
          <a:xfrm>
            <a:off x="2361174"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78" name="Straight Arrow Connector 177">
            <a:extLst>
              <a:ext uri="{FF2B5EF4-FFF2-40B4-BE49-F238E27FC236}">
                <a16:creationId xmlns:a16="http://schemas.microsoft.com/office/drawing/2014/main" id="{BD9993A0-595D-D4E0-D79F-2527E971E334}"/>
              </a:ext>
            </a:extLst>
          </p:cNvPr>
          <p:cNvCxnSpPr>
            <a:cxnSpLocks/>
          </p:cNvCxnSpPr>
          <p:nvPr/>
        </p:nvCxnSpPr>
        <p:spPr>
          <a:xfrm rot="16200000" flipH="1">
            <a:off x="3002142"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9" name="Group 178">
            <a:extLst>
              <a:ext uri="{FF2B5EF4-FFF2-40B4-BE49-F238E27FC236}">
                <a16:creationId xmlns:a16="http://schemas.microsoft.com/office/drawing/2014/main" id="{9447E153-7DB0-ADA3-A725-53AF28082DF3}"/>
              </a:ext>
            </a:extLst>
          </p:cNvPr>
          <p:cNvGrpSpPr/>
          <p:nvPr/>
        </p:nvGrpSpPr>
        <p:grpSpPr>
          <a:xfrm>
            <a:off x="1105521" y="4748173"/>
            <a:ext cx="377894" cy="374245"/>
            <a:chOff x="7871564" y="2359501"/>
            <a:chExt cx="260880" cy="274320"/>
          </a:xfrm>
        </p:grpSpPr>
        <p:cxnSp>
          <p:nvCxnSpPr>
            <p:cNvPr id="180" name="Straight Arrow Connector 179">
              <a:extLst>
                <a:ext uri="{FF2B5EF4-FFF2-40B4-BE49-F238E27FC236}">
                  <a16:creationId xmlns:a16="http://schemas.microsoft.com/office/drawing/2014/main" id="{242BEC8D-06CC-7CC8-4D45-670B316161AC}"/>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6032496C-E089-19F2-10D8-421056DF3889}"/>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C2E9796E-40CA-8FEA-5529-1D29832AE540}"/>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DAFB69D6-1D84-BC6F-0A4C-29AC6622659B}"/>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84" name="Rectangle 183">
            <a:extLst>
              <a:ext uri="{FF2B5EF4-FFF2-40B4-BE49-F238E27FC236}">
                <a16:creationId xmlns:a16="http://schemas.microsoft.com/office/drawing/2014/main" id="{F05A83D7-D55B-A906-61B2-6415418EE348}"/>
              </a:ext>
            </a:extLst>
          </p:cNvPr>
          <p:cNvSpPr/>
          <p:nvPr/>
        </p:nvSpPr>
        <p:spPr>
          <a:xfrm>
            <a:off x="1053291"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185" name="Group 184">
            <a:extLst>
              <a:ext uri="{FF2B5EF4-FFF2-40B4-BE49-F238E27FC236}">
                <a16:creationId xmlns:a16="http://schemas.microsoft.com/office/drawing/2014/main" id="{3D58B706-D4F6-F634-8D94-E5D5AD59329A}"/>
              </a:ext>
            </a:extLst>
          </p:cNvPr>
          <p:cNvGrpSpPr/>
          <p:nvPr/>
        </p:nvGrpSpPr>
        <p:grpSpPr>
          <a:xfrm>
            <a:off x="1105521" y="5875482"/>
            <a:ext cx="377894" cy="244938"/>
            <a:chOff x="7871564" y="3137742"/>
            <a:chExt cx="260880" cy="274320"/>
          </a:xfrm>
        </p:grpSpPr>
        <p:cxnSp>
          <p:nvCxnSpPr>
            <p:cNvPr id="186" name="Straight Arrow Connector 185">
              <a:extLst>
                <a:ext uri="{FF2B5EF4-FFF2-40B4-BE49-F238E27FC236}">
                  <a16:creationId xmlns:a16="http://schemas.microsoft.com/office/drawing/2014/main" id="{6DE45F73-157F-7538-1420-FBE0FDE7EAD6}"/>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B58CF5FC-ADAF-4610-B046-1F58FB858015}"/>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A2EDFE7B-65C9-7212-6187-C22AFB9B041A}"/>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E63AAFCB-0245-A79C-B267-92824D7CB7B3}"/>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90" name="Rectangle 189">
            <a:extLst>
              <a:ext uri="{FF2B5EF4-FFF2-40B4-BE49-F238E27FC236}">
                <a16:creationId xmlns:a16="http://schemas.microsoft.com/office/drawing/2014/main" id="{296E6BD3-9CFC-3C6E-B220-CDA21BDA97D7}"/>
              </a:ext>
            </a:extLst>
          </p:cNvPr>
          <p:cNvSpPr/>
          <p:nvPr/>
        </p:nvSpPr>
        <p:spPr>
          <a:xfrm>
            <a:off x="1052172"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191" name="Straight Arrow Connector 190">
            <a:extLst>
              <a:ext uri="{FF2B5EF4-FFF2-40B4-BE49-F238E27FC236}">
                <a16:creationId xmlns:a16="http://schemas.microsoft.com/office/drawing/2014/main" id="{46E9251A-56CF-62F9-7529-D96ED3F4CD40}"/>
              </a:ext>
            </a:extLst>
          </p:cNvPr>
          <p:cNvCxnSpPr>
            <a:cxnSpLocks/>
          </p:cNvCxnSpPr>
          <p:nvPr/>
        </p:nvCxnSpPr>
        <p:spPr>
          <a:xfrm rot="16200000" flipH="1">
            <a:off x="1702897"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3ED21E6B-30C8-7B61-F63B-6704FD23BEA8}"/>
              </a:ext>
            </a:extLst>
          </p:cNvPr>
          <p:cNvCxnSpPr>
            <a:cxnSpLocks/>
          </p:cNvCxnSpPr>
          <p:nvPr/>
        </p:nvCxnSpPr>
        <p:spPr>
          <a:xfrm rot="16200000" flipH="1">
            <a:off x="1702897"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1" name="Straight Arrow Connector 320">
            <a:extLst>
              <a:ext uri="{FF2B5EF4-FFF2-40B4-BE49-F238E27FC236}">
                <a16:creationId xmlns:a16="http://schemas.microsoft.com/office/drawing/2014/main" id="{11CAA401-DDA8-631A-7DE2-0E2EF374ADED}"/>
              </a:ext>
            </a:extLst>
          </p:cNvPr>
          <p:cNvCxnSpPr>
            <a:cxnSpLocks/>
          </p:cNvCxnSpPr>
          <p:nvPr/>
        </p:nvCxnSpPr>
        <p:spPr>
          <a:xfrm>
            <a:off x="2027784" y="4748173"/>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2" name="Straight Arrow Connector 321">
            <a:extLst>
              <a:ext uri="{FF2B5EF4-FFF2-40B4-BE49-F238E27FC236}">
                <a16:creationId xmlns:a16="http://schemas.microsoft.com/office/drawing/2014/main" id="{C84E95D0-105F-6C73-813C-3A94297756BA}"/>
              </a:ext>
            </a:extLst>
          </p:cNvPr>
          <p:cNvCxnSpPr>
            <a:cxnSpLocks/>
          </p:cNvCxnSpPr>
          <p:nvPr/>
        </p:nvCxnSpPr>
        <p:spPr>
          <a:xfrm>
            <a:off x="2140461" y="4748173"/>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A62DF19B-17C4-8D7F-0EA7-F81355274D31}"/>
              </a:ext>
            </a:extLst>
          </p:cNvPr>
          <p:cNvCxnSpPr>
            <a:cxnSpLocks/>
          </p:cNvCxnSpPr>
          <p:nvPr/>
        </p:nvCxnSpPr>
        <p:spPr>
          <a:xfrm>
            <a:off x="1875245" y="4748173"/>
            <a:ext cx="0" cy="37424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324" name="Rectangle 323">
            <a:extLst>
              <a:ext uri="{FF2B5EF4-FFF2-40B4-BE49-F238E27FC236}">
                <a16:creationId xmlns:a16="http://schemas.microsoft.com/office/drawing/2014/main" id="{07995A9D-8113-F3F2-A695-AEABD68F141A}"/>
              </a:ext>
            </a:extLst>
          </p:cNvPr>
          <p:cNvSpPr/>
          <p:nvPr/>
        </p:nvSpPr>
        <p:spPr>
          <a:xfrm>
            <a:off x="1707513"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25" name="Straight Arrow Connector 324">
            <a:extLst>
              <a:ext uri="{FF2B5EF4-FFF2-40B4-BE49-F238E27FC236}">
                <a16:creationId xmlns:a16="http://schemas.microsoft.com/office/drawing/2014/main" id="{AAFFFE14-A754-23D2-9D9D-E45529F5C16E}"/>
              </a:ext>
            </a:extLst>
          </p:cNvPr>
          <p:cNvCxnSpPr>
            <a:cxnSpLocks/>
          </p:cNvCxnSpPr>
          <p:nvPr/>
        </p:nvCxnSpPr>
        <p:spPr>
          <a:xfrm>
            <a:off x="2027784" y="5875482"/>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F5DD045E-B80B-EB0A-4004-9C53E8BDB873}"/>
              </a:ext>
            </a:extLst>
          </p:cNvPr>
          <p:cNvCxnSpPr>
            <a:cxnSpLocks/>
          </p:cNvCxnSpPr>
          <p:nvPr/>
        </p:nvCxnSpPr>
        <p:spPr>
          <a:xfrm>
            <a:off x="2140461" y="5875482"/>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9" name="Straight Arrow Connector 338">
            <a:extLst>
              <a:ext uri="{FF2B5EF4-FFF2-40B4-BE49-F238E27FC236}">
                <a16:creationId xmlns:a16="http://schemas.microsoft.com/office/drawing/2014/main" id="{47AEA151-8F67-94C6-0847-DE3DF220728F}"/>
              </a:ext>
            </a:extLst>
          </p:cNvPr>
          <p:cNvCxnSpPr>
            <a:cxnSpLocks/>
          </p:cNvCxnSpPr>
          <p:nvPr/>
        </p:nvCxnSpPr>
        <p:spPr>
          <a:xfrm>
            <a:off x="1875245" y="5875482"/>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0" name="Rectangle 339">
            <a:extLst>
              <a:ext uri="{FF2B5EF4-FFF2-40B4-BE49-F238E27FC236}">
                <a16:creationId xmlns:a16="http://schemas.microsoft.com/office/drawing/2014/main" id="{B3FCFF26-6DFF-A6EE-BE0E-D2FA929807CC}"/>
              </a:ext>
            </a:extLst>
          </p:cNvPr>
          <p:cNvSpPr/>
          <p:nvPr/>
        </p:nvSpPr>
        <p:spPr>
          <a:xfrm>
            <a:off x="1706673"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41" name="Straight Arrow Connector 340">
            <a:extLst>
              <a:ext uri="{FF2B5EF4-FFF2-40B4-BE49-F238E27FC236}">
                <a16:creationId xmlns:a16="http://schemas.microsoft.com/office/drawing/2014/main" id="{ED0D0DB4-8D75-97CE-3FAC-9814F6158F5E}"/>
              </a:ext>
            </a:extLst>
          </p:cNvPr>
          <p:cNvCxnSpPr>
            <a:cxnSpLocks/>
          </p:cNvCxnSpPr>
          <p:nvPr/>
        </p:nvCxnSpPr>
        <p:spPr>
          <a:xfrm rot="16200000" flipH="1">
            <a:off x="2352519"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2" name="Straight Arrow Connector 341">
            <a:extLst>
              <a:ext uri="{FF2B5EF4-FFF2-40B4-BE49-F238E27FC236}">
                <a16:creationId xmlns:a16="http://schemas.microsoft.com/office/drawing/2014/main" id="{C53C89C9-51D1-C22E-A768-4BED57DB152F}"/>
              </a:ext>
            </a:extLst>
          </p:cNvPr>
          <p:cNvCxnSpPr>
            <a:cxnSpLocks/>
          </p:cNvCxnSpPr>
          <p:nvPr/>
        </p:nvCxnSpPr>
        <p:spPr>
          <a:xfrm rot="16200000" flipH="1">
            <a:off x="2352519"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43" name="Group 342">
            <a:extLst>
              <a:ext uri="{FF2B5EF4-FFF2-40B4-BE49-F238E27FC236}">
                <a16:creationId xmlns:a16="http://schemas.microsoft.com/office/drawing/2014/main" id="{FE4DDBAB-27AD-DA25-4EDC-AE46638EE4B6}"/>
              </a:ext>
            </a:extLst>
          </p:cNvPr>
          <p:cNvGrpSpPr/>
          <p:nvPr/>
        </p:nvGrpSpPr>
        <p:grpSpPr>
          <a:xfrm>
            <a:off x="2419614" y="4748173"/>
            <a:ext cx="377894" cy="374245"/>
            <a:chOff x="7871564" y="2359501"/>
            <a:chExt cx="260880" cy="274320"/>
          </a:xfrm>
        </p:grpSpPr>
        <p:cxnSp>
          <p:nvCxnSpPr>
            <p:cNvPr id="344" name="Straight Arrow Connector 343">
              <a:extLst>
                <a:ext uri="{FF2B5EF4-FFF2-40B4-BE49-F238E27FC236}">
                  <a16:creationId xmlns:a16="http://schemas.microsoft.com/office/drawing/2014/main" id="{94C6A4A3-846D-EA60-77CB-206D477245B5}"/>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41B768A0-829E-30C2-B714-AAAC0880B0A9}"/>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1D766B0E-6B45-B846-E907-5FDF320D37B1}"/>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62887040-6B8C-0D67-B446-93874F34828D}"/>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8" name="Rectangle 347">
            <a:extLst>
              <a:ext uri="{FF2B5EF4-FFF2-40B4-BE49-F238E27FC236}">
                <a16:creationId xmlns:a16="http://schemas.microsoft.com/office/drawing/2014/main" id="{3435BEFA-C227-46B0-B043-FFD0B9B0B51A}"/>
              </a:ext>
            </a:extLst>
          </p:cNvPr>
          <p:cNvSpPr/>
          <p:nvPr/>
        </p:nvSpPr>
        <p:spPr>
          <a:xfrm>
            <a:off x="2361735"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49" name="Group 348">
            <a:extLst>
              <a:ext uri="{FF2B5EF4-FFF2-40B4-BE49-F238E27FC236}">
                <a16:creationId xmlns:a16="http://schemas.microsoft.com/office/drawing/2014/main" id="{2DFF5DD9-4094-1722-D25B-C916F928278F}"/>
              </a:ext>
            </a:extLst>
          </p:cNvPr>
          <p:cNvGrpSpPr/>
          <p:nvPr/>
        </p:nvGrpSpPr>
        <p:grpSpPr>
          <a:xfrm>
            <a:off x="2419614" y="5875482"/>
            <a:ext cx="377894" cy="244938"/>
            <a:chOff x="7871564" y="3137742"/>
            <a:chExt cx="260880" cy="274320"/>
          </a:xfrm>
        </p:grpSpPr>
        <p:cxnSp>
          <p:nvCxnSpPr>
            <p:cNvPr id="350" name="Straight Arrow Connector 349">
              <a:extLst>
                <a:ext uri="{FF2B5EF4-FFF2-40B4-BE49-F238E27FC236}">
                  <a16:creationId xmlns:a16="http://schemas.microsoft.com/office/drawing/2014/main" id="{ABF02560-AB48-BCCD-6E45-29386DE729AA}"/>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85BB8678-ACE6-E39B-B0C9-C48C734D7A8E}"/>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84BBAC03-8EDD-781D-A1CD-FECBBEF52829}"/>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A6857E38-D587-1A31-6374-290F4F532A91}"/>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4" name="Rectangle 353">
            <a:extLst>
              <a:ext uri="{FF2B5EF4-FFF2-40B4-BE49-F238E27FC236}">
                <a16:creationId xmlns:a16="http://schemas.microsoft.com/office/drawing/2014/main" id="{AF327323-22A7-B14A-0118-09DD6A33A6D2}"/>
              </a:ext>
            </a:extLst>
          </p:cNvPr>
          <p:cNvSpPr/>
          <p:nvPr/>
        </p:nvSpPr>
        <p:spPr>
          <a:xfrm>
            <a:off x="2361174"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55" name="Straight Arrow Connector 354">
            <a:extLst>
              <a:ext uri="{FF2B5EF4-FFF2-40B4-BE49-F238E27FC236}">
                <a16:creationId xmlns:a16="http://schemas.microsoft.com/office/drawing/2014/main" id="{FF4403A2-4AF7-080D-B2C5-4B25A036ED22}"/>
              </a:ext>
            </a:extLst>
          </p:cNvPr>
          <p:cNvCxnSpPr>
            <a:cxnSpLocks/>
          </p:cNvCxnSpPr>
          <p:nvPr/>
        </p:nvCxnSpPr>
        <p:spPr>
          <a:xfrm rot="16200000" flipH="1">
            <a:off x="3002142"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6" name="Straight Arrow Connector 355">
            <a:extLst>
              <a:ext uri="{FF2B5EF4-FFF2-40B4-BE49-F238E27FC236}">
                <a16:creationId xmlns:a16="http://schemas.microsoft.com/office/drawing/2014/main" id="{BF41EBCB-7981-0F91-4435-11CA0250A1B5}"/>
              </a:ext>
            </a:extLst>
          </p:cNvPr>
          <p:cNvCxnSpPr>
            <a:cxnSpLocks/>
          </p:cNvCxnSpPr>
          <p:nvPr/>
        </p:nvCxnSpPr>
        <p:spPr>
          <a:xfrm rot="16200000" flipH="1">
            <a:off x="3002142"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57" name="Rectangle 356">
            <a:extLst>
              <a:ext uri="{FF2B5EF4-FFF2-40B4-BE49-F238E27FC236}">
                <a16:creationId xmlns:a16="http://schemas.microsoft.com/office/drawing/2014/main" id="{27341E9B-C0E0-6990-E14A-5DB2BB000685}"/>
              </a:ext>
            </a:extLst>
          </p:cNvPr>
          <p:cNvSpPr/>
          <p:nvPr/>
        </p:nvSpPr>
        <p:spPr>
          <a:xfrm>
            <a:off x="3015956" y="2893472"/>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58" name="Group 357">
            <a:extLst>
              <a:ext uri="{FF2B5EF4-FFF2-40B4-BE49-F238E27FC236}">
                <a16:creationId xmlns:a16="http://schemas.microsoft.com/office/drawing/2014/main" id="{5FBDF678-E5C0-E44E-C443-DA8156B4527A}"/>
              </a:ext>
            </a:extLst>
          </p:cNvPr>
          <p:cNvGrpSpPr/>
          <p:nvPr/>
        </p:nvGrpSpPr>
        <p:grpSpPr>
          <a:xfrm>
            <a:off x="3085859" y="3720960"/>
            <a:ext cx="368695" cy="244938"/>
            <a:chOff x="7877914" y="1675761"/>
            <a:chExt cx="254530" cy="274320"/>
          </a:xfrm>
        </p:grpSpPr>
        <p:cxnSp>
          <p:nvCxnSpPr>
            <p:cNvPr id="359" name="Straight Arrow Connector 358">
              <a:extLst>
                <a:ext uri="{FF2B5EF4-FFF2-40B4-BE49-F238E27FC236}">
                  <a16:creationId xmlns:a16="http://schemas.microsoft.com/office/drawing/2014/main" id="{1C818F1E-3F50-1C0E-45C7-8B76CEA618E7}"/>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0" name="Straight Arrow Connector 359">
              <a:extLst>
                <a:ext uri="{FF2B5EF4-FFF2-40B4-BE49-F238E27FC236}">
                  <a16:creationId xmlns:a16="http://schemas.microsoft.com/office/drawing/2014/main" id="{49733463-C5E9-C00E-41EC-D1F036EE24CD}"/>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1" name="Straight Arrow Connector 360">
              <a:extLst>
                <a:ext uri="{FF2B5EF4-FFF2-40B4-BE49-F238E27FC236}">
                  <a16:creationId xmlns:a16="http://schemas.microsoft.com/office/drawing/2014/main" id="{C613AA85-7EB9-176C-CAAC-87A6AC683CC4}"/>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2" name="Straight Arrow Connector 361">
              <a:extLst>
                <a:ext uri="{FF2B5EF4-FFF2-40B4-BE49-F238E27FC236}">
                  <a16:creationId xmlns:a16="http://schemas.microsoft.com/office/drawing/2014/main" id="{93D4458B-D6E7-D5CD-ABAB-E84CB6F7959A}"/>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63" name="Rectangle 362">
            <a:extLst>
              <a:ext uri="{FF2B5EF4-FFF2-40B4-BE49-F238E27FC236}">
                <a16:creationId xmlns:a16="http://schemas.microsoft.com/office/drawing/2014/main" id="{1ED4A339-7482-5FD4-50F1-3CBC47E08C38}"/>
              </a:ext>
            </a:extLst>
          </p:cNvPr>
          <p:cNvSpPr/>
          <p:nvPr/>
        </p:nvSpPr>
        <p:spPr>
          <a:xfrm>
            <a:off x="3015675" y="3916421"/>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64" name="Group 363">
            <a:extLst>
              <a:ext uri="{FF2B5EF4-FFF2-40B4-BE49-F238E27FC236}">
                <a16:creationId xmlns:a16="http://schemas.microsoft.com/office/drawing/2014/main" id="{EF2A6CC3-37F3-A6AF-CACE-5C4DB4797EDB}"/>
              </a:ext>
            </a:extLst>
          </p:cNvPr>
          <p:cNvGrpSpPr/>
          <p:nvPr/>
        </p:nvGrpSpPr>
        <p:grpSpPr>
          <a:xfrm>
            <a:off x="3076660" y="4748173"/>
            <a:ext cx="377894" cy="374245"/>
            <a:chOff x="7871564" y="2359501"/>
            <a:chExt cx="260880" cy="274320"/>
          </a:xfrm>
        </p:grpSpPr>
        <p:cxnSp>
          <p:nvCxnSpPr>
            <p:cNvPr id="365" name="Straight Arrow Connector 364">
              <a:extLst>
                <a:ext uri="{FF2B5EF4-FFF2-40B4-BE49-F238E27FC236}">
                  <a16:creationId xmlns:a16="http://schemas.microsoft.com/office/drawing/2014/main" id="{F29FCFFC-2E10-8305-9A74-47B08B2FEF77}"/>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5842D2B8-E8AA-4E71-3610-AA26775509A1}"/>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7" name="Straight Arrow Connector 366">
              <a:extLst>
                <a:ext uri="{FF2B5EF4-FFF2-40B4-BE49-F238E27FC236}">
                  <a16:creationId xmlns:a16="http://schemas.microsoft.com/office/drawing/2014/main" id="{EAEF8F2C-247E-596C-A09C-041A7D4E0E5B}"/>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8" name="Straight Arrow Connector 367">
              <a:extLst>
                <a:ext uri="{FF2B5EF4-FFF2-40B4-BE49-F238E27FC236}">
                  <a16:creationId xmlns:a16="http://schemas.microsoft.com/office/drawing/2014/main" id="{064C1993-4921-D0EF-22E9-B66DC5AC3E30}"/>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69" name="Rectangle 368">
            <a:extLst>
              <a:ext uri="{FF2B5EF4-FFF2-40B4-BE49-F238E27FC236}">
                <a16:creationId xmlns:a16="http://schemas.microsoft.com/office/drawing/2014/main" id="{72A157AA-5984-586A-6B9A-81957ADCF6AE}"/>
              </a:ext>
            </a:extLst>
          </p:cNvPr>
          <p:cNvSpPr/>
          <p:nvPr/>
        </p:nvSpPr>
        <p:spPr>
          <a:xfrm>
            <a:off x="3015956" y="5044739"/>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70" name="Group 369">
            <a:extLst>
              <a:ext uri="{FF2B5EF4-FFF2-40B4-BE49-F238E27FC236}">
                <a16:creationId xmlns:a16="http://schemas.microsoft.com/office/drawing/2014/main" id="{84554DF1-CD81-ADC7-81E1-66E63341279D}"/>
              </a:ext>
            </a:extLst>
          </p:cNvPr>
          <p:cNvGrpSpPr/>
          <p:nvPr/>
        </p:nvGrpSpPr>
        <p:grpSpPr>
          <a:xfrm>
            <a:off x="3076660" y="5875482"/>
            <a:ext cx="377894" cy="244938"/>
            <a:chOff x="7871564" y="3137742"/>
            <a:chExt cx="260880" cy="274320"/>
          </a:xfrm>
        </p:grpSpPr>
        <p:cxnSp>
          <p:nvCxnSpPr>
            <p:cNvPr id="371" name="Straight Arrow Connector 370">
              <a:extLst>
                <a:ext uri="{FF2B5EF4-FFF2-40B4-BE49-F238E27FC236}">
                  <a16:creationId xmlns:a16="http://schemas.microsoft.com/office/drawing/2014/main" id="{21E22904-1935-3663-B8FD-862890B967ED}"/>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2" name="Straight Arrow Connector 371">
              <a:extLst>
                <a:ext uri="{FF2B5EF4-FFF2-40B4-BE49-F238E27FC236}">
                  <a16:creationId xmlns:a16="http://schemas.microsoft.com/office/drawing/2014/main" id="{E8347EC7-B913-4123-B516-4F452C260F88}"/>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3" name="Straight Arrow Connector 372">
              <a:extLst>
                <a:ext uri="{FF2B5EF4-FFF2-40B4-BE49-F238E27FC236}">
                  <a16:creationId xmlns:a16="http://schemas.microsoft.com/office/drawing/2014/main" id="{8021A8C7-3D7D-68AC-B2EF-8BF9C2848DDB}"/>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4" name="Straight Arrow Connector 373">
              <a:extLst>
                <a:ext uri="{FF2B5EF4-FFF2-40B4-BE49-F238E27FC236}">
                  <a16:creationId xmlns:a16="http://schemas.microsoft.com/office/drawing/2014/main" id="{AE3C7262-70F1-B067-13B8-F9CB796B185C}"/>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5" name="Rectangle 374">
            <a:extLst>
              <a:ext uri="{FF2B5EF4-FFF2-40B4-BE49-F238E27FC236}">
                <a16:creationId xmlns:a16="http://schemas.microsoft.com/office/drawing/2014/main" id="{D507CDAA-AB41-9B87-64D6-D28813B18672}"/>
              </a:ext>
            </a:extLst>
          </p:cNvPr>
          <p:cNvSpPr/>
          <p:nvPr/>
        </p:nvSpPr>
        <p:spPr>
          <a:xfrm>
            <a:off x="3015675" y="6067688"/>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76" name="Straight Arrow Connector 375">
            <a:extLst>
              <a:ext uri="{FF2B5EF4-FFF2-40B4-BE49-F238E27FC236}">
                <a16:creationId xmlns:a16="http://schemas.microsoft.com/office/drawing/2014/main" id="{5DF71C6E-66BA-AD7A-D96C-04CC045B2B25}"/>
              </a:ext>
            </a:extLst>
          </p:cNvPr>
          <p:cNvCxnSpPr>
            <a:cxnSpLocks/>
          </p:cNvCxnSpPr>
          <p:nvPr/>
        </p:nvCxnSpPr>
        <p:spPr>
          <a:xfrm rot="16200000" flipH="1">
            <a:off x="3651764"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F40A0807-C96C-1A19-1F35-1F39F8574E42}"/>
              </a:ext>
            </a:extLst>
          </p:cNvPr>
          <p:cNvCxnSpPr>
            <a:cxnSpLocks/>
          </p:cNvCxnSpPr>
          <p:nvPr/>
        </p:nvCxnSpPr>
        <p:spPr>
          <a:xfrm rot="16200000" flipH="1">
            <a:off x="3651764"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8" name="Straight Arrow Connector 377">
            <a:extLst>
              <a:ext uri="{FF2B5EF4-FFF2-40B4-BE49-F238E27FC236}">
                <a16:creationId xmlns:a16="http://schemas.microsoft.com/office/drawing/2014/main" id="{BE81DAA6-77A9-6F6E-DD77-859E55C73AF5}"/>
              </a:ext>
            </a:extLst>
          </p:cNvPr>
          <p:cNvCxnSpPr>
            <a:cxnSpLocks/>
          </p:cNvCxnSpPr>
          <p:nvPr/>
        </p:nvCxnSpPr>
        <p:spPr>
          <a:xfrm rot="16200000" flipH="1">
            <a:off x="3651764"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79" name="Rectangle 378">
            <a:extLst>
              <a:ext uri="{FF2B5EF4-FFF2-40B4-BE49-F238E27FC236}">
                <a16:creationId xmlns:a16="http://schemas.microsoft.com/office/drawing/2014/main" id="{4EA2262E-79EB-12DA-0247-9088CFF324C1}"/>
              </a:ext>
            </a:extLst>
          </p:cNvPr>
          <p:cNvSpPr/>
          <p:nvPr/>
        </p:nvSpPr>
        <p:spPr>
          <a:xfrm>
            <a:off x="3670175" y="2893472"/>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80" name="Group 379">
            <a:extLst>
              <a:ext uri="{FF2B5EF4-FFF2-40B4-BE49-F238E27FC236}">
                <a16:creationId xmlns:a16="http://schemas.microsoft.com/office/drawing/2014/main" id="{82EAEC34-64D1-9B7A-9A2D-07D1C609F9B6}"/>
              </a:ext>
            </a:extLst>
          </p:cNvPr>
          <p:cNvGrpSpPr/>
          <p:nvPr/>
        </p:nvGrpSpPr>
        <p:grpSpPr>
          <a:xfrm>
            <a:off x="3742906" y="3720960"/>
            <a:ext cx="368695" cy="244938"/>
            <a:chOff x="7877914" y="1675761"/>
            <a:chExt cx="254530" cy="274320"/>
          </a:xfrm>
        </p:grpSpPr>
        <p:cxnSp>
          <p:nvCxnSpPr>
            <p:cNvPr id="381" name="Straight Arrow Connector 380">
              <a:extLst>
                <a:ext uri="{FF2B5EF4-FFF2-40B4-BE49-F238E27FC236}">
                  <a16:creationId xmlns:a16="http://schemas.microsoft.com/office/drawing/2014/main" id="{66B25C93-7D20-2A85-02D7-A95F7517E909}"/>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2" name="Straight Arrow Connector 381">
              <a:extLst>
                <a:ext uri="{FF2B5EF4-FFF2-40B4-BE49-F238E27FC236}">
                  <a16:creationId xmlns:a16="http://schemas.microsoft.com/office/drawing/2014/main" id="{F77C2A2F-A651-15F1-FCDB-CD144ABC3865}"/>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3" name="Straight Arrow Connector 382">
              <a:extLst>
                <a:ext uri="{FF2B5EF4-FFF2-40B4-BE49-F238E27FC236}">
                  <a16:creationId xmlns:a16="http://schemas.microsoft.com/office/drawing/2014/main" id="{CBB650A7-D832-B500-0EA4-1E93C64EE4FD}"/>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4" name="Straight Arrow Connector 383">
              <a:extLst>
                <a:ext uri="{FF2B5EF4-FFF2-40B4-BE49-F238E27FC236}">
                  <a16:creationId xmlns:a16="http://schemas.microsoft.com/office/drawing/2014/main" id="{17431D0E-B114-343B-C0DD-B4CF3194ACA9}"/>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85" name="Rectangle 384">
            <a:extLst>
              <a:ext uri="{FF2B5EF4-FFF2-40B4-BE49-F238E27FC236}">
                <a16:creationId xmlns:a16="http://schemas.microsoft.com/office/drawing/2014/main" id="{07992B00-BB02-DC25-DB80-BE73DE23515E}"/>
              </a:ext>
            </a:extLst>
          </p:cNvPr>
          <p:cNvSpPr/>
          <p:nvPr/>
        </p:nvSpPr>
        <p:spPr>
          <a:xfrm>
            <a:off x="3670175" y="3916421"/>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86" name="Group 385">
            <a:extLst>
              <a:ext uri="{FF2B5EF4-FFF2-40B4-BE49-F238E27FC236}">
                <a16:creationId xmlns:a16="http://schemas.microsoft.com/office/drawing/2014/main" id="{D5D318AA-A13D-7578-761C-E2707223D4A0}"/>
              </a:ext>
            </a:extLst>
          </p:cNvPr>
          <p:cNvGrpSpPr/>
          <p:nvPr/>
        </p:nvGrpSpPr>
        <p:grpSpPr>
          <a:xfrm>
            <a:off x="3733707" y="4748173"/>
            <a:ext cx="377894" cy="374245"/>
            <a:chOff x="7871564" y="2359501"/>
            <a:chExt cx="260880" cy="274320"/>
          </a:xfrm>
        </p:grpSpPr>
        <p:cxnSp>
          <p:nvCxnSpPr>
            <p:cNvPr id="387" name="Straight Arrow Connector 386">
              <a:extLst>
                <a:ext uri="{FF2B5EF4-FFF2-40B4-BE49-F238E27FC236}">
                  <a16:creationId xmlns:a16="http://schemas.microsoft.com/office/drawing/2014/main" id="{16B6B9DC-1285-CFB0-0B90-F92242B801F6}"/>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8" name="Straight Arrow Connector 387">
              <a:extLst>
                <a:ext uri="{FF2B5EF4-FFF2-40B4-BE49-F238E27FC236}">
                  <a16:creationId xmlns:a16="http://schemas.microsoft.com/office/drawing/2014/main" id="{CBA29CF8-6B08-9281-BCEF-954575808689}"/>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9" name="Straight Arrow Connector 388">
              <a:extLst>
                <a:ext uri="{FF2B5EF4-FFF2-40B4-BE49-F238E27FC236}">
                  <a16:creationId xmlns:a16="http://schemas.microsoft.com/office/drawing/2014/main" id="{5434B59E-ACA2-33B7-6446-FAB784BD17E8}"/>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0" name="Straight Arrow Connector 389">
              <a:extLst>
                <a:ext uri="{FF2B5EF4-FFF2-40B4-BE49-F238E27FC236}">
                  <a16:creationId xmlns:a16="http://schemas.microsoft.com/office/drawing/2014/main" id="{1C2A898C-A211-DEE0-39AC-7D23AF3D97A0}"/>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91" name="Rectangle 390">
            <a:extLst>
              <a:ext uri="{FF2B5EF4-FFF2-40B4-BE49-F238E27FC236}">
                <a16:creationId xmlns:a16="http://schemas.microsoft.com/office/drawing/2014/main" id="{1BB09DF6-FF16-9DA6-FA58-D0CD5E9A45A3}"/>
              </a:ext>
            </a:extLst>
          </p:cNvPr>
          <p:cNvSpPr/>
          <p:nvPr/>
        </p:nvSpPr>
        <p:spPr>
          <a:xfrm>
            <a:off x="3670175" y="5044739"/>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92" name="Group 391">
            <a:extLst>
              <a:ext uri="{FF2B5EF4-FFF2-40B4-BE49-F238E27FC236}">
                <a16:creationId xmlns:a16="http://schemas.microsoft.com/office/drawing/2014/main" id="{E3D25487-3BC6-343A-B808-6E0BAAFD6070}"/>
              </a:ext>
            </a:extLst>
          </p:cNvPr>
          <p:cNvGrpSpPr/>
          <p:nvPr/>
        </p:nvGrpSpPr>
        <p:grpSpPr>
          <a:xfrm>
            <a:off x="3733707" y="5875482"/>
            <a:ext cx="377894" cy="244938"/>
            <a:chOff x="7871564" y="3137742"/>
            <a:chExt cx="260880" cy="274320"/>
          </a:xfrm>
        </p:grpSpPr>
        <p:cxnSp>
          <p:nvCxnSpPr>
            <p:cNvPr id="393" name="Straight Arrow Connector 392">
              <a:extLst>
                <a:ext uri="{FF2B5EF4-FFF2-40B4-BE49-F238E27FC236}">
                  <a16:creationId xmlns:a16="http://schemas.microsoft.com/office/drawing/2014/main" id="{D0FA5225-733B-C442-0AD1-D4D8025852CA}"/>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B3D9518A-8087-435E-0B6A-2F38AE235B18}"/>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5" name="Straight Arrow Connector 394">
              <a:extLst>
                <a:ext uri="{FF2B5EF4-FFF2-40B4-BE49-F238E27FC236}">
                  <a16:creationId xmlns:a16="http://schemas.microsoft.com/office/drawing/2014/main" id="{83789F49-FCBF-5A85-D39F-2381DBEC43AD}"/>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6" name="Straight Arrow Connector 395">
              <a:extLst>
                <a:ext uri="{FF2B5EF4-FFF2-40B4-BE49-F238E27FC236}">
                  <a16:creationId xmlns:a16="http://schemas.microsoft.com/office/drawing/2014/main" id="{ECEA9D80-433D-81B1-227F-9A67B4D7CFB5}"/>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97" name="Rectangle 396">
            <a:extLst>
              <a:ext uri="{FF2B5EF4-FFF2-40B4-BE49-F238E27FC236}">
                <a16:creationId xmlns:a16="http://schemas.microsoft.com/office/drawing/2014/main" id="{3A122B5A-E2CE-0A5D-9461-1A167B088AE7}"/>
              </a:ext>
            </a:extLst>
          </p:cNvPr>
          <p:cNvSpPr/>
          <p:nvPr/>
        </p:nvSpPr>
        <p:spPr>
          <a:xfrm>
            <a:off x="3670175" y="6067688"/>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cxnSp>
        <p:nvCxnSpPr>
          <p:cNvPr id="398" name="Straight Arrow Connector 397">
            <a:extLst>
              <a:ext uri="{FF2B5EF4-FFF2-40B4-BE49-F238E27FC236}">
                <a16:creationId xmlns:a16="http://schemas.microsoft.com/office/drawing/2014/main" id="{0CCB25E8-8644-0D55-D802-93F65DA6087B}"/>
              </a:ext>
            </a:extLst>
          </p:cNvPr>
          <p:cNvCxnSpPr>
            <a:cxnSpLocks/>
          </p:cNvCxnSpPr>
          <p:nvPr/>
        </p:nvCxnSpPr>
        <p:spPr>
          <a:xfrm rot="16200000" flipH="1">
            <a:off x="4301387" y="4025861"/>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9" name="Straight Arrow Connector 398">
            <a:extLst>
              <a:ext uri="{FF2B5EF4-FFF2-40B4-BE49-F238E27FC236}">
                <a16:creationId xmlns:a16="http://schemas.microsoft.com/office/drawing/2014/main" id="{BD65CB1E-04B1-7EA8-E1E4-AD1C5D667C9A}"/>
              </a:ext>
            </a:extLst>
          </p:cNvPr>
          <p:cNvCxnSpPr>
            <a:cxnSpLocks/>
          </p:cNvCxnSpPr>
          <p:nvPr/>
        </p:nvCxnSpPr>
        <p:spPr>
          <a:xfrm rot="16200000" flipH="1">
            <a:off x="4301387" y="5148037"/>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0" name="Straight Arrow Connector 399">
            <a:extLst>
              <a:ext uri="{FF2B5EF4-FFF2-40B4-BE49-F238E27FC236}">
                <a16:creationId xmlns:a16="http://schemas.microsoft.com/office/drawing/2014/main" id="{B30CA5A3-A54B-B7CC-A9E5-3B882F85C39B}"/>
              </a:ext>
            </a:extLst>
          </p:cNvPr>
          <p:cNvCxnSpPr>
            <a:cxnSpLocks/>
          </p:cNvCxnSpPr>
          <p:nvPr/>
        </p:nvCxnSpPr>
        <p:spPr>
          <a:xfrm rot="16200000" flipH="1">
            <a:off x="4301387" y="6165970"/>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1" name="Straight Arrow Connector 400">
            <a:extLst>
              <a:ext uri="{FF2B5EF4-FFF2-40B4-BE49-F238E27FC236}">
                <a16:creationId xmlns:a16="http://schemas.microsoft.com/office/drawing/2014/main" id="{1148A6C4-2E92-FE03-A520-85907DD18A75}"/>
              </a:ext>
            </a:extLst>
          </p:cNvPr>
          <p:cNvCxnSpPr>
            <a:cxnSpLocks/>
          </p:cNvCxnSpPr>
          <p:nvPr/>
        </p:nvCxnSpPr>
        <p:spPr>
          <a:xfrm>
            <a:off x="1370738"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2" name="Straight Arrow Connector 401">
            <a:extLst>
              <a:ext uri="{FF2B5EF4-FFF2-40B4-BE49-F238E27FC236}">
                <a16:creationId xmlns:a16="http://schemas.microsoft.com/office/drawing/2014/main" id="{ADEFE102-3011-DEE2-5DD2-8BF5CA3038AD}"/>
              </a:ext>
            </a:extLst>
          </p:cNvPr>
          <p:cNvCxnSpPr>
            <a:cxnSpLocks/>
          </p:cNvCxnSpPr>
          <p:nvPr/>
        </p:nvCxnSpPr>
        <p:spPr>
          <a:xfrm>
            <a:off x="1483415"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3" name="Straight Arrow Connector 402">
            <a:extLst>
              <a:ext uri="{FF2B5EF4-FFF2-40B4-BE49-F238E27FC236}">
                <a16:creationId xmlns:a16="http://schemas.microsoft.com/office/drawing/2014/main" id="{0CDF007C-D8DB-9A37-5453-231C2224314A}"/>
              </a:ext>
            </a:extLst>
          </p:cNvPr>
          <p:cNvCxnSpPr>
            <a:cxnSpLocks/>
          </p:cNvCxnSpPr>
          <p:nvPr/>
        </p:nvCxnSpPr>
        <p:spPr>
          <a:xfrm>
            <a:off x="1105521"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4" name="Straight Arrow Connector 403">
            <a:extLst>
              <a:ext uri="{FF2B5EF4-FFF2-40B4-BE49-F238E27FC236}">
                <a16:creationId xmlns:a16="http://schemas.microsoft.com/office/drawing/2014/main" id="{91A7CA2B-7732-F973-17F2-BA6397E302DA}"/>
              </a:ext>
            </a:extLst>
          </p:cNvPr>
          <p:cNvCxnSpPr>
            <a:cxnSpLocks/>
          </p:cNvCxnSpPr>
          <p:nvPr/>
        </p:nvCxnSpPr>
        <p:spPr>
          <a:xfrm>
            <a:off x="1218198"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5" name="Straight Arrow Connector 404">
            <a:extLst>
              <a:ext uri="{FF2B5EF4-FFF2-40B4-BE49-F238E27FC236}">
                <a16:creationId xmlns:a16="http://schemas.microsoft.com/office/drawing/2014/main" id="{C690C342-E09C-CB6C-D50D-26AC716EF7AE}"/>
              </a:ext>
            </a:extLst>
          </p:cNvPr>
          <p:cNvCxnSpPr>
            <a:cxnSpLocks/>
          </p:cNvCxnSpPr>
          <p:nvPr/>
        </p:nvCxnSpPr>
        <p:spPr>
          <a:xfrm>
            <a:off x="2027784"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6" name="Straight Arrow Connector 405">
            <a:extLst>
              <a:ext uri="{FF2B5EF4-FFF2-40B4-BE49-F238E27FC236}">
                <a16:creationId xmlns:a16="http://schemas.microsoft.com/office/drawing/2014/main" id="{9F8FE517-0EE5-FB45-BE34-89894A03C033}"/>
              </a:ext>
            </a:extLst>
          </p:cNvPr>
          <p:cNvCxnSpPr>
            <a:cxnSpLocks/>
          </p:cNvCxnSpPr>
          <p:nvPr/>
        </p:nvCxnSpPr>
        <p:spPr>
          <a:xfrm>
            <a:off x="2140461"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8" name="Straight Arrow Connector 407">
            <a:extLst>
              <a:ext uri="{FF2B5EF4-FFF2-40B4-BE49-F238E27FC236}">
                <a16:creationId xmlns:a16="http://schemas.microsoft.com/office/drawing/2014/main" id="{2487B2A9-A476-E281-6D2E-5EBFF624F550}"/>
              </a:ext>
            </a:extLst>
          </p:cNvPr>
          <p:cNvCxnSpPr>
            <a:cxnSpLocks/>
          </p:cNvCxnSpPr>
          <p:nvPr/>
        </p:nvCxnSpPr>
        <p:spPr>
          <a:xfrm>
            <a:off x="1875245"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9" name="Straight Arrow Connector 408">
            <a:extLst>
              <a:ext uri="{FF2B5EF4-FFF2-40B4-BE49-F238E27FC236}">
                <a16:creationId xmlns:a16="http://schemas.microsoft.com/office/drawing/2014/main" id="{71B881AE-3BB9-0092-C6B2-92A548BBF43C}"/>
              </a:ext>
            </a:extLst>
          </p:cNvPr>
          <p:cNvCxnSpPr>
            <a:cxnSpLocks/>
          </p:cNvCxnSpPr>
          <p:nvPr/>
        </p:nvCxnSpPr>
        <p:spPr>
          <a:xfrm>
            <a:off x="2684830"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0" name="Straight Arrow Connector 409">
            <a:extLst>
              <a:ext uri="{FF2B5EF4-FFF2-40B4-BE49-F238E27FC236}">
                <a16:creationId xmlns:a16="http://schemas.microsoft.com/office/drawing/2014/main" id="{B517505B-FDEA-FB83-55BF-895030C73D2B}"/>
              </a:ext>
            </a:extLst>
          </p:cNvPr>
          <p:cNvCxnSpPr>
            <a:cxnSpLocks/>
          </p:cNvCxnSpPr>
          <p:nvPr/>
        </p:nvCxnSpPr>
        <p:spPr>
          <a:xfrm>
            <a:off x="2797507"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1" name="Straight Arrow Connector 410">
            <a:extLst>
              <a:ext uri="{FF2B5EF4-FFF2-40B4-BE49-F238E27FC236}">
                <a16:creationId xmlns:a16="http://schemas.microsoft.com/office/drawing/2014/main" id="{2220D6A6-AE60-9FEA-5961-DD26515C38FA}"/>
              </a:ext>
            </a:extLst>
          </p:cNvPr>
          <p:cNvCxnSpPr>
            <a:cxnSpLocks/>
          </p:cNvCxnSpPr>
          <p:nvPr/>
        </p:nvCxnSpPr>
        <p:spPr>
          <a:xfrm>
            <a:off x="2419614"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2" name="Straight Arrow Connector 411">
            <a:extLst>
              <a:ext uri="{FF2B5EF4-FFF2-40B4-BE49-F238E27FC236}">
                <a16:creationId xmlns:a16="http://schemas.microsoft.com/office/drawing/2014/main" id="{F90FFDDC-6672-BCC4-B2B7-D148815D47B8}"/>
              </a:ext>
            </a:extLst>
          </p:cNvPr>
          <p:cNvCxnSpPr>
            <a:cxnSpLocks/>
          </p:cNvCxnSpPr>
          <p:nvPr/>
        </p:nvCxnSpPr>
        <p:spPr>
          <a:xfrm>
            <a:off x="2532291"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3" name="Straight Arrow Connector 412">
            <a:extLst>
              <a:ext uri="{FF2B5EF4-FFF2-40B4-BE49-F238E27FC236}">
                <a16:creationId xmlns:a16="http://schemas.microsoft.com/office/drawing/2014/main" id="{6A8B0414-4556-0D30-79F3-FC251AB28217}"/>
              </a:ext>
            </a:extLst>
          </p:cNvPr>
          <p:cNvCxnSpPr>
            <a:cxnSpLocks/>
          </p:cNvCxnSpPr>
          <p:nvPr/>
        </p:nvCxnSpPr>
        <p:spPr>
          <a:xfrm>
            <a:off x="3341877"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4" name="Straight Arrow Connector 413">
            <a:extLst>
              <a:ext uri="{FF2B5EF4-FFF2-40B4-BE49-F238E27FC236}">
                <a16:creationId xmlns:a16="http://schemas.microsoft.com/office/drawing/2014/main" id="{E3E44E9D-04AE-06EF-C76D-A6E686E20E14}"/>
              </a:ext>
            </a:extLst>
          </p:cNvPr>
          <p:cNvCxnSpPr>
            <a:cxnSpLocks/>
          </p:cNvCxnSpPr>
          <p:nvPr/>
        </p:nvCxnSpPr>
        <p:spPr>
          <a:xfrm>
            <a:off x="3454554"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5" name="Straight Arrow Connector 414">
            <a:extLst>
              <a:ext uri="{FF2B5EF4-FFF2-40B4-BE49-F238E27FC236}">
                <a16:creationId xmlns:a16="http://schemas.microsoft.com/office/drawing/2014/main" id="{37690721-AEB8-8273-EE6C-03299A41178F}"/>
              </a:ext>
            </a:extLst>
          </p:cNvPr>
          <p:cNvCxnSpPr>
            <a:cxnSpLocks/>
          </p:cNvCxnSpPr>
          <p:nvPr/>
        </p:nvCxnSpPr>
        <p:spPr>
          <a:xfrm>
            <a:off x="3076660"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6" name="Straight Arrow Connector 415">
            <a:extLst>
              <a:ext uri="{FF2B5EF4-FFF2-40B4-BE49-F238E27FC236}">
                <a16:creationId xmlns:a16="http://schemas.microsoft.com/office/drawing/2014/main" id="{D5684F82-13C1-7ECD-6026-E7AE79EDCD5F}"/>
              </a:ext>
            </a:extLst>
          </p:cNvPr>
          <p:cNvCxnSpPr>
            <a:cxnSpLocks/>
          </p:cNvCxnSpPr>
          <p:nvPr/>
        </p:nvCxnSpPr>
        <p:spPr>
          <a:xfrm>
            <a:off x="3189337"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7" name="Straight Arrow Connector 416">
            <a:extLst>
              <a:ext uri="{FF2B5EF4-FFF2-40B4-BE49-F238E27FC236}">
                <a16:creationId xmlns:a16="http://schemas.microsoft.com/office/drawing/2014/main" id="{2D788ADA-1C1E-2C93-5872-97C36270AB1D}"/>
              </a:ext>
            </a:extLst>
          </p:cNvPr>
          <p:cNvCxnSpPr>
            <a:cxnSpLocks/>
          </p:cNvCxnSpPr>
          <p:nvPr/>
        </p:nvCxnSpPr>
        <p:spPr>
          <a:xfrm>
            <a:off x="3998923"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8" name="Straight Arrow Connector 417">
            <a:extLst>
              <a:ext uri="{FF2B5EF4-FFF2-40B4-BE49-F238E27FC236}">
                <a16:creationId xmlns:a16="http://schemas.microsoft.com/office/drawing/2014/main" id="{9D2A7275-2DA9-1F65-F208-3BB5832BC705}"/>
              </a:ext>
            </a:extLst>
          </p:cNvPr>
          <p:cNvCxnSpPr>
            <a:cxnSpLocks/>
          </p:cNvCxnSpPr>
          <p:nvPr/>
        </p:nvCxnSpPr>
        <p:spPr>
          <a:xfrm>
            <a:off x="4111600" y="6895794"/>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9" name="Straight Arrow Connector 418">
            <a:extLst>
              <a:ext uri="{FF2B5EF4-FFF2-40B4-BE49-F238E27FC236}">
                <a16:creationId xmlns:a16="http://schemas.microsoft.com/office/drawing/2014/main" id="{5D9A2957-132F-4D48-35B3-28D40BC63633}"/>
              </a:ext>
            </a:extLst>
          </p:cNvPr>
          <p:cNvCxnSpPr>
            <a:cxnSpLocks/>
          </p:cNvCxnSpPr>
          <p:nvPr/>
        </p:nvCxnSpPr>
        <p:spPr>
          <a:xfrm>
            <a:off x="3733707"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0" name="Straight Arrow Connector 419">
            <a:extLst>
              <a:ext uri="{FF2B5EF4-FFF2-40B4-BE49-F238E27FC236}">
                <a16:creationId xmlns:a16="http://schemas.microsoft.com/office/drawing/2014/main" id="{6A3CBFBD-5E70-4EEF-EB26-4DB1AB903C4A}"/>
              </a:ext>
            </a:extLst>
          </p:cNvPr>
          <p:cNvCxnSpPr>
            <a:cxnSpLocks/>
          </p:cNvCxnSpPr>
          <p:nvPr/>
        </p:nvCxnSpPr>
        <p:spPr>
          <a:xfrm>
            <a:off x="3846384" y="6895794"/>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443" name="Rectangle 442">
            <a:extLst>
              <a:ext uri="{FF2B5EF4-FFF2-40B4-BE49-F238E27FC236}">
                <a16:creationId xmlns:a16="http://schemas.microsoft.com/office/drawing/2014/main" id="{859A8DCC-3293-5139-A6D5-3A936940771F}"/>
              </a:ext>
            </a:extLst>
          </p:cNvPr>
          <p:cNvSpPr/>
          <p:nvPr/>
        </p:nvSpPr>
        <p:spPr>
          <a:xfrm>
            <a:off x="648008" y="2698102"/>
            <a:ext cx="4268417" cy="4870442"/>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2" name="Straight Arrow Connector 421">
            <a:extLst>
              <a:ext uri="{FF2B5EF4-FFF2-40B4-BE49-F238E27FC236}">
                <a16:creationId xmlns:a16="http://schemas.microsoft.com/office/drawing/2014/main" id="{7FF8581B-E00D-88B7-0382-9BD4100F8C6F}"/>
              </a:ext>
            </a:extLst>
          </p:cNvPr>
          <p:cNvCxnSpPr>
            <a:cxnSpLocks/>
          </p:cNvCxnSpPr>
          <p:nvPr/>
        </p:nvCxnSpPr>
        <p:spPr>
          <a:xfrm>
            <a:off x="1762567" y="3720960"/>
            <a:ext cx="0" cy="3513150"/>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3" name="Straight Arrow Connector 422">
            <a:extLst>
              <a:ext uri="{FF2B5EF4-FFF2-40B4-BE49-F238E27FC236}">
                <a16:creationId xmlns:a16="http://schemas.microsoft.com/office/drawing/2014/main" id="{91D9485F-384F-B6F8-AE66-28C2E3196E9A}"/>
              </a:ext>
            </a:extLst>
          </p:cNvPr>
          <p:cNvCxnSpPr>
            <a:cxnSpLocks/>
          </p:cNvCxnSpPr>
          <p:nvPr/>
        </p:nvCxnSpPr>
        <p:spPr>
          <a:xfrm>
            <a:off x="1762567" y="4748173"/>
            <a:ext cx="0" cy="374245"/>
          </a:xfrm>
          <a:prstGeom prst="straightConnector1">
            <a:avLst/>
          </a:prstGeom>
          <a:ln w="57150">
            <a:solidFill>
              <a:srgbClr val="FF0000"/>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4" name="Straight Arrow Connector 423">
            <a:extLst>
              <a:ext uri="{FF2B5EF4-FFF2-40B4-BE49-F238E27FC236}">
                <a16:creationId xmlns:a16="http://schemas.microsoft.com/office/drawing/2014/main" id="{90133014-1D4E-6B55-477C-746102972C55}"/>
              </a:ext>
            </a:extLst>
          </p:cNvPr>
          <p:cNvCxnSpPr>
            <a:cxnSpLocks/>
          </p:cNvCxnSpPr>
          <p:nvPr/>
        </p:nvCxnSpPr>
        <p:spPr>
          <a:xfrm>
            <a:off x="1762567" y="5875482"/>
            <a:ext cx="0" cy="244938"/>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1" name="Straight Arrow Connector 430">
            <a:extLst>
              <a:ext uri="{FF2B5EF4-FFF2-40B4-BE49-F238E27FC236}">
                <a16:creationId xmlns:a16="http://schemas.microsoft.com/office/drawing/2014/main" id="{F4CA5347-FF8E-EEEA-C8BE-DF6EE1C84B22}"/>
              </a:ext>
            </a:extLst>
          </p:cNvPr>
          <p:cNvCxnSpPr>
            <a:cxnSpLocks/>
          </p:cNvCxnSpPr>
          <p:nvPr/>
        </p:nvCxnSpPr>
        <p:spPr>
          <a:xfrm>
            <a:off x="1762567" y="6895794"/>
            <a:ext cx="0" cy="338317"/>
          </a:xfrm>
          <a:prstGeom prst="straightConnector1">
            <a:avLst/>
          </a:prstGeom>
          <a:ln w="57150">
            <a:solidFill>
              <a:srgbClr val="FF0000"/>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433" name="TextBox 15">
            <a:extLst>
              <a:ext uri="{FF2B5EF4-FFF2-40B4-BE49-F238E27FC236}">
                <a16:creationId xmlns:a16="http://schemas.microsoft.com/office/drawing/2014/main" id="{5F78016F-0827-0276-A768-5E7EA6FC2100}"/>
              </a:ext>
            </a:extLst>
          </p:cNvPr>
          <p:cNvSpPr txBox="1"/>
          <p:nvPr/>
        </p:nvSpPr>
        <p:spPr>
          <a:xfrm>
            <a:off x="1882739" y="6200300"/>
            <a:ext cx="2424284" cy="694614"/>
          </a:xfrm>
          <a:prstGeom prst="rect">
            <a:avLst/>
          </a:prstGeom>
          <a:noFill/>
        </p:spPr>
        <p:txBody>
          <a:bodyPr wrap="square">
            <a:spAutoFit/>
          </a:bodyPr>
          <a:lstStyle/>
          <a:p>
            <a:pPr>
              <a:lnSpc>
                <a:spcPct val="80000"/>
              </a:lnSpc>
            </a:pPr>
            <a:r>
              <a:rPr lang="en-US" sz="2400" b="1" dirty="0">
                <a:solidFill>
                  <a:srgbClr val="FF0000"/>
                </a:solidFill>
              </a:rPr>
              <a:t>Data Wire Fault(Col Fault)</a:t>
            </a:r>
          </a:p>
        </p:txBody>
      </p:sp>
    </p:spTree>
    <p:extLst>
      <p:ext uri="{BB962C8B-B14F-4D97-AF65-F5344CB8AC3E}">
        <p14:creationId xmlns:p14="http://schemas.microsoft.com/office/powerpoint/2010/main" val="122432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3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3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3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38"/>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327"/>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328"/>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329"/>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330"/>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331"/>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332"/>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333"/>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3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327" grpId="0" animBg="1"/>
      <p:bldP spid="331" grpId="0" animBg="1"/>
      <p:bldP spid="332" grpId="0" animBg="1"/>
      <p:bldP spid="333" grpId="0" animBg="1"/>
      <p:bldP spid="334" grpId="0" animBg="1"/>
      <p:bldP spid="328" grpId="0" animBg="1"/>
      <p:bldP spid="329" grpId="0" animBg="1"/>
      <p:bldP spid="330" grpId="0" animBg="1"/>
      <p:bldP spid="407" grpId="0" animBg="1"/>
      <p:bldP spid="3" grpId="0"/>
      <p:bldP spid="5" grpId="0"/>
      <p:bldP spid="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7" name="Straight Arrow Connector 286">
            <a:extLst>
              <a:ext uri="{FF2B5EF4-FFF2-40B4-BE49-F238E27FC236}">
                <a16:creationId xmlns:a16="http://schemas.microsoft.com/office/drawing/2014/main" id="{0D4EF871-D129-9FFB-EB72-F841A9F4E7F3}"/>
              </a:ext>
            </a:extLst>
          </p:cNvPr>
          <p:cNvCxnSpPr>
            <a:cxnSpLocks/>
          </p:cNvCxnSpPr>
          <p:nvPr/>
        </p:nvCxnSpPr>
        <p:spPr>
          <a:xfrm>
            <a:off x="1302622" y="3870215"/>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5" name="Straight Arrow Connector 314">
            <a:extLst>
              <a:ext uri="{FF2B5EF4-FFF2-40B4-BE49-F238E27FC236}">
                <a16:creationId xmlns:a16="http://schemas.microsoft.com/office/drawing/2014/main" id="{F6DA0D72-06A1-F691-5E5B-EB14B74B9D33}"/>
              </a:ext>
            </a:extLst>
          </p:cNvPr>
          <p:cNvCxnSpPr>
            <a:cxnSpLocks/>
          </p:cNvCxnSpPr>
          <p:nvPr/>
        </p:nvCxnSpPr>
        <p:spPr>
          <a:xfrm>
            <a:off x="1293424" y="4897428"/>
            <a:ext cx="0" cy="37424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9" name="Straight Arrow Connector 318">
            <a:extLst>
              <a:ext uri="{FF2B5EF4-FFF2-40B4-BE49-F238E27FC236}">
                <a16:creationId xmlns:a16="http://schemas.microsoft.com/office/drawing/2014/main" id="{407F9673-A2D1-7AED-88CC-FA8F89E8ED48}"/>
              </a:ext>
            </a:extLst>
          </p:cNvPr>
          <p:cNvCxnSpPr>
            <a:cxnSpLocks/>
          </p:cNvCxnSpPr>
          <p:nvPr/>
        </p:nvCxnSpPr>
        <p:spPr>
          <a:xfrm>
            <a:off x="1293424" y="6024737"/>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6A6723BA-63EF-61B1-5F92-EA515A1BA007}"/>
              </a:ext>
            </a:extLst>
          </p:cNvPr>
          <p:cNvCxnSpPr>
            <a:cxnSpLocks/>
          </p:cNvCxnSpPr>
          <p:nvPr/>
        </p:nvCxnSpPr>
        <p:spPr>
          <a:xfrm>
            <a:off x="1293424"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2" name="Straight Arrow Connector 421">
            <a:extLst>
              <a:ext uri="{FF2B5EF4-FFF2-40B4-BE49-F238E27FC236}">
                <a16:creationId xmlns:a16="http://schemas.microsoft.com/office/drawing/2014/main" id="{25F24B04-6D7B-25FE-1CFA-78BD7C4BF161}"/>
              </a:ext>
            </a:extLst>
          </p:cNvPr>
          <p:cNvCxnSpPr>
            <a:cxnSpLocks/>
          </p:cNvCxnSpPr>
          <p:nvPr/>
        </p:nvCxnSpPr>
        <p:spPr>
          <a:xfrm>
            <a:off x="1188322" y="3870215"/>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3" name="Straight Arrow Connector 422">
            <a:extLst>
              <a:ext uri="{FF2B5EF4-FFF2-40B4-BE49-F238E27FC236}">
                <a16:creationId xmlns:a16="http://schemas.microsoft.com/office/drawing/2014/main" id="{566DB274-AB75-BEF3-967B-BD61D9622609}"/>
              </a:ext>
            </a:extLst>
          </p:cNvPr>
          <p:cNvCxnSpPr>
            <a:cxnSpLocks/>
          </p:cNvCxnSpPr>
          <p:nvPr/>
        </p:nvCxnSpPr>
        <p:spPr>
          <a:xfrm>
            <a:off x="1179124" y="4897428"/>
            <a:ext cx="0" cy="37424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4" name="Straight Arrow Connector 423">
            <a:extLst>
              <a:ext uri="{FF2B5EF4-FFF2-40B4-BE49-F238E27FC236}">
                <a16:creationId xmlns:a16="http://schemas.microsoft.com/office/drawing/2014/main" id="{AD6102F7-F156-0C4F-2150-6D9A650DE66F}"/>
              </a:ext>
            </a:extLst>
          </p:cNvPr>
          <p:cNvCxnSpPr>
            <a:cxnSpLocks/>
          </p:cNvCxnSpPr>
          <p:nvPr/>
        </p:nvCxnSpPr>
        <p:spPr>
          <a:xfrm>
            <a:off x="1179124" y="6024737"/>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5" name="Straight Arrow Connector 424">
            <a:extLst>
              <a:ext uri="{FF2B5EF4-FFF2-40B4-BE49-F238E27FC236}">
                <a16:creationId xmlns:a16="http://schemas.microsoft.com/office/drawing/2014/main" id="{E35BF64D-F050-CF1D-812B-1F14054BE727}"/>
              </a:ext>
            </a:extLst>
          </p:cNvPr>
          <p:cNvCxnSpPr>
            <a:cxnSpLocks/>
          </p:cNvCxnSpPr>
          <p:nvPr/>
        </p:nvCxnSpPr>
        <p:spPr>
          <a:xfrm>
            <a:off x="1179124"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022BDA95-40C8-6E02-7BCB-BFF8CDB8C498}"/>
              </a:ext>
            </a:extLst>
          </p:cNvPr>
          <p:cNvSpPr>
            <a:spLocks noGrp="1"/>
          </p:cNvSpPr>
          <p:nvPr>
            <p:ph type="title"/>
          </p:nvPr>
        </p:nvSpPr>
        <p:spPr/>
        <p:txBody>
          <a:bodyPr/>
          <a:lstStyle/>
          <a:p>
            <a:r>
              <a:rPr lang="en-US" altLang="zh-CN" b="1" dirty="0"/>
              <a:t>Design2: </a:t>
            </a:r>
            <a:r>
              <a:rPr lang="en-US" altLang="zh-CN" dirty="0"/>
              <a:t>SCREME-I/O-Row</a:t>
            </a:r>
            <a:endParaRPr lang="zh-CN" altLang="en-US" dirty="0"/>
          </a:p>
        </p:txBody>
      </p:sp>
      <p:sp>
        <p:nvSpPr>
          <p:cNvPr id="11" name="Rectangle 1519">
            <a:extLst>
              <a:ext uri="{FF2B5EF4-FFF2-40B4-BE49-F238E27FC236}">
                <a16:creationId xmlns:a16="http://schemas.microsoft.com/office/drawing/2014/main" id="{A82D2061-7917-A271-4AE3-701281544EBF}"/>
              </a:ext>
            </a:extLst>
          </p:cNvPr>
          <p:cNvSpPr/>
          <p:nvPr/>
        </p:nvSpPr>
        <p:spPr>
          <a:xfrm>
            <a:off x="4696371"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12" name="Group 1520">
            <a:extLst>
              <a:ext uri="{FF2B5EF4-FFF2-40B4-BE49-F238E27FC236}">
                <a16:creationId xmlns:a16="http://schemas.microsoft.com/office/drawing/2014/main" id="{CC6CBA82-F052-DAD6-051A-3277ACD02B11}"/>
              </a:ext>
            </a:extLst>
          </p:cNvPr>
          <p:cNvGrpSpPr/>
          <p:nvPr/>
        </p:nvGrpSpPr>
        <p:grpSpPr>
          <a:xfrm>
            <a:off x="4747877" y="3844361"/>
            <a:ext cx="363592" cy="241548"/>
            <a:chOff x="7877914" y="1675761"/>
            <a:chExt cx="254530" cy="274320"/>
          </a:xfrm>
        </p:grpSpPr>
        <p:cxnSp>
          <p:nvCxnSpPr>
            <p:cNvPr id="160" name="Straight Arrow Connector 1521">
              <a:extLst>
                <a:ext uri="{FF2B5EF4-FFF2-40B4-BE49-F238E27FC236}">
                  <a16:creationId xmlns:a16="http://schemas.microsoft.com/office/drawing/2014/main" id="{305F9425-352A-34E3-1A6A-948750213EAF}"/>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Arrow Connector 1522">
              <a:extLst>
                <a:ext uri="{FF2B5EF4-FFF2-40B4-BE49-F238E27FC236}">
                  <a16:creationId xmlns:a16="http://schemas.microsoft.com/office/drawing/2014/main" id="{68F9DEB0-9B4F-7FCE-F4C5-F1E02061BECB}"/>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Arrow Connector 1523">
              <a:extLst>
                <a:ext uri="{FF2B5EF4-FFF2-40B4-BE49-F238E27FC236}">
                  <a16:creationId xmlns:a16="http://schemas.microsoft.com/office/drawing/2014/main" id="{F3C9C71B-AD0B-B532-9928-8DEE68E5AE4A}"/>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Arrow Connector 1524">
              <a:extLst>
                <a:ext uri="{FF2B5EF4-FFF2-40B4-BE49-F238E27FC236}">
                  <a16:creationId xmlns:a16="http://schemas.microsoft.com/office/drawing/2014/main" id="{D2EE9AB5-AE03-1CBD-91BB-26E799012A3A}"/>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13" name="Rectangle 1525">
            <a:extLst>
              <a:ext uri="{FF2B5EF4-FFF2-40B4-BE49-F238E27FC236}">
                <a16:creationId xmlns:a16="http://schemas.microsoft.com/office/drawing/2014/main" id="{B8422CB5-0204-0D6B-9A35-DAB48FD02636}"/>
              </a:ext>
            </a:extLst>
          </p:cNvPr>
          <p:cNvSpPr/>
          <p:nvPr/>
        </p:nvSpPr>
        <p:spPr>
          <a:xfrm>
            <a:off x="4695266"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800" b="1" kern="0" dirty="0">
                <a:solidFill>
                  <a:prstClr val="white"/>
                </a:solidFill>
                <a:latin typeface="Calibri" panose="020F0502020204030204"/>
              </a:rPr>
              <a:t>x4</a:t>
            </a:r>
          </a:p>
        </p:txBody>
      </p:sp>
      <p:cxnSp>
        <p:nvCxnSpPr>
          <p:cNvPr id="14" name="Straight Arrow Connector 1526">
            <a:extLst>
              <a:ext uri="{FF2B5EF4-FFF2-40B4-BE49-F238E27FC236}">
                <a16:creationId xmlns:a16="http://schemas.microsoft.com/office/drawing/2014/main" id="{355191DA-AB23-6352-7FBF-19DB710B9CCD}"/>
              </a:ext>
            </a:extLst>
          </p:cNvPr>
          <p:cNvCxnSpPr>
            <a:cxnSpLocks/>
          </p:cNvCxnSpPr>
          <p:nvPr/>
        </p:nvCxnSpPr>
        <p:spPr>
          <a:xfrm>
            <a:off x="500942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527">
            <a:extLst>
              <a:ext uri="{FF2B5EF4-FFF2-40B4-BE49-F238E27FC236}">
                <a16:creationId xmlns:a16="http://schemas.microsoft.com/office/drawing/2014/main" id="{56FD748D-30F5-1D7F-4F4A-823B170FD90C}"/>
              </a:ext>
            </a:extLst>
          </p:cNvPr>
          <p:cNvCxnSpPr>
            <a:cxnSpLocks/>
          </p:cNvCxnSpPr>
          <p:nvPr/>
        </p:nvCxnSpPr>
        <p:spPr>
          <a:xfrm>
            <a:off x="512054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28">
            <a:extLst>
              <a:ext uri="{FF2B5EF4-FFF2-40B4-BE49-F238E27FC236}">
                <a16:creationId xmlns:a16="http://schemas.microsoft.com/office/drawing/2014/main" id="{3421AEB4-6EE6-650D-15CF-DB0628394416}"/>
              </a:ext>
            </a:extLst>
          </p:cNvPr>
          <p:cNvCxnSpPr>
            <a:cxnSpLocks/>
          </p:cNvCxnSpPr>
          <p:nvPr/>
        </p:nvCxnSpPr>
        <p:spPr>
          <a:xfrm>
            <a:off x="47478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529">
            <a:extLst>
              <a:ext uri="{FF2B5EF4-FFF2-40B4-BE49-F238E27FC236}">
                <a16:creationId xmlns:a16="http://schemas.microsoft.com/office/drawing/2014/main" id="{8DA9130C-1704-D287-E9F8-2C0E69294D3E}"/>
              </a:ext>
            </a:extLst>
          </p:cNvPr>
          <p:cNvCxnSpPr>
            <a:cxnSpLocks/>
          </p:cNvCxnSpPr>
          <p:nvPr/>
        </p:nvCxnSpPr>
        <p:spPr>
          <a:xfrm>
            <a:off x="48589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530">
            <a:extLst>
              <a:ext uri="{FF2B5EF4-FFF2-40B4-BE49-F238E27FC236}">
                <a16:creationId xmlns:a16="http://schemas.microsoft.com/office/drawing/2014/main" id="{7038AE2E-E1FF-76FB-F9EB-696A0E375034}"/>
              </a:ext>
            </a:extLst>
          </p:cNvPr>
          <p:cNvSpPr/>
          <p:nvPr/>
        </p:nvSpPr>
        <p:spPr>
          <a:xfrm>
            <a:off x="4696371"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grpSp>
        <p:nvGrpSpPr>
          <p:cNvPr id="19" name="Group 1531">
            <a:extLst>
              <a:ext uri="{FF2B5EF4-FFF2-40B4-BE49-F238E27FC236}">
                <a16:creationId xmlns:a16="http://schemas.microsoft.com/office/drawing/2014/main" id="{BBD18F8C-FA78-4018-F4E7-A0D83707BE33}"/>
              </a:ext>
            </a:extLst>
          </p:cNvPr>
          <p:cNvGrpSpPr/>
          <p:nvPr/>
        </p:nvGrpSpPr>
        <p:grpSpPr>
          <a:xfrm>
            <a:off x="4747878" y="5975439"/>
            <a:ext cx="372663" cy="241548"/>
            <a:chOff x="7871564" y="3137742"/>
            <a:chExt cx="260880" cy="274320"/>
          </a:xfrm>
        </p:grpSpPr>
        <p:cxnSp>
          <p:nvCxnSpPr>
            <p:cNvPr id="156" name="Straight Arrow Connector 1532">
              <a:extLst>
                <a:ext uri="{FF2B5EF4-FFF2-40B4-BE49-F238E27FC236}">
                  <a16:creationId xmlns:a16="http://schemas.microsoft.com/office/drawing/2014/main" id="{22758EB0-F6EC-7655-2C06-A124B2696D87}"/>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7" name="Straight Arrow Connector 1533">
              <a:extLst>
                <a:ext uri="{FF2B5EF4-FFF2-40B4-BE49-F238E27FC236}">
                  <a16:creationId xmlns:a16="http://schemas.microsoft.com/office/drawing/2014/main" id="{1464D05B-053F-41DE-06DB-1E183A3FC8CA}"/>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8" name="Straight Arrow Connector 1534">
              <a:extLst>
                <a:ext uri="{FF2B5EF4-FFF2-40B4-BE49-F238E27FC236}">
                  <a16:creationId xmlns:a16="http://schemas.microsoft.com/office/drawing/2014/main" id="{3CE6348A-2C7F-F808-EF1B-7B042F04203A}"/>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Arrow Connector 575">
              <a:extLst>
                <a:ext uri="{FF2B5EF4-FFF2-40B4-BE49-F238E27FC236}">
                  <a16:creationId xmlns:a16="http://schemas.microsoft.com/office/drawing/2014/main" id="{6914179D-BC9E-A3D5-8035-C3D3CAB83ED7}"/>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20" name="Rectangle 576">
            <a:extLst>
              <a:ext uri="{FF2B5EF4-FFF2-40B4-BE49-F238E27FC236}">
                <a16:creationId xmlns:a16="http://schemas.microsoft.com/office/drawing/2014/main" id="{5F3C0819-E3ED-80C5-8351-A609C7C1EADF}"/>
              </a:ext>
            </a:extLst>
          </p:cNvPr>
          <p:cNvSpPr/>
          <p:nvPr/>
        </p:nvSpPr>
        <p:spPr>
          <a:xfrm>
            <a:off x="4695266"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cxnSp>
        <p:nvCxnSpPr>
          <p:cNvPr id="21" name="Straight Arrow Connector 605">
            <a:extLst>
              <a:ext uri="{FF2B5EF4-FFF2-40B4-BE49-F238E27FC236}">
                <a16:creationId xmlns:a16="http://schemas.microsoft.com/office/drawing/2014/main" id="{472A9A94-E851-2AE8-52EA-07C2C198E719}"/>
              </a:ext>
            </a:extLst>
          </p:cNvPr>
          <p:cNvCxnSpPr>
            <a:cxnSpLocks/>
          </p:cNvCxnSpPr>
          <p:nvPr/>
        </p:nvCxnSpPr>
        <p:spPr>
          <a:xfrm rot="16200000" flipH="1">
            <a:off x="533698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606">
            <a:extLst>
              <a:ext uri="{FF2B5EF4-FFF2-40B4-BE49-F238E27FC236}">
                <a16:creationId xmlns:a16="http://schemas.microsoft.com/office/drawing/2014/main" id="{C7C459A3-7071-A40A-7697-D4C29FB451FE}"/>
              </a:ext>
            </a:extLst>
          </p:cNvPr>
          <p:cNvCxnSpPr>
            <a:cxnSpLocks/>
          </p:cNvCxnSpPr>
          <p:nvPr/>
        </p:nvCxnSpPr>
        <p:spPr>
          <a:xfrm rot="16200000" flipH="1">
            <a:off x="533698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607">
            <a:extLst>
              <a:ext uri="{FF2B5EF4-FFF2-40B4-BE49-F238E27FC236}">
                <a16:creationId xmlns:a16="http://schemas.microsoft.com/office/drawing/2014/main" id="{954A3753-4DCA-A664-49BE-06C50C07618D}"/>
              </a:ext>
            </a:extLst>
          </p:cNvPr>
          <p:cNvCxnSpPr>
            <a:cxnSpLocks/>
          </p:cNvCxnSpPr>
          <p:nvPr/>
        </p:nvCxnSpPr>
        <p:spPr>
          <a:xfrm rot="16200000" flipH="1">
            <a:off x="533698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608">
            <a:extLst>
              <a:ext uri="{FF2B5EF4-FFF2-40B4-BE49-F238E27FC236}">
                <a16:creationId xmlns:a16="http://schemas.microsoft.com/office/drawing/2014/main" id="{E4542E18-C5CC-2941-EF05-9127C5E73B58}"/>
              </a:ext>
            </a:extLst>
          </p:cNvPr>
          <p:cNvSpPr/>
          <p:nvPr/>
        </p:nvSpPr>
        <p:spPr>
          <a:xfrm>
            <a:off x="5341537"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25" name="Straight Arrow Connector 609">
            <a:extLst>
              <a:ext uri="{FF2B5EF4-FFF2-40B4-BE49-F238E27FC236}">
                <a16:creationId xmlns:a16="http://schemas.microsoft.com/office/drawing/2014/main" id="{2F73409B-8427-5EAE-A380-5733D247BA49}"/>
              </a:ext>
            </a:extLst>
          </p:cNvPr>
          <p:cNvCxnSpPr>
            <a:cxnSpLocks/>
          </p:cNvCxnSpPr>
          <p:nvPr/>
        </p:nvCxnSpPr>
        <p:spPr>
          <a:xfrm>
            <a:off x="5657374"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610">
            <a:extLst>
              <a:ext uri="{FF2B5EF4-FFF2-40B4-BE49-F238E27FC236}">
                <a16:creationId xmlns:a16="http://schemas.microsoft.com/office/drawing/2014/main" id="{834C2562-E85E-D447-7BAA-F1EC9CD12DC8}"/>
              </a:ext>
            </a:extLst>
          </p:cNvPr>
          <p:cNvCxnSpPr>
            <a:cxnSpLocks/>
          </p:cNvCxnSpPr>
          <p:nvPr/>
        </p:nvCxnSpPr>
        <p:spPr>
          <a:xfrm>
            <a:off x="5768492"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611">
            <a:extLst>
              <a:ext uri="{FF2B5EF4-FFF2-40B4-BE49-F238E27FC236}">
                <a16:creationId xmlns:a16="http://schemas.microsoft.com/office/drawing/2014/main" id="{BE8E49B4-1089-64CC-E9E9-602FB2CEE4AA}"/>
              </a:ext>
            </a:extLst>
          </p:cNvPr>
          <p:cNvCxnSpPr>
            <a:cxnSpLocks/>
          </p:cNvCxnSpPr>
          <p:nvPr/>
        </p:nvCxnSpPr>
        <p:spPr>
          <a:xfrm>
            <a:off x="5395829" y="3844361"/>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612">
            <a:extLst>
              <a:ext uri="{FF2B5EF4-FFF2-40B4-BE49-F238E27FC236}">
                <a16:creationId xmlns:a16="http://schemas.microsoft.com/office/drawing/2014/main" id="{661A4F8B-18C1-B519-D562-D844D0CDE94E}"/>
              </a:ext>
            </a:extLst>
          </p:cNvPr>
          <p:cNvCxnSpPr>
            <a:cxnSpLocks/>
          </p:cNvCxnSpPr>
          <p:nvPr/>
        </p:nvCxnSpPr>
        <p:spPr>
          <a:xfrm>
            <a:off x="5506946" y="3844361"/>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29" name="Rectangle 613">
            <a:extLst>
              <a:ext uri="{FF2B5EF4-FFF2-40B4-BE49-F238E27FC236}">
                <a16:creationId xmlns:a16="http://schemas.microsoft.com/office/drawing/2014/main" id="{BD0BBF1B-0742-A29E-0833-B4CCA8C55FD0}"/>
              </a:ext>
            </a:extLst>
          </p:cNvPr>
          <p:cNvSpPr/>
          <p:nvPr/>
        </p:nvSpPr>
        <p:spPr>
          <a:xfrm>
            <a:off x="5340708"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30" name="Straight Arrow Connector 614">
            <a:extLst>
              <a:ext uri="{FF2B5EF4-FFF2-40B4-BE49-F238E27FC236}">
                <a16:creationId xmlns:a16="http://schemas.microsoft.com/office/drawing/2014/main" id="{58AE41D3-3008-DD98-561D-06F62503E9E3}"/>
              </a:ext>
            </a:extLst>
          </p:cNvPr>
          <p:cNvCxnSpPr>
            <a:cxnSpLocks/>
          </p:cNvCxnSpPr>
          <p:nvPr/>
        </p:nvCxnSpPr>
        <p:spPr>
          <a:xfrm>
            <a:off x="5657374"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615">
            <a:extLst>
              <a:ext uri="{FF2B5EF4-FFF2-40B4-BE49-F238E27FC236}">
                <a16:creationId xmlns:a16="http://schemas.microsoft.com/office/drawing/2014/main" id="{FAC42E67-811E-E10F-D328-320193E6A509}"/>
              </a:ext>
            </a:extLst>
          </p:cNvPr>
          <p:cNvCxnSpPr>
            <a:cxnSpLocks/>
          </p:cNvCxnSpPr>
          <p:nvPr/>
        </p:nvCxnSpPr>
        <p:spPr>
          <a:xfrm>
            <a:off x="576849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618">
            <a:extLst>
              <a:ext uri="{FF2B5EF4-FFF2-40B4-BE49-F238E27FC236}">
                <a16:creationId xmlns:a16="http://schemas.microsoft.com/office/drawing/2014/main" id="{13375B5B-8DD6-5A32-01A6-AB5ACC5F9FAC}"/>
              </a:ext>
            </a:extLst>
          </p:cNvPr>
          <p:cNvCxnSpPr>
            <a:cxnSpLocks/>
          </p:cNvCxnSpPr>
          <p:nvPr/>
        </p:nvCxnSpPr>
        <p:spPr>
          <a:xfrm>
            <a:off x="5395829" y="4871755"/>
            <a:ext cx="0" cy="369064"/>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619">
            <a:extLst>
              <a:ext uri="{FF2B5EF4-FFF2-40B4-BE49-F238E27FC236}">
                <a16:creationId xmlns:a16="http://schemas.microsoft.com/office/drawing/2014/main" id="{C6201452-4603-2CA4-1BE7-DC77B86AB6FA}"/>
              </a:ext>
            </a:extLst>
          </p:cNvPr>
          <p:cNvCxnSpPr>
            <a:cxnSpLocks/>
          </p:cNvCxnSpPr>
          <p:nvPr/>
        </p:nvCxnSpPr>
        <p:spPr>
          <a:xfrm>
            <a:off x="55069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34" name="Rectangle 620">
            <a:extLst>
              <a:ext uri="{FF2B5EF4-FFF2-40B4-BE49-F238E27FC236}">
                <a16:creationId xmlns:a16="http://schemas.microsoft.com/office/drawing/2014/main" id="{DC221BD8-EAA1-1F63-A6D0-89AEA3D958D1}"/>
              </a:ext>
            </a:extLst>
          </p:cNvPr>
          <p:cNvSpPr/>
          <p:nvPr/>
        </p:nvSpPr>
        <p:spPr>
          <a:xfrm>
            <a:off x="5341537"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35" name="Straight Arrow Connector 621">
            <a:extLst>
              <a:ext uri="{FF2B5EF4-FFF2-40B4-BE49-F238E27FC236}">
                <a16:creationId xmlns:a16="http://schemas.microsoft.com/office/drawing/2014/main" id="{C7959962-4977-358E-F46B-0A4257BAB469}"/>
              </a:ext>
            </a:extLst>
          </p:cNvPr>
          <p:cNvCxnSpPr>
            <a:cxnSpLocks/>
          </p:cNvCxnSpPr>
          <p:nvPr/>
        </p:nvCxnSpPr>
        <p:spPr>
          <a:xfrm>
            <a:off x="5657374"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622">
            <a:extLst>
              <a:ext uri="{FF2B5EF4-FFF2-40B4-BE49-F238E27FC236}">
                <a16:creationId xmlns:a16="http://schemas.microsoft.com/office/drawing/2014/main" id="{FA5BB4AB-2AC4-79C1-A2A7-C17B20E4E042}"/>
              </a:ext>
            </a:extLst>
          </p:cNvPr>
          <p:cNvCxnSpPr>
            <a:cxnSpLocks/>
          </p:cNvCxnSpPr>
          <p:nvPr/>
        </p:nvCxnSpPr>
        <p:spPr>
          <a:xfrm>
            <a:off x="5768492"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623">
            <a:extLst>
              <a:ext uri="{FF2B5EF4-FFF2-40B4-BE49-F238E27FC236}">
                <a16:creationId xmlns:a16="http://schemas.microsoft.com/office/drawing/2014/main" id="{1B866503-4FC7-0243-8826-65E72EC76FD3}"/>
              </a:ext>
            </a:extLst>
          </p:cNvPr>
          <p:cNvCxnSpPr>
            <a:cxnSpLocks/>
          </p:cNvCxnSpPr>
          <p:nvPr/>
        </p:nvCxnSpPr>
        <p:spPr>
          <a:xfrm>
            <a:off x="5395829" y="5975439"/>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632">
            <a:extLst>
              <a:ext uri="{FF2B5EF4-FFF2-40B4-BE49-F238E27FC236}">
                <a16:creationId xmlns:a16="http://schemas.microsoft.com/office/drawing/2014/main" id="{ECAA0A4A-E4DD-EE82-93FF-A2A1F3415522}"/>
              </a:ext>
            </a:extLst>
          </p:cNvPr>
          <p:cNvCxnSpPr>
            <a:cxnSpLocks/>
          </p:cNvCxnSpPr>
          <p:nvPr/>
        </p:nvCxnSpPr>
        <p:spPr>
          <a:xfrm>
            <a:off x="5506946" y="5975439"/>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39" name="Rectangle 633">
            <a:extLst>
              <a:ext uri="{FF2B5EF4-FFF2-40B4-BE49-F238E27FC236}">
                <a16:creationId xmlns:a16="http://schemas.microsoft.com/office/drawing/2014/main" id="{159A99ED-EC64-5E8C-7438-24484A0AE40C}"/>
              </a:ext>
            </a:extLst>
          </p:cNvPr>
          <p:cNvSpPr/>
          <p:nvPr/>
        </p:nvSpPr>
        <p:spPr>
          <a:xfrm>
            <a:off x="5340708"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40" name="Straight Arrow Connector 1088">
            <a:extLst>
              <a:ext uri="{FF2B5EF4-FFF2-40B4-BE49-F238E27FC236}">
                <a16:creationId xmlns:a16="http://schemas.microsoft.com/office/drawing/2014/main" id="{E31535FD-22A8-309B-6E80-681507770C36}"/>
              </a:ext>
            </a:extLst>
          </p:cNvPr>
          <p:cNvCxnSpPr>
            <a:cxnSpLocks/>
          </p:cNvCxnSpPr>
          <p:nvPr/>
        </p:nvCxnSpPr>
        <p:spPr>
          <a:xfrm rot="16200000" flipH="1">
            <a:off x="597761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1129">
            <a:extLst>
              <a:ext uri="{FF2B5EF4-FFF2-40B4-BE49-F238E27FC236}">
                <a16:creationId xmlns:a16="http://schemas.microsoft.com/office/drawing/2014/main" id="{A67E2C4E-DD15-318D-5FC4-B6FDB1AA6B26}"/>
              </a:ext>
            </a:extLst>
          </p:cNvPr>
          <p:cNvCxnSpPr>
            <a:cxnSpLocks/>
          </p:cNvCxnSpPr>
          <p:nvPr/>
        </p:nvCxnSpPr>
        <p:spPr>
          <a:xfrm rot="16200000" flipH="1">
            <a:off x="597761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1134">
            <a:extLst>
              <a:ext uri="{FF2B5EF4-FFF2-40B4-BE49-F238E27FC236}">
                <a16:creationId xmlns:a16="http://schemas.microsoft.com/office/drawing/2014/main" id="{E898DF35-F777-5577-3C52-6EB478094AAF}"/>
              </a:ext>
            </a:extLst>
          </p:cNvPr>
          <p:cNvCxnSpPr>
            <a:cxnSpLocks/>
          </p:cNvCxnSpPr>
          <p:nvPr/>
        </p:nvCxnSpPr>
        <p:spPr>
          <a:xfrm rot="16200000" flipH="1">
            <a:off x="597761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1139">
            <a:extLst>
              <a:ext uri="{FF2B5EF4-FFF2-40B4-BE49-F238E27FC236}">
                <a16:creationId xmlns:a16="http://schemas.microsoft.com/office/drawing/2014/main" id="{8365041E-85FA-0866-096F-3E87AC4F6D0C}"/>
              </a:ext>
            </a:extLst>
          </p:cNvPr>
          <p:cNvSpPr/>
          <p:nvPr/>
        </p:nvSpPr>
        <p:spPr>
          <a:xfrm>
            <a:off x="8589980" y="4040214"/>
            <a:ext cx="667422" cy="1377979"/>
          </a:xfrm>
          <a:prstGeom prst="rect">
            <a:avLst/>
          </a:prstGeom>
          <a:solidFill>
            <a:schemeClr val="accent2">
              <a:lumMod val="50000"/>
            </a:schemeClr>
          </a:solidFill>
          <a:ln w="28575" cap="flat" cmpd="sng" algn="ctr">
            <a:solidFill>
              <a:srgbClr val="494949"/>
            </a:solidFill>
            <a:prstDash val="solid"/>
            <a:miter lim="800000"/>
          </a:ln>
          <a:effectLst/>
        </p:spPr>
        <p:txBody>
          <a:bodyPr vert="horz" wrap="none" rtlCol="0" anchor="ctr"/>
          <a:lstStyle/>
          <a:p>
            <a:pPr algn="ctr" defTabSz="914400">
              <a:defRPr/>
            </a:pPr>
            <a:r>
              <a:rPr lang="en-US" sz="2400" b="1" kern="0">
                <a:solidFill>
                  <a:schemeClr val="bg1"/>
                </a:solidFill>
                <a:latin typeface="Calibri" panose="020F0502020204030204"/>
              </a:rPr>
              <a:t>RCD</a:t>
            </a:r>
          </a:p>
        </p:txBody>
      </p:sp>
      <p:sp>
        <p:nvSpPr>
          <p:cNvPr id="44" name="Rectangle 1144">
            <a:extLst>
              <a:ext uri="{FF2B5EF4-FFF2-40B4-BE49-F238E27FC236}">
                <a16:creationId xmlns:a16="http://schemas.microsoft.com/office/drawing/2014/main" id="{1FAF4A04-A1C8-352A-9FEF-2A4F3C74C64B}"/>
              </a:ext>
            </a:extLst>
          </p:cNvPr>
          <p:cNvSpPr/>
          <p:nvPr/>
        </p:nvSpPr>
        <p:spPr>
          <a:xfrm>
            <a:off x="5986702"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45" name="Group 1231">
            <a:extLst>
              <a:ext uri="{FF2B5EF4-FFF2-40B4-BE49-F238E27FC236}">
                <a16:creationId xmlns:a16="http://schemas.microsoft.com/office/drawing/2014/main" id="{56201C38-AC04-5EAF-F1EC-30AB0600642E}"/>
              </a:ext>
            </a:extLst>
          </p:cNvPr>
          <p:cNvGrpSpPr/>
          <p:nvPr/>
        </p:nvGrpSpPr>
        <p:grpSpPr>
          <a:xfrm>
            <a:off x="6043780" y="3844361"/>
            <a:ext cx="363592" cy="241548"/>
            <a:chOff x="7877914" y="1675761"/>
            <a:chExt cx="254530" cy="274320"/>
          </a:xfrm>
        </p:grpSpPr>
        <p:cxnSp>
          <p:nvCxnSpPr>
            <p:cNvPr id="152" name="Straight Arrow Connector 1232">
              <a:extLst>
                <a:ext uri="{FF2B5EF4-FFF2-40B4-BE49-F238E27FC236}">
                  <a16:creationId xmlns:a16="http://schemas.microsoft.com/office/drawing/2014/main" id="{9824C4B4-717A-8C58-FEE0-0A7377C722F8}"/>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3" name="Straight Arrow Connector 1233">
              <a:extLst>
                <a:ext uri="{FF2B5EF4-FFF2-40B4-BE49-F238E27FC236}">
                  <a16:creationId xmlns:a16="http://schemas.microsoft.com/office/drawing/2014/main" id="{384B9B08-7E87-E03F-50B0-1BE3E0AD810C}"/>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4" name="Straight Arrow Connector 1234">
              <a:extLst>
                <a:ext uri="{FF2B5EF4-FFF2-40B4-BE49-F238E27FC236}">
                  <a16:creationId xmlns:a16="http://schemas.microsoft.com/office/drawing/2014/main" id="{C2280C26-82C9-B53B-6B42-73AAAD0CDCC8}"/>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Arrow Connector 1235">
              <a:extLst>
                <a:ext uri="{FF2B5EF4-FFF2-40B4-BE49-F238E27FC236}">
                  <a16:creationId xmlns:a16="http://schemas.microsoft.com/office/drawing/2014/main" id="{BD42673B-9195-6327-CE1D-6C9B092BA3B9}"/>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46" name="Rectangle 1236">
            <a:extLst>
              <a:ext uri="{FF2B5EF4-FFF2-40B4-BE49-F238E27FC236}">
                <a16:creationId xmlns:a16="http://schemas.microsoft.com/office/drawing/2014/main" id="{29FCBA83-7CB2-506E-4266-1E8CF879B39F}"/>
              </a:ext>
            </a:extLst>
          </p:cNvPr>
          <p:cNvSpPr/>
          <p:nvPr/>
        </p:nvSpPr>
        <p:spPr>
          <a:xfrm>
            <a:off x="5986150"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47" name="Straight Arrow Connector 1238">
            <a:extLst>
              <a:ext uri="{FF2B5EF4-FFF2-40B4-BE49-F238E27FC236}">
                <a16:creationId xmlns:a16="http://schemas.microsoft.com/office/drawing/2014/main" id="{98BA7180-9C6A-59F6-84A6-4B448EC9647D}"/>
              </a:ext>
            </a:extLst>
          </p:cNvPr>
          <p:cNvCxnSpPr>
            <a:cxnSpLocks/>
          </p:cNvCxnSpPr>
          <p:nvPr/>
        </p:nvCxnSpPr>
        <p:spPr>
          <a:xfrm>
            <a:off x="630532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1268">
            <a:extLst>
              <a:ext uri="{FF2B5EF4-FFF2-40B4-BE49-F238E27FC236}">
                <a16:creationId xmlns:a16="http://schemas.microsoft.com/office/drawing/2014/main" id="{F3A11B4E-F6E4-07C8-2791-E58EA4F9D4BD}"/>
              </a:ext>
            </a:extLst>
          </p:cNvPr>
          <p:cNvCxnSpPr>
            <a:cxnSpLocks/>
          </p:cNvCxnSpPr>
          <p:nvPr/>
        </p:nvCxnSpPr>
        <p:spPr>
          <a:xfrm>
            <a:off x="641644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1274">
            <a:extLst>
              <a:ext uri="{FF2B5EF4-FFF2-40B4-BE49-F238E27FC236}">
                <a16:creationId xmlns:a16="http://schemas.microsoft.com/office/drawing/2014/main" id="{E0C78D8A-426D-F3F8-413C-04768B24EAA5}"/>
              </a:ext>
            </a:extLst>
          </p:cNvPr>
          <p:cNvCxnSpPr>
            <a:cxnSpLocks/>
          </p:cNvCxnSpPr>
          <p:nvPr/>
        </p:nvCxnSpPr>
        <p:spPr>
          <a:xfrm>
            <a:off x="604378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1276">
            <a:extLst>
              <a:ext uri="{FF2B5EF4-FFF2-40B4-BE49-F238E27FC236}">
                <a16:creationId xmlns:a16="http://schemas.microsoft.com/office/drawing/2014/main" id="{3B6003B9-3B9C-2111-878C-D2B47F7C1AAC}"/>
              </a:ext>
            </a:extLst>
          </p:cNvPr>
          <p:cNvCxnSpPr>
            <a:cxnSpLocks/>
          </p:cNvCxnSpPr>
          <p:nvPr/>
        </p:nvCxnSpPr>
        <p:spPr>
          <a:xfrm>
            <a:off x="6154898"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51" name="Rectangle 1278">
            <a:extLst>
              <a:ext uri="{FF2B5EF4-FFF2-40B4-BE49-F238E27FC236}">
                <a16:creationId xmlns:a16="http://schemas.microsoft.com/office/drawing/2014/main" id="{F0E00EDD-77ED-1429-FB93-AE40C6BDE8CF}"/>
              </a:ext>
            </a:extLst>
          </p:cNvPr>
          <p:cNvSpPr/>
          <p:nvPr/>
        </p:nvSpPr>
        <p:spPr>
          <a:xfrm>
            <a:off x="5986702"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2" name="Group 1280">
            <a:extLst>
              <a:ext uri="{FF2B5EF4-FFF2-40B4-BE49-F238E27FC236}">
                <a16:creationId xmlns:a16="http://schemas.microsoft.com/office/drawing/2014/main" id="{D8DDB658-785B-8DB2-C1A1-102F51E2054C}"/>
              </a:ext>
            </a:extLst>
          </p:cNvPr>
          <p:cNvGrpSpPr/>
          <p:nvPr/>
        </p:nvGrpSpPr>
        <p:grpSpPr>
          <a:xfrm>
            <a:off x="6043781" y="5975439"/>
            <a:ext cx="372663" cy="241548"/>
            <a:chOff x="7871564" y="3137742"/>
            <a:chExt cx="260880" cy="274320"/>
          </a:xfrm>
        </p:grpSpPr>
        <p:cxnSp>
          <p:nvCxnSpPr>
            <p:cNvPr id="148" name="Straight Arrow Connector 1281">
              <a:extLst>
                <a:ext uri="{FF2B5EF4-FFF2-40B4-BE49-F238E27FC236}">
                  <a16:creationId xmlns:a16="http://schemas.microsoft.com/office/drawing/2014/main" id="{7C44227F-1B7B-D98E-4B50-93C5D680C1D3}"/>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9" name="Straight Arrow Connector 1282">
              <a:extLst>
                <a:ext uri="{FF2B5EF4-FFF2-40B4-BE49-F238E27FC236}">
                  <a16:creationId xmlns:a16="http://schemas.microsoft.com/office/drawing/2014/main" id="{E6A9552B-8BB4-8782-5272-97F72A60F8C3}"/>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Arrow Connector 1283">
              <a:extLst>
                <a:ext uri="{FF2B5EF4-FFF2-40B4-BE49-F238E27FC236}">
                  <a16:creationId xmlns:a16="http://schemas.microsoft.com/office/drawing/2014/main" id="{0A5CD32E-1C16-F840-69C7-5F1DE6C1F696}"/>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Arrow Connector 1284">
              <a:extLst>
                <a:ext uri="{FF2B5EF4-FFF2-40B4-BE49-F238E27FC236}">
                  <a16:creationId xmlns:a16="http://schemas.microsoft.com/office/drawing/2014/main" id="{F6CC7DF2-A0A9-E02A-A297-4464435623F4}"/>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3" name="Rectangle 1285">
            <a:extLst>
              <a:ext uri="{FF2B5EF4-FFF2-40B4-BE49-F238E27FC236}">
                <a16:creationId xmlns:a16="http://schemas.microsoft.com/office/drawing/2014/main" id="{17615D22-00FF-CC82-D38C-326E955366C0}"/>
              </a:ext>
            </a:extLst>
          </p:cNvPr>
          <p:cNvSpPr/>
          <p:nvPr/>
        </p:nvSpPr>
        <p:spPr>
          <a:xfrm>
            <a:off x="5986150"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54" name="Straight Arrow Connector 833">
            <a:extLst>
              <a:ext uri="{FF2B5EF4-FFF2-40B4-BE49-F238E27FC236}">
                <a16:creationId xmlns:a16="http://schemas.microsoft.com/office/drawing/2014/main" id="{CBE2BA4B-4212-1526-1CDB-FD1EE9E69E2D}"/>
              </a:ext>
            </a:extLst>
          </p:cNvPr>
          <p:cNvCxnSpPr>
            <a:cxnSpLocks/>
          </p:cNvCxnSpPr>
          <p:nvPr/>
        </p:nvCxnSpPr>
        <p:spPr>
          <a:xfrm rot="16200000" flipH="1">
            <a:off x="661824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834">
            <a:extLst>
              <a:ext uri="{FF2B5EF4-FFF2-40B4-BE49-F238E27FC236}">
                <a16:creationId xmlns:a16="http://schemas.microsoft.com/office/drawing/2014/main" id="{3C8E88CA-F1BD-C90D-5E84-F4CA93EB2625}"/>
              </a:ext>
            </a:extLst>
          </p:cNvPr>
          <p:cNvCxnSpPr>
            <a:cxnSpLocks/>
          </p:cNvCxnSpPr>
          <p:nvPr/>
        </p:nvCxnSpPr>
        <p:spPr>
          <a:xfrm rot="16200000" flipH="1">
            <a:off x="661824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835">
            <a:extLst>
              <a:ext uri="{FF2B5EF4-FFF2-40B4-BE49-F238E27FC236}">
                <a16:creationId xmlns:a16="http://schemas.microsoft.com/office/drawing/2014/main" id="{ACB80039-93C6-82EA-D738-55FA63FE2604}"/>
              </a:ext>
            </a:extLst>
          </p:cNvPr>
          <p:cNvCxnSpPr>
            <a:cxnSpLocks/>
          </p:cNvCxnSpPr>
          <p:nvPr/>
        </p:nvCxnSpPr>
        <p:spPr>
          <a:xfrm rot="16200000" flipH="1">
            <a:off x="661824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Rectangle 836">
            <a:extLst>
              <a:ext uri="{FF2B5EF4-FFF2-40B4-BE49-F238E27FC236}">
                <a16:creationId xmlns:a16="http://schemas.microsoft.com/office/drawing/2014/main" id="{4C592CA2-EA09-D571-7133-B983F5C7D3B3}"/>
              </a:ext>
            </a:extLst>
          </p:cNvPr>
          <p:cNvSpPr/>
          <p:nvPr/>
        </p:nvSpPr>
        <p:spPr>
          <a:xfrm>
            <a:off x="6631868"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8" name="Group 837">
            <a:extLst>
              <a:ext uri="{FF2B5EF4-FFF2-40B4-BE49-F238E27FC236}">
                <a16:creationId xmlns:a16="http://schemas.microsoft.com/office/drawing/2014/main" id="{6BDF0562-A40E-AF3E-8920-74B51A40255D}"/>
              </a:ext>
            </a:extLst>
          </p:cNvPr>
          <p:cNvGrpSpPr/>
          <p:nvPr/>
        </p:nvGrpSpPr>
        <p:grpSpPr>
          <a:xfrm>
            <a:off x="6691732" y="3844361"/>
            <a:ext cx="363592" cy="241548"/>
            <a:chOff x="7877914" y="1675761"/>
            <a:chExt cx="254530" cy="274320"/>
          </a:xfrm>
        </p:grpSpPr>
        <p:cxnSp>
          <p:nvCxnSpPr>
            <p:cNvPr id="144" name="Straight Arrow Connector 838">
              <a:extLst>
                <a:ext uri="{FF2B5EF4-FFF2-40B4-BE49-F238E27FC236}">
                  <a16:creationId xmlns:a16="http://schemas.microsoft.com/office/drawing/2014/main" id="{5C660B5B-6FDF-A2CD-D90B-5A59C4F86EB2}"/>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839">
              <a:extLst>
                <a:ext uri="{FF2B5EF4-FFF2-40B4-BE49-F238E27FC236}">
                  <a16:creationId xmlns:a16="http://schemas.microsoft.com/office/drawing/2014/main" id="{EF1B91AF-ABC6-1E97-4535-0878C552200C}"/>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Arrow Connector 840">
              <a:extLst>
                <a:ext uri="{FF2B5EF4-FFF2-40B4-BE49-F238E27FC236}">
                  <a16:creationId xmlns:a16="http://schemas.microsoft.com/office/drawing/2014/main" id="{CCFEEB5F-1152-5D3E-9F83-0CA3A821E6F6}"/>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7" name="Straight Arrow Connector 841">
              <a:extLst>
                <a:ext uri="{FF2B5EF4-FFF2-40B4-BE49-F238E27FC236}">
                  <a16:creationId xmlns:a16="http://schemas.microsoft.com/office/drawing/2014/main" id="{61D0CA22-3FAE-FA49-590F-1D8E8C6B1940}"/>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9" name="Rectangle 842">
            <a:extLst>
              <a:ext uri="{FF2B5EF4-FFF2-40B4-BE49-F238E27FC236}">
                <a16:creationId xmlns:a16="http://schemas.microsoft.com/office/drawing/2014/main" id="{35412C31-3F16-1AB7-3094-10F0CCAECC0D}"/>
              </a:ext>
            </a:extLst>
          </p:cNvPr>
          <p:cNvSpPr/>
          <p:nvPr/>
        </p:nvSpPr>
        <p:spPr>
          <a:xfrm>
            <a:off x="6631591"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0" name="Straight Arrow Connector 843">
            <a:extLst>
              <a:ext uri="{FF2B5EF4-FFF2-40B4-BE49-F238E27FC236}">
                <a16:creationId xmlns:a16="http://schemas.microsoft.com/office/drawing/2014/main" id="{03107961-2054-074C-2115-07D91EA1C03A}"/>
              </a:ext>
            </a:extLst>
          </p:cNvPr>
          <p:cNvCxnSpPr>
            <a:cxnSpLocks/>
          </p:cNvCxnSpPr>
          <p:nvPr/>
        </p:nvCxnSpPr>
        <p:spPr>
          <a:xfrm>
            <a:off x="69532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844">
            <a:extLst>
              <a:ext uri="{FF2B5EF4-FFF2-40B4-BE49-F238E27FC236}">
                <a16:creationId xmlns:a16="http://schemas.microsoft.com/office/drawing/2014/main" id="{FAE95017-A923-00CB-EF06-A96AFA374F01}"/>
              </a:ext>
            </a:extLst>
          </p:cNvPr>
          <p:cNvCxnSpPr>
            <a:cxnSpLocks/>
          </p:cNvCxnSpPr>
          <p:nvPr/>
        </p:nvCxnSpPr>
        <p:spPr>
          <a:xfrm>
            <a:off x="70643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845">
            <a:extLst>
              <a:ext uri="{FF2B5EF4-FFF2-40B4-BE49-F238E27FC236}">
                <a16:creationId xmlns:a16="http://schemas.microsoft.com/office/drawing/2014/main" id="{B2863D42-E59A-D5A5-C938-D78F66CC4586}"/>
              </a:ext>
            </a:extLst>
          </p:cNvPr>
          <p:cNvCxnSpPr>
            <a:cxnSpLocks/>
          </p:cNvCxnSpPr>
          <p:nvPr/>
        </p:nvCxnSpPr>
        <p:spPr>
          <a:xfrm>
            <a:off x="669173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846">
            <a:extLst>
              <a:ext uri="{FF2B5EF4-FFF2-40B4-BE49-F238E27FC236}">
                <a16:creationId xmlns:a16="http://schemas.microsoft.com/office/drawing/2014/main" id="{96045C0A-B708-0FD5-B987-8543B67A1586}"/>
              </a:ext>
            </a:extLst>
          </p:cNvPr>
          <p:cNvCxnSpPr>
            <a:cxnSpLocks/>
          </p:cNvCxnSpPr>
          <p:nvPr/>
        </p:nvCxnSpPr>
        <p:spPr>
          <a:xfrm>
            <a:off x="680284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64" name="Rectangle 847">
            <a:extLst>
              <a:ext uri="{FF2B5EF4-FFF2-40B4-BE49-F238E27FC236}">
                <a16:creationId xmlns:a16="http://schemas.microsoft.com/office/drawing/2014/main" id="{6A442352-7A37-B72A-53EA-D7537F0F1931}"/>
              </a:ext>
            </a:extLst>
          </p:cNvPr>
          <p:cNvSpPr/>
          <p:nvPr/>
        </p:nvSpPr>
        <p:spPr>
          <a:xfrm>
            <a:off x="6631868"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65" name="Group 848">
            <a:extLst>
              <a:ext uri="{FF2B5EF4-FFF2-40B4-BE49-F238E27FC236}">
                <a16:creationId xmlns:a16="http://schemas.microsoft.com/office/drawing/2014/main" id="{3995D76A-6869-1E2F-5523-60D12B8C7003}"/>
              </a:ext>
            </a:extLst>
          </p:cNvPr>
          <p:cNvGrpSpPr/>
          <p:nvPr/>
        </p:nvGrpSpPr>
        <p:grpSpPr>
          <a:xfrm>
            <a:off x="6691733" y="5975439"/>
            <a:ext cx="372663" cy="241548"/>
            <a:chOff x="7871564" y="3137742"/>
            <a:chExt cx="260880" cy="274320"/>
          </a:xfrm>
        </p:grpSpPr>
        <p:cxnSp>
          <p:nvCxnSpPr>
            <p:cNvPr id="140" name="Straight Arrow Connector 849">
              <a:extLst>
                <a:ext uri="{FF2B5EF4-FFF2-40B4-BE49-F238E27FC236}">
                  <a16:creationId xmlns:a16="http://schemas.microsoft.com/office/drawing/2014/main" id="{10B346F1-D88A-EDB8-E18F-6913C6D8E6AA}"/>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850">
              <a:extLst>
                <a:ext uri="{FF2B5EF4-FFF2-40B4-BE49-F238E27FC236}">
                  <a16:creationId xmlns:a16="http://schemas.microsoft.com/office/drawing/2014/main" id="{F6F41550-6F42-4B3D-F1A6-4E80992E0456}"/>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Arrow Connector 851">
              <a:extLst>
                <a:ext uri="{FF2B5EF4-FFF2-40B4-BE49-F238E27FC236}">
                  <a16:creationId xmlns:a16="http://schemas.microsoft.com/office/drawing/2014/main" id="{CD6062D6-26E6-4CA0-34AD-F425A392BA43}"/>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Arrow Connector 852">
              <a:extLst>
                <a:ext uri="{FF2B5EF4-FFF2-40B4-BE49-F238E27FC236}">
                  <a16:creationId xmlns:a16="http://schemas.microsoft.com/office/drawing/2014/main" id="{C7B4FECA-BFF9-EF86-34A4-5E9B65966F7D}"/>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66" name="Rectangle 853">
            <a:extLst>
              <a:ext uri="{FF2B5EF4-FFF2-40B4-BE49-F238E27FC236}">
                <a16:creationId xmlns:a16="http://schemas.microsoft.com/office/drawing/2014/main" id="{BCD48055-42D7-AE36-AA5D-32CD5D1E6DAC}"/>
              </a:ext>
            </a:extLst>
          </p:cNvPr>
          <p:cNvSpPr/>
          <p:nvPr/>
        </p:nvSpPr>
        <p:spPr>
          <a:xfrm>
            <a:off x="6631591"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7" name="Straight Arrow Connector 860">
            <a:extLst>
              <a:ext uri="{FF2B5EF4-FFF2-40B4-BE49-F238E27FC236}">
                <a16:creationId xmlns:a16="http://schemas.microsoft.com/office/drawing/2014/main" id="{88221236-1FAF-A68F-2995-A4F3F1FA2F48}"/>
              </a:ext>
            </a:extLst>
          </p:cNvPr>
          <p:cNvCxnSpPr>
            <a:cxnSpLocks/>
          </p:cNvCxnSpPr>
          <p:nvPr/>
        </p:nvCxnSpPr>
        <p:spPr>
          <a:xfrm rot="16200000" flipH="1">
            <a:off x="725887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861">
            <a:extLst>
              <a:ext uri="{FF2B5EF4-FFF2-40B4-BE49-F238E27FC236}">
                <a16:creationId xmlns:a16="http://schemas.microsoft.com/office/drawing/2014/main" id="{9C976EA0-0355-49BB-B96C-E0605001B313}"/>
              </a:ext>
            </a:extLst>
          </p:cNvPr>
          <p:cNvCxnSpPr>
            <a:cxnSpLocks/>
          </p:cNvCxnSpPr>
          <p:nvPr/>
        </p:nvCxnSpPr>
        <p:spPr>
          <a:xfrm rot="16200000" flipH="1">
            <a:off x="725887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862">
            <a:extLst>
              <a:ext uri="{FF2B5EF4-FFF2-40B4-BE49-F238E27FC236}">
                <a16:creationId xmlns:a16="http://schemas.microsoft.com/office/drawing/2014/main" id="{AE6C8238-C9EC-15ED-9351-C74AB0F19380}"/>
              </a:ext>
            </a:extLst>
          </p:cNvPr>
          <p:cNvCxnSpPr>
            <a:cxnSpLocks/>
          </p:cNvCxnSpPr>
          <p:nvPr/>
        </p:nvCxnSpPr>
        <p:spPr>
          <a:xfrm rot="16200000" flipH="1">
            <a:off x="725887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Rectangle 863">
            <a:extLst>
              <a:ext uri="{FF2B5EF4-FFF2-40B4-BE49-F238E27FC236}">
                <a16:creationId xmlns:a16="http://schemas.microsoft.com/office/drawing/2014/main" id="{E3CD5657-7DD5-381F-0C0B-146A463B3A65}"/>
              </a:ext>
            </a:extLst>
          </p:cNvPr>
          <p:cNvSpPr/>
          <p:nvPr/>
        </p:nvSpPr>
        <p:spPr>
          <a:xfrm>
            <a:off x="7277031" y="3042727"/>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1" name="Group 864">
            <a:extLst>
              <a:ext uri="{FF2B5EF4-FFF2-40B4-BE49-F238E27FC236}">
                <a16:creationId xmlns:a16="http://schemas.microsoft.com/office/drawing/2014/main" id="{2F8E37AF-39A0-A80C-173D-6BCAFCCCB907}"/>
              </a:ext>
            </a:extLst>
          </p:cNvPr>
          <p:cNvGrpSpPr/>
          <p:nvPr/>
        </p:nvGrpSpPr>
        <p:grpSpPr>
          <a:xfrm>
            <a:off x="7339683" y="3844361"/>
            <a:ext cx="363592" cy="241548"/>
            <a:chOff x="7877914" y="1675761"/>
            <a:chExt cx="254530" cy="274320"/>
          </a:xfrm>
        </p:grpSpPr>
        <p:cxnSp>
          <p:nvCxnSpPr>
            <p:cNvPr id="136" name="Straight Arrow Connector 865">
              <a:extLst>
                <a:ext uri="{FF2B5EF4-FFF2-40B4-BE49-F238E27FC236}">
                  <a16:creationId xmlns:a16="http://schemas.microsoft.com/office/drawing/2014/main" id="{6FA6B33A-5316-493C-C12F-07446238B4A6}"/>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Arrow Connector 866">
              <a:extLst>
                <a:ext uri="{FF2B5EF4-FFF2-40B4-BE49-F238E27FC236}">
                  <a16:creationId xmlns:a16="http://schemas.microsoft.com/office/drawing/2014/main" id="{DB16315E-A797-F2AC-5D1D-950F8B05A9DC}"/>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Arrow Connector 867">
              <a:extLst>
                <a:ext uri="{FF2B5EF4-FFF2-40B4-BE49-F238E27FC236}">
                  <a16:creationId xmlns:a16="http://schemas.microsoft.com/office/drawing/2014/main" id="{AB0C2CF7-7FFA-90EA-33F5-6A8E0D91FE7A}"/>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868">
              <a:extLst>
                <a:ext uri="{FF2B5EF4-FFF2-40B4-BE49-F238E27FC236}">
                  <a16:creationId xmlns:a16="http://schemas.microsoft.com/office/drawing/2014/main" id="{D2A619FE-B429-F483-C137-EEB2CB70C1E8}"/>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2" name="Rectangle 869">
            <a:extLst>
              <a:ext uri="{FF2B5EF4-FFF2-40B4-BE49-F238E27FC236}">
                <a16:creationId xmlns:a16="http://schemas.microsoft.com/office/drawing/2014/main" id="{4F7B9823-D929-6994-7749-2C877BFF0A47}"/>
              </a:ext>
            </a:extLst>
          </p:cNvPr>
          <p:cNvSpPr/>
          <p:nvPr/>
        </p:nvSpPr>
        <p:spPr>
          <a:xfrm>
            <a:off x="7277031" y="40515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cxnSp>
        <p:nvCxnSpPr>
          <p:cNvPr id="73" name="Straight Arrow Connector 870">
            <a:extLst>
              <a:ext uri="{FF2B5EF4-FFF2-40B4-BE49-F238E27FC236}">
                <a16:creationId xmlns:a16="http://schemas.microsoft.com/office/drawing/2014/main" id="{8727DCE4-11EF-D06D-D091-4B5DCCC77A98}"/>
              </a:ext>
            </a:extLst>
          </p:cNvPr>
          <p:cNvCxnSpPr>
            <a:cxnSpLocks/>
          </p:cNvCxnSpPr>
          <p:nvPr/>
        </p:nvCxnSpPr>
        <p:spPr>
          <a:xfrm>
            <a:off x="760122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871">
            <a:extLst>
              <a:ext uri="{FF2B5EF4-FFF2-40B4-BE49-F238E27FC236}">
                <a16:creationId xmlns:a16="http://schemas.microsoft.com/office/drawing/2014/main" id="{0D172877-6CA1-4A4B-A944-7568AA1E78E5}"/>
              </a:ext>
            </a:extLst>
          </p:cNvPr>
          <p:cNvCxnSpPr>
            <a:cxnSpLocks/>
          </p:cNvCxnSpPr>
          <p:nvPr/>
        </p:nvCxnSpPr>
        <p:spPr>
          <a:xfrm>
            <a:off x="77123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872">
            <a:extLst>
              <a:ext uri="{FF2B5EF4-FFF2-40B4-BE49-F238E27FC236}">
                <a16:creationId xmlns:a16="http://schemas.microsoft.com/office/drawing/2014/main" id="{46CA04A5-748E-7F4B-1C70-096B7E9F3291}"/>
              </a:ext>
            </a:extLst>
          </p:cNvPr>
          <p:cNvCxnSpPr>
            <a:cxnSpLocks/>
          </p:cNvCxnSpPr>
          <p:nvPr/>
        </p:nvCxnSpPr>
        <p:spPr>
          <a:xfrm>
            <a:off x="733968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875">
            <a:extLst>
              <a:ext uri="{FF2B5EF4-FFF2-40B4-BE49-F238E27FC236}">
                <a16:creationId xmlns:a16="http://schemas.microsoft.com/office/drawing/2014/main" id="{6F83231C-6D99-5A17-8421-3D236FE7CC78}"/>
              </a:ext>
            </a:extLst>
          </p:cNvPr>
          <p:cNvCxnSpPr>
            <a:cxnSpLocks/>
          </p:cNvCxnSpPr>
          <p:nvPr/>
        </p:nvCxnSpPr>
        <p:spPr>
          <a:xfrm>
            <a:off x="7450801"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77" name="Rectangle 876">
            <a:extLst>
              <a:ext uri="{FF2B5EF4-FFF2-40B4-BE49-F238E27FC236}">
                <a16:creationId xmlns:a16="http://schemas.microsoft.com/office/drawing/2014/main" id="{B6AA7C9B-51EA-D2FE-218A-A6A334219891}"/>
              </a:ext>
            </a:extLst>
          </p:cNvPr>
          <p:cNvSpPr/>
          <p:nvPr/>
        </p:nvSpPr>
        <p:spPr>
          <a:xfrm>
            <a:off x="7277031" y="51642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8" name="Group 877">
            <a:extLst>
              <a:ext uri="{FF2B5EF4-FFF2-40B4-BE49-F238E27FC236}">
                <a16:creationId xmlns:a16="http://schemas.microsoft.com/office/drawing/2014/main" id="{6262B4CE-1E3B-4FE5-D27C-A992DDD4FB9E}"/>
              </a:ext>
            </a:extLst>
          </p:cNvPr>
          <p:cNvGrpSpPr/>
          <p:nvPr/>
        </p:nvGrpSpPr>
        <p:grpSpPr>
          <a:xfrm>
            <a:off x="7339684" y="5975439"/>
            <a:ext cx="372663" cy="241548"/>
            <a:chOff x="7871564" y="3137742"/>
            <a:chExt cx="260880" cy="274320"/>
          </a:xfrm>
        </p:grpSpPr>
        <p:cxnSp>
          <p:nvCxnSpPr>
            <p:cNvPr id="132" name="Straight Arrow Connector 878">
              <a:extLst>
                <a:ext uri="{FF2B5EF4-FFF2-40B4-BE49-F238E27FC236}">
                  <a16:creationId xmlns:a16="http://schemas.microsoft.com/office/drawing/2014/main" id="{2ED70DD0-6553-88FB-7FA4-708623176C5D}"/>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Arrow Connector 879">
              <a:extLst>
                <a:ext uri="{FF2B5EF4-FFF2-40B4-BE49-F238E27FC236}">
                  <a16:creationId xmlns:a16="http://schemas.microsoft.com/office/drawing/2014/main" id="{4221BACA-2258-CDCD-83D0-AB158C9ED7A1}"/>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880">
              <a:extLst>
                <a:ext uri="{FF2B5EF4-FFF2-40B4-BE49-F238E27FC236}">
                  <a16:creationId xmlns:a16="http://schemas.microsoft.com/office/drawing/2014/main" id="{C8094877-702E-4169-099E-DC4209627F21}"/>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891">
              <a:extLst>
                <a:ext uri="{FF2B5EF4-FFF2-40B4-BE49-F238E27FC236}">
                  <a16:creationId xmlns:a16="http://schemas.microsoft.com/office/drawing/2014/main" id="{D34DE8B4-F824-C223-E859-84F70816C7DE}"/>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9" name="Rectangle 892">
            <a:extLst>
              <a:ext uri="{FF2B5EF4-FFF2-40B4-BE49-F238E27FC236}">
                <a16:creationId xmlns:a16="http://schemas.microsoft.com/office/drawing/2014/main" id="{2BFB11DF-3DC3-43BA-D405-CBA76A86A358}"/>
              </a:ext>
            </a:extLst>
          </p:cNvPr>
          <p:cNvSpPr/>
          <p:nvPr/>
        </p:nvSpPr>
        <p:spPr>
          <a:xfrm>
            <a:off x="7277031" y="6173005"/>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80" name="Group 3">
            <a:extLst>
              <a:ext uri="{FF2B5EF4-FFF2-40B4-BE49-F238E27FC236}">
                <a16:creationId xmlns:a16="http://schemas.microsoft.com/office/drawing/2014/main" id="{13428BCD-7558-918A-BD05-CC8C1C8A486B}"/>
              </a:ext>
            </a:extLst>
          </p:cNvPr>
          <p:cNvGrpSpPr/>
          <p:nvPr/>
        </p:nvGrpSpPr>
        <p:grpSpPr>
          <a:xfrm>
            <a:off x="4747877" y="6987378"/>
            <a:ext cx="2964468" cy="298326"/>
            <a:chOff x="4471078" y="4219405"/>
            <a:chExt cx="2075256" cy="409091"/>
          </a:xfrm>
        </p:grpSpPr>
        <p:cxnSp>
          <p:nvCxnSpPr>
            <p:cNvPr id="112" name="Straight Arrow Connector 577">
              <a:extLst>
                <a:ext uri="{FF2B5EF4-FFF2-40B4-BE49-F238E27FC236}">
                  <a16:creationId xmlns:a16="http://schemas.microsoft.com/office/drawing/2014/main" id="{D17152E8-EBC3-2C25-8929-76B53CACFA64}"/>
                </a:ext>
              </a:extLst>
            </p:cNvPr>
            <p:cNvCxnSpPr>
              <a:cxnSpLocks/>
            </p:cNvCxnSpPr>
            <p:nvPr/>
          </p:nvCxnSpPr>
          <p:spPr>
            <a:xfrm>
              <a:off x="4654171"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590">
              <a:extLst>
                <a:ext uri="{FF2B5EF4-FFF2-40B4-BE49-F238E27FC236}">
                  <a16:creationId xmlns:a16="http://schemas.microsoft.com/office/drawing/2014/main" id="{E97CF17C-9760-854B-21FC-B1CD6392DE18}"/>
                </a:ext>
              </a:extLst>
            </p:cNvPr>
            <p:cNvCxnSpPr>
              <a:cxnSpLocks/>
            </p:cNvCxnSpPr>
            <p:nvPr/>
          </p:nvCxnSpPr>
          <p:spPr>
            <a:xfrm>
              <a:off x="4731958"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591">
              <a:extLst>
                <a:ext uri="{FF2B5EF4-FFF2-40B4-BE49-F238E27FC236}">
                  <a16:creationId xmlns:a16="http://schemas.microsoft.com/office/drawing/2014/main" id="{35A30CBE-9A75-E4E9-28BB-7B189925D5B5}"/>
                </a:ext>
              </a:extLst>
            </p:cNvPr>
            <p:cNvCxnSpPr>
              <a:cxnSpLocks/>
            </p:cNvCxnSpPr>
            <p:nvPr/>
          </p:nvCxnSpPr>
          <p:spPr>
            <a:xfrm>
              <a:off x="4471078"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593">
              <a:extLst>
                <a:ext uri="{FF2B5EF4-FFF2-40B4-BE49-F238E27FC236}">
                  <a16:creationId xmlns:a16="http://schemas.microsoft.com/office/drawing/2014/main" id="{2B355724-71EF-78B1-7D2A-88DC71442855}"/>
                </a:ext>
              </a:extLst>
            </p:cNvPr>
            <p:cNvCxnSpPr>
              <a:cxnSpLocks/>
            </p:cNvCxnSpPr>
            <p:nvPr/>
          </p:nvCxnSpPr>
          <p:spPr>
            <a:xfrm>
              <a:off x="4548865"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634">
              <a:extLst>
                <a:ext uri="{FF2B5EF4-FFF2-40B4-BE49-F238E27FC236}">
                  <a16:creationId xmlns:a16="http://schemas.microsoft.com/office/drawing/2014/main" id="{4EFBF89C-1467-B175-B4EA-2F966F6E4095}"/>
                </a:ext>
              </a:extLst>
            </p:cNvPr>
            <p:cNvCxnSpPr>
              <a:cxnSpLocks/>
            </p:cNvCxnSpPr>
            <p:nvPr/>
          </p:nvCxnSpPr>
          <p:spPr>
            <a:xfrm>
              <a:off x="5107765"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635">
              <a:extLst>
                <a:ext uri="{FF2B5EF4-FFF2-40B4-BE49-F238E27FC236}">
                  <a16:creationId xmlns:a16="http://schemas.microsoft.com/office/drawing/2014/main" id="{6AD440F5-3B5A-4396-3002-226BB75A6438}"/>
                </a:ext>
              </a:extLst>
            </p:cNvPr>
            <p:cNvCxnSpPr>
              <a:cxnSpLocks/>
            </p:cNvCxnSpPr>
            <p:nvPr/>
          </p:nvCxnSpPr>
          <p:spPr>
            <a:xfrm>
              <a:off x="5185552"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636">
              <a:extLst>
                <a:ext uri="{FF2B5EF4-FFF2-40B4-BE49-F238E27FC236}">
                  <a16:creationId xmlns:a16="http://schemas.microsoft.com/office/drawing/2014/main" id="{798A542A-CD6C-B1D7-EB23-40350BFBB07B}"/>
                </a:ext>
              </a:extLst>
            </p:cNvPr>
            <p:cNvCxnSpPr>
              <a:cxnSpLocks/>
            </p:cNvCxnSpPr>
            <p:nvPr/>
          </p:nvCxnSpPr>
          <p:spPr>
            <a:xfrm>
              <a:off x="4924672" y="4219405"/>
              <a:ext cx="0" cy="409091"/>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637">
              <a:extLst>
                <a:ext uri="{FF2B5EF4-FFF2-40B4-BE49-F238E27FC236}">
                  <a16:creationId xmlns:a16="http://schemas.microsoft.com/office/drawing/2014/main" id="{CD49D06F-CB04-1F64-C75F-6B1FB51D74DC}"/>
                </a:ext>
              </a:extLst>
            </p:cNvPr>
            <p:cNvCxnSpPr>
              <a:cxnSpLocks/>
            </p:cNvCxnSpPr>
            <p:nvPr/>
          </p:nvCxnSpPr>
          <p:spPr>
            <a:xfrm>
              <a:off x="5002459"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Arrow Connector 1286">
              <a:extLst>
                <a:ext uri="{FF2B5EF4-FFF2-40B4-BE49-F238E27FC236}">
                  <a16:creationId xmlns:a16="http://schemas.microsoft.com/office/drawing/2014/main" id="{90BBDDAD-4A07-3F3F-34F8-258AB60661BF}"/>
                </a:ext>
              </a:extLst>
            </p:cNvPr>
            <p:cNvCxnSpPr>
              <a:cxnSpLocks/>
            </p:cNvCxnSpPr>
            <p:nvPr/>
          </p:nvCxnSpPr>
          <p:spPr>
            <a:xfrm>
              <a:off x="5561359"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87">
              <a:extLst>
                <a:ext uri="{FF2B5EF4-FFF2-40B4-BE49-F238E27FC236}">
                  <a16:creationId xmlns:a16="http://schemas.microsoft.com/office/drawing/2014/main" id="{4AE02C99-9FC0-2C3F-D458-8427E5A9E10B}"/>
                </a:ext>
              </a:extLst>
            </p:cNvPr>
            <p:cNvCxnSpPr>
              <a:cxnSpLocks/>
            </p:cNvCxnSpPr>
            <p:nvPr/>
          </p:nvCxnSpPr>
          <p:spPr>
            <a:xfrm>
              <a:off x="5639146"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312">
              <a:extLst>
                <a:ext uri="{FF2B5EF4-FFF2-40B4-BE49-F238E27FC236}">
                  <a16:creationId xmlns:a16="http://schemas.microsoft.com/office/drawing/2014/main" id="{3C42A76D-DDBF-F29D-5924-463F08944065}"/>
                </a:ext>
              </a:extLst>
            </p:cNvPr>
            <p:cNvCxnSpPr>
              <a:cxnSpLocks/>
            </p:cNvCxnSpPr>
            <p:nvPr/>
          </p:nvCxnSpPr>
          <p:spPr>
            <a:xfrm>
              <a:off x="5378266"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337">
              <a:extLst>
                <a:ext uri="{FF2B5EF4-FFF2-40B4-BE49-F238E27FC236}">
                  <a16:creationId xmlns:a16="http://schemas.microsoft.com/office/drawing/2014/main" id="{6EC4A414-667E-DC7C-F655-34B36E05A61F}"/>
                </a:ext>
              </a:extLst>
            </p:cNvPr>
            <p:cNvCxnSpPr>
              <a:cxnSpLocks/>
            </p:cNvCxnSpPr>
            <p:nvPr/>
          </p:nvCxnSpPr>
          <p:spPr>
            <a:xfrm>
              <a:off x="5456053"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854">
              <a:extLst>
                <a:ext uri="{FF2B5EF4-FFF2-40B4-BE49-F238E27FC236}">
                  <a16:creationId xmlns:a16="http://schemas.microsoft.com/office/drawing/2014/main" id="{D5AABC73-B27B-1843-51D5-2B23ABBECE2B}"/>
                </a:ext>
              </a:extLst>
            </p:cNvPr>
            <p:cNvCxnSpPr>
              <a:cxnSpLocks/>
            </p:cNvCxnSpPr>
            <p:nvPr/>
          </p:nvCxnSpPr>
          <p:spPr>
            <a:xfrm>
              <a:off x="6014953"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855">
              <a:extLst>
                <a:ext uri="{FF2B5EF4-FFF2-40B4-BE49-F238E27FC236}">
                  <a16:creationId xmlns:a16="http://schemas.microsoft.com/office/drawing/2014/main" id="{AADD8DE3-694F-D6DB-5DF5-079490C82422}"/>
                </a:ext>
              </a:extLst>
            </p:cNvPr>
            <p:cNvCxnSpPr>
              <a:cxnSpLocks/>
            </p:cNvCxnSpPr>
            <p:nvPr/>
          </p:nvCxnSpPr>
          <p:spPr>
            <a:xfrm>
              <a:off x="6092740"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856">
              <a:extLst>
                <a:ext uri="{FF2B5EF4-FFF2-40B4-BE49-F238E27FC236}">
                  <a16:creationId xmlns:a16="http://schemas.microsoft.com/office/drawing/2014/main" id="{7C0B51B6-DEA1-4CE9-C8C2-BD428A122989}"/>
                </a:ext>
              </a:extLst>
            </p:cNvPr>
            <p:cNvCxnSpPr>
              <a:cxnSpLocks/>
            </p:cNvCxnSpPr>
            <p:nvPr/>
          </p:nvCxnSpPr>
          <p:spPr>
            <a:xfrm>
              <a:off x="5831860"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857">
              <a:extLst>
                <a:ext uri="{FF2B5EF4-FFF2-40B4-BE49-F238E27FC236}">
                  <a16:creationId xmlns:a16="http://schemas.microsoft.com/office/drawing/2014/main" id="{17EF0EF4-B1AA-FC62-E78E-BF8286FB97B7}"/>
                </a:ext>
              </a:extLst>
            </p:cNvPr>
            <p:cNvCxnSpPr>
              <a:cxnSpLocks/>
            </p:cNvCxnSpPr>
            <p:nvPr/>
          </p:nvCxnSpPr>
          <p:spPr>
            <a:xfrm>
              <a:off x="5909647"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893">
              <a:extLst>
                <a:ext uri="{FF2B5EF4-FFF2-40B4-BE49-F238E27FC236}">
                  <a16:creationId xmlns:a16="http://schemas.microsoft.com/office/drawing/2014/main" id="{C569E502-BB63-C243-5ED9-79163839D2AC}"/>
                </a:ext>
              </a:extLst>
            </p:cNvPr>
            <p:cNvCxnSpPr>
              <a:cxnSpLocks/>
            </p:cNvCxnSpPr>
            <p:nvPr/>
          </p:nvCxnSpPr>
          <p:spPr>
            <a:xfrm>
              <a:off x="6468547"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894">
              <a:extLst>
                <a:ext uri="{FF2B5EF4-FFF2-40B4-BE49-F238E27FC236}">
                  <a16:creationId xmlns:a16="http://schemas.microsoft.com/office/drawing/2014/main" id="{39403738-3574-7D04-FDAF-960AD58D4C6D}"/>
                </a:ext>
              </a:extLst>
            </p:cNvPr>
            <p:cNvCxnSpPr>
              <a:cxnSpLocks/>
            </p:cNvCxnSpPr>
            <p:nvPr/>
          </p:nvCxnSpPr>
          <p:spPr>
            <a:xfrm>
              <a:off x="6546334"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535">
              <a:extLst>
                <a:ext uri="{FF2B5EF4-FFF2-40B4-BE49-F238E27FC236}">
                  <a16:creationId xmlns:a16="http://schemas.microsoft.com/office/drawing/2014/main" id="{5A017713-92E4-39D7-7C75-FF43C74BE3B9}"/>
                </a:ext>
              </a:extLst>
            </p:cNvPr>
            <p:cNvCxnSpPr>
              <a:cxnSpLocks/>
            </p:cNvCxnSpPr>
            <p:nvPr/>
          </p:nvCxnSpPr>
          <p:spPr>
            <a:xfrm>
              <a:off x="6285454"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536">
              <a:extLst>
                <a:ext uri="{FF2B5EF4-FFF2-40B4-BE49-F238E27FC236}">
                  <a16:creationId xmlns:a16="http://schemas.microsoft.com/office/drawing/2014/main" id="{B70CA8C8-A960-2710-8D82-54D19A77331B}"/>
                </a:ext>
              </a:extLst>
            </p:cNvPr>
            <p:cNvCxnSpPr>
              <a:cxnSpLocks/>
            </p:cNvCxnSpPr>
            <p:nvPr/>
          </p:nvCxnSpPr>
          <p:spPr>
            <a:xfrm>
              <a:off x="6363241"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grpSp>
      <p:cxnSp>
        <p:nvCxnSpPr>
          <p:cNvPr id="81" name="Straight Arrow Connector 1564">
            <a:extLst>
              <a:ext uri="{FF2B5EF4-FFF2-40B4-BE49-F238E27FC236}">
                <a16:creationId xmlns:a16="http://schemas.microsoft.com/office/drawing/2014/main" id="{56F34213-1370-4FB3-18C0-41F4CEFCBFE9}"/>
              </a:ext>
            </a:extLst>
          </p:cNvPr>
          <p:cNvCxnSpPr>
            <a:cxnSpLocks/>
          </p:cNvCxnSpPr>
          <p:nvPr/>
        </p:nvCxnSpPr>
        <p:spPr>
          <a:xfrm>
            <a:off x="7773421" y="4290062"/>
            <a:ext cx="435400"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1565">
            <a:extLst>
              <a:ext uri="{FF2B5EF4-FFF2-40B4-BE49-F238E27FC236}">
                <a16:creationId xmlns:a16="http://schemas.microsoft.com/office/drawing/2014/main" id="{9537BE37-9713-121F-8F69-27EEBCFA67D9}"/>
              </a:ext>
            </a:extLst>
          </p:cNvPr>
          <p:cNvCxnSpPr>
            <a:cxnSpLocks/>
          </p:cNvCxnSpPr>
          <p:nvPr/>
        </p:nvCxnSpPr>
        <p:spPr>
          <a:xfrm>
            <a:off x="7773422" y="5396705"/>
            <a:ext cx="433133"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1566">
            <a:extLst>
              <a:ext uri="{FF2B5EF4-FFF2-40B4-BE49-F238E27FC236}">
                <a16:creationId xmlns:a16="http://schemas.microsoft.com/office/drawing/2014/main" id="{C7B6AC53-A902-6621-E025-218A751F5D8B}"/>
              </a:ext>
            </a:extLst>
          </p:cNvPr>
          <p:cNvCxnSpPr>
            <a:cxnSpLocks/>
          </p:cNvCxnSpPr>
          <p:nvPr/>
        </p:nvCxnSpPr>
        <p:spPr>
          <a:xfrm>
            <a:off x="7773422" y="6400547"/>
            <a:ext cx="625889"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1567">
            <a:extLst>
              <a:ext uri="{FF2B5EF4-FFF2-40B4-BE49-F238E27FC236}">
                <a16:creationId xmlns:a16="http://schemas.microsoft.com/office/drawing/2014/main" id="{AE7EEC4B-4A6C-682B-FDA5-38B2DFCE8BE2}"/>
              </a:ext>
            </a:extLst>
          </p:cNvPr>
          <p:cNvCxnSpPr>
            <a:cxnSpLocks/>
          </p:cNvCxnSpPr>
          <p:nvPr/>
        </p:nvCxnSpPr>
        <p:spPr>
          <a:xfrm flipH="1">
            <a:off x="8188412" y="4817684"/>
            <a:ext cx="399118"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1568">
            <a:extLst>
              <a:ext uri="{FF2B5EF4-FFF2-40B4-BE49-F238E27FC236}">
                <a16:creationId xmlns:a16="http://schemas.microsoft.com/office/drawing/2014/main" id="{60D690AD-84BA-5FD6-803F-AFA15CBCB820}"/>
              </a:ext>
            </a:extLst>
          </p:cNvPr>
          <p:cNvCxnSpPr>
            <a:cxnSpLocks/>
          </p:cNvCxnSpPr>
          <p:nvPr/>
        </p:nvCxnSpPr>
        <p:spPr>
          <a:xfrm rot="5400000">
            <a:off x="8480947" y="4346755"/>
            <a:ext cx="0" cy="213167"/>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1569">
            <a:extLst>
              <a:ext uri="{FF2B5EF4-FFF2-40B4-BE49-F238E27FC236}">
                <a16:creationId xmlns:a16="http://schemas.microsoft.com/office/drawing/2014/main" id="{89710088-4B2B-F9AF-2C2F-E28A84643D6D}"/>
              </a:ext>
            </a:extLst>
          </p:cNvPr>
          <p:cNvCxnSpPr>
            <a:cxnSpLocks/>
          </p:cNvCxnSpPr>
          <p:nvPr/>
        </p:nvCxnSpPr>
        <p:spPr>
          <a:xfrm rot="5400000">
            <a:off x="8480947" y="4893273"/>
            <a:ext cx="0" cy="213167"/>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Arrow Connector 1570">
            <a:extLst>
              <a:ext uri="{FF2B5EF4-FFF2-40B4-BE49-F238E27FC236}">
                <a16:creationId xmlns:a16="http://schemas.microsoft.com/office/drawing/2014/main" id="{D00FF55D-D3C1-4C3D-529E-7BB60BBFE0C0}"/>
              </a:ext>
            </a:extLst>
          </p:cNvPr>
          <p:cNvCxnSpPr>
            <a:cxnSpLocks/>
          </p:cNvCxnSpPr>
          <p:nvPr/>
        </p:nvCxnSpPr>
        <p:spPr>
          <a:xfrm flipH="1">
            <a:off x="8186145" y="4635511"/>
            <a:ext cx="401387"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1571">
            <a:extLst>
              <a:ext uri="{FF2B5EF4-FFF2-40B4-BE49-F238E27FC236}">
                <a16:creationId xmlns:a16="http://schemas.microsoft.com/office/drawing/2014/main" id="{C0DC358C-E05A-AD0A-48EA-DB657F020D5F}"/>
              </a:ext>
            </a:extLst>
          </p:cNvPr>
          <p:cNvCxnSpPr>
            <a:cxnSpLocks/>
          </p:cNvCxnSpPr>
          <p:nvPr/>
        </p:nvCxnSpPr>
        <p:spPr>
          <a:xfrm>
            <a:off x="8391904" y="4994887"/>
            <a:ext cx="0" cy="141607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1572">
            <a:extLst>
              <a:ext uri="{FF2B5EF4-FFF2-40B4-BE49-F238E27FC236}">
                <a16:creationId xmlns:a16="http://schemas.microsoft.com/office/drawing/2014/main" id="{B3E6CC2D-74F0-FC6F-690A-11EC6BCAC3B4}"/>
              </a:ext>
            </a:extLst>
          </p:cNvPr>
          <p:cNvCxnSpPr>
            <a:cxnSpLocks/>
          </p:cNvCxnSpPr>
          <p:nvPr/>
        </p:nvCxnSpPr>
        <p:spPr>
          <a:xfrm>
            <a:off x="8391904" y="3261103"/>
            <a:ext cx="0" cy="1203510"/>
          </a:xfrm>
          <a:prstGeom prst="straightConnector1">
            <a:avLst/>
          </a:prstGeom>
          <a:ln w="2540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1573">
            <a:extLst>
              <a:ext uri="{FF2B5EF4-FFF2-40B4-BE49-F238E27FC236}">
                <a16:creationId xmlns:a16="http://schemas.microsoft.com/office/drawing/2014/main" id="{A9D58CB0-C255-FB91-7E72-01770CC10A4C}"/>
              </a:ext>
            </a:extLst>
          </p:cNvPr>
          <p:cNvCxnSpPr>
            <a:cxnSpLocks/>
          </p:cNvCxnSpPr>
          <p:nvPr/>
        </p:nvCxnSpPr>
        <p:spPr>
          <a:xfrm>
            <a:off x="8196880" y="4812221"/>
            <a:ext cx="0" cy="598676"/>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1574">
            <a:extLst>
              <a:ext uri="{FF2B5EF4-FFF2-40B4-BE49-F238E27FC236}">
                <a16:creationId xmlns:a16="http://schemas.microsoft.com/office/drawing/2014/main" id="{C1B57036-A7D4-9163-36E1-80BF99C53311}"/>
              </a:ext>
            </a:extLst>
          </p:cNvPr>
          <p:cNvCxnSpPr>
            <a:cxnSpLocks/>
          </p:cNvCxnSpPr>
          <p:nvPr/>
        </p:nvCxnSpPr>
        <p:spPr>
          <a:xfrm>
            <a:off x="8196880" y="4282341"/>
            <a:ext cx="0" cy="35753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604">
            <a:extLst>
              <a:ext uri="{FF2B5EF4-FFF2-40B4-BE49-F238E27FC236}">
                <a16:creationId xmlns:a16="http://schemas.microsoft.com/office/drawing/2014/main" id="{0A6B99DE-A49E-18D1-3478-E3CA3CA8500C}"/>
              </a:ext>
            </a:extLst>
          </p:cNvPr>
          <p:cNvCxnSpPr>
            <a:cxnSpLocks/>
          </p:cNvCxnSpPr>
          <p:nvPr/>
        </p:nvCxnSpPr>
        <p:spPr>
          <a:xfrm rot="16200000" flipH="1">
            <a:off x="527167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Arrow Connector 1087">
            <a:extLst>
              <a:ext uri="{FF2B5EF4-FFF2-40B4-BE49-F238E27FC236}">
                <a16:creationId xmlns:a16="http://schemas.microsoft.com/office/drawing/2014/main" id="{C4C32C8C-FA86-64E5-D618-06F4DE7C0EAB}"/>
              </a:ext>
            </a:extLst>
          </p:cNvPr>
          <p:cNvCxnSpPr>
            <a:cxnSpLocks/>
          </p:cNvCxnSpPr>
          <p:nvPr/>
        </p:nvCxnSpPr>
        <p:spPr>
          <a:xfrm rot="16200000" flipH="1">
            <a:off x="591230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832">
            <a:extLst>
              <a:ext uri="{FF2B5EF4-FFF2-40B4-BE49-F238E27FC236}">
                <a16:creationId xmlns:a16="http://schemas.microsoft.com/office/drawing/2014/main" id="{008D3F24-7D6A-B635-F600-0F364631B6F5}"/>
              </a:ext>
            </a:extLst>
          </p:cNvPr>
          <p:cNvCxnSpPr>
            <a:cxnSpLocks/>
          </p:cNvCxnSpPr>
          <p:nvPr/>
        </p:nvCxnSpPr>
        <p:spPr>
          <a:xfrm rot="16200000" flipH="1">
            <a:off x="655293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859">
            <a:extLst>
              <a:ext uri="{FF2B5EF4-FFF2-40B4-BE49-F238E27FC236}">
                <a16:creationId xmlns:a16="http://schemas.microsoft.com/office/drawing/2014/main" id="{47A79E71-AC2F-49CF-A9B9-31D640BEE930}"/>
              </a:ext>
            </a:extLst>
          </p:cNvPr>
          <p:cNvCxnSpPr>
            <a:cxnSpLocks/>
          </p:cNvCxnSpPr>
          <p:nvPr/>
        </p:nvCxnSpPr>
        <p:spPr>
          <a:xfrm rot="16200000" flipH="1">
            <a:off x="719356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1563">
            <a:extLst>
              <a:ext uri="{FF2B5EF4-FFF2-40B4-BE49-F238E27FC236}">
                <a16:creationId xmlns:a16="http://schemas.microsoft.com/office/drawing/2014/main" id="{D56A641A-D339-1CF0-0E7A-27739BE44D22}"/>
              </a:ext>
            </a:extLst>
          </p:cNvPr>
          <p:cNvCxnSpPr>
            <a:cxnSpLocks/>
          </p:cNvCxnSpPr>
          <p:nvPr/>
        </p:nvCxnSpPr>
        <p:spPr>
          <a:xfrm>
            <a:off x="7773422" y="3274126"/>
            <a:ext cx="628157" cy="0"/>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Left Brace 1558">
            <a:extLst>
              <a:ext uri="{FF2B5EF4-FFF2-40B4-BE49-F238E27FC236}">
                <a16:creationId xmlns:a16="http://schemas.microsoft.com/office/drawing/2014/main" id="{D79782EF-23AF-0CD7-3D56-19BF7389D12C}"/>
              </a:ext>
            </a:extLst>
          </p:cNvPr>
          <p:cNvSpPr/>
          <p:nvPr/>
        </p:nvSpPr>
        <p:spPr>
          <a:xfrm>
            <a:off x="4400305" y="3051852"/>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6" name="TextBox 1559">
            <a:extLst>
              <a:ext uri="{FF2B5EF4-FFF2-40B4-BE49-F238E27FC236}">
                <a16:creationId xmlns:a16="http://schemas.microsoft.com/office/drawing/2014/main" id="{8C74DC91-BBB5-182A-0F04-66203972A61A}"/>
              </a:ext>
            </a:extLst>
          </p:cNvPr>
          <p:cNvSpPr txBox="1"/>
          <p:nvPr/>
        </p:nvSpPr>
        <p:spPr>
          <a:xfrm rot="16200000">
            <a:off x="3699912" y="3561938"/>
            <a:ext cx="1155354" cy="400110"/>
          </a:xfrm>
          <a:prstGeom prst="rect">
            <a:avLst/>
          </a:prstGeom>
          <a:noFill/>
        </p:spPr>
        <p:txBody>
          <a:bodyPr wrap="square">
            <a:spAutoFit/>
          </a:bodyPr>
          <a:lstStyle/>
          <a:p>
            <a:pPr defTabSz="914400">
              <a:defRPr/>
            </a:pPr>
            <a:r>
              <a:rPr lang="en-US" sz="2000" b="1">
                <a:latin typeface="Calibri" panose="020F0502020204030204"/>
              </a:rPr>
              <a:t>Rank 0</a:t>
            </a:r>
          </a:p>
        </p:txBody>
      </p:sp>
      <p:sp>
        <p:nvSpPr>
          <p:cNvPr id="107" name="Left Brace 1560">
            <a:extLst>
              <a:ext uri="{FF2B5EF4-FFF2-40B4-BE49-F238E27FC236}">
                <a16:creationId xmlns:a16="http://schemas.microsoft.com/office/drawing/2014/main" id="{2169C408-A651-47C1-7F55-BAD139367566}"/>
              </a:ext>
            </a:extLst>
          </p:cNvPr>
          <p:cNvSpPr/>
          <p:nvPr/>
        </p:nvSpPr>
        <p:spPr>
          <a:xfrm>
            <a:off x="4400305" y="5135549"/>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8" name="TextBox 1561">
            <a:extLst>
              <a:ext uri="{FF2B5EF4-FFF2-40B4-BE49-F238E27FC236}">
                <a16:creationId xmlns:a16="http://schemas.microsoft.com/office/drawing/2014/main" id="{500681AA-D457-4759-2267-A4F2C642E6A4}"/>
              </a:ext>
            </a:extLst>
          </p:cNvPr>
          <p:cNvSpPr txBox="1"/>
          <p:nvPr/>
        </p:nvSpPr>
        <p:spPr>
          <a:xfrm rot="16200000">
            <a:off x="3699912" y="5645635"/>
            <a:ext cx="1155354" cy="400110"/>
          </a:xfrm>
          <a:prstGeom prst="rect">
            <a:avLst/>
          </a:prstGeom>
          <a:noFill/>
        </p:spPr>
        <p:txBody>
          <a:bodyPr wrap="square">
            <a:spAutoFit/>
          </a:bodyPr>
          <a:lstStyle/>
          <a:p>
            <a:pPr defTabSz="914400">
              <a:defRPr/>
            </a:pPr>
            <a:r>
              <a:rPr lang="en-US" sz="2000" b="1">
                <a:latin typeface="Calibri" panose="020F0502020204030204"/>
              </a:rPr>
              <a:t>Rank 1</a:t>
            </a:r>
          </a:p>
        </p:txBody>
      </p:sp>
      <p:sp>
        <p:nvSpPr>
          <p:cNvPr id="109" name="TextBox 1591">
            <a:extLst>
              <a:ext uri="{FF2B5EF4-FFF2-40B4-BE49-F238E27FC236}">
                <a16:creationId xmlns:a16="http://schemas.microsoft.com/office/drawing/2014/main" id="{44378F09-BBD0-B799-C2EF-043B89A96C66}"/>
              </a:ext>
            </a:extLst>
          </p:cNvPr>
          <p:cNvSpPr txBox="1"/>
          <p:nvPr/>
        </p:nvSpPr>
        <p:spPr>
          <a:xfrm>
            <a:off x="7277032" y="2583321"/>
            <a:ext cx="814069" cy="344710"/>
          </a:xfrm>
          <a:prstGeom prst="rect">
            <a:avLst/>
          </a:prstGeom>
          <a:noFill/>
        </p:spPr>
        <p:txBody>
          <a:bodyPr wrap="none">
            <a:spAutoFit/>
          </a:bodyPr>
          <a:lstStyle/>
          <a:p>
            <a:pPr>
              <a:lnSpc>
                <a:spcPct val="80000"/>
              </a:lnSpc>
            </a:pPr>
            <a:r>
              <a:rPr lang="en-US" sz="2000" b="1">
                <a:solidFill>
                  <a:srgbClr val="FF0000"/>
                </a:solidFill>
              </a:rPr>
              <a:t>Failed</a:t>
            </a:r>
          </a:p>
        </p:txBody>
      </p:sp>
      <p:cxnSp>
        <p:nvCxnSpPr>
          <p:cNvPr id="110" name="Straight Arrow Connector 1592">
            <a:extLst>
              <a:ext uri="{FF2B5EF4-FFF2-40B4-BE49-F238E27FC236}">
                <a16:creationId xmlns:a16="http://schemas.microsoft.com/office/drawing/2014/main" id="{E1D0274D-A8BB-6334-7CB6-5C75318C996E}"/>
              </a:ext>
            </a:extLst>
          </p:cNvPr>
          <p:cNvCxnSpPr>
            <a:cxnSpLocks/>
          </p:cNvCxnSpPr>
          <p:nvPr/>
        </p:nvCxnSpPr>
        <p:spPr>
          <a:xfrm flipH="1" flipV="1">
            <a:off x="7905685" y="2850995"/>
            <a:ext cx="379814" cy="418768"/>
          </a:xfrm>
          <a:prstGeom prst="straightConnector1">
            <a:avLst/>
          </a:prstGeom>
          <a:ln w="3810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79" name="Straight Arrow Connector 1568">
            <a:extLst>
              <a:ext uri="{FF2B5EF4-FFF2-40B4-BE49-F238E27FC236}">
                <a16:creationId xmlns:a16="http://schemas.microsoft.com/office/drawing/2014/main" id="{747FF1DA-0002-E0EC-187C-01733F74AD60}"/>
              </a:ext>
            </a:extLst>
          </p:cNvPr>
          <p:cNvCxnSpPr>
            <a:cxnSpLocks/>
          </p:cNvCxnSpPr>
          <p:nvPr/>
        </p:nvCxnSpPr>
        <p:spPr>
          <a:xfrm rot="5400000">
            <a:off x="8482147" y="4347955"/>
            <a:ext cx="0" cy="213167"/>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1572">
            <a:extLst>
              <a:ext uri="{FF2B5EF4-FFF2-40B4-BE49-F238E27FC236}">
                <a16:creationId xmlns:a16="http://schemas.microsoft.com/office/drawing/2014/main" id="{4BBC9BA8-FCA0-0CB4-26E8-DEAB7591088E}"/>
              </a:ext>
            </a:extLst>
          </p:cNvPr>
          <p:cNvCxnSpPr>
            <a:cxnSpLocks/>
          </p:cNvCxnSpPr>
          <p:nvPr/>
        </p:nvCxnSpPr>
        <p:spPr>
          <a:xfrm>
            <a:off x="8393104" y="3262303"/>
            <a:ext cx="0" cy="1203510"/>
          </a:xfrm>
          <a:prstGeom prst="straightConnector1">
            <a:avLst/>
          </a:prstGeom>
          <a:ln w="254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1563">
            <a:extLst>
              <a:ext uri="{FF2B5EF4-FFF2-40B4-BE49-F238E27FC236}">
                <a16:creationId xmlns:a16="http://schemas.microsoft.com/office/drawing/2014/main" id="{7D7B79A8-A72C-2A86-005B-B09F423BC751}"/>
              </a:ext>
            </a:extLst>
          </p:cNvPr>
          <p:cNvCxnSpPr>
            <a:cxnSpLocks/>
          </p:cNvCxnSpPr>
          <p:nvPr/>
        </p:nvCxnSpPr>
        <p:spPr>
          <a:xfrm>
            <a:off x="7774622" y="3275326"/>
            <a:ext cx="628157" cy="0"/>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97" name="Rectangle 1504">
            <a:extLst>
              <a:ext uri="{FF2B5EF4-FFF2-40B4-BE49-F238E27FC236}">
                <a16:creationId xmlns:a16="http://schemas.microsoft.com/office/drawing/2014/main" id="{D29E72F4-826D-F062-538C-EC139A7ACC1A}"/>
              </a:ext>
            </a:extLst>
          </p:cNvPr>
          <p:cNvSpPr/>
          <p:nvPr/>
        </p:nvSpPr>
        <p:spPr>
          <a:xfrm>
            <a:off x="4604099" y="2953551"/>
            <a:ext cx="3296579" cy="108578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 name="Rectangle 2">
            <a:extLst>
              <a:ext uri="{FF2B5EF4-FFF2-40B4-BE49-F238E27FC236}">
                <a16:creationId xmlns:a16="http://schemas.microsoft.com/office/drawing/2014/main" id="{02E060AD-055F-15DE-B4E6-B9016B852250}"/>
              </a:ext>
            </a:extLst>
          </p:cNvPr>
          <p:cNvSpPr/>
          <p:nvPr/>
        </p:nvSpPr>
        <p:spPr>
          <a:xfrm>
            <a:off x="471470"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4" name="Rectangle 3">
            <a:extLst>
              <a:ext uri="{FF2B5EF4-FFF2-40B4-BE49-F238E27FC236}">
                <a16:creationId xmlns:a16="http://schemas.microsoft.com/office/drawing/2014/main" id="{B71FBD7F-F825-456A-F533-0A3EC3600C60}"/>
              </a:ext>
            </a:extLst>
          </p:cNvPr>
          <p:cNvSpPr/>
          <p:nvPr/>
        </p:nvSpPr>
        <p:spPr>
          <a:xfrm>
            <a:off x="1125692"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8" name="Rectangle 7">
            <a:extLst>
              <a:ext uri="{FF2B5EF4-FFF2-40B4-BE49-F238E27FC236}">
                <a16:creationId xmlns:a16="http://schemas.microsoft.com/office/drawing/2014/main" id="{47A629D4-D4B8-9611-A965-F56845EEFDEB}"/>
              </a:ext>
            </a:extLst>
          </p:cNvPr>
          <p:cNvSpPr/>
          <p:nvPr/>
        </p:nvSpPr>
        <p:spPr>
          <a:xfrm>
            <a:off x="1779914"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9" name="Group 8">
            <a:extLst>
              <a:ext uri="{FF2B5EF4-FFF2-40B4-BE49-F238E27FC236}">
                <a16:creationId xmlns:a16="http://schemas.microsoft.com/office/drawing/2014/main" id="{CB443204-4C2F-0DEB-D848-AF31302EC614}"/>
              </a:ext>
            </a:extLst>
          </p:cNvPr>
          <p:cNvGrpSpPr/>
          <p:nvPr/>
        </p:nvGrpSpPr>
        <p:grpSpPr>
          <a:xfrm>
            <a:off x="532899" y="3870215"/>
            <a:ext cx="368695" cy="244938"/>
            <a:chOff x="7877914" y="1675761"/>
            <a:chExt cx="254530" cy="274320"/>
          </a:xfrm>
        </p:grpSpPr>
        <p:cxnSp>
          <p:nvCxnSpPr>
            <p:cNvPr id="10" name="Straight Arrow Connector 9">
              <a:extLst>
                <a:ext uri="{FF2B5EF4-FFF2-40B4-BE49-F238E27FC236}">
                  <a16:creationId xmlns:a16="http://schemas.microsoft.com/office/drawing/2014/main" id="{339ADD8C-E45E-CC5A-C4C3-1C71AC4F9479}"/>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7B66588C-EEB1-F521-EAA1-3D59BDDA4558}"/>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B0DA22B1-9B5B-65BB-B837-01A0702D2ECE}"/>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a:extLst>
                <a:ext uri="{FF2B5EF4-FFF2-40B4-BE49-F238E27FC236}">
                  <a16:creationId xmlns:a16="http://schemas.microsoft.com/office/drawing/2014/main" id="{80ED1920-9C9C-F6F6-3803-C870CA8A2BD5}"/>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85" name="Straight Arrow Connector 284">
            <a:extLst>
              <a:ext uri="{FF2B5EF4-FFF2-40B4-BE49-F238E27FC236}">
                <a16:creationId xmlns:a16="http://schemas.microsoft.com/office/drawing/2014/main" id="{6B921485-EF5B-8F2A-AA48-E4BC982AE52A}"/>
              </a:ext>
            </a:extLst>
          </p:cNvPr>
          <p:cNvCxnSpPr>
            <a:cxnSpLocks/>
          </p:cNvCxnSpPr>
          <p:nvPr/>
        </p:nvCxnSpPr>
        <p:spPr>
          <a:xfrm>
            <a:off x="1445963" y="3870215"/>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295C3194-8F24-458F-BEE6-AB5547888781}"/>
              </a:ext>
            </a:extLst>
          </p:cNvPr>
          <p:cNvCxnSpPr>
            <a:cxnSpLocks/>
          </p:cNvCxnSpPr>
          <p:nvPr/>
        </p:nvCxnSpPr>
        <p:spPr>
          <a:xfrm>
            <a:off x="1558640" y="3870215"/>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88" name="Group 287">
            <a:extLst>
              <a:ext uri="{FF2B5EF4-FFF2-40B4-BE49-F238E27FC236}">
                <a16:creationId xmlns:a16="http://schemas.microsoft.com/office/drawing/2014/main" id="{1B597EAB-9F69-D714-17E0-D695D0FF119B}"/>
              </a:ext>
            </a:extLst>
          </p:cNvPr>
          <p:cNvGrpSpPr/>
          <p:nvPr/>
        </p:nvGrpSpPr>
        <p:grpSpPr>
          <a:xfrm>
            <a:off x="1846992" y="3870215"/>
            <a:ext cx="368695" cy="244938"/>
            <a:chOff x="7877914" y="1675761"/>
            <a:chExt cx="254530" cy="274320"/>
          </a:xfrm>
        </p:grpSpPr>
        <p:cxnSp>
          <p:nvCxnSpPr>
            <p:cNvPr id="289" name="Straight Arrow Connector 288">
              <a:extLst>
                <a:ext uri="{FF2B5EF4-FFF2-40B4-BE49-F238E27FC236}">
                  <a16:creationId xmlns:a16="http://schemas.microsoft.com/office/drawing/2014/main" id="{A7A46451-F0DA-AEA9-7E5F-AAE40769E7F7}"/>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38123A34-F774-D6CF-B14D-EF49560016B1}"/>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3BA74064-F01F-A5A6-8AF0-44861393DB30}"/>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51E8F47F-90B4-92F8-6C25-ECBB3F0518B6}"/>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93" name="Rectangle 292">
            <a:extLst>
              <a:ext uri="{FF2B5EF4-FFF2-40B4-BE49-F238E27FC236}">
                <a16:creationId xmlns:a16="http://schemas.microsoft.com/office/drawing/2014/main" id="{38E87A54-C3CB-7F20-E78A-03448D3E208A}"/>
              </a:ext>
            </a:extLst>
          </p:cNvPr>
          <p:cNvSpPr/>
          <p:nvPr/>
        </p:nvSpPr>
        <p:spPr>
          <a:xfrm>
            <a:off x="470351"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294" name="Straight Arrow Connector 293">
            <a:extLst>
              <a:ext uri="{FF2B5EF4-FFF2-40B4-BE49-F238E27FC236}">
                <a16:creationId xmlns:a16="http://schemas.microsoft.com/office/drawing/2014/main" id="{252EB58A-36CE-74C3-C7BF-49CB2E41857E}"/>
              </a:ext>
            </a:extLst>
          </p:cNvPr>
          <p:cNvCxnSpPr>
            <a:cxnSpLocks/>
          </p:cNvCxnSpPr>
          <p:nvPr/>
        </p:nvCxnSpPr>
        <p:spPr>
          <a:xfrm rot="16200000" flipH="1">
            <a:off x="1121076"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95" name="Rectangle 294">
            <a:extLst>
              <a:ext uri="{FF2B5EF4-FFF2-40B4-BE49-F238E27FC236}">
                <a16:creationId xmlns:a16="http://schemas.microsoft.com/office/drawing/2014/main" id="{5148C25D-7531-45C9-F6E8-50CFDF23FAB2}"/>
              </a:ext>
            </a:extLst>
          </p:cNvPr>
          <p:cNvSpPr/>
          <p:nvPr/>
        </p:nvSpPr>
        <p:spPr>
          <a:xfrm>
            <a:off x="1124852"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296" name="Straight Arrow Connector 295">
            <a:extLst>
              <a:ext uri="{FF2B5EF4-FFF2-40B4-BE49-F238E27FC236}">
                <a16:creationId xmlns:a16="http://schemas.microsoft.com/office/drawing/2014/main" id="{B7E47FF5-BEE3-DAE6-CB80-E7646898B6EE}"/>
              </a:ext>
            </a:extLst>
          </p:cNvPr>
          <p:cNvCxnSpPr>
            <a:cxnSpLocks/>
          </p:cNvCxnSpPr>
          <p:nvPr/>
        </p:nvCxnSpPr>
        <p:spPr>
          <a:xfrm rot="16200000" flipH="1">
            <a:off x="1770698"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97" name="Rectangle 296">
            <a:extLst>
              <a:ext uri="{FF2B5EF4-FFF2-40B4-BE49-F238E27FC236}">
                <a16:creationId xmlns:a16="http://schemas.microsoft.com/office/drawing/2014/main" id="{3CEA62E5-E42D-D0A6-A478-7D081BFC73B6}"/>
              </a:ext>
            </a:extLst>
          </p:cNvPr>
          <p:cNvSpPr/>
          <p:nvPr/>
        </p:nvSpPr>
        <p:spPr>
          <a:xfrm>
            <a:off x="1779353"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298" name="Straight Arrow Connector 297">
            <a:extLst>
              <a:ext uri="{FF2B5EF4-FFF2-40B4-BE49-F238E27FC236}">
                <a16:creationId xmlns:a16="http://schemas.microsoft.com/office/drawing/2014/main" id="{8CB59D9F-F58D-113A-E83A-28E01AB8E5ED}"/>
              </a:ext>
            </a:extLst>
          </p:cNvPr>
          <p:cNvCxnSpPr>
            <a:cxnSpLocks/>
          </p:cNvCxnSpPr>
          <p:nvPr/>
        </p:nvCxnSpPr>
        <p:spPr>
          <a:xfrm rot="16200000" flipH="1">
            <a:off x="2420321"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99" name="Group 298">
            <a:extLst>
              <a:ext uri="{FF2B5EF4-FFF2-40B4-BE49-F238E27FC236}">
                <a16:creationId xmlns:a16="http://schemas.microsoft.com/office/drawing/2014/main" id="{AFB4AD10-F53A-B0A0-F029-4559FC8B0F4D}"/>
              </a:ext>
            </a:extLst>
          </p:cNvPr>
          <p:cNvGrpSpPr/>
          <p:nvPr/>
        </p:nvGrpSpPr>
        <p:grpSpPr>
          <a:xfrm>
            <a:off x="523700" y="4897428"/>
            <a:ext cx="377894" cy="374245"/>
            <a:chOff x="7871564" y="2359501"/>
            <a:chExt cx="260880" cy="274320"/>
          </a:xfrm>
        </p:grpSpPr>
        <p:cxnSp>
          <p:nvCxnSpPr>
            <p:cNvPr id="300" name="Straight Arrow Connector 299">
              <a:extLst>
                <a:ext uri="{FF2B5EF4-FFF2-40B4-BE49-F238E27FC236}">
                  <a16:creationId xmlns:a16="http://schemas.microsoft.com/office/drawing/2014/main" id="{E32BA132-ADB5-AD78-A735-9B942CCF4D96}"/>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a:extLst>
                <a:ext uri="{FF2B5EF4-FFF2-40B4-BE49-F238E27FC236}">
                  <a16:creationId xmlns:a16="http://schemas.microsoft.com/office/drawing/2014/main" id="{60C4C82B-83F7-8DBC-242D-8A70EB59FE5C}"/>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a:extLst>
                <a:ext uri="{FF2B5EF4-FFF2-40B4-BE49-F238E27FC236}">
                  <a16:creationId xmlns:a16="http://schemas.microsoft.com/office/drawing/2014/main" id="{9276A808-C10F-6979-E178-86382454A609}"/>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67443C17-6CFC-9F64-1E5A-460C33CC59E1}"/>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04" name="Rectangle 303">
            <a:extLst>
              <a:ext uri="{FF2B5EF4-FFF2-40B4-BE49-F238E27FC236}">
                <a16:creationId xmlns:a16="http://schemas.microsoft.com/office/drawing/2014/main" id="{DA588A77-754E-FDBB-08DE-E0CB5346244A}"/>
              </a:ext>
            </a:extLst>
          </p:cNvPr>
          <p:cNvSpPr/>
          <p:nvPr/>
        </p:nvSpPr>
        <p:spPr>
          <a:xfrm>
            <a:off x="471470"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05" name="Group 304">
            <a:extLst>
              <a:ext uri="{FF2B5EF4-FFF2-40B4-BE49-F238E27FC236}">
                <a16:creationId xmlns:a16="http://schemas.microsoft.com/office/drawing/2014/main" id="{0D12A086-0882-4B35-934D-3ED5FAE85E58}"/>
              </a:ext>
            </a:extLst>
          </p:cNvPr>
          <p:cNvGrpSpPr/>
          <p:nvPr/>
        </p:nvGrpSpPr>
        <p:grpSpPr>
          <a:xfrm>
            <a:off x="523700" y="6024737"/>
            <a:ext cx="377894" cy="244938"/>
            <a:chOff x="7871564" y="3137742"/>
            <a:chExt cx="260880" cy="274320"/>
          </a:xfrm>
        </p:grpSpPr>
        <p:cxnSp>
          <p:nvCxnSpPr>
            <p:cNvPr id="306" name="Straight Arrow Connector 305">
              <a:extLst>
                <a:ext uri="{FF2B5EF4-FFF2-40B4-BE49-F238E27FC236}">
                  <a16:creationId xmlns:a16="http://schemas.microsoft.com/office/drawing/2014/main" id="{9F70520E-B2A0-90BC-6A65-8CF899918916}"/>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id="{B69F7C6C-B6E3-3700-5EB6-4CCAFD5F8384}"/>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a:extLst>
                <a:ext uri="{FF2B5EF4-FFF2-40B4-BE49-F238E27FC236}">
                  <a16:creationId xmlns:a16="http://schemas.microsoft.com/office/drawing/2014/main" id="{8D9A7D98-7C55-50A4-3E8C-C79653C04870}"/>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a:extLst>
                <a:ext uri="{FF2B5EF4-FFF2-40B4-BE49-F238E27FC236}">
                  <a16:creationId xmlns:a16="http://schemas.microsoft.com/office/drawing/2014/main" id="{83CFD309-6C5F-93F6-A617-94771FBF00CE}"/>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10" name="Rectangle 309">
            <a:extLst>
              <a:ext uri="{FF2B5EF4-FFF2-40B4-BE49-F238E27FC236}">
                <a16:creationId xmlns:a16="http://schemas.microsoft.com/office/drawing/2014/main" id="{FFDD84BB-8394-6C61-355D-768D7CFE47C0}"/>
              </a:ext>
            </a:extLst>
          </p:cNvPr>
          <p:cNvSpPr/>
          <p:nvPr/>
        </p:nvSpPr>
        <p:spPr>
          <a:xfrm>
            <a:off x="470351"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11" name="Straight Arrow Connector 310">
            <a:extLst>
              <a:ext uri="{FF2B5EF4-FFF2-40B4-BE49-F238E27FC236}">
                <a16:creationId xmlns:a16="http://schemas.microsoft.com/office/drawing/2014/main" id="{E3542793-E723-8A9C-FF42-062D7735C128}"/>
              </a:ext>
            </a:extLst>
          </p:cNvPr>
          <p:cNvCxnSpPr>
            <a:cxnSpLocks/>
          </p:cNvCxnSpPr>
          <p:nvPr/>
        </p:nvCxnSpPr>
        <p:spPr>
          <a:xfrm rot="16200000" flipH="1">
            <a:off x="1121076"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2" name="Straight Arrow Connector 311">
            <a:extLst>
              <a:ext uri="{FF2B5EF4-FFF2-40B4-BE49-F238E27FC236}">
                <a16:creationId xmlns:a16="http://schemas.microsoft.com/office/drawing/2014/main" id="{B12B3B6E-263F-1835-2F44-C5D1474EE2C4}"/>
              </a:ext>
            </a:extLst>
          </p:cNvPr>
          <p:cNvCxnSpPr>
            <a:cxnSpLocks/>
          </p:cNvCxnSpPr>
          <p:nvPr/>
        </p:nvCxnSpPr>
        <p:spPr>
          <a:xfrm rot="16200000" flipH="1">
            <a:off x="1121076"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3" name="Straight Arrow Connector 312">
            <a:extLst>
              <a:ext uri="{FF2B5EF4-FFF2-40B4-BE49-F238E27FC236}">
                <a16:creationId xmlns:a16="http://schemas.microsoft.com/office/drawing/2014/main" id="{CC363F7E-4674-1E18-D818-A993B3372A93}"/>
              </a:ext>
            </a:extLst>
          </p:cNvPr>
          <p:cNvCxnSpPr>
            <a:cxnSpLocks/>
          </p:cNvCxnSpPr>
          <p:nvPr/>
        </p:nvCxnSpPr>
        <p:spPr>
          <a:xfrm>
            <a:off x="1445963" y="4897428"/>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A11FC087-6BBF-046D-FDCB-EBE5D953D7D8}"/>
              </a:ext>
            </a:extLst>
          </p:cNvPr>
          <p:cNvCxnSpPr>
            <a:cxnSpLocks/>
          </p:cNvCxnSpPr>
          <p:nvPr/>
        </p:nvCxnSpPr>
        <p:spPr>
          <a:xfrm>
            <a:off x="1558640" y="4897428"/>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6" name="Rectangle 315">
            <a:extLst>
              <a:ext uri="{FF2B5EF4-FFF2-40B4-BE49-F238E27FC236}">
                <a16:creationId xmlns:a16="http://schemas.microsoft.com/office/drawing/2014/main" id="{B5B2D1F6-4DC4-D654-88D6-1CD3719F30ED}"/>
              </a:ext>
            </a:extLst>
          </p:cNvPr>
          <p:cNvSpPr/>
          <p:nvPr/>
        </p:nvSpPr>
        <p:spPr>
          <a:xfrm>
            <a:off x="1125692"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17" name="Straight Arrow Connector 316">
            <a:extLst>
              <a:ext uri="{FF2B5EF4-FFF2-40B4-BE49-F238E27FC236}">
                <a16:creationId xmlns:a16="http://schemas.microsoft.com/office/drawing/2014/main" id="{47C25188-AF5D-9FB4-603C-CC26CB1800DD}"/>
              </a:ext>
            </a:extLst>
          </p:cNvPr>
          <p:cNvCxnSpPr>
            <a:cxnSpLocks/>
          </p:cNvCxnSpPr>
          <p:nvPr/>
        </p:nvCxnSpPr>
        <p:spPr>
          <a:xfrm>
            <a:off x="1445963" y="6024737"/>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8" name="Straight Arrow Connector 317">
            <a:extLst>
              <a:ext uri="{FF2B5EF4-FFF2-40B4-BE49-F238E27FC236}">
                <a16:creationId xmlns:a16="http://schemas.microsoft.com/office/drawing/2014/main" id="{92575D10-AA7A-00A9-6EC6-828176AB68ED}"/>
              </a:ext>
            </a:extLst>
          </p:cNvPr>
          <p:cNvCxnSpPr>
            <a:cxnSpLocks/>
          </p:cNvCxnSpPr>
          <p:nvPr/>
        </p:nvCxnSpPr>
        <p:spPr>
          <a:xfrm>
            <a:off x="1558640" y="6024737"/>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320" name="Rectangle 319">
            <a:extLst>
              <a:ext uri="{FF2B5EF4-FFF2-40B4-BE49-F238E27FC236}">
                <a16:creationId xmlns:a16="http://schemas.microsoft.com/office/drawing/2014/main" id="{A73084BF-77BF-1E93-D8F1-E44C06B4ADE9}"/>
              </a:ext>
            </a:extLst>
          </p:cNvPr>
          <p:cNvSpPr/>
          <p:nvPr/>
        </p:nvSpPr>
        <p:spPr>
          <a:xfrm>
            <a:off x="1124852"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21" name="Straight Arrow Connector 320">
            <a:extLst>
              <a:ext uri="{FF2B5EF4-FFF2-40B4-BE49-F238E27FC236}">
                <a16:creationId xmlns:a16="http://schemas.microsoft.com/office/drawing/2014/main" id="{5941BC35-652A-E085-5E75-C1CC3FE013C6}"/>
              </a:ext>
            </a:extLst>
          </p:cNvPr>
          <p:cNvCxnSpPr>
            <a:cxnSpLocks/>
          </p:cNvCxnSpPr>
          <p:nvPr/>
        </p:nvCxnSpPr>
        <p:spPr>
          <a:xfrm rot="16200000" flipH="1">
            <a:off x="1770698"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2" name="Straight Arrow Connector 321">
            <a:extLst>
              <a:ext uri="{FF2B5EF4-FFF2-40B4-BE49-F238E27FC236}">
                <a16:creationId xmlns:a16="http://schemas.microsoft.com/office/drawing/2014/main" id="{45E4737A-F37E-CBF9-2C01-86FE15D19B3E}"/>
              </a:ext>
            </a:extLst>
          </p:cNvPr>
          <p:cNvCxnSpPr>
            <a:cxnSpLocks/>
          </p:cNvCxnSpPr>
          <p:nvPr/>
        </p:nvCxnSpPr>
        <p:spPr>
          <a:xfrm rot="16200000" flipH="1">
            <a:off x="1770698"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23" name="Group 322">
            <a:extLst>
              <a:ext uri="{FF2B5EF4-FFF2-40B4-BE49-F238E27FC236}">
                <a16:creationId xmlns:a16="http://schemas.microsoft.com/office/drawing/2014/main" id="{405C81E0-C97D-5FEA-7C3C-9DD63AF6BAE5}"/>
              </a:ext>
            </a:extLst>
          </p:cNvPr>
          <p:cNvGrpSpPr/>
          <p:nvPr/>
        </p:nvGrpSpPr>
        <p:grpSpPr>
          <a:xfrm>
            <a:off x="1837793" y="4897428"/>
            <a:ext cx="377894" cy="374245"/>
            <a:chOff x="7871564" y="2359501"/>
            <a:chExt cx="260880" cy="274320"/>
          </a:xfrm>
        </p:grpSpPr>
        <p:cxnSp>
          <p:nvCxnSpPr>
            <p:cNvPr id="324" name="Straight Arrow Connector 323">
              <a:extLst>
                <a:ext uri="{FF2B5EF4-FFF2-40B4-BE49-F238E27FC236}">
                  <a16:creationId xmlns:a16="http://schemas.microsoft.com/office/drawing/2014/main" id="{616F7404-562C-53C6-7EC1-D369B060D4DA}"/>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36B40211-3C7C-2E53-C2A9-6E46D9E184B1}"/>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9CD5962F-1A4D-82C6-0B14-315F409C51A5}"/>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DD0457B8-F7C3-9DA8-EF39-AF901C1EEB06}"/>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8" name="Rectangle 327">
            <a:extLst>
              <a:ext uri="{FF2B5EF4-FFF2-40B4-BE49-F238E27FC236}">
                <a16:creationId xmlns:a16="http://schemas.microsoft.com/office/drawing/2014/main" id="{45880E6E-16AB-76A4-B990-4A09D92B0221}"/>
              </a:ext>
            </a:extLst>
          </p:cNvPr>
          <p:cNvSpPr/>
          <p:nvPr/>
        </p:nvSpPr>
        <p:spPr>
          <a:xfrm>
            <a:off x="1779914"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29" name="Group 328">
            <a:extLst>
              <a:ext uri="{FF2B5EF4-FFF2-40B4-BE49-F238E27FC236}">
                <a16:creationId xmlns:a16="http://schemas.microsoft.com/office/drawing/2014/main" id="{7D6DB048-5E71-6B67-020D-D4224DC80556}"/>
              </a:ext>
            </a:extLst>
          </p:cNvPr>
          <p:cNvGrpSpPr/>
          <p:nvPr/>
        </p:nvGrpSpPr>
        <p:grpSpPr>
          <a:xfrm>
            <a:off x="1837793" y="6024737"/>
            <a:ext cx="377894" cy="244938"/>
            <a:chOff x="7871564" y="3137742"/>
            <a:chExt cx="260880" cy="274320"/>
          </a:xfrm>
        </p:grpSpPr>
        <p:cxnSp>
          <p:nvCxnSpPr>
            <p:cNvPr id="330" name="Straight Arrow Connector 329">
              <a:extLst>
                <a:ext uri="{FF2B5EF4-FFF2-40B4-BE49-F238E27FC236}">
                  <a16:creationId xmlns:a16="http://schemas.microsoft.com/office/drawing/2014/main" id="{5EB55F49-66D0-F9B8-BC32-E63778E09F53}"/>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5DBC3F5E-C8D5-3314-8DBC-5D3B2D0967FE}"/>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5F9BB82C-137D-21E4-227A-5D18B3870B4C}"/>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32DE89DC-0768-B961-8131-AE7E2A59E8A0}"/>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34" name="Rectangle 333">
            <a:extLst>
              <a:ext uri="{FF2B5EF4-FFF2-40B4-BE49-F238E27FC236}">
                <a16:creationId xmlns:a16="http://schemas.microsoft.com/office/drawing/2014/main" id="{65585F99-CC28-349F-6F46-E9F35AAACF43}"/>
              </a:ext>
            </a:extLst>
          </p:cNvPr>
          <p:cNvSpPr/>
          <p:nvPr/>
        </p:nvSpPr>
        <p:spPr>
          <a:xfrm>
            <a:off x="1779353"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35" name="Straight Arrow Connector 334">
            <a:extLst>
              <a:ext uri="{FF2B5EF4-FFF2-40B4-BE49-F238E27FC236}">
                <a16:creationId xmlns:a16="http://schemas.microsoft.com/office/drawing/2014/main" id="{2604E53E-806B-D34A-AB91-CAB6FA61E0A1}"/>
              </a:ext>
            </a:extLst>
          </p:cNvPr>
          <p:cNvCxnSpPr>
            <a:cxnSpLocks/>
          </p:cNvCxnSpPr>
          <p:nvPr/>
        </p:nvCxnSpPr>
        <p:spPr>
          <a:xfrm rot="16200000" flipH="1">
            <a:off x="2420321"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6" name="Straight Arrow Connector 335">
            <a:extLst>
              <a:ext uri="{FF2B5EF4-FFF2-40B4-BE49-F238E27FC236}">
                <a16:creationId xmlns:a16="http://schemas.microsoft.com/office/drawing/2014/main" id="{7C267CAE-BEF8-105C-8BA3-05D72C2406C8}"/>
              </a:ext>
            </a:extLst>
          </p:cNvPr>
          <p:cNvCxnSpPr>
            <a:cxnSpLocks/>
          </p:cNvCxnSpPr>
          <p:nvPr/>
        </p:nvCxnSpPr>
        <p:spPr>
          <a:xfrm rot="16200000" flipH="1">
            <a:off x="2420321"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37" name="Rectangle 336">
            <a:extLst>
              <a:ext uri="{FF2B5EF4-FFF2-40B4-BE49-F238E27FC236}">
                <a16:creationId xmlns:a16="http://schemas.microsoft.com/office/drawing/2014/main" id="{CD31E318-6933-48C0-5E41-1435E8DA1044}"/>
              </a:ext>
            </a:extLst>
          </p:cNvPr>
          <p:cNvSpPr/>
          <p:nvPr/>
        </p:nvSpPr>
        <p:spPr>
          <a:xfrm>
            <a:off x="2434135"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38" name="Group 337">
            <a:extLst>
              <a:ext uri="{FF2B5EF4-FFF2-40B4-BE49-F238E27FC236}">
                <a16:creationId xmlns:a16="http://schemas.microsoft.com/office/drawing/2014/main" id="{574B16DA-9F62-D0F2-2B62-473BF9B17180}"/>
              </a:ext>
            </a:extLst>
          </p:cNvPr>
          <p:cNvGrpSpPr/>
          <p:nvPr/>
        </p:nvGrpSpPr>
        <p:grpSpPr>
          <a:xfrm>
            <a:off x="2504038" y="3870215"/>
            <a:ext cx="368695" cy="244938"/>
            <a:chOff x="7877914" y="1675761"/>
            <a:chExt cx="254530" cy="274320"/>
          </a:xfrm>
        </p:grpSpPr>
        <p:cxnSp>
          <p:nvCxnSpPr>
            <p:cNvPr id="339" name="Straight Arrow Connector 338">
              <a:extLst>
                <a:ext uri="{FF2B5EF4-FFF2-40B4-BE49-F238E27FC236}">
                  <a16:creationId xmlns:a16="http://schemas.microsoft.com/office/drawing/2014/main" id="{DB8E345F-2250-F49A-0C1F-0717F7019638}"/>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0" name="Straight Arrow Connector 339">
              <a:extLst>
                <a:ext uri="{FF2B5EF4-FFF2-40B4-BE49-F238E27FC236}">
                  <a16:creationId xmlns:a16="http://schemas.microsoft.com/office/drawing/2014/main" id="{F813BB57-2CCE-C24B-A538-DC892428787A}"/>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6C735AAC-C9CE-9DEE-726C-A130D97A41B6}"/>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2" name="Straight Arrow Connector 341">
              <a:extLst>
                <a:ext uri="{FF2B5EF4-FFF2-40B4-BE49-F238E27FC236}">
                  <a16:creationId xmlns:a16="http://schemas.microsoft.com/office/drawing/2014/main" id="{CBB780E6-0682-AB46-2099-2AAA41003BD6}"/>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3" name="Rectangle 342">
            <a:extLst>
              <a:ext uri="{FF2B5EF4-FFF2-40B4-BE49-F238E27FC236}">
                <a16:creationId xmlns:a16="http://schemas.microsoft.com/office/drawing/2014/main" id="{74EBCF0F-A17F-A768-5F75-BAA3245F85AA}"/>
              </a:ext>
            </a:extLst>
          </p:cNvPr>
          <p:cNvSpPr/>
          <p:nvPr/>
        </p:nvSpPr>
        <p:spPr>
          <a:xfrm>
            <a:off x="2433854"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44" name="Group 343">
            <a:extLst>
              <a:ext uri="{FF2B5EF4-FFF2-40B4-BE49-F238E27FC236}">
                <a16:creationId xmlns:a16="http://schemas.microsoft.com/office/drawing/2014/main" id="{2D018E44-5D4B-F0BC-37D8-FBBE8021DAB0}"/>
              </a:ext>
            </a:extLst>
          </p:cNvPr>
          <p:cNvGrpSpPr/>
          <p:nvPr/>
        </p:nvGrpSpPr>
        <p:grpSpPr>
          <a:xfrm>
            <a:off x="2494839" y="4897428"/>
            <a:ext cx="377894" cy="374245"/>
            <a:chOff x="7871564" y="2359501"/>
            <a:chExt cx="260880" cy="274320"/>
          </a:xfrm>
        </p:grpSpPr>
        <p:cxnSp>
          <p:nvCxnSpPr>
            <p:cNvPr id="345" name="Straight Arrow Connector 344">
              <a:extLst>
                <a:ext uri="{FF2B5EF4-FFF2-40B4-BE49-F238E27FC236}">
                  <a16:creationId xmlns:a16="http://schemas.microsoft.com/office/drawing/2014/main" id="{4906D906-90E7-180D-061B-016358BFA104}"/>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825B0813-25FC-A93F-518E-B29EAC320DFF}"/>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063589F6-85E6-F1C5-2230-BC2B90C3D50C}"/>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1865918C-2617-11E5-014D-4ED4CC1243FB}"/>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9" name="Rectangle 348">
            <a:extLst>
              <a:ext uri="{FF2B5EF4-FFF2-40B4-BE49-F238E27FC236}">
                <a16:creationId xmlns:a16="http://schemas.microsoft.com/office/drawing/2014/main" id="{48BD6CCD-14F2-7DCA-B4A5-63916195C542}"/>
              </a:ext>
            </a:extLst>
          </p:cNvPr>
          <p:cNvSpPr/>
          <p:nvPr/>
        </p:nvSpPr>
        <p:spPr>
          <a:xfrm>
            <a:off x="2434135"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50" name="Group 349">
            <a:extLst>
              <a:ext uri="{FF2B5EF4-FFF2-40B4-BE49-F238E27FC236}">
                <a16:creationId xmlns:a16="http://schemas.microsoft.com/office/drawing/2014/main" id="{549C8AF7-23D2-7B33-52EE-69FE64113D71}"/>
              </a:ext>
            </a:extLst>
          </p:cNvPr>
          <p:cNvGrpSpPr/>
          <p:nvPr/>
        </p:nvGrpSpPr>
        <p:grpSpPr>
          <a:xfrm>
            <a:off x="2494839" y="6024737"/>
            <a:ext cx="377894" cy="244938"/>
            <a:chOff x="7871564" y="3137742"/>
            <a:chExt cx="260880" cy="274320"/>
          </a:xfrm>
        </p:grpSpPr>
        <p:cxnSp>
          <p:nvCxnSpPr>
            <p:cNvPr id="351" name="Straight Arrow Connector 350">
              <a:extLst>
                <a:ext uri="{FF2B5EF4-FFF2-40B4-BE49-F238E27FC236}">
                  <a16:creationId xmlns:a16="http://schemas.microsoft.com/office/drawing/2014/main" id="{E1F1F9BA-EB33-72D7-A4B8-325EB94B013D}"/>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21B258C0-AB33-2E97-89A6-0009E144D428}"/>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B27FCE97-F754-85CF-C1BF-FD2B6121BDB6}"/>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4" name="Straight Arrow Connector 353">
              <a:extLst>
                <a:ext uri="{FF2B5EF4-FFF2-40B4-BE49-F238E27FC236}">
                  <a16:creationId xmlns:a16="http://schemas.microsoft.com/office/drawing/2014/main" id="{A25E5800-D93A-F238-849D-74A3CC8C800E}"/>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5" name="Rectangle 354">
            <a:extLst>
              <a:ext uri="{FF2B5EF4-FFF2-40B4-BE49-F238E27FC236}">
                <a16:creationId xmlns:a16="http://schemas.microsoft.com/office/drawing/2014/main" id="{F12CA186-BAFE-C646-27DF-813899E2EDE6}"/>
              </a:ext>
            </a:extLst>
          </p:cNvPr>
          <p:cNvSpPr/>
          <p:nvPr/>
        </p:nvSpPr>
        <p:spPr>
          <a:xfrm>
            <a:off x="2433854"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56" name="Straight Arrow Connector 355">
            <a:extLst>
              <a:ext uri="{FF2B5EF4-FFF2-40B4-BE49-F238E27FC236}">
                <a16:creationId xmlns:a16="http://schemas.microsoft.com/office/drawing/2014/main" id="{54C8EBA0-4894-6A4C-DCEB-3B379DCAD55C}"/>
              </a:ext>
            </a:extLst>
          </p:cNvPr>
          <p:cNvCxnSpPr>
            <a:cxnSpLocks/>
          </p:cNvCxnSpPr>
          <p:nvPr/>
        </p:nvCxnSpPr>
        <p:spPr>
          <a:xfrm rot="16200000" flipH="1">
            <a:off x="3069943"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7" name="Straight Arrow Connector 356">
            <a:extLst>
              <a:ext uri="{FF2B5EF4-FFF2-40B4-BE49-F238E27FC236}">
                <a16:creationId xmlns:a16="http://schemas.microsoft.com/office/drawing/2014/main" id="{C3DC0CC4-B3D2-E7DB-4D5F-B7199C5F97BF}"/>
              </a:ext>
            </a:extLst>
          </p:cNvPr>
          <p:cNvCxnSpPr>
            <a:cxnSpLocks/>
          </p:cNvCxnSpPr>
          <p:nvPr/>
        </p:nvCxnSpPr>
        <p:spPr>
          <a:xfrm rot="16200000" flipH="1">
            <a:off x="3069943"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8" name="Straight Arrow Connector 357">
            <a:extLst>
              <a:ext uri="{FF2B5EF4-FFF2-40B4-BE49-F238E27FC236}">
                <a16:creationId xmlns:a16="http://schemas.microsoft.com/office/drawing/2014/main" id="{6E47100E-1F43-16DE-143E-B4C86F395585}"/>
              </a:ext>
            </a:extLst>
          </p:cNvPr>
          <p:cNvCxnSpPr>
            <a:cxnSpLocks/>
          </p:cNvCxnSpPr>
          <p:nvPr/>
        </p:nvCxnSpPr>
        <p:spPr>
          <a:xfrm rot="16200000" flipH="1">
            <a:off x="3069943"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59" name="Rectangle 358">
            <a:extLst>
              <a:ext uri="{FF2B5EF4-FFF2-40B4-BE49-F238E27FC236}">
                <a16:creationId xmlns:a16="http://schemas.microsoft.com/office/drawing/2014/main" id="{A22CC1E8-ACDB-CCD6-2F6D-AAF0254BBD22}"/>
              </a:ext>
            </a:extLst>
          </p:cNvPr>
          <p:cNvSpPr/>
          <p:nvPr/>
        </p:nvSpPr>
        <p:spPr>
          <a:xfrm>
            <a:off x="3088354" y="3042727"/>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60" name="Group 359">
            <a:extLst>
              <a:ext uri="{FF2B5EF4-FFF2-40B4-BE49-F238E27FC236}">
                <a16:creationId xmlns:a16="http://schemas.microsoft.com/office/drawing/2014/main" id="{6145F913-2D5D-2B53-90EA-C64EDC4F0350}"/>
              </a:ext>
            </a:extLst>
          </p:cNvPr>
          <p:cNvGrpSpPr/>
          <p:nvPr/>
        </p:nvGrpSpPr>
        <p:grpSpPr>
          <a:xfrm>
            <a:off x="3161085" y="3870215"/>
            <a:ext cx="368695" cy="244938"/>
            <a:chOff x="7877914" y="1675761"/>
            <a:chExt cx="254530" cy="274320"/>
          </a:xfrm>
        </p:grpSpPr>
        <p:cxnSp>
          <p:nvCxnSpPr>
            <p:cNvPr id="361" name="Straight Arrow Connector 360">
              <a:extLst>
                <a:ext uri="{FF2B5EF4-FFF2-40B4-BE49-F238E27FC236}">
                  <a16:creationId xmlns:a16="http://schemas.microsoft.com/office/drawing/2014/main" id="{502F373B-31A9-6F6A-FFDB-7A37A6475473}"/>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2" name="Straight Arrow Connector 361">
              <a:extLst>
                <a:ext uri="{FF2B5EF4-FFF2-40B4-BE49-F238E27FC236}">
                  <a16:creationId xmlns:a16="http://schemas.microsoft.com/office/drawing/2014/main" id="{11280C1E-CFD1-09D7-0C4D-892B024CD004}"/>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3" name="Straight Arrow Connector 362">
              <a:extLst>
                <a:ext uri="{FF2B5EF4-FFF2-40B4-BE49-F238E27FC236}">
                  <a16:creationId xmlns:a16="http://schemas.microsoft.com/office/drawing/2014/main" id="{8652D88D-1D7C-7DA1-93DE-5014A8771559}"/>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Straight Arrow Connector 363">
              <a:extLst>
                <a:ext uri="{FF2B5EF4-FFF2-40B4-BE49-F238E27FC236}">
                  <a16:creationId xmlns:a16="http://schemas.microsoft.com/office/drawing/2014/main" id="{BC359837-9835-6DBD-2738-826F05DAF321}"/>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65" name="Rectangle 364">
            <a:extLst>
              <a:ext uri="{FF2B5EF4-FFF2-40B4-BE49-F238E27FC236}">
                <a16:creationId xmlns:a16="http://schemas.microsoft.com/office/drawing/2014/main" id="{AC58ACA6-D66F-D61A-51A4-19E5BBDCA768}"/>
              </a:ext>
            </a:extLst>
          </p:cNvPr>
          <p:cNvSpPr/>
          <p:nvPr/>
        </p:nvSpPr>
        <p:spPr>
          <a:xfrm>
            <a:off x="3088354" y="4065676"/>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66" name="Group 365">
            <a:extLst>
              <a:ext uri="{FF2B5EF4-FFF2-40B4-BE49-F238E27FC236}">
                <a16:creationId xmlns:a16="http://schemas.microsoft.com/office/drawing/2014/main" id="{2C44EE01-4B0D-C706-D61E-FEB3D6A3A64B}"/>
              </a:ext>
            </a:extLst>
          </p:cNvPr>
          <p:cNvGrpSpPr/>
          <p:nvPr/>
        </p:nvGrpSpPr>
        <p:grpSpPr>
          <a:xfrm>
            <a:off x="3151886" y="4897428"/>
            <a:ext cx="377894" cy="374245"/>
            <a:chOff x="7871564" y="2359501"/>
            <a:chExt cx="260880" cy="274320"/>
          </a:xfrm>
        </p:grpSpPr>
        <p:cxnSp>
          <p:nvCxnSpPr>
            <p:cNvPr id="367" name="Straight Arrow Connector 366">
              <a:extLst>
                <a:ext uri="{FF2B5EF4-FFF2-40B4-BE49-F238E27FC236}">
                  <a16:creationId xmlns:a16="http://schemas.microsoft.com/office/drawing/2014/main" id="{6F61B051-D51B-3A98-86D1-834699A31C59}"/>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8" name="Straight Arrow Connector 367">
              <a:extLst>
                <a:ext uri="{FF2B5EF4-FFF2-40B4-BE49-F238E27FC236}">
                  <a16:creationId xmlns:a16="http://schemas.microsoft.com/office/drawing/2014/main" id="{E806F381-A815-85B2-BE63-A238A34B7A6D}"/>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9" name="Straight Arrow Connector 368">
              <a:extLst>
                <a:ext uri="{FF2B5EF4-FFF2-40B4-BE49-F238E27FC236}">
                  <a16:creationId xmlns:a16="http://schemas.microsoft.com/office/drawing/2014/main" id="{42B65226-D526-3344-E9E2-6966FB39F3F3}"/>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0" name="Straight Arrow Connector 369">
              <a:extLst>
                <a:ext uri="{FF2B5EF4-FFF2-40B4-BE49-F238E27FC236}">
                  <a16:creationId xmlns:a16="http://schemas.microsoft.com/office/drawing/2014/main" id="{83ECCC32-94AF-7562-52F5-65D58DA958F1}"/>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1" name="Rectangle 370">
            <a:extLst>
              <a:ext uri="{FF2B5EF4-FFF2-40B4-BE49-F238E27FC236}">
                <a16:creationId xmlns:a16="http://schemas.microsoft.com/office/drawing/2014/main" id="{44973DDF-9F4B-5943-442F-1D592DD2F697}"/>
              </a:ext>
            </a:extLst>
          </p:cNvPr>
          <p:cNvSpPr/>
          <p:nvPr/>
        </p:nvSpPr>
        <p:spPr>
          <a:xfrm>
            <a:off x="3088354" y="5193994"/>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72" name="Group 371">
            <a:extLst>
              <a:ext uri="{FF2B5EF4-FFF2-40B4-BE49-F238E27FC236}">
                <a16:creationId xmlns:a16="http://schemas.microsoft.com/office/drawing/2014/main" id="{EA397DA7-5898-06AF-C4AA-0083048EDF63}"/>
              </a:ext>
            </a:extLst>
          </p:cNvPr>
          <p:cNvGrpSpPr/>
          <p:nvPr/>
        </p:nvGrpSpPr>
        <p:grpSpPr>
          <a:xfrm>
            <a:off x="3151886" y="6024737"/>
            <a:ext cx="377894" cy="244938"/>
            <a:chOff x="7871564" y="3137742"/>
            <a:chExt cx="260880" cy="274320"/>
          </a:xfrm>
        </p:grpSpPr>
        <p:cxnSp>
          <p:nvCxnSpPr>
            <p:cNvPr id="373" name="Straight Arrow Connector 372">
              <a:extLst>
                <a:ext uri="{FF2B5EF4-FFF2-40B4-BE49-F238E27FC236}">
                  <a16:creationId xmlns:a16="http://schemas.microsoft.com/office/drawing/2014/main" id="{BA62E46E-20C7-CF08-C471-783457DCA8AB}"/>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4" name="Straight Arrow Connector 373">
              <a:extLst>
                <a:ext uri="{FF2B5EF4-FFF2-40B4-BE49-F238E27FC236}">
                  <a16:creationId xmlns:a16="http://schemas.microsoft.com/office/drawing/2014/main" id="{6CF89191-BD11-E8CA-76DA-BE2D2D085EF8}"/>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5" name="Straight Arrow Connector 374">
              <a:extLst>
                <a:ext uri="{FF2B5EF4-FFF2-40B4-BE49-F238E27FC236}">
                  <a16:creationId xmlns:a16="http://schemas.microsoft.com/office/drawing/2014/main" id="{EE3CC495-03C9-F257-F8CD-064ECE1788B2}"/>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8975561-26FF-571B-9246-4479FE114C01}"/>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7" name="Rectangle 376">
            <a:extLst>
              <a:ext uri="{FF2B5EF4-FFF2-40B4-BE49-F238E27FC236}">
                <a16:creationId xmlns:a16="http://schemas.microsoft.com/office/drawing/2014/main" id="{59C8EB67-4124-6A1B-E45A-6C2FA13F0308}"/>
              </a:ext>
            </a:extLst>
          </p:cNvPr>
          <p:cNvSpPr/>
          <p:nvPr/>
        </p:nvSpPr>
        <p:spPr>
          <a:xfrm>
            <a:off x="3088354" y="6216943"/>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cxnSp>
        <p:nvCxnSpPr>
          <p:cNvPr id="378" name="Straight Arrow Connector 377">
            <a:extLst>
              <a:ext uri="{FF2B5EF4-FFF2-40B4-BE49-F238E27FC236}">
                <a16:creationId xmlns:a16="http://schemas.microsoft.com/office/drawing/2014/main" id="{BA7D1E4B-6DF7-9D73-F7EB-A1193CF410FB}"/>
              </a:ext>
            </a:extLst>
          </p:cNvPr>
          <p:cNvCxnSpPr>
            <a:cxnSpLocks/>
          </p:cNvCxnSpPr>
          <p:nvPr/>
        </p:nvCxnSpPr>
        <p:spPr>
          <a:xfrm rot="16200000" flipH="1">
            <a:off x="3719566"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9" name="Straight Arrow Connector 378">
            <a:extLst>
              <a:ext uri="{FF2B5EF4-FFF2-40B4-BE49-F238E27FC236}">
                <a16:creationId xmlns:a16="http://schemas.microsoft.com/office/drawing/2014/main" id="{C5EE818A-6985-6749-5DFA-061182FD4D48}"/>
              </a:ext>
            </a:extLst>
          </p:cNvPr>
          <p:cNvCxnSpPr>
            <a:cxnSpLocks/>
          </p:cNvCxnSpPr>
          <p:nvPr/>
        </p:nvCxnSpPr>
        <p:spPr>
          <a:xfrm rot="16200000" flipH="1">
            <a:off x="3719566"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0" name="Straight Arrow Connector 379">
            <a:extLst>
              <a:ext uri="{FF2B5EF4-FFF2-40B4-BE49-F238E27FC236}">
                <a16:creationId xmlns:a16="http://schemas.microsoft.com/office/drawing/2014/main" id="{6C8085C1-9A6E-8204-81C9-3B034F0BBBD8}"/>
              </a:ext>
            </a:extLst>
          </p:cNvPr>
          <p:cNvCxnSpPr>
            <a:cxnSpLocks/>
          </p:cNvCxnSpPr>
          <p:nvPr/>
        </p:nvCxnSpPr>
        <p:spPr>
          <a:xfrm rot="16200000" flipH="1">
            <a:off x="3719566"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1" name="Straight Arrow Connector 380">
            <a:extLst>
              <a:ext uri="{FF2B5EF4-FFF2-40B4-BE49-F238E27FC236}">
                <a16:creationId xmlns:a16="http://schemas.microsoft.com/office/drawing/2014/main" id="{AE59B6E0-9059-AFCB-3C63-780E17BA237B}"/>
              </a:ext>
            </a:extLst>
          </p:cNvPr>
          <p:cNvCxnSpPr>
            <a:cxnSpLocks/>
          </p:cNvCxnSpPr>
          <p:nvPr/>
        </p:nvCxnSpPr>
        <p:spPr>
          <a:xfrm>
            <a:off x="788917"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2" name="Straight Arrow Connector 381">
            <a:extLst>
              <a:ext uri="{FF2B5EF4-FFF2-40B4-BE49-F238E27FC236}">
                <a16:creationId xmlns:a16="http://schemas.microsoft.com/office/drawing/2014/main" id="{AB52A5B4-8051-EE0F-7CE3-027573038FA0}"/>
              </a:ext>
            </a:extLst>
          </p:cNvPr>
          <p:cNvCxnSpPr>
            <a:cxnSpLocks/>
          </p:cNvCxnSpPr>
          <p:nvPr/>
        </p:nvCxnSpPr>
        <p:spPr>
          <a:xfrm>
            <a:off x="901594"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3" name="Straight Arrow Connector 382">
            <a:extLst>
              <a:ext uri="{FF2B5EF4-FFF2-40B4-BE49-F238E27FC236}">
                <a16:creationId xmlns:a16="http://schemas.microsoft.com/office/drawing/2014/main" id="{963D7FEB-BA17-52E3-D2D0-ACC1B2906D28}"/>
              </a:ext>
            </a:extLst>
          </p:cNvPr>
          <p:cNvCxnSpPr>
            <a:cxnSpLocks/>
          </p:cNvCxnSpPr>
          <p:nvPr/>
        </p:nvCxnSpPr>
        <p:spPr>
          <a:xfrm>
            <a:off x="523700"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4" name="Straight Arrow Connector 383">
            <a:extLst>
              <a:ext uri="{FF2B5EF4-FFF2-40B4-BE49-F238E27FC236}">
                <a16:creationId xmlns:a16="http://schemas.microsoft.com/office/drawing/2014/main" id="{92589426-C817-1449-866F-4C50A54756FF}"/>
              </a:ext>
            </a:extLst>
          </p:cNvPr>
          <p:cNvCxnSpPr>
            <a:cxnSpLocks/>
          </p:cNvCxnSpPr>
          <p:nvPr/>
        </p:nvCxnSpPr>
        <p:spPr>
          <a:xfrm>
            <a:off x="636377"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5" name="Straight Arrow Connector 384">
            <a:extLst>
              <a:ext uri="{FF2B5EF4-FFF2-40B4-BE49-F238E27FC236}">
                <a16:creationId xmlns:a16="http://schemas.microsoft.com/office/drawing/2014/main" id="{6398BF01-7F51-18C9-4FE3-4EE81F0E7C44}"/>
              </a:ext>
            </a:extLst>
          </p:cNvPr>
          <p:cNvCxnSpPr>
            <a:cxnSpLocks/>
          </p:cNvCxnSpPr>
          <p:nvPr/>
        </p:nvCxnSpPr>
        <p:spPr>
          <a:xfrm>
            <a:off x="1445963"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DF390A33-3893-0CE6-095F-5B8ED2930185}"/>
              </a:ext>
            </a:extLst>
          </p:cNvPr>
          <p:cNvCxnSpPr>
            <a:cxnSpLocks/>
          </p:cNvCxnSpPr>
          <p:nvPr/>
        </p:nvCxnSpPr>
        <p:spPr>
          <a:xfrm>
            <a:off x="1558640"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8" name="Straight Arrow Connector 387">
            <a:extLst>
              <a:ext uri="{FF2B5EF4-FFF2-40B4-BE49-F238E27FC236}">
                <a16:creationId xmlns:a16="http://schemas.microsoft.com/office/drawing/2014/main" id="{1BA1CBC8-C212-240C-6ABD-25757225510E}"/>
              </a:ext>
            </a:extLst>
          </p:cNvPr>
          <p:cNvCxnSpPr>
            <a:cxnSpLocks/>
          </p:cNvCxnSpPr>
          <p:nvPr/>
        </p:nvCxnSpPr>
        <p:spPr>
          <a:xfrm>
            <a:off x="2103009"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9" name="Straight Arrow Connector 388">
            <a:extLst>
              <a:ext uri="{FF2B5EF4-FFF2-40B4-BE49-F238E27FC236}">
                <a16:creationId xmlns:a16="http://schemas.microsoft.com/office/drawing/2014/main" id="{E412E9E5-4C57-8BFA-3714-03949852E97A}"/>
              </a:ext>
            </a:extLst>
          </p:cNvPr>
          <p:cNvCxnSpPr>
            <a:cxnSpLocks/>
          </p:cNvCxnSpPr>
          <p:nvPr/>
        </p:nvCxnSpPr>
        <p:spPr>
          <a:xfrm>
            <a:off x="2215686"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0" name="Straight Arrow Connector 389">
            <a:extLst>
              <a:ext uri="{FF2B5EF4-FFF2-40B4-BE49-F238E27FC236}">
                <a16:creationId xmlns:a16="http://schemas.microsoft.com/office/drawing/2014/main" id="{BB932DC5-D7DB-DFBC-CD19-356A0BA67AE2}"/>
              </a:ext>
            </a:extLst>
          </p:cNvPr>
          <p:cNvCxnSpPr>
            <a:cxnSpLocks/>
          </p:cNvCxnSpPr>
          <p:nvPr/>
        </p:nvCxnSpPr>
        <p:spPr>
          <a:xfrm>
            <a:off x="1837793"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1" name="Straight Arrow Connector 390">
            <a:extLst>
              <a:ext uri="{FF2B5EF4-FFF2-40B4-BE49-F238E27FC236}">
                <a16:creationId xmlns:a16="http://schemas.microsoft.com/office/drawing/2014/main" id="{51C4CFC4-6360-9EAF-5581-48F0FFB2CBBB}"/>
              </a:ext>
            </a:extLst>
          </p:cNvPr>
          <p:cNvCxnSpPr>
            <a:cxnSpLocks/>
          </p:cNvCxnSpPr>
          <p:nvPr/>
        </p:nvCxnSpPr>
        <p:spPr>
          <a:xfrm>
            <a:off x="1950470"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2" name="Straight Arrow Connector 391">
            <a:extLst>
              <a:ext uri="{FF2B5EF4-FFF2-40B4-BE49-F238E27FC236}">
                <a16:creationId xmlns:a16="http://schemas.microsoft.com/office/drawing/2014/main" id="{93E196BF-FE6B-B79F-67D2-7F058950927C}"/>
              </a:ext>
            </a:extLst>
          </p:cNvPr>
          <p:cNvCxnSpPr>
            <a:cxnSpLocks/>
          </p:cNvCxnSpPr>
          <p:nvPr/>
        </p:nvCxnSpPr>
        <p:spPr>
          <a:xfrm>
            <a:off x="2760056"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3" name="Straight Arrow Connector 392">
            <a:extLst>
              <a:ext uri="{FF2B5EF4-FFF2-40B4-BE49-F238E27FC236}">
                <a16:creationId xmlns:a16="http://schemas.microsoft.com/office/drawing/2014/main" id="{4451EC19-DA66-5DF1-4FBE-D57A4EB7C520}"/>
              </a:ext>
            </a:extLst>
          </p:cNvPr>
          <p:cNvCxnSpPr>
            <a:cxnSpLocks/>
          </p:cNvCxnSpPr>
          <p:nvPr/>
        </p:nvCxnSpPr>
        <p:spPr>
          <a:xfrm>
            <a:off x="2872733"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D90083D8-4BB5-9E06-194C-9C64DE4A1625}"/>
              </a:ext>
            </a:extLst>
          </p:cNvPr>
          <p:cNvCxnSpPr>
            <a:cxnSpLocks/>
          </p:cNvCxnSpPr>
          <p:nvPr/>
        </p:nvCxnSpPr>
        <p:spPr>
          <a:xfrm>
            <a:off x="2494839"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5" name="Straight Arrow Connector 394">
            <a:extLst>
              <a:ext uri="{FF2B5EF4-FFF2-40B4-BE49-F238E27FC236}">
                <a16:creationId xmlns:a16="http://schemas.microsoft.com/office/drawing/2014/main" id="{48A124BB-3C7A-4208-A051-F56F36B59765}"/>
              </a:ext>
            </a:extLst>
          </p:cNvPr>
          <p:cNvCxnSpPr>
            <a:cxnSpLocks/>
          </p:cNvCxnSpPr>
          <p:nvPr/>
        </p:nvCxnSpPr>
        <p:spPr>
          <a:xfrm>
            <a:off x="2607516"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6" name="Straight Arrow Connector 395">
            <a:extLst>
              <a:ext uri="{FF2B5EF4-FFF2-40B4-BE49-F238E27FC236}">
                <a16:creationId xmlns:a16="http://schemas.microsoft.com/office/drawing/2014/main" id="{EC66B7DB-653F-F908-ACED-DC4A0DD65B76}"/>
              </a:ext>
            </a:extLst>
          </p:cNvPr>
          <p:cNvCxnSpPr>
            <a:cxnSpLocks/>
          </p:cNvCxnSpPr>
          <p:nvPr/>
        </p:nvCxnSpPr>
        <p:spPr>
          <a:xfrm>
            <a:off x="3417102"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7" name="Straight Arrow Connector 396">
            <a:extLst>
              <a:ext uri="{FF2B5EF4-FFF2-40B4-BE49-F238E27FC236}">
                <a16:creationId xmlns:a16="http://schemas.microsoft.com/office/drawing/2014/main" id="{0649548B-6D56-08D0-54A6-A36A9A052F32}"/>
              </a:ext>
            </a:extLst>
          </p:cNvPr>
          <p:cNvCxnSpPr>
            <a:cxnSpLocks/>
          </p:cNvCxnSpPr>
          <p:nvPr/>
        </p:nvCxnSpPr>
        <p:spPr>
          <a:xfrm>
            <a:off x="3529779"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8" name="Straight Arrow Connector 397">
            <a:extLst>
              <a:ext uri="{FF2B5EF4-FFF2-40B4-BE49-F238E27FC236}">
                <a16:creationId xmlns:a16="http://schemas.microsoft.com/office/drawing/2014/main" id="{28D973C5-AE25-78ED-8667-B70BF855ABE3}"/>
              </a:ext>
            </a:extLst>
          </p:cNvPr>
          <p:cNvCxnSpPr>
            <a:cxnSpLocks/>
          </p:cNvCxnSpPr>
          <p:nvPr/>
        </p:nvCxnSpPr>
        <p:spPr>
          <a:xfrm>
            <a:off x="3151886"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9" name="Straight Arrow Connector 398">
            <a:extLst>
              <a:ext uri="{FF2B5EF4-FFF2-40B4-BE49-F238E27FC236}">
                <a16:creationId xmlns:a16="http://schemas.microsoft.com/office/drawing/2014/main" id="{F4AA7F7B-EAB8-0F78-9DAA-8F4DF568B018}"/>
              </a:ext>
            </a:extLst>
          </p:cNvPr>
          <p:cNvCxnSpPr>
            <a:cxnSpLocks/>
          </p:cNvCxnSpPr>
          <p:nvPr/>
        </p:nvCxnSpPr>
        <p:spPr>
          <a:xfrm>
            <a:off x="3264563"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426" name="Rectangle 425">
            <a:extLst>
              <a:ext uri="{FF2B5EF4-FFF2-40B4-BE49-F238E27FC236}">
                <a16:creationId xmlns:a16="http://schemas.microsoft.com/office/drawing/2014/main" id="{6F0D5C8D-5A57-3AEA-1ECA-564F1BB097FA}"/>
              </a:ext>
            </a:extLst>
          </p:cNvPr>
          <p:cNvSpPr/>
          <p:nvPr/>
        </p:nvSpPr>
        <p:spPr>
          <a:xfrm>
            <a:off x="202034" y="2710270"/>
            <a:ext cx="3726598" cy="4870442"/>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3" name="Straight Arrow Connector 402">
            <a:extLst>
              <a:ext uri="{FF2B5EF4-FFF2-40B4-BE49-F238E27FC236}">
                <a16:creationId xmlns:a16="http://schemas.microsoft.com/office/drawing/2014/main" id="{D5244B7C-04CB-2F05-EB21-8B4AE5C70697}"/>
              </a:ext>
            </a:extLst>
          </p:cNvPr>
          <p:cNvCxnSpPr>
            <a:cxnSpLocks/>
          </p:cNvCxnSpPr>
          <p:nvPr/>
        </p:nvCxnSpPr>
        <p:spPr>
          <a:xfrm>
            <a:off x="988622" y="3277374"/>
            <a:ext cx="2781746" cy="0"/>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4" name="Straight Arrow Connector 403">
            <a:extLst>
              <a:ext uri="{FF2B5EF4-FFF2-40B4-BE49-F238E27FC236}">
                <a16:creationId xmlns:a16="http://schemas.microsoft.com/office/drawing/2014/main" id="{480CBAD9-68FD-E299-5416-8414542976B3}"/>
              </a:ext>
            </a:extLst>
          </p:cNvPr>
          <p:cNvCxnSpPr>
            <a:cxnSpLocks/>
          </p:cNvCxnSpPr>
          <p:nvPr/>
        </p:nvCxnSpPr>
        <p:spPr>
          <a:xfrm rot="16200000" flipH="1">
            <a:off x="1770698"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5" name="Straight Arrow Connector 404">
            <a:extLst>
              <a:ext uri="{FF2B5EF4-FFF2-40B4-BE49-F238E27FC236}">
                <a16:creationId xmlns:a16="http://schemas.microsoft.com/office/drawing/2014/main" id="{3C892503-C108-4E7A-7264-D2501C4F265F}"/>
              </a:ext>
            </a:extLst>
          </p:cNvPr>
          <p:cNvCxnSpPr>
            <a:cxnSpLocks/>
          </p:cNvCxnSpPr>
          <p:nvPr/>
        </p:nvCxnSpPr>
        <p:spPr>
          <a:xfrm rot="16200000" flipH="1">
            <a:off x="2420321"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6" name="Straight Arrow Connector 405">
            <a:extLst>
              <a:ext uri="{FF2B5EF4-FFF2-40B4-BE49-F238E27FC236}">
                <a16:creationId xmlns:a16="http://schemas.microsoft.com/office/drawing/2014/main" id="{ED183E94-307F-BF22-E2C2-7CAE9081E4C8}"/>
              </a:ext>
            </a:extLst>
          </p:cNvPr>
          <p:cNvCxnSpPr>
            <a:cxnSpLocks/>
          </p:cNvCxnSpPr>
          <p:nvPr/>
        </p:nvCxnSpPr>
        <p:spPr>
          <a:xfrm rot="16200000" flipH="1">
            <a:off x="3069943"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7" name="Straight Arrow Connector 406">
            <a:extLst>
              <a:ext uri="{FF2B5EF4-FFF2-40B4-BE49-F238E27FC236}">
                <a16:creationId xmlns:a16="http://schemas.microsoft.com/office/drawing/2014/main" id="{6732C246-CC94-D8F0-4DE0-9800CB417E87}"/>
              </a:ext>
            </a:extLst>
          </p:cNvPr>
          <p:cNvCxnSpPr>
            <a:cxnSpLocks/>
          </p:cNvCxnSpPr>
          <p:nvPr/>
        </p:nvCxnSpPr>
        <p:spPr>
          <a:xfrm rot="16200000" flipH="1">
            <a:off x="3719566"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427" name="TextBox 15">
            <a:extLst>
              <a:ext uri="{FF2B5EF4-FFF2-40B4-BE49-F238E27FC236}">
                <a16:creationId xmlns:a16="http://schemas.microsoft.com/office/drawing/2014/main" id="{346C4A8D-83B3-A8FF-E178-1C645FB4E1E8}"/>
              </a:ext>
            </a:extLst>
          </p:cNvPr>
          <p:cNvSpPr txBox="1"/>
          <p:nvPr/>
        </p:nvSpPr>
        <p:spPr>
          <a:xfrm>
            <a:off x="1647440" y="2601591"/>
            <a:ext cx="2433428" cy="694614"/>
          </a:xfrm>
          <a:prstGeom prst="rect">
            <a:avLst/>
          </a:prstGeom>
          <a:noFill/>
        </p:spPr>
        <p:txBody>
          <a:bodyPr wrap="square">
            <a:spAutoFit/>
          </a:bodyPr>
          <a:lstStyle/>
          <a:p>
            <a:pPr>
              <a:lnSpc>
                <a:spcPct val="80000"/>
              </a:lnSpc>
            </a:pPr>
            <a:r>
              <a:rPr lang="en-US" sz="2400" b="1" dirty="0">
                <a:solidFill>
                  <a:srgbClr val="FF0000"/>
                </a:solidFill>
              </a:rPr>
              <a:t>Control Wire Fault(Row Fault)</a:t>
            </a:r>
          </a:p>
        </p:txBody>
      </p:sp>
    </p:spTree>
    <p:extLst>
      <p:ext uri="{BB962C8B-B14F-4D97-AF65-F5344CB8AC3E}">
        <p14:creationId xmlns:p14="http://schemas.microsoft.com/office/powerpoint/2010/main" val="146280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97"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8531-7FA3-4334-7EE1-6F2C9011E642}"/>
            </a:ext>
          </a:extLst>
        </p:cNvPr>
        <p:cNvGrpSpPr/>
        <p:nvPr/>
      </p:nvGrpSpPr>
      <p:grpSpPr>
        <a:xfrm>
          <a:off x="0" y="0"/>
          <a:ext cx="0" cy="0"/>
          <a:chOff x="0" y="0"/>
          <a:chExt cx="0" cy="0"/>
        </a:xfrm>
      </p:grpSpPr>
      <p:cxnSp>
        <p:nvCxnSpPr>
          <p:cNvPr id="287" name="Straight Arrow Connector 286">
            <a:extLst>
              <a:ext uri="{FF2B5EF4-FFF2-40B4-BE49-F238E27FC236}">
                <a16:creationId xmlns:a16="http://schemas.microsoft.com/office/drawing/2014/main" id="{3DFD3DDF-7F45-C5C7-BD3C-A447B1B83D50}"/>
              </a:ext>
            </a:extLst>
          </p:cNvPr>
          <p:cNvCxnSpPr>
            <a:cxnSpLocks/>
          </p:cNvCxnSpPr>
          <p:nvPr/>
        </p:nvCxnSpPr>
        <p:spPr>
          <a:xfrm>
            <a:off x="1302622" y="3870215"/>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5" name="Straight Arrow Connector 314">
            <a:extLst>
              <a:ext uri="{FF2B5EF4-FFF2-40B4-BE49-F238E27FC236}">
                <a16:creationId xmlns:a16="http://schemas.microsoft.com/office/drawing/2014/main" id="{A05ADAE5-4585-39AC-A8C6-07ECA8CA952D}"/>
              </a:ext>
            </a:extLst>
          </p:cNvPr>
          <p:cNvCxnSpPr>
            <a:cxnSpLocks/>
          </p:cNvCxnSpPr>
          <p:nvPr/>
        </p:nvCxnSpPr>
        <p:spPr>
          <a:xfrm>
            <a:off x="1293424" y="4897428"/>
            <a:ext cx="0" cy="37424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9" name="Straight Arrow Connector 318">
            <a:extLst>
              <a:ext uri="{FF2B5EF4-FFF2-40B4-BE49-F238E27FC236}">
                <a16:creationId xmlns:a16="http://schemas.microsoft.com/office/drawing/2014/main" id="{AC2F71E2-0CF1-CBE3-E789-6947165DEC97}"/>
              </a:ext>
            </a:extLst>
          </p:cNvPr>
          <p:cNvCxnSpPr>
            <a:cxnSpLocks/>
          </p:cNvCxnSpPr>
          <p:nvPr/>
        </p:nvCxnSpPr>
        <p:spPr>
          <a:xfrm>
            <a:off x="1293424" y="6024737"/>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73BA33EA-B2C2-F41D-30E1-09A18D901C45}"/>
              </a:ext>
            </a:extLst>
          </p:cNvPr>
          <p:cNvCxnSpPr>
            <a:cxnSpLocks/>
          </p:cNvCxnSpPr>
          <p:nvPr/>
        </p:nvCxnSpPr>
        <p:spPr>
          <a:xfrm>
            <a:off x="1293424"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2" name="Straight Arrow Connector 421">
            <a:extLst>
              <a:ext uri="{FF2B5EF4-FFF2-40B4-BE49-F238E27FC236}">
                <a16:creationId xmlns:a16="http://schemas.microsoft.com/office/drawing/2014/main" id="{73E82F9C-2055-9EAA-333B-B3EDEBB71ADF}"/>
              </a:ext>
            </a:extLst>
          </p:cNvPr>
          <p:cNvCxnSpPr>
            <a:cxnSpLocks/>
          </p:cNvCxnSpPr>
          <p:nvPr/>
        </p:nvCxnSpPr>
        <p:spPr>
          <a:xfrm>
            <a:off x="1188322" y="3870215"/>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3" name="Straight Arrow Connector 422">
            <a:extLst>
              <a:ext uri="{FF2B5EF4-FFF2-40B4-BE49-F238E27FC236}">
                <a16:creationId xmlns:a16="http://schemas.microsoft.com/office/drawing/2014/main" id="{D471DFB0-2B5B-A05B-D071-33EF1C5DDC20}"/>
              </a:ext>
            </a:extLst>
          </p:cNvPr>
          <p:cNvCxnSpPr>
            <a:cxnSpLocks/>
          </p:cNvCxnSpPr>
          <p:nvPr/>
        </p:nvCxnSpPr>
        <p:spPr>
          <a:xfrm>
            <a:off x="1179124" y="4897428"/>
            <a:ext cx="0" cy="374245"/>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4" name="Straight Arrow Connector 423">
            <a:extLst>
              <a:ext uri="{FF2B5EF4-FFF2-40B4-BE49-F238E27FC236}">
                <a16:creationId xmlns:a16="http://schemas.microsoft.com/office/drawing/2014/main" id="{58753AE7-44ED-176C-132B-08138F9AB5DD}"/>
              </a:ext>
            </a:extLst>
          </p:cNvPr>
          <p:cNvCxnSpPr>
            <a:cxnSpLocks/>
          </p:cNvCxnSpPr>
          <p:nvPr/>
        </p:nvCxnSpPr>
        <p:spPr>
          <a:xfrm>
            <a:off x="1179124" y="6024737"/>
            <a:ext cx="0" cy="244938"/>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5" name="Straight Arrow Connector 424">
            <a:extLst>
              <a:ext uri="{FF2B5EF4-FFF2-40B4-BE49-F238E27FC236}">
                <a16:creationId xmlns:a16="http://schemas.microsoft.com/office/drawing/2014/main" id="{13A709B1-0799-BE24-23E8-53B58DB2BE12}"/>
              </a:ext>
            </a:extLst>
          </p:cNvPr>
          <p:cNvCxnSpPr>
            <a:cxnSpLocks/>
          </p:cNvCxnSpPr>
          <p:nvPr/>
        </p:nvCxnSpPr>
        <p:spPr>
          <a:xfrm>
            <a:off x="1179124"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AEF7C0BC-3548-B2B9-5DCB-74F5ED59389E}"/>
              </a:ext>
            </a:extLst>
          </p:cNvPr>
          <p:cNvSpPr>
            <a:spLocks noGrp="1"/>
          </p:cNvSpPr>
          <p:nvPr>
            <p:ph type="title"/>
          </p:nvPr>
        </p:nvSpPr>
        <p:spPr/>
        <p:txBody>
          <a:bodyPr/>
          <a:lstStyle/>
          <a:p>
            <a:r>
              <a:rPr lang="en-US" altLang="zh-CN" b="1" dirty="0"/>
              <a:t>Design2: </a:t>
            </a:r>
            <a:r>
              <a:rPr lang="en-US" altLang="zh-CN" dirty="0"/>
              <a:t>SCREME-I/O-Row</a:t>
            </a:r>
            <a:endParaRPr lang="zh-CN" altLang="en-US" dirty="0"/>
          </a:p>
        </p:txBody>
      </p:sp>
      <p:sp>
        <p:nvSpPr>
          <p:cNvPr id="11" name="Rectangle 1519">
            <a:extLst>
              <a:ext uri="{FF2B5EF4-FFF2-40B4-BE49-F238E27FC236}">
                <a16:creationId xmlns:a16="http://schemas.microsoft.com/office/drawing/2014/main" id="{47E6F0F8-1495-86EE-EFB8-AC0ED689CEA1}"/>
              </a:ext>
            </a:extLst>
          </p:cNvPr>
          <p:cNvSpPr/>
          <p:nvPr/>
        </p:nvSpPr>
        <p:spPr>
          <a:xfrm>
            <a:off x="4696371"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12" name="Group 1520">
            <a:extLst>
              <a:ext uri="{FF2B5EF4-FFF2-40B4-BE49-F238E27FC236}">
                <a16:creationId xmlns:a16="http://schemas.microsoft.com/office/drawing/2014/main" id="{1010BAB7-C845-24F7-1A54-19A6488EDCFF}"/>
              </a:ext>
            </a:extLst>
          </p:cNvPr>
          <p:cNvGrpSpPr/>
          <p:nvPr/>
        </p:nvGrpSpPr>
        <p:grpSpPr>
          <a:xfrm>
            <a:off x="4747877" y="3844361"/>
            <a:ext cx="363592" cy="241548"/>
            <a:chOff x="7877914" y="1675761"/>
            <a:chExt cx="254530" cy="274320"/>
          </a:xfrm>
        </p:grpSpPr>
        <p:cxnSp>
          <p:nvCxnSpPr>
            <p:cNvPr id="160" name="Straight Arrow Connector 1521">
              <a:extLst>
                <a:ext uri="{FF2B5EF4-FFF2-40B4-BE49-F238E27FC236}">
                  <a16:creationId xmlns:a16="http://schemas.microsoft.com/office/drawing/2014/main" id="{C1A03038-CBD8-0607-C78D-1A2FEFF8861B}"/>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Arrow Connector 1522">
              <a:extLst>
                <a:ext uri="{FF2B5EF4-FFF2-40B4-BE49-F238E27FC236}">
                  <a16:creationId xmlns:a16="http://schemas.microsoft.com/office/drawing/2014/main" id="{253A2609-78FE-44E6-9B8C-F1E821274C79}"/>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Arrow Connector 1523">
              <a:extLst>
                <a:ext uri="{FF2B5EF4-FFF2-40B4-BE49-F238E27FC236}">
                  <a16:creationId xmlns:a16="http://schemas.microsoft.com/office/drawing/2014/main" id="{136E110A-213E-4113-7782-45A2D22F10B9}"/>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Arrow Connector 1524">
              <a:extLst>
                <a:ext uri="{FF2B5EF4-FFF2-40B4-BE49-F238E27FC236}">
                  <a16:creationId xmlns:a16="http://schemas.microsoft.com/office/drawing/2014/main" id="{248B523E-10FB-2AAF-6052-17AC13468F38}"/>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13" name="Rectangle 1525">
            <a:extLst>
              <a:ext uri="{FF2B5EF4-FFF2-40B4-BE49-F238E27FC236}">
                <a16:creationId xmlns:a16="http://schemas.microsoft.com/office/drawing/2014/main" id="{ED72D423-5EC1-085D-9759-4300ABD1083A}"/>
              </a:ext>
            </a:extLst>
          </p:cNvPr>
          <p:cNvSpPr/>
          <p:nvPr/>
        </p:nvSpPr>
        <p:spPr>
          <a:xfrm>
            <a:off x="4695266"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800" b="1" kern="0" dirty="0">
                <a:solidFill>
                  <a:prstClr val="white"/>
                </a:solidFill>
                <a:latin typeface="Calibri" panose="020F0502020204030204"/>
              </a:rPr>
              <a:t>x4</a:t>
            </a:r>
          </a:p>
        </p:txBody>
      </p:sp>
      <p:cxnSp>
        <p:nvCxnSpPr>
          <p:cNvPr id="14" name="Straight Arrow Connector 1526">
            <a:extLst>
              <a:ext uri="{FF2B5EF4-FFF2-40B4-BE49-F238E27FC236}">
                <a16:creationId xmlns:a16="http://schemas.microsoft.com/office/drawing/2014/main" id="{251DBEFA-614F-19F7-F9EE-51ED1E9D7986}"/>
              </a:ext>
            </a:extLst>
          </p:cNvPr>
          <p:cNvCxnSpPr>
            <a:cxnSpLocks/>
          </p:cNvCxnSpPr>
          <p:nvPr/>
        </p:nvCxnSpPr>
        <p:spPr>
          <a:xfrm>
            <a:off x="500942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527">
            <a:extLst>
              <a:ext uri="{FF2B5EF4-FFF2-40B4-BE49-F238E27FC236}">
                <a16:creationId xmlns:a16="http://schemas.microsoft.com/office/drawing/2014/main" id="{7D204386-B144-06A5-0DCE-806F8C41C904}"/>
              </a:ext>
            </a:extLst>
          </p:cNvPr>
          <p:cNvCxnSpPr>
            <a:cxnSpLocks/>
          </p:cNvCxnSpPr>
          <p:nvPr/>
        </p:nvCxnSpPr>
        <p:spPr>
          <a:xfrm>
            <a:off x="512054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28">
            <a:extLst>
              <a:ext uri="{FF2B5EF4-FFF2-40B4-BE49-F238E27FC236}">
                <a16:creationId xmlns:a16="http://schemas.microsoft.com/office/drawing/2014/main" id="{8B2B5E9B-CBD3-7881-3CF5-7DC9EFBDD9BB}"/>
              </a:ext>
            </a:extLst>
          </p:cNvPr>
          <p:cNvCxnSpPr>
            <a:cxnSpLocks/>
          </p:cNvCxnSpPr>
          <p:nvPr/>
        </p:nvCxnSpPr>
        <p:spPr>
          <a:xfrm>
            <a:off x="47478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529">
            <a:extLst>
              <a:ext uri="{FF2B5EF4-FFF2-40B4-BE49-F238E27FC236}">
                <a16:creationId xmlns:a16="http://schemas.microsoft.com/office/drawing/2014/main" id="{2845AFB0-9104-FF8D-3162-C2C4286CB92C}"/>
              </a:ext>
            </a:extLst>
          </p:cNvPr>
          <p:cNvCxnSpPr>
            <a:cxnSpLocks/>
          </p:cNvCxnSpPr>
          <p:nvPr/>
        </p:nvCxnSpPr>
        <p:spPr>
          <a:xfrm>
            <a:off x="48589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530">
            <a:extLst>
              <a:ext uri="{FF2B5EF4-FFF2-40B4-BE49-F238E27FC236}">
                <a16:creationId xmlns:a16="http://schemas.microsoft.com/office/drawing/2014/main" id="{16E9562E-E235-45D3-E32E-375CDB47C2D8}"/>
              </a:ext>
            </a:extLst>
          </p:cNvPr>
          <p:cNvSpPr/>
          <p:nvPr/>
        </p:nvSpPr>
        <p:spPr>
          <a:xfrm>
            <a:off x="4696371"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grpSp>
        <p:nvGrpSpPr>
          <p:cNvPr id="19" name="Group 1531">
            <a:extLst>
              <a:ext uri="{FF2B5EF4-FFF2-40B4-BE49-F238E27FC236}">
                <a16:creationId xmlns:a16="http://schemas.microsoft.com/office/drawing/2014/main" id="{85E3C8C4-7EC5-F794-E26E-5FA026961632}"/>
              </a:ext>
            </a:extLst>
          </p:cNvPr>
          <p:cNvGrpSpPr/>
          <p:nvPr/>
        </p:nvGrpSpPr>
        <p:grpSpPr>
          <a:xfrm>
            <a:off x="4747878" y="5975439"/>
            <a:ext cx="372663" cy="241548"/>
            <a:chOff x="7871564" y="3137742"/>
            <a:chExt cx="260880" cy="274320"/>
          </a:xfrm>
        </p:grpSpPr>
        <p:cxnSp>
          <p:nvCxnSpPr>
            <p:cNvPr id="156" name="Straight Arrow Connector 1532">
              <a:extLst>
                <a:ext uri="{FF2B5EF4-FFF2-40B4-BE49-F238E27FC236}">
                  <a16:creationId xmlns:a16="http://schemas.microsoft.com/office/drawing/2014/main" id="{55B8FDCE-C5C7-A618-D2DC-77083DC936CC}"/>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7" name="Straight Arrow Connector 1533">
              <a:extLst>
                <a:ext uri="{FF2B5EF4-FFF2-40B4-BE49-F238E27FC236}">
                  <a16:creationId xmlns:a16="http://schemas.microsoft.com/office/drawing/2014/main" id="{F025CB9F-CBEB-7B15-4137-A220E5996811}"/>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8" name="Straight Arrow Connector 1534">
              <a:extLst>
                <a:ext uri="{FF2B5EF4-FFF2-40B4-BE49-F238E27FC236}">
                  <a16:creationId xmlns:a16="http://schemas.microsoft.com/office/drawing/2014/main" id="{B4863F90-2A7C-B37C-86D7-B349CDD1D1A9}"/>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Arrow Connector 575">
              <a:extLst>
                <a:ext uri="{FF2B5EF4-FFF2-40B4-BE49-F238E27FC236}">
                  <a16:creationId xmlns:a16="http://schemas.microsoft.com/office/drawing/2014/main" id="{F202F3F7-FC52-BAA4-BA44-65521613375E}"/>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20" name="Rectangle 576">
            <a:extLst>
              <a:ext uri="{FF2B5EF4-FFF2-40B4-BE49-F238E27FC236}">
                <a16:creationId xmlns:a16="http://schemas.microsoft.com/office/drawing/2014/main" id="{CC62BE82-BE74-E40E-BB7D-D0480124B8E6}"/>
              </a:ext>
            </a:extLst>
          </p:cNvPr>
          <p:cNvSpPr/>
          <p:nvPr/>
        </p:nvSpPr>
        <p:spPr>
          <a:xfrm>
            <a:off x="4695266"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cxnSp>
        <p:nvCxnSpPr>
          <p:cNvPr id="21" name="Straight Arrow Connector 605">
            <a:extLst>
              <a:ext uri="{FF2B5EF4-FFF2-40B4-BE49-F238E27FC236}">
                <a16:creationId xmlns:a16="http://schemas.microsoft.com/office/drawing/2014/main" id="{1A021A51-58DE-872E-8D35-F210D8035179}"/>
              </a:ext>
            </a:extLst>
          </p:cNvPr>
          <p:cNvCxnSpPr>
            <a:cxnSpLocks/>
          </p:cNvCxnSpPr>
          <p:nvPr/>
        </p:nvCxnSpPr>
        <p:spPr>
          <a:xfrm rot="16200000" flipH="1">
            <a:off x="533698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606">
            <a:extLst>
              <a:ext uri="{FF2B5EF4-FFF2-40B4-BE49-F238E27FC236}">
                <a16:creationId xmlns:a16="http://schemas.microsoft.com/office/drawing/2014/main" id="{6A1DD5E2-83B9-7197-8025-517678C30E01}"/>
              </a:ext>
            </a:extLst>
          </p:cNvPr>
          <p:cNvCxnSpPr>
            <a:cxnSpLocks/>
          </p:cNvCxnSpPr>
          <p:nvPr/>
        </p:nvCxnSpPr>
        <p:spPr>
          <a:xfrm rot="16200000" flipH="1">
            <a:off x="533698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607">
            <a:extLst>
              <a:ext uri="{FF2B5EF4-FFF2-40B4-BE49-F238E27FC236}">
                <a16:creationId xmlns:a16="http://schemas.microsoft.com/office/drawing/2014/main" id="{EBC6C868-82CB-CAB3-A543-67AF180DA43A}"/>
              </a:ext>
            </a:extLst>
          </p:cNvPr>
          <p:cNvCxnSpPr>
            <a:cxnSpLocks/>
          </p:cNvCxnSpPr>
          <p:nvPr/>
        </p:nvCxnSpPr>
        <p:spPr>
          <a:xfrm rot="16200000" flipH="1">
            <a:off x="533698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608">
            <a:extLst>
              <a:ext uri="{FF2B5EF4-FFF2-40B4-BE49-F238E27FC236}">
                <a16:creationId xmlns:a16="http://schemas.microsoft.com/office/drawing/2014/main" id="{50A0DD70-C662-467E-73A7-0003CA22B66F}"/>
              </a:ext>
            </a:extLst>
          </p:cNvPr>
          <p:cNvSpPr/>
          <p:nvPr/>
        </p:nvSpPr>
        <p:spPr>
          <a:xfrm>
            <a:off x="5341537"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25" name="Straight Arrow Connector 609">
            <a:extLst>
              <a:ext uri="{FF2B5EF4-FFF2-40B4-BE49-F238E27FC236}">
                <a16:creationId xmlns:a16="http://schemas.microsoft.com/office/drawing/2014/main" id="{22909137-D23F-7463-8351-DA564F7F6F34}"/>
              </a:ext>
            </a:extLst>
          </p:cNvPr>
          <p:cNvCxnSpPr>
            <a:cxnSpLocks/>
          </p:cNvCxnSpPr>
          <p:nvPr/>
        </p:nvCxnSpPr>
        <p:spPr>
          <a:xfrm>
            <a:off x="5657374"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610">
            <a:extLst>
              <a:ext uri="{FF2B5EF4-FFF2-40B4-BE49-F238E27FC236}">
                <a16:creationId xmlns:a16="http://schemas.microsoft.com/office/drawing/2014/main" id="{21D341D2-4224-13FF-A21A-1450AE85D45F}"/>
              </a:ext>
            </a:extLst>
          </p:cNvPr>
          <p:cNvCxnSpPr>
            <a:cxnSpLocks/>
          </p:cNvCxnSpPr>
          <p:nvPr/>
        </p:nvCxnSpPr>
        <p:spPr>
          <a:xfrm>
            <a:off x="5768492"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611">
            <a:extLst>
              <a:ext uri="{FF2B5EF4-FFF2-40B4-BE49-F238E27FC236}">
                <a16:creationId xmlns:a16="http://schemas.microsoft.com/office/drawing/2014/main" id="{5AE6C336-DE47-6F88-935D-EC2AD8AAA381}"/>
              </a:ext>
            </a:extLst>
          </p:cNvPr>
          <p:cNvCxnSpPr>
            <a:cxnSpLocks/>
          </p:cNvCxnSpPr>
          <p:nvPr/>
        </p:nvCxnSpPr>
        <p:spPr>
          <a:xfrm>
            <a:off x="5395829" y="3844361"/>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612">
            <a:extLst>
              <a:ext uri="{FF2B5EF4-FFF2-40B4-BE49-F238E27FC236}">
                <a16:creationId xmlns:a16="http://schemas.microsoft.com/office/drawing/2014/main" id="{A2C6D2A8-F24F-B1A8-4B0E-8F0C05AE8661}"/>
              </a:ext>
            </a:extLst>
          </p:cNvPr>
          <p:cNvCxnSpPr>
            <a:cxnSpLocks/>
          </p:cNvCxnSpPr>
          <p:nvPr/>
        </p:nvCxnSpPr>
        <p:spPr>
          <a:xfrm>
            <a:off x="5506946" y="3844361"/>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29" name="Rectangle 613">
            <a:extLst>
              <a:ext uri="{FF2B5EF4-FFF2-40B4-BE49-F238E27FC236}">
                <a16:creationId xmlns:a16="http://schemas.microsoft.com/office/drawing/2014/main" id="{4AFB6281-396E-602D-DB61-BE5061E8752A}"/>
              </a:ext>
            </a:extLst>
          </p:cNvPr>
          <p:cNvSpPr/>
          <p:nvPr/>
        </p:nvSpPr>
        <p:spPr>
          <a:xfrm>
            <a:off x="5340708"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30" name="Straight Arrow Connector 614">
            <a:extLst>
              <a:ext uri="{FF2B5EF4-FFF2-40B4-BE49-F238E27FC236}">
                <a16:creationId xmlns:a16="http://schemas.microsoft.com/office/drawing/2014/main" id="{23DAB56E-8A17-06D1-109A-69DC93AE77B7}"/>
              </a:ext>
            </a:extLst>
          </p:cNvPr>
          <p:cNvCxnSpPr>
            <a:cxnSpLocks/>
          </p:cNvCxnSpPr>
          <p:nvPr/>
        </p:nvCxnSpPr>
        <p:spPr>
          <a:xfrm>
            <a:off x="5657374"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615">
            <a:extLst>
              <a:ext uri="{FF2B5EF4-FFF2-40B4-BE49-F238E27FC236}">
                <a16:creationId xmlns:a16="http://schemas.microsoft.com/office/drawing/2014/main" id="{E73D37BC-F768-E79C-C24B-C795EC73711E}"/>
              </a:ext>
            </a:extLst>
          </p:cNvPr>
          <p:cNvCxnSpPr>
            <a:cxnSpLocks/>
          </p:cNvCxnSpPr>
          <p:nvPr/>
        </p:nvCxnSpPr>
        <p:spPr>
          <a:xfrm>
            <a:off x="576849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618">
            <a:extLst>
              <a:ext uri="{FF2B5EF4-FFF2-40B4-BE49-F238E27FC236}">
                <a16:creationId xmlns:a16="http://schemas.microsoft.com/office/drawing/2014/main" id="{0F938BD0-582B-52D0-FC36-00D70CAEDA9E}"/>
              </a:ext>
            </a:extLst>
          </p:cNvPr>
          <p:cNvCxnSpPr>
            <a:cxnSpLocks/>
          </p:cNvCxnSpPr>
          <p:nvPr/>
        </p:nvCxnSpPr>
        <p:spPr>
          <a:xfrm>
            <a:off x="5395829" y="4871755"/>
            <a:ext cx="0" cy="369064"/>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619">
            <a:extLst>
              <a:ext uri="{FF2B5EF4-FFF2-40B4-BE49-F238E27FC236}">
                <a16:creationId xmlns:a16="http://schemas.microsoft.com/office/drawing/2014/main" id="{56363086-0BD5-A984-454E-F403FA592F43}"/>
              </a:ext>
            </a:extLst>
          </p:cNvPr>
          <p:cNvCxnSpPr>
            <a:cxnSpLocks/>
          </p:cNvCxnSpPr>
          <p:nvPr/>
        </p:nvCxnSpPr>
        <p:spPr>
          <a:xfrm>
            <a:off x="55069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34" name="Rectangle 620">
            <a:extLst>
              <a:ext uri="{FF2B5EF4-FFF2-40B4-BE49-F238E27FC236}">
                <a16:creationId xmlns:a16="http://schemas.microsoft.com/office/drawing/2014/main" id="{6E258007-2009-2D7D-4C26-644E59555D44}"/>
              </a:ext>
            </a:extLst>
          </p:cNvPr>
          <p:cNvSpPr/>
          <p:nvPr/>
        </p:nvSpPr>
        <p:spPr>
          <a:xfrm>
            <a:off x="5341537"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35" name="Straight Arrow Connector 621">
            <a:extLst>
              <a:ext uri="{FF2B5EF4-FFF2-40B4-BE49-F238E27FC236}">
                <a16:creationId xmlns:a16="http://schemas.microsoft.com/office/drawing/2014/main" id="{5787EB76-7CA1-003E-F025-E4A7E79846F3}"/>
              </a:ext>
            </a:extLst>
          </p:cNvPr>
          <p:cNvCxnSpPr>
            <a:cxnSpLocks/>
          </p:cNvCxnSpPr>
          <p:nvPr/>
        </p:nvCxnSpPr>
        <p:spPr>
          <a:xfrm>
            <a:off x="5657374"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622">
            <a:extLst>
              <a:ext uri="{FF2B5EF4-FFF2-40B4-BE49-F238E27FC236}">
                <a16:creationId xmlns:a16="http://schemas.microsoft.com/office/drawing/2014/main" id="{6A5CDA3E-A40B-A6B1-666B-82634F7E0637}"/>
              </a:ext>
            </a:extLst>
          </p:cNvPr>
          <p:cNvCxnSpPr>
            <a:cxnSpLocks/>
          </p:cNvCxnSpPr>
          <p:nvPr/>
        </p:nvCxnSpPr>
        <p:spPr>
          <a:xfrm>
            <a:off x="5768492"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623">
            <a:extLst>
              <a:ext uri="{FF2B5EF4-FFF2-40B4-BE49-F238E27FC236}">
                <a16:creationId xmlns:a16="http://schemas.microsoft.com/office/drawing/2014/main" id="{846ECD3C-24F0-6571-59A1-A705E9D6C387}"/>
              </a:ext>
            </a:extLst>
          </p:cNvPr>
          <p:cNvCxnSpPr>
            <a:cxnSpLocks/>
          </p:cNvCxnSpPr>
          <p:nvPr/>
        </p:nvCxnSpPr>
        <p:spPr>
          <a:xfrm>
            <a:off x="5395829" y="5975439"/>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632">
            <a:extLst>
              <a:ext uri="{FF2B5EF4-FFF2-40B4-BE49-F238E27FC236}">
                <a16:creationId xmlns:a16="http://schemas.microsoft.com/office/drawing/2014/main" id="{9F65F8BF-DE6C-472E-27C6-3988F4BFE4F6}"/>
              </a:ext>
            </a:extLst>
          </p:cNvPr>
          <p:cNvCxnSpPr>
            <a:cxnSpLocks/>
          </p:cNvCxnSpPr>
          <p:nvPr/>
        </p:nvCxnSpPr>
        <p:spPr>
          <a:xfrm>
            <a:off x="5506946" y="5975439"/>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39" name="Rectangle 633">
            <a:extLst>
              <a:ext uri="{FF2B5EF4-FFF2-40B4-BE49-F238E27FC236}">
                <a16:creationId xmlns:a16="http://schemas.microsoft.com/office/drawing/2014/main" id="{CB5ABB71-7B06-7AD2-B0B6-97301A84381C}"/>
              </a:ext>
            </a:extLst>
          </p:cNvPr>
          <p:cNvSpPr/>
          <p:nvPr/>
        </p:nvSpPr>
        <p:spPr>
          <a:xfrm>
            <a:off x="5340708"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40" name="Straight Arrow Connector 1088">
            <a:extLst>
              <a:ext uri="{FF2B5EF4-FFF2-40B4-BE49-F238E27FC236}">
                <a16:creationId xmlns:a16="http://schemas.microsoft.com/office/drawing/2014/main" id="{98BA17C5-B5F1-FEBF-3955-0F42AB7D7356}"/>
              </a:ext>
            </a:extLst>
          </p:cNvPr>
          <p:cNvCxnSpPr>
            <a:cxnSpLocks/>
          </p:cNvCxnSpPr>
          <p:nvPr/>
        </p:nvCxnSpPr>
        <p:spPr>
          <a:xfrm rot="16200000" flipH="1">
            <a:off x="597761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1129">
            <a:extLst>
              <a:ext uri="{FF2B5EF4-FFF2-40B4-BE49-F238E27FC236}">
                <a16:creationId xmlns:a16="http://schemas.microsoft.com/office/drawing/2014/main" id="{12D53834-C3F7-60C3-0E8C-C5F20EBD0272}"/>
              </a:ext>
            </a:extLst>
          </p:cNvPr>
          <p:cNvCxnSpPr>
            <a:cxnSpLocks/>
          </p:cNvCxnSpPr>
          <p:nvPr/>
        </p:nvCxnSpPr>
        <p:spPr>
          <a:xfrm rot="16200000" flipH="1">
            <a:off x="597761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1134">
            <a:extLst>
              <a:ext uri="{FF2B5EF4-FFF2-40B4-BE49-F238E27FC236}">
                <a16:creationId xmlns:a16="http://schemas.microsoft.com/office/drawing/2014/main" id="{54F5A2BF-915D-3D12-1248-C25DE9674D10}"/>
              </a:ext>
            </a:extLst>
          </p:cNvPr>
          <p:cNvCxnSpPr>
            <a:cxnSpLocks/>
          </p:cNvCxnSpPr>
          <p:nvPr/>
        </p:nvCxnSpPr>
        <p:spPr>
          <a:xfrm rot="16200000" flipH="1">
            <a:off x="597761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1139">
            <a:extLst>
              <a:ext uri="{FF2B5EF4-FFF2-40B4-BE49-F238E27FC236}">
                <a16:creationId xmlns:a16="http://schemas.microsoft.com/office/drawing/2014/main" id="{323FD884-1B18-686A-56F5-187F9CBA55E2}"/>
              </a:ext>
            </a:extLst>
          </p:cNvPr>
          <p:cNvSpPr/>
          <p:nvPr/>
        </p:nvSpPr>
        <p:spPr>
          <a:xfrm>
            <a:off x="8589980" y="4040214"/>
            <a:ext cx="667422" cy="1377979"/>
          </a:xfrm>
          <a:prstGeom prst="rect">
            <a:avLst/>
          </a:prstGeom>
          <a:solidFill>
            <a:schemeClr val="accent2">
              <a:lumMod val="50000"/>
            </a:schemeClr>
          </a:solidFill>
          <a:ln w="28575" cap="flat" cmpd="sng" algn="ctr">
            <a:solidFill>
              <a:srgbClr val="494949"/>
            </a:solidFill>
            <a:prstDash val="solid"/>
            <a:miter lim="800000"/>
          </a:ln>
          <a:effectLst/>
        </p:spPr>
        <p:txBody>
          <a:bodyPr vert="horz" wrap="none" rtlCol="0" anchor="ctr"/>
          <a:lstStyle/>
          <a:p>
            <a:pPr algn="ctr" defTabSz="914400">
              <a:defRPr/>
            </a:pPr>
            <a:r>
              <a:rPr lang="en-US" sz="2400" b="1" kern="0">
                <a:solidFill>
                  <a:schemeClr val="bg1"/>
                </a:solidFill>
                <a:latin typeface="Calibri" panose="020F0502020204030204"/>
              </a:rPr>
              <a:t>RCD</a:t>
            </a:r>
          </a:p>
        </p:txBody>
      </p:sp>
      <p:sp>
        <p:nvSpPr>
          <p:cNvPr id="44" name="Rectangle 1144">
            <a:extLst>
              <a:ext uri="{FF2B5EF4-FFF2-40B4-BE49-F238E27FC236}">
                <a16:creationId xmlns:a16="http://schemas.microsoft.com/office/drawing/2014/main" id="{C6307CCA-8CF7-9A9F-4E50-17190AB82BC2}"/>
              </a:ext>
            </a:extLst>
          </p:cNvPr>
          <p:cNvSpPr/>
          <p:nvPr/>
        </p:nvSpPr>
        <p:spPr>
          <a:xfrm>
            <a:off x="5986702"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45" name="Group 1231">
            <a:extLst>
              <a:ext uri="{FF2B5EF4-FFF2-40B4-BE49-F238E27FC236}">
                <a16:creationId xmlns:a16="http://schemas.microsoft.com/office/drawing/2014/main" id="{756913EB-6F96-FBBD-0167-5C5410ECBAE0}"/>
              </a:ext>
            </a:extLst>
          </p:cNvPr>
          <p:cNvGrpSpPr/>
          <p:nvPr/>
        </p:nvGrpSpPr>
        <p:grpSpPr>
          <a:xfrm>
            <a:off x="6043780" y="3844361"/>
            <a:ext cx="363592" cy="241548"/>
            <a:chOff x="7877914" y="1675761"/>
            <a:chExt cx="254530" cy="274320"/>
          </a:xfrm>
        </p:grpSpPr>
        <p:cxnSp>
          <p:nvCxnSpPr>
            <p:cNvPr id="152" name="Straight Arrow Connector 1232">
              <a:extLst>
                <a:ext uri="{FF2B5EF4-FFF2-40B4-BE49-F238E27FC236}">
                  <a16:creationId xmlns:a16="http://schemas.microsoft.com/office/drawing/2014/main" id="{59F95268-FF92-DD0B-291D-F374D27EDC2F}"/>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3" name="Straight Arrow Connector 1233">
              <a:extLst>
                <a:ext uri="{FF2B5EF4-FFF2-40B4-BE49-F238E27FC236}">
                  <a16:creationId xmlns:a16="http://schemas.microsoft.com/office/drawing/2014/main" id="{A6A0E532-37D2-144E-0D8C-E2B5FBD4FD0E}"/>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4" name="Straight Arrow Connector 1234">
              <a:extLst>
                <a:ext uri="{FF2B5EF4-FFF2-40B4-BE49-F238E27FC236}">
                  <a16:creationId xmlns:a16="http://schemas.microsoft.com/office/drawing/2014/main" id="{F54E4AE3-D7B3-34CE-3833-5F3E291A6986}"/>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Arrow Connector 1235">
              <a:extLst>
                <a:ext uri="{FF2B5EF4-FFF2-40B4-BE49-F238E27FC236}">
                  <a16:creationId xmlns:a16="http://schemas.microsoft.com/office/drawing/2014/main" id="{EC3D5ED6-9D67-343D-503C-C8781744F8AC}"/>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46" name="Rectangle 1236">
            <a:extLst>
              <a:ext uri="{FF2B5EF4-FFF2-40B4-BE49-F238E27FC236}">
                <a16:creationId xmlns:a16="http://schemas.microsoft.com/office/drawing/2014/main" id="{65EFE555-74F8-D440-1F52-1E6AC6FE9C59}"/>
              </a:ext>
            </a:extLst>
          </p:cNvPr>
          <p:cNvSpPr/>
          <p:nvPr/>
        </p:nvSpPr>
        <p:spPr>
          <a:xfrm>
            <a:off x="5986150"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47" name="Straight Arrow Connector 1238">
            <a:extLst>
              <a:ext uri="{FF2B5EF4-FFF2-40B4-BE49-F238E27FC236}">
                <a16:creationId xmlns:a16="http://schemas.microsoft.com/office/drawing/2014/main" id="{9AA3B31A-EAAB-8991-6638-3D6F7C6C90AA}"/>
              </a:ext>
            </a:extLst>
          </p:cNvPr>
          <p:cNvCxnSpPr>
            <a:cxnSpLocks/>
          </p:cNvCxnSpPr>
          <p:nvPr/>
        </p:nvCxnSpPr>
        <p:spPr>
          <a:xfrm>
            <a:off x="630532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1268">
            <a:extLst>
              <a:ext uri="{FF2B5EF4-FFF2-40B4-BE49-F238E27FC236}">
                <a16:creationId xmlns:a16="http://schemas.microsoft.com/office/drawing/2014/main" id="{96CD2347-A205-60DE-7F06-19915EBF3199}"/>
              </a:ext>
            </a:extLst>
          </p:cNvPr>
          <p:cNvCxnSpPr>
            <a:cxnSpLocks/>
          </p:cNvCxnSpPr>
          <p:nvPr/>
        </p:nvCxnSpPr>
        <p:spPr>
          <a:xfrm>
            <a:off x="641644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1274">
            <a:extLst>
              <a:ext uri="{FF2B5EF4-FFF2-40B4-BE49-F238E27FC236}">
                <a16:creationId xmlns:a16="http://schemas.microsoft.com/office/drawing/2014/main" id="{82005824-06A8-9A2E-AF43-DBF908380504}"/>
              </a:ext>
            </a:extLst>
          </p:cNvPr>
          <p:cNvCxnSpPr>
            <a:cxnSpLocks/>
          </p:cNvCxnSpPr>
          <p:nvPr/>
        </p:nvCxnSpPr>
        <p:spPr>
          <a:xfrm>
            <a:off x="604378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1276">
            <a:extLst>
              <a:ext uri="{FF2B5EF4-FFF2-40B4-BE49-F238E27FC236}">
                <a16:creationId xmlns:a16="http://schemas.microsoft.com/office/drawing/2014/main" id="{3AA2A681-8C13-FE59-75D2-794941F51EA5}"/>
              </a:ext>
            </a:extLst>
          </p:cNvPr>
          <p:cNvCxnSpPr>
            <a:cxnSpLocks/>
          </p:cNvCxnSpPr>
          <p:nvPr/>
        </p:nvCxnSpPr>
        <p:spPr>
          <a:xfrm>
            <a:off x="6154898"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51" name="Rectangle 1278">
            <a:extLst>
              <a:ext uri="{FF2B5EF4-FFF2-40B4-BE49-F238E27FC236}">
                <a16:creationId xmlns:a16="http://schemas.microsoft.com/office/drawing/2014/main" id="{141402F3-E4F2-0C52-377E-7E4DF297D625}"/>
              </a:ext>
            </a:extLst>
          </p:cNvPr>
          <p:cNvSpPr/>
          <p:nvPr/>
        </p:nvSpPr>
        <p:spPr>
          <a:xfrm>
            <a:off x="5986702"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2" name="Group 1280">
            <a:extLst>
              <a:ext uri="{FF2B5EF4-FFF2-40B4-BE49-F238E27FC236}">
                <a16:creationId xmlns:a16="http://schemas.microsoft.com/office/drawing/2014/main" id="{AC575E81-9D68-ED54-874A-10AFACDFCA3C}"/>
              </a:ext>
            </a:extLst>
          </p:cNvPr>
          <p:cNvGrpSpPr/>
          <p:nvPr/>
        </p:nvGrpSpPr>
        <p:grpSpPr>
          <a:xfrm>
            <a:off x="6043781" y="5975439"/>
            <a:ext cx="372663" cy="241548"/>
            <a:chOff x="7871564" y="3137742"/>
            <a:chExt cx="260880" cy="274320"/>
          </a:xfrm>
        </p:grpSpPr>
        <p:cxnSp>
          <p:nvCxnSpPr>
            <p:cNvPr id="148" name="Straight Arrow Connector 1281">
              <a:extLst>
                <a:ext uri="{FF2B5EF4-FFF2-40B4-BE49-F238E27FC236}">
                  <a16:creationId xmlns:a16="http://schemas.microsoft.com/office/drawing/2014/main" id="{B152C5EB-3A6A-73C0-10E9-0F4F9EB5D278}"/>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9" name="Straight Arrow Connector 1282">
              <a:extLst>
                <a:ext uri="{FF2B5EF4-FFF2-40B4-BE49-F238E27FC236}">
                  <a16:creationId xmlns:a16="http://schemas.microsoft.com/office/drawing/2014/main" id="{2E2C95F7-1E41-A311-E3E0-82489C84EF69}"/>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Arrow Connector 1283">
              <a:extLst>
                <a:ext uri="{FF2B5EF4-FFF2-40B4-BE49-F238E27FC236}">
                  <a16:creationId xmlns:a16="http://schemas.microsoft.com/office/drawing/2014/main" id="{50E93597-24C1-EEB9-E9AF-10BC86564413}"/>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Arrow Connector 1284">
              <a:extLst>
                <a:ext uri="{FF2B5EF4-FFF2-40B4-BE49-F238E27FC236}">
                  <a16:creationId xmlns:a16="http://schemas.microsoft.com/office/drawing/2014/main" id="{EA82290E-835A-053F-1225-AAD9E45BD48A}"/>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3" name="Rectangle 1285">
            <a:extLst>
              <a:ext uri="{FF2B5EF4-FFF2-40B4-BE49-F238E27FC236}">
                <a16:creationId xmlns:a16="http://schemas.microsoft.com/office/drawing/2014/main" id="{1F9EC4BC-47AA-BE47-2E70-DA0750BCF547}"/>
              </a:ext>
            </a:extLst>
          </p:cNvPr>
          <p:cNvSpPr/>
          <p:nvPr/>
        </p:nvSpPr>
        <p:spPr>
          <a:xfrm>
            <a:off x="5986150"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54" name="Straight Arrow Connector 833">
            <a:extLst>
              <a:ext uri="{FF2B5EF4-FFF2-40B4-BE49-F238E27FC236}">
                <a16:creationId xmlns:a16="http://schemas.microsoft.com/office/drawing/2014/main" id="{834CF00A-9D0A-6B87-C1EA-89710B5B3869}"/>
              </a:ext>
            </a:extLst>
          </p:cNvPr>
          <p:cNvCxnSpPr>
            <a:cxnSpLocks/>
          </p:cNvCxnSpPr>
          <p:nvPr/>
        </p:nvCxnSpPr>
        <p:spPr>
          <a:xfrm rot="16200000" flipH="1">
            <a:off x="661824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834">
            <a:extLst>
              <a:ext uri="{FF2B5EF4-FFF2-40B4-BE49-F238E27FC236}">
                <a16:creationId xmlns:a16="http://schemas.microsoft.com/office/drawing/2014/main" id="{DAAAFE55-B24D-6A43-B590-9A3CC8EEE0D1}"/>
              </a:ext>
            </a:extLst>
          </p:cNvPr>
          <p:cNvCxnSpPr>
            <a:cxnSpLocks/>
          </p:cNvCxnSpPr>
          <p:nvPr/>
        </p:nvCxnSpPr>
        <p:spPr>
          <a:xfrm rot="16200000" flipH="1">
            <a:off x="661824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835">
            <a:extLst>
              <a:ext uri="{FF2B5EF4-FFF2-40B4-BE49-F238E27FC236}">
                <a16:creationId xmlns:a16="http://schemas.microsoft.com/office/drawing/2014/main" id="{FC3FB282-A0DC-EAE5-CA27-3E8F0D0FD8FF}"/>
              </a:ext>
            </a:extLst>
          </p:cNvPr>
          <p:cNvCxnSpPr>
            <a:cxnSpLocks/>
          </p:cNvCxnSpPr>
          <p:nvPr/>
        </p:nvCxnSpPr>
        <p:spPr>
          <a:xfrm rot="16200000" flipH="1">
            <a:off x="661824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Rectangle 836">
            <a:extLst>
              <a:ext uri="{FF2B5EF4-FFF2-40B4-BE49-F238E27FC236}">
                <a16:creationId xmlns:a16="http://schemas.microsoft.com/office/drawing/2014/main" id="{21F4F7FD-DF4B-2A9B-99A2-B4A11314F2E2}"/>
              </a:ext>
            </a:extLst>
          </p:cNvPr>
          <p:cNvSpPr/>
          <p:nvPr/>
        </p:nvSpPr>
        <p:spPr>
          <a:xfrm>
            <a:off x="6631868"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8" name="Group 837">
            <a:extLst>
              <a:ext uri="{FF2B5EF4-FFF2-40B4-BE49-F238E27FC236}">
                <a16:creationId xmlns:a16="http://schemas.microsoft.com/office/drawing/2014/main" id="{27862DA0-4302-BD23-9F9E-E36260EA1F59}"/>
              </a:ext>
            </a:extLst>
          </p:cNvPr>
          <p:cNvGrpSpPr/>
          <p:nvPr/>
        </p:nvGrpSpPr>
        <p:grpSpPr>
          <a:xfrm>
            <a:off x="6691732" y="3844361"/>
            <a:ext cx="363592" cy="241548"/>
            <a:chOff x="7877914" y="1675761"/>
            <a:chExt cx="254530" cy="274320"/>
          </a:xfrm>
        </p:grpSpPr>
        <p:cxnSp>
          <p:nvCxnSpPr>
            <p:cNvPr id="144" name="Straight Arrow Connector 838">
              <a:extLst>
                <a:ext uri="{FF2B5EF4-FFF2-40B4-BE49-F238E27FC236}">
                  <a16:creationId xmlns:a16="http://schemas.microsoft.com/office/drawing/2014/main" id="{1170AFFC-9836-254C-2A9A-16AC777B016D}"/>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839">
              <a:extLst>
                <a:ext uri="{FF2B5EF4-FFF2-40B4-BE49-F238E27FC236}">
                  <a16:creationId xmlns:a16="http://schemas.microsoft.com/office/drawing/2014/main" id="{164D8B5A-D246-77C4-EFAD-5B9C81E3B548}"/>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Arrow Connector 840">
              <a:extLst>
                <a:ext uri="{FF2B5EF4-FFF2-40B4-BE49-F238E27FC236}">
                  <a16:creationId xmlns:a16="http://schemas.microsoft.com/office/drawing/2014/main" id="{E879E10C-BC79-855B-AA4F-2ABBAB1AC73A}"/>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7" name="Straight Arrow Connector 841">
              <a:extLst>
                <a:ext uri="{FF2B5EF4-FFF2-40B4-BE49-F238E27FC236}">
                  <a16:creationId xmlns:a16="http://schemas.microsoft.com/office/drawing/2014/main" id="{87BB674B-1534-F9F5-D07E-4A9BFC0D27B0}"/>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9" name="Rectangle 842">
            <a:extLst>
              <a:ext uri="{FF2B5EF4-FFF2-40B4-BE49-F238E27FC236}">
                <a16:creationId xmlns:a16="http://schemas.microsoft.com/office/drawing/2014/main" id="{69C9F05F-EFCA-79A4-6F30-2E16461DCCCA}"/>
              </a:ext>
            </a:extLst>
          </p:cNvPr>
          <p:cNvSpPr/>
          <p:nvPr/>
        </p:nvSpPr>
        <p:spPr>
          <a:xfrm>
            <a:off x="6631591"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0" name="Straight Arrow Connector 843">
            <a:extLst>
              <a:ext uri="{FF2B5EF4-FFF2-40B4-BE49-F238E27FC236}">
                <a16:creationId xmlns:a16="http://schemas.microsoft.com/office/drawing/2014/main" id="{61D2C497-6CF9-183A-458D-27D69A73A75B}"/>
              </a:ext>
            </a:extLst>
          </p:cNvPr>
          <p:cNvCxnSpPr>
            <a:cxnSpLocks/>
          </p:cNvCxnSpPr>
          <p:nvPr/>
        </p:nvCxnSpPr>
        <p:spPr>
          <a:xfrm>
            <a:off x="69532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844">
            <a:extLst>
              <a:ext uri="{FF2B5EF4-FFF2-40B4-BE49-F238E27FC236}">
                <a16:creationId xmlns:a16="http://schemas.microsoft.com/office/drawing/2014/main" id="{25E83AAA-5542-2EE8-9972-6777A18CF13D}"/>
              </a:ext>
            </a:extLst>
          </p:cNvPr>
          <p:cNvCxnSpPr>
            <a:cxnSpLocks/>
          </p:cNvCxnSpPr>
          <p:nvPr/>
        </p:nvCxnSpPr>
        <p:spPr>
          <a:xfrm>
            <a:off x="70643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845">
            <a:extLst>
              <a:ext uri="{FF2B5EF4-FFF2-40B4-BE49-F238E27FC236}">
                <a16:creationId xmlns:a16="http://schemas.microsoft.com/office/drawing/2014/main" id="{03F8025F-D39A-E4C9-ACAC-92060CA3BAD5}"/>
              </a:ext>
            </a:extLst>
          </p:cNvPr>
          <p:cNvCxnSpPr>
            <a:cxnSpLocks/>
          </p:cNvCxnSpPr>
          <p:nvPr/>
        </p:nvCxnSpPr>
        <p:spPr>
          <a:xfrm>
            <a:off x="669173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846">
            <a:extLst>
              <a:ext uri="{FF2B5EF4-FFF2-40B4-BE49-F238E27FC236}">
                <a16:creationId xmlns:a16="http://schemas.microsoft.com/office/drawing/2014/main" id="{F9EE7A3D-196D-69F6-D8F0-9C161057BC29}"/>
              </a:ext>
            </a:extLst>
          </p:cNvPr>
          <p:cNvCxnSpPr>
            <a:cxnSpLocks/>
          </p:cNvCxnSpPr>
          <p:nvPr/>
        </p:nvCxnSpPr>
        <p:spPr>
          <a:xfrm>
            <a:off x="680284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64" name="Rectangle 847">
            <a:extLst>
              <a:ext uri="{FF2B5EF4-FFF2-40B4-BE49-F238E27FC236}">
                <a16:creationId xmlns:a16="http://schemas.microsoft.com/office/drawing/2014/main" id="{D13AD005-8B86-E8F0-7EA1-0F4427602375}"/>
              </a:ext>
            </a:extLst>
          </p:cNvPr>
          <p:cNvSpPr/>
          <p:nvPr/>
        </p:nvSpPr>
        <p:spPr>
          <a:xfrm>
            <a:off x="6631868"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65" name="Group 848">
            <a:extLst>
              <a:ext uri="{FF2B5EF4-FFF2-40B4-BE49-F238E27FC236}">
                <a16:creationId xmlns:a16="http://schemas.microsoft.com/office/drawing/2014/main" id="{D146EC91-F329-97AF-FF07-B634A64E281A}"/>
              </a:ext>
            </a:extLst>
          </p:cNvPr>
          <p:cNvGrpSpPr/>
          <p:nvPr/>
        </p:nvGrpSpPr>
        <p:grpSpPr>
          <a:xfrm>
            <a:off x="6691733" y="5975439"/>
            <a:ext cx="372663" cy="241548"/>
            <a:chOff x="7871564" y="3137742"/>
            <a:chExt cx="260880" cy="274320"/>
          </a:xfrm>
        </p:grpSpPr>
        <p:cxnSp>
          <p:nvCxnSpPr>
            <p:cNvPr id="140" name="Straight Arrow Connector 849">
              <a:extLst>
                <a:ext uri="{FF2B5EF4-FFF2-40B4-BE49-F238E27FC236}">
                  <a16:creationId xmlns:a16="http://schemas.microsoft.com/office/drawing/2014/main" id="{BCD0DAFF-151D-3B55-8A6E-884B1D94CA6B}"/>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850">
              <a:extLst>
                <a:ext uri="{FF2B5EF4-FFF2-40B4-BE49-F238E27FC236}">
                  <a16:creationId xmlns:a16="http://schemas.microsoft.com/office/drawing/2014/main" id="{D0F312AC-3DCC-9972-C452-16EEEF78EE27}"/>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Arrow Connector 851">
              <a:extLst>
                <a:ext uri="{FF2B5EF4-FFF2-40B4-BE49-F238E27FC236}">
                  <a16:creationId xmlns:a16="http://schemas.microsoft.com/office/drawing/2014/main" id="{2C0504F6-2159-B29C-A125-59A3690EF6A4}"/>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Arrow Connector 852">
              <a:extLst>
                <a:ext uri="{FF2B5EF4-FFF2-40B4-BE49-F238E27FC236}">
                  <a16:creationId xmlns:a16="http://schemas.microsoft.com/office/drawing/2014/main" id="{816564C7-BD06-A4ED-8DF6-EAAE367D556F}"/>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66" name="Rectangle 853">
            <a:extLst>
              <a:ext uri="{FF2B5EF4-FFF2-40B4-BE49-F238E27FC236}">
                <a16:creationId xmlns:a16="http://schemas.microsoft.com/office/drawing/2014/main" id="{54AF31F2-3338-800C-B683-8C3411B13C90}"/>
              </a:ext>
            </a:extLst>
          </p:cNvPr>
          <p:cNvSpPr/>
          <p:nvPr/>
        </p:nvSpPr>
        <p:spPr>
          <a:xfrm>
            <a:off x="6631591"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7" name="Straight Arrow Connector 860">
            <a:extLst>
              <a:ext uri="{FF2B5EF4-FFF2-40B4-BE49-F238E27FC236}">
                <a16:creationId xmlns:a16="http://schemas.microsoft.com/office/drawing/2014/main" id="{30F24844-2797-FDE6-B5CD-ECDC605578C7}"/>
              </a:ext>
            </a:extLst>
          </p:cNvPr>
          <p:cNvCxnSpPr>
            <a:cxnSpLocks/>
          </p:cNvCxnSpPr>
          <p:nvPr/>
        </p:nvCxnSpPr>
        <p:spPr>
          <a:xfrm rot="16200000" flipH="1">
            <a:off x="725887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861">
            <a:extLst>
              <a:ext uri="{FF2B5EF4-FFF2-40B4-BE49-F238E27FC236}">
                <a16:creationId xmlns:a16="http://schemas.microsoft.com/office/drawing/2014/main" id="{973B0055-0A92-F9BB-39DF-99AEC6D4AC77}"/>
              </a:ext>
            </a:extLst>
          </p:cNvPr>
          <p:cNvCxnSpPr>
            <a:cxnSpLocks/>
          </p:cNvCxnSpPr>
          <p:nvPr/>
        </p:nvCxnSpPr>
        <p:spPr>
          <a:xfrm rot="16200000" flipH="1">
            <a:off x="725887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862">
            <a:extLst>
              <a:ext uri="{FF2B5EF4-FFF2-40B4-BE49-F238E27FC236}">
                <a16:creationId xmlns:a16="http://schemas.microsoft.com/office/drawing/2014/main" id="{21FBE33C-9A16-D97F-67A0-3F3684623E86}"/>
              </a:ext>
            </a:extLst>
          </p:cNvPr>
          <p:cNvCxnSpPr>
            <a:cxnSpLocks/>
          </p:cNvCxnSpPr>
          <p:nvPr/>
        </p:nvCxnSpPr>
        <p:spPr>
          <a:xfrm rot="16200000" flipH="1">
            <a:off x="725887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Rectangle 863">
            <a:extLst>
              <a:ext uri="{FF2B5EF4-FFF2-40B4-BE49-F238E27FC236}">
                <a16:creationId xmlns:a16="http://schemas.microsoft.com/office/drawing/2014/main" id="{F22820EA-3031-337D-871F-4F6A23B826DB}"/>
              </a:ext>
            </a:extLst>
          </p:cNvPr>
          <p:cNvSpPr/>
          <p:nvPr/>
        </p:nvSpPr>
        <p:spPr>
          <a:xfrm>
            <a:off x="7277031" y="3042727"/>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1" name="Group 864">
            <a:extLst>
              <a:ext uri="{FF2B5EF4-FFF2-40B4-BE49-F238E27FC236}">
                <a16:creationId xmlns:a16="http://schemas.microsoft.com/office/drawing/2014/main" id="{8E8AA408-8099-22BF-4909-7DC9E70CF9C0}"/>
              </a:ext>
            </a:extLst>
          </p:cNvPr>
          <p:cNvGrpSpPr/>
          <p:nvPr/>
        </p:nvGrpSpPr>
        <p:grpSpPr>
          <a:xfrm>
            <a:off x="7339683" y="3844361"/>
            <a:ext cx="363592" cy="241548"/>
            <a:chOff x="7877914" y="1675761"/>
            <a:chExt cx="254530" cy="274320"/>
          </a:xfrm>
        </p:grpSpPr>
        <p:cxnSp>
          <p:nvCxnSpPr>
            <p:cNvPr id="136" name="Straight Arrow Connector 865">
              <a:extLst>
                <a:ext uri="{FF2B5EF4-FFF2-40B4-BE49-F238E27FC236}">
                  <a16:creationId xmlns:a16="http://schemas.microsoft.com/office/drawing/2014/main" id="{C97F395B-34FA-7622-C797-4933DA9A9715}"/>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Arrow Connector 866">
              <a:extLst>
                <a:ext uri="{FF2B5EF4-FFF2-40B4-BE49-F238E27FC236}">
                  <a16:creationId xmlns:a16="http://schemas.microsoft.com/office/drawing/2014/main" id="{DAFBB838-1AD1-918E-C2D4-E0D326A45B90}"/>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Arrow Connector 867">
              <a:extLst>
                <a:ext uri="{FF2B5EF4-FFF2-40B4-BE49-F238E27FC236}">
                  <a16:creationId xmlns:a16="http://schemas.microsoft.com/office/drawing/2014/main" id="{67D00FFC-BA95-FB1B-64D6-D7205AC687A4}"/>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868">
              <a:extLst>
                <a:ext uri="{FF2B5EF4-FFF2-40B4-BE49-F238E27FC236}">
                  <a16:creationId xmlns:a16="http://schemas.microsoft.com/office/drawing/2014/main" id="{A0EAD94B-1344-F1A9-A995-F1A668A9B1E0}"/>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2" name="Rectangle 869">
            <a:extLst>
              <a:ext uri="{FF2B5EF4-FFF2-40B4-BE49-F238E27FC236}">
                <a16:creationId xmlns:a16="http://schemas.microsoft.com/office/drawing/2014/main" id="{F6CDC530-A95A-2E05-4908-DEC0D34D853A}"/>
              </a:ext>
            </a:extLst>
          </p:cNvPr>
          <p:cNvSpPr/>
          <p:nvPr/>
        </p:nvSpPr>
        <p:spPr>
          <a:xfrm>
            <a:off x="7277031" y="40515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cxnSp>
        <p:nvCxnSpPr>
          <p:cNvPr id="73" name="Straight Arrow Connector 870">
            <a:extLst>
              <a:ext uri="{FF2B5EF4-FFF2-40B4-BE49-F238E27FC236}">
                <a16:creationId xmlns:a16="http://schemas.microsoft.com/office/drawing/2014/main" id="{04A1028B-DB42-7ADD-C0CC-D801838C8301}"/>
              </a:ext>
            </a:extLst>
          </p:cNvPr>
          <p:cNvCxnSpPr>
            <a:cxnSpLocks/>
          </p:cNvCxnSpPr>
          <p:nvPr/>
        </p:nvCxnSpPr>
        <p:spPr>
          <a:xfrm>
            <a:off x="760122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871">
            <a:extLst>
              <a:ext uri="{FF2B5EF4-FFF2-40B4-BE49-F238E27FC236}">
                <a16:creationId xmlns:a16="http://schemas.microsoft.com/office/drawing/2014/main" id="{619BDA65-514A-BE11-A245-6A1C0BE0A005}"/>
              </a:ext>
            </a:extLst>
          </p:cNvPr>
          <p:cNvCxnSpPr>
            <a:cxnSpLocks/>
          </p:cNvCxnSpPr>
          <p:nvPr/>
        </p:nvCxnSpPr>
        <p:spPr>
          <a:xfrm>
            <a:off x="77123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872">
            <a:extLst>
              <a:ext uri="{FF2B5EF4-FFF2-40B4-BE49-F238E27FC236}">
                <a16:creationId xmlns:a16="http://schemas.microsoft.com/office/drawing/2014/main" id="{1BCDE28B-E4FE-1B6D-AEE6-37ACB1A95659}"/>
              </a:ext>
            </a:extLst>
          </p:cNvPr>
          <p:cNvCxnSpPr>
            <a:cxnSpLocks/>
          </p:cNvCxnSpPr>
          <p:nvPr/>
        </p:nvCxnSpPr>
        <p:spPr>
          <a:xfrm>
            <a:off x="733968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875">
            <a:extLst>
              <a:ext uri="{FF2B5EF4-FFF2-40B4-BE49-F238E27FC236}">
                <a16:creationId xmlns:a16="http://schemas.microsoft.com/office/drawing/2014/main" id="{E7B4BACC-3F9F-F29C-84C1-0B0290C89C91}"/>
              </a:ext>
            </a:extLst>
          </p:cNvPr>
          <p:cNvCxnSpPr>
            <a:cxnSpLocks/>
          </p:cNvCxnSpPr>
          <p:nvPr/>
        </p:nvCxnSpPr>
        <p:spPr>
          <a:xfrm>
            <a:off x="7450801"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77" name="Rectangle 876">
            <a:extLst>
              <a:ext uri="{FF2B5EF4-FFF2-40B4-BE49-F238E27FC236}">
                <a16:creationId xmlns:a16="http://schemas.microsoft.com/office/drawing/2014/main" id="{74D879B8-4136-5AAE-89D5-1B34B2515C42}"/>
              </a:ext>
            </a:extLst>
          </p:cNvPr>
          <p:cNvSpPr/>
          <p:nvPr/>
        </p:nvSpPr>
        <p:spPr>
          <a:xfrm>
            <a:off x="7277031" y="51642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8" name="Group 877">
            <a:extLst>
              <a:ext uri="{FF2B5EF4-FFF2-40B4-BE49-F238E27FC236}">
                <a16:creationId xmlns:a16="http://schemas.microsoft.com/office/drawing/2014/main" id="{ECA20778-9AAB-B94E-9838-27409DD7A9C8}"/>
              </a:ext>
            </a:extLst>
          </p:cNvPr>
          <p:cNvGrpSpPr/>
          <p:nvPr/>
        </p:nvGrpSpPr>
        <p:grpSpPr>
          <a:xfrm>
            <a:off x="7339684" y="5975439"/>
            <a:ext cx="372663" cy="241548"/>
            <a:chOff x="7871564" y="3137742"/>
            <a:chExt cx="260880" cy="274320"/>
          </a:xfrm>
        </p:grpSpPr>
        <p:cxnSp>
          <p:nvCxnSpPr>
            <p:cNvPr id="132" name="Straight Arrow Connector 878">
              <a:extLst>
                <a:ext uri="{FF2B5EF4-FFF2-40B4-BE49-F238E27FC236}">
                  <a16:creationId xmlns:a16="http://schemas.microsoft.com/office/drawing/2014/main" id="{C9B097F3-E71C-DA5E-AB61-14A49D5ED2F0}"/>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Arrow Connector 879">
              <a:extLst>
                <a:ext uri="{FF2B5EF4-FFF2-40B4-BE49-F238E27FC236}">
                  <a16:creationId xmlns:a16="http://schemas.microsoft.com/office/drawing/2014/main" id="{E56ABB00-92BF-5F67-46B2-AD36CB77EFF7}"/>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880">
              <a:extLst>
                <a:ext uri="{FF2B5EF4-FFF2-40B4-BE49-F238E27FC236}">
                  <a16:creationId xmlns:a16="http://schemas.microsoft.com/office/drawing/2014/main" id="{B0F5439E-C18E-BF50-3DF3-296D8765D842}"/>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891">
              <a:extLst>
                <a:ext uri="{FF2B5EF4-FFF2-40B4-BE49-F238E27FC236}">
                  <a16:creationId xmlns:a16="http://schemas.microsoft.com/office/drawing/2014/main" id="{EAEBA07A-C848-163F-B8CF-C7F42C03E03E}"/>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9" name="Rectangle 892">
            <a:extLst>
              <a:ext uri="{FF2B5EF4-FFF2-40B4-BE49-F238E27FC236}">
                <a16:creationId xmlns:a16="http://schemas.microsoft.com/office/drawing/2014/main" id="{DCAAD1D3-93E6-4865-52C6-6D6564713D16}"/>
              </a:ext>
            </a:extLst>
          </p:cNvPr>
          <p:cNvSpPr/>
          <p:nvPr/>
        </p:nvSpPr>
        <p:spPr>
          <a:xfrm>
            <a:off x="7277031" y="6173005"/>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80" name="Group 3">
            <a:extLst>
              <a:ext uri="{FF2B5EF4-FFF2-40B4-BE49-F238E27FC236}">
                <a16:creationId xmlns:a16="http://schemas.microsoft.com/office/drawing/2014/main" id="{F6D83845-8D3D-6640-C419-F8155E51198B}"/>
              </a:ext>
            </a:extLst>
          </p:cNvPr>
          <p:cNvGrpSpPr/>
          <p:nvPr/>
        </p:nvGrpSpPr>
        <p:grpSpPr>
          <a:xfrm>
            <a:off x="4747877" y="6987378"/>
            <a:ext cx="2964468" cy="298326"/>
            <a:chOff x="4471078" y="4219405"/>
            <a:chExt cx="2075256" cy="409091"/>
          </a:xfrm>
        </p:grpSpPr>
        <p:cxnSp>
          <p:nvCxnSpPr>
            <p:cNvPr id="112" name="Straight Arrow Connector 577">
              <a:extLst>
                <a:ext uri="{FF2B5EF4-FFF2-40B4-BE49-F238E27FC236}">
                  <a16:creationId xmlns:a16="http://schemas.microsoft.com/office/drawing/2014/main" id="{3FC9B21B-D819-A86F-FEA5-5B6DD7B92DF9}"/>
                </a:ext>
              </a:extLst>
            </p:cNvPr>
            <p:cNvCxnSpPr>
              <a:cxnSpLocks/>
            </p:cNvCxnSpPr>
            <p:nvPr/>
          </p:nvCxnSpPr>
          <p:spPr>
            <a:xfrm>
              <a:off x="4654171"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590">
              <a:extLst>
                <a:ext uri="{FF2B5EF4-FFF2-40B4-BE49-F238E27FC236}">
                  <a16:creationId xmlns:a16="http://schemas.microsoft.com/office/drawing/2014/main" id="{3A8D59B8-11B5-873B-2B1A-9EBB21C4C4FC}"/>
                </a:ext>
              </a:extLst>
            </p:cNvPr>
            <p:cNvCxnSpPr>
              <a:cxnSpLocks/>
            </p:cNvCxnSpPr>
            <p:nvPr/>
          </p:nvCxnSpPr>
          <p:spPr>
            <a:xfrm>
              <a:off x="4731958"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591">
              <a:extLst>
                <a:ext uri="{FF2B5EF4-FFF2-40B4-BE49-F238E27FC236}">
                  <a16:creationId xmlns:a16="http://schemas.microsoft.com/office/drawing/2014/main" id="{F9FCA756-27D2-2687-91A4-251D0B990822}"/>
                </a:ext>
              </a:extLst>
            </p:cNvPr>
            <p:cNvCxnSpPr>
              <a:cxnSpLocks/>
            </p:cNvCxnSpPr>
            <p:nvPr/>
          </p:nvCxnSpPr>
          <p:spPr>
            <a:xfrm>
              <a:off x="4471078"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593">
              <a:extLst>
                <a:ext uri="{FF2B5EF4-FFF2-40B4-BE49-F238E27FC236}">
                  <a16:creationId xmlns:a16="http://schemas.microsoft.com/office/drawing/2014/main" id="{CD753127-FACC-39BD-2EA5-1E5B313705DA}"/>
                </a:ext>
              </a:extLst>
            </p:cNvPr>
            <p:cNvCxnSpPr>
              <a:cxnSpLocks/>
            </p:cNvCxnSpPr>
            <p:nvPr/>
          </p:nvCxnSpPr>
          <p:spPr>
            <a:xfrm>
              <a:off x="4548865"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634">
              <a:extLst>
                <a:ext uri="{FF2B5EF4-FFF2-40B4-BE49-F238E27FC236}">
                  <a16:creationId xmlns:a16="http://schemas.microsoft.com/office/drawing/2014/main" id="{CF04CFE2-405E-2D92-75C0-48CAE76D6C3F}"/>
                </a:ext>
              </a:extLst>
            </p:cNvPr>
            <p:cNvCxnSpPr>
              <a:cxnSpLocks/>
            </p:cNvCxnSpPr>
            <p:nvPr/>
          </p:nvCxnSpPr>
          <p:spPr>
            <a:xfrm>
              <a:off x="5107765"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635">
              <a:extLst>
                <a:ext uri="{FF2B5EF4-FFF2-40B4-BE49-F238E27FC236}">
                  <a16:creationId xmlns:a16="http://schemas.microsoft.com/office/drawing/2014/main" id="{5F33C1BA-C257-EE1F-8D24-2AB1ABCAE26A}"/>
                </a:ext>
              </a:extLst>
            </p:cNvPr>
            <p:cNvCxnSpPr>
              <a:cxnSpLocks/>
            </p:cNvCxnSpPr>
            <p:nvPr/>
          </p:nvCxnSpPr>
          <p:spPr>
            <a:xfrm>
              <a:off x="5185552"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636">
              <a:extLst>
                <a:ext uri="{FF2B5EF4-FFF2-40B4-BE49-F238E27FC236}">
                  <a16:creationId xmlns:a16="http://schemas.microsoft.com/office/drawing/2014/main" id="{41209844-F3AB-9972-8588-241C8715881E}"/>
                </a:ext>
              </a:extLst>
            </p:cNvPr>
            <p:cNvCxnSpPr>
              <a:cxnSpLocks/>
            </p:cNvCxnSpPr>
            <p:nvPr/>
          </p:nvCxnSpPr>
          <p:spPr>
            <a:xfrm>
              <a:off x="4924672" y="4219405"/>
              <a:ext cx="0" cy="409091"/>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637">
              <a:extLst>
                <a:ext uri="{FF2B5EF4-FFF2-40B4-BE49-F238E27FC236}">
                  <a16:creationId xmlns:a16="http://schemas.microsoft.com/office/drawing/2014/main" id="{C966E986-2873-D3E5-F054-AA02BFC4DE32}"/>
                </a:ext>
              </a:extLst>
            </p:cNvPr>
            <p:cNvCxnSpPr>
              <a:cxnSpLocks/>
            </p:cNvCxnSpPr>
            <p:nvPr/>
          </p:nvCxnSpPr>
          <p:spPr>
            <a:xfrm>
              <a:off x="5002459"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Arrow Connector 1286">
              <a:extLst>
                <a:ext uri="{FF2B5EF4-FFF2-40B4-BE49-F238E27FC236}">
                  <a16:creationId xmlns:a16="http://schemas.microsoft.com/office/drawing/2014/main" id="{7AB70B36-3C1F-AEEE-EAF0-E2A0AEB17ACF}"/>
                </a:ext>
              </a:extLst>
            </p:cNvPr>
            <p:cNvCxnSpPr>
              <a:cxnSpLocks/>
            </p:cNvCxnSpPr>
            <p:nvPr/>
          </p:nvCxnSpPr>
          <p:spPr>
            <a:xfrm>
              <a:off x="5561359"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87">
              <a:extLst>
                <a:ext uri="{FF2B5EF4-FFF2-40B4-BE49-F238E27FC236}">
                  <a16:creationId xmlns:a16="http://schemas.microsoft.com/office/drawing/2014/main" id="{FA8376C9-7218-AADA-E527-19E3F2131DDA}"/>
                </a:ext>
              </a:extLst>
            </p:cNvPr>
            <p:cNvCxnSpPr>
              <a:cxnSpLocks/>
            </p:cNvCxnSpPr>
            <p:nvPr/>
          </p:nvCxnSpPr>
          <p:spPr>
            <a:xfrm>
              <a:off x="5639146"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312">
              <a:extLst>
                <a:ext uri="{FF2B5EF4-FFF2-40B4-BE49-F238E27FC236}">
                  <a16:creationId xmlns:a16="http://schemas.microsoft.com/office/drawing/2014/main" id="{27EC0C9D-2ADF-9D9D-49A4-5C32E4927521}"/>
                </a:ext>
              </a:extLst>
            </p:cNvPr>
            <p:cNvCxnSpPr>
              <a:cxnSpLocks/>
            </p:cNvCxnSpPr>
            <p:nvPr/>
          </p:nvCxnSpPr>
          <p:spPr>
            <a:xfrm>
              <a:off x="5378266"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337">
              <a:extLst>
                <a:ext uri="{FF2B5EF4-FFF2-40B4-BE49-F238E27FC236}">
                  <a16:creationId xmlns:a16="http://schemas.microsoft.com/office/drawing/2014/main" id="{92C7525E-E03D-0810-F668-CE9646F6B846}"/>
                </a:ext>
              </a:extLst>
            </p:cNvPr>
            <p:cNvCxnSpPr>
              <a:cxnSpLocks/>
            </p:cNvCxnSpPr>
            <p:nvPr/>
          </p:nvCxnSpPr>
          <p:spPr>
            <a:xfrm>
              <a:off x="5456053"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854">
              <a:extLst>
                <a:ext uri="{FF2B5EF4-FFF2-40B4-BE49-F238E27FC236}">
                  <a16:creationId xmlns:a16="http://schemas.microsoft.com/office/drawing/2014/main" id="{557A0AA2-4873-6F53-6547-F902ECB51491}"/>
                </a:ext>
              </a:extLst>
            </p:cNvPr>
            <p:cNvCxnSpPr>
              <a:cxnSpLocks/>
            </p:cNvCxnSpPr>
            <p:nvPr/>
          </p:nvCxnSpPr>
          <p:spPr>
            <a:xfrm>
              <a:off x="6014953"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855">
              <a:extLst>
                <a:ext uri="{FF2B5EF4-FFF2-40B4-BE49-F238E27FC236}">
                  <a16:creationId xmlns:a16="http://schemas.microsoft.com/office/drawing/2014/main" id="{A19EC054-B9B0-ED0D-7304-D3BF929257BF}"/>
                </a:ext>
              </a:extLst>
            </p:cNvPr>
            <p:cNvCxnSpPr>
              <a:cxnSpLocks/>
            </p:cNvCxnSpPr>
            <p:nvPr/>
          </p:nvCxnSpPr>
          <p:spPr>
            <a:xfrm>
              <a:off x="6092740"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856">
              <a:extLst>
                <a:ext uri="{FF2B5EF4-FFF2-40B4-BE49-F238E27FC236}">
                  <a16:creationId xmlns:a16="http://schemas.microsoft.com/office/drawing/2014/main" id="{37E26217-0346-AEB7-F50C-7344722BF323}"/>
                </a:ext>
              </a:extLst>
            </p:cNvPr>
            <p:cNvCxnSpPr>
              <a:cxnSpLocks/>
            </p:cNvCxnSpPr>
            <p:nvPr/>
          </p:nvCxnSpPr>
          <p:spPr>
            <a:xfrm>
              <a:off x="5831860"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857">
              <a:extLst>
                <a:ext uri="{FF2B5EF4-FFF2-40B4-BE49-F238E27FC236}">
                  <a16:creationId xmlns:a16="http://schemas.microsoft.com/office/drawing/2014/main" id="{E4B330B0-4EEC-DF3E-C308-A4C345A4CA53}"/>
                </a:ext>
              </a:extLst>
            </p:cNvPr>
            <p:cNvCxnSpPr>
              <a:cxnSpLocks/>
            </p:cNvCxnSpPr>
            <p:nvPr/>
          </p:nvCxnSpPr>
          <p:spPr>
            <a:xfrm>
              <a:off x="5909647"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893">
              <a:extLst>
                <a:ext uri="{FF2B5EF4-FFF2-40B4-BE49-F238E27FC236}">
                  <a16:creationId xmlns:a16="http://schemas.microsoft.com/office/drawing/2014/main" id="{1252D112-9D6E-209B-23A8-31DB644C5709}"/>
                </a:ext>
              </a:extLst>
            </p:cNvPr>
            <p:cNvCxnSpPr>
              <a:cxnSpLocks/>
            </p:cNvCxnSpPr>
            <p:nvPr/>
          </p:nvCxnSpPr>
          <p:spPr>
            <a:xfrm>
              <a:off x="6468547"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894">
              <a:extLst>
                <a:ext uri="{FF2B5EF4-FFF2-40B4-BE49-F238E27FC236}">
                  <a16:creationId xmlns:a16="http://schemas.microsoft.com/office/drawing/2014/main" id="{A0D94925-CDCF-5CFD-923D-DDF62B60A23C}"/>
                </a:ext>
              </a:extLst>
            </p:cNvPr>
            <p:cNvCxnSpPr>
              <a:cxnSpLocks/>
            </p:cNvCxnSpPr>
            <p:nvPr/>
          </p:nvCxnSpPr>
          <p:spPr>
            <a:xfrm>
              <a:off x="6546334"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535">
              <a:extLst>
                <a:ext uri="{FF2B5EF4-FFF2-40B4-BE49-F238E27FC236}">
                  <a16:creationId xmlns:a16="http://schemas.microsoft.com/office/drawing/2014/main" id="{8CE2F327-719B-0463-FF07-E7C08366C640}"/>
                </a:ext>
              </a:extLst>
            </p:cNvPr>
            <p:cNvCxnSpPr>
              <a:cxnSpLocks/>
            </p:cNvCxnSpPr>
            <p:nvPr/>
          </p:nvCxnSpPr>
          <p:spPr>
            <a:xfrm>
              <a:off x="6285454"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536">
              <a:extLst>
                <a:ext uri="{FF2B5EF4-FFF2-40B4-BE49-F238E27FC236}">
                  <a16:creationId xmlns:a16="http://schemas.microsoft.com/office/drawing/2014/main" id="{0190F8D5-4567-4DF2-FE91-D6413BD1B1D7}"/>
                </a:ext>
              </a:extLst>
            </p:cNvPr>
            <p:cNvCxnSpPr>
              <a:cxnSpLocks/>
            </p:cNvCxnSpPr>
            <p:nvPr/>
          </p:nvCxnSpPr>
          <p:spPr>
            <a:xfrm>
              <a:off x="6363241"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grpSp>
      <p:cxnSp>
        <p:nvCxnSpPr>
          <p:cNvPr id="81" name="Straight Arrow Connector 1564">
            <a:extLst>
              <a:ext uri="{FF2B5EF4-FFF2-40B4-BE49-F238E27FC236}">
                <a16:creationId xmlns:a16="http://schemas.microsoft.com/office/drawing/2014/main" id="{7D758929-2401-4BB7-FF3C-150E28DCC5B1}"/>
              </a:ext>
            </a:extLst>
          </p:cNvPr>
          <p:cNvCxnSpPr>
            <a:cxnSpLocks/>
          </p:cNvCxnSpPr>
          <p:nvPr/>
        </p:nvCxnSpPr>
        <p:spPr>
          <a:xfrm>
            <a:off x="7773421" y="4290062"/>
            <a:ext cx="435400"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1565">
            <a:extLst>
              <a:ext uri="{FF2B5EF4-FFF2-40B4-BE49-F238E27FC236}">
                <a16:creationId xmlns:a16="http://schemas.microsoft.com/office/drawing/2014/main" id="{64B3A042-3016-CC66-1D4E-24239D9DF362}"/>
              </a:ext>
            </a:extLst>
          </p:cNvPr>
          <p:cNvCxnSpPr>
            <a:cxnSpLocks/>
          </p:cNvCxnSpPr>
          <p:nvPr/>
        </p:nvCxnSpPr>
        <p:spPr>
          <a:xfrm>
            <a:off x="7773422" y="5396705"/>
            <a:ext cx="433133"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1566">
            <a:extLst>
              <a:ext uri="{FF2B5EF4-FFF2-40B4-BE49-F238E27FC236}">
                <a16:creationId xmlns:a16="http://schemas.microsoft.com/office/drawing/2014/main" id="{E2A19CB1-8A49-8012-DAEE-622DFF947CFC}"/>
              </a:ext>
            </a:extLst>
          </p:cNvPr>
          <p:cNvCxnSpPr>
            <a:cxnSpLocks/>
          </p:cNvCxnSpPr>
          <p:nvPr/>
        </p:nvCxnSpPr>
        <p:spPr>
          <a:xfrm>
            <a:off x="7773422" y="6400547"/>
            <a:ext cx="625889"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1567">
            <a:extLst>
              <a:ext uri="{FF2B5EF4-FFF2-40B4-BE49-F238E27FC236}">
                <a16:creationId xmlns:a16="http://schemas.microsoft.com/office/drawing/2014/main" id="{4BEF69BC-AFE6-4B36-E85E-51B294C7F52E}"/>
              </a:ext>
            </a:extLst>
          </p:cNvPr>
          <p:cNvCxnSpPr>
            <a:cxnSpLocks/>
          </p:cNvCxnSpPr>
          <p:nvPr/>
        </p:nvCxnSpPr>
        <p:spPr>
          <a:xfrm flipH="1">
            <a:off x="8188412" y="4817684"/>
            <a:ext cx="399118"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1568">
            <a:extLst>
              <a:ext uri="{FF2B5EF4-FFF2-40B4-BE49-F238E27FC236}">
                <a16:creationId xmlns:a16="http://schemas.microsoft.com/office/drawing/2014/main" id="{4C939D7F-9FAC-81BF-A9D7-17954E7D15E9}"/>
              </a:ext>
            </a:extLst>
          </p:cNvPr>
          <p:cNvCxnSpPr>
            <a:cxnSpLocks/>
          </p:cNvCxnSpPr>
          <p:nvPr/>
        </p:nvCxnSpPr>
        <p:spPr>
          <a:xfrm rot="5400000">
            <a:off x="8480947" y="4346755"/>
            <a:ext cx="0" cy="213167"/>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1569">
            <a:extLst>
              <a:ext uri="{FF2B5EF4-FFF2-40B4-BE49-F238E27FC236}">
                <a16:creationId xmlns:a16="http://schemas.microsoft.com/office/drawing/2014/main" id="{C5541ED8-6B6A-AE49-67F1-3E0C8EBFEE54}"/>
              </a:ext>
            </a:extLst>
          </p:cNvPr>
          <p:cNvCxnSpPr>
            <a:cxnSpLocks/>
          </p:cNvCxnSpPr>
          <p:nvPr/>
        </p:nvCxnSpPr>
        <p:spPr>
          <a:xfrm rot="5400000">
            <a:off x="8480947" y="4893273"/>
            <a:ext cx="0" cy="213167"/>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Arrow Connector 1570">
            <a:extLst>
              <a:ext uri="{FF2B5EF4-FFF2-40B4-BE49-F238E27FC236}">
                <a16:creationId xmlns:a16="http://schemas.microsoft.com/office/drawing/2014/main" id="{BDECEFD3-B660-42C0-8F89-AC5E056DC201}"/>
              </a:ext>
            </a:extLst>
          </p:cNvPr>
          <p:cNvCxnSpPr>
            <a:cxnSpLocks/>
          </p:cNvCxnSpPr>
          <p:nvPr/>
        </p:nvCxnSpPr>
        <p:spPr>
          <a:xfrm flipH="1">
            <a:off x="8186145" y="4635511"/>
            <a:ext cx="401387"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1571">
            <a:extLst>
              <a:ext uri="{FF2B5EF4-FFF2-40B4-BE49-F238E27FC236}">
                <a16:creationId xmlns:a16="http://schemas.microsoft.com/office/drawing/2014/main" id="{EA369FAB-98E1-1B44-6567-535D5AEF6024}"/>
              </a:ext>
            </a:extLst>
          </p:cNvPr>
          <p:cNvCxnSpPr>
            <a:cxnSpLocks/>
          </p:cNvCxnSpPr>
          <p:nvPr/>
        </p:nvCxnSpPr>
        <p:spPr>
          <a:xfrm>
            <a:off x="8391904" y="4994887"/>
            <a:ext cx="0" cy="141607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1572">
            <a:extLst>
              <a:ext uri="{FF2B5EF4-FFF2-40B4-BE49-F238E27FC236}">
                <a16:creationId xmlns:a16="http://schemas.microsoft.com/office/drawing/2014/main" id="{D977CEAC-1CD1-233E-0A02-0FFACF64A0A4}"/>
              </a:ext>
            </a:extLst>
          </p:cNvPr>
          <p:cNvCxnSpPr>
            <a:cxnSpLocks/>
          </p:cNvCxnSpPr>
          <p:nvPr/>
        </p:nvCxnSpPr>
        <p:spPr>
          <a:xfrm>
            <a:off x="8391904" y="3261103"/>
            <a:ext cx="0" cy="1203510"/>
          </a:xfrm>
          <a:prstGeom prst="straightConnector1">
            <a:avLst/>
          </a:prstGeom>
          <a:ln w="2540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1573">
            <a:extLst>
              <a:ext uri="{FF2B5EF4-FFF2-40B4-BE49-F238E27FC236}">
                <a16:creationId xmlns:a16="http://schemas.microsoft.com/office/drawing/2014/main" id="{EE9FD2CD-A99D-56E4-BE36-BB72A3EFB3C1}"/>
              </a:ext>
            </a:extLst>
          </p:cNvPr>
          <p:cNvCxnSpPr>
            <a:cxnSpLocks/>
          </p:cNvCxnSpPr>
          <p:nvPr/>
        </p:nvCxnSpPr>
        <p:spPr>
          <a:xfrm>
            <a:off x="8196880" y="4812221"/>
            <a:ext cx="0" cy="598676"/>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1574">
            <a:extLst>
              <a:ext uri="{FF2B5EF4-FFF2-40B4-BE49-F238E27FC236}">
                <a16:creationId xmlns:a16="http://schemas.microsoft.com/office/drawing/2014/main" id="{8B4FF761-04E0-5147-20FF-320CC73623E7}"/>
              </a:ext>
            </a:extLst>
          </p:cNvPr>
          <p:cNvCxnSpPr>
            <a:cxnSpLocks/>
          </p:cNvCxnSpPr>
          <p:nvPr/>
        </p:nvCxnSpPr>
        <p:spPr>
          <a:xfrm>
            <a:off x="8196880" y="4282341"/>
            <a:ext cx="0" cy="35753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604">
            <a:extLst>
              <a:ext uri="{FF2B5EF4-FFF2-40B4-BE49-F238E27FC236}">
                <a16:creationId xmlns:a16="http://schemas.microsoft.com/office/drawing/2014/main" id="{978F9E70-E036-C53E-4199-CBB9DEB7DB51}"/>
              </a:ext>
            </a:extLst>
          </p:cNvPr>
          <p:cNvCxnSpPr>
            <a:cxnSpLocks/>
          </p:cNvCxnSpPr>
          <p:nvPr/>
        </p:nvCxnSpPr>
        <p:spPr>
          <a:xfrm rot="16200000" flipH="1">
            <a:off x="527167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Arrow Connector 1087">
            <a:extLst>
              <a:ext uri="{FF2B5EF4-FFF2-40B4-BE49-F238E27FC236}">
                <a16:creationId xmlns:a16="http://schemas.microsoft.com/office/drawing/2014/main" id="{84497E22-40FE-EEC0-C4E5-81E7428D8CC7}"/>
              </a:ext>
            </a:extLst>
          </p:cNvPr>
          <p:cNvCxnSpPr>
            <a:cxnSpLocks/>
          </p:cNvCxnSpPr>
          <p:nvPr/>
        </p:nvCxnSpPr>
        <p:spPr>
          <a:xfrm rot="16200000" flipH="1">
            <a:off x="591230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832">
            <a:extLst>
              <a:ext uri="{FF2B5EF4-FFF2-40B4-BE49-F238E27FC236}">
                <a16:creationId xmlns:a16="http://schemas.microsoft.com/office/drawing/2014/main" id="{5636D2C1-10FB-03C2-F9D0-B4E1A6992CA9}"/>
              </a:ext>
            </a:extLst>
          </p:cNvPr>
          <p:cNvCxnSpPr>
            <a:cxnSpLocks/>
          </p:cNvCxnSpPr>
          <p:nvPr/>
        </p:nvCxnSpPr>
        <p:spPr>
          <a:xfrm rot="16200000" flipH="1">
            <a:off x="655293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859">
            <a:extLst>
              <a:ext uri="{FF2B5EF4-FFF2-40B4-BE49-F238E27FC236}">
                <a16:creationId xmlns:a16="http://schemas.microsoft.com/office/drawing/2014/main" id="{B796016F-E206-A971-AE53-56CC8E5D783D}"/>
              </a:ext>
            </a:extLst>
          </p:cNvPr>
          <p:cNvCxnSpPr>
            <a:cxnSpLocks/>
          </p:cNvCxnSpPr>
          <p:nvPr/>
        </p:nvCxnSpPr>
        <p:spPr>
          <a:xfrm rot="16200000" flipH="1">
            <a:off x="719356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1563">
            <a:extLst>
              <a:ext uri="{FF2B5EF4-FFF2-40B4-BE49-F238E27FC236}">
                <a16:creationId xmlns:a16="http://schemas.microsoft.com/office/drawing/2014/main" id="{A8C20E3C-E961-5E06-A664-0FBB01A9553D}"/>
              </a:ext>
            </a:extLst>
          </p:cNvPr>
          <p:cNvCxnSpPr>
            <a:cxnSpLocks/>
          </p:cNvCxnSpPr>
          <p:nvPr/>
        </p:nvCxnSpPr>
        <p:spPr>
          <a:xfrm>
            <a:off x="7773422" y="3274126"/>
            <a:ext cx="628157" cy="0"/>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Left Brace 1558">
            <a:extLst>
              <a:ext uri="{FF2B5EF4-FFF2-40B4-BE49-F238E27FC236}">
                <a16:creationId xmlns:a16="http://schemas.microsoft.com/office/drawing/2014/main" id="{96DBA8EB-0A6B-1C40-E6BA-AD8158FA84E3}"/>
              </a:ext>
            </a:extLst>
          </p:cNvPr>
          <p:cNvSpPr/>
          <p:nvPr/>
        </p:nvSpPr>
        <p:spPr>
          <a:xfrm>
            <a:off x="4400305" y="3051852"/>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6" name="TextBox 1559">
            <a:extLst>
              <a:ext uri="{FF2B5EF4-FFF2-40B4-BE49-F238E27FC236}">
                <a16:creationId xmlns:a16="http://schemas.microsoft.com/office/drawing/2014/main" id="{6F0ECF5F-7C90-CDF9-C77F-C301352C2BD4}"/>
              </a:ext>
            </a:extLst>
          </p:cNvPr>
          <p:cNvSpPr txBox="1"/>
          <p:nvPr/>
        </p:nvSpPr>
        <p:spPr>
          <a:xfrm rot="16200000">
            <a:off x="3699912" y="3561938"/>
            <a:ext cx="1155354" cy="400110"/>
          </a:xfrm>
          <a:prstGeom prst="rect">
            <a:avLst/>
          </a:prstGeom>
          <a:noFill/>
        </p:spPr>
        <p:txBody>
          <a:bodyPr wrap="square">
            <a:spAutoFit/>
          </a:bodyPr>
          <a:lstStyle/>
          <a:p>
            <a:pPr defTabSz="914400">
              <a:defRPr/>
            </a:pPr>
            <a:r>
              <a:rPr lang="en-US" sz="2000" b="1">
                <a:latin typeface="Calibri" panose="020F0502020204030204"/>
              </a:rPr>
              <a:t>Rank 0</a:t>
            </a:r>
          </a:p>
        </p:txBody>
      </p:sp>
      <p:sp>
        <p:nvSpPr>
          <p:cNvPr id="107" name="Left Brace 1560">
            <a:extLst>
              <a:ext uri="{FF2B5EF4-FFF2-40B4-BE49-F238E27FC236}">
                <a16:creationId xmlns:a16="http://schemas.microsoft.com/office/drawing/2014/main" id="{04A0782F-0966-191D-81E8-26B77ACC642D}"/>
              </a:ext>
            </a:extLst>
          </p:cNvPr>
          <p:cNvSpPr/>
          <p:nvPr/>
        </p:nvSpPr>
        <p:spPr>
          <a:xfrm>
            <a:off x="4400305" y="5135549"/>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8" name="TextBox 1561">
            <a:extLst>
              <a:ext uri="{FF2B5EF4-FFF2-40B4-BE49-F238E27FC236}">
                <a16:creationId xmlns:a16="http://schemas.microsoft.com/office/drawing/2014/main" id="{94F97DCD-D9CB-35DD-3E4A-954996357C38}"/>
              </a:ext>
            </a:extLst>
          </p:cNvPr>
          <p:cNvSpPr txBox="1"/>
          <p:nvPr/>
        </p:nvSpPr>
        <p:spPr>
          <a:xfrm rot="16200000">
            <a:off x="3699912" y="5645635"/>
            <a:ext cx="1155354" cy="400110"/>
          </a:xfrm>
          <a:prstGeom prst="rect">
            <a:avLst/>
          </a:prstGeom>
          <a:noFill/>
        </p:spPr>
        <p:txBody>
          <a:bodyPr wrap="square">
            <a:spAutoFit/>
          </a:bodyPr>
          <a:lstStyle/>
          <a:p>
            <a:pPr defTabSz="914400">
              <a:defRPr/>
            </a:pPr>
            <a:r>
              <a:rPr lang="en-US" sz="2000" b="1">
                <a:latin typeface="Calibri" panose="020F0502020204030204"/>
              </a:rPr>
              <a:t>Rank 1</a:t>
            </a:r>
          </a:p>
        </p:txBody>
      </p:sp>
      <p:sp>
        <p:nvSpPr>
          <p:cNvPr id="109" name="TextBox 1591">
            <a:extLst>
              <a:ext uri="{FF2B5EF4-FFF2-40B4-BE49-F238E27FC236}">
                <a16:creationId xmlns:a16="http://schemas.microsoft.com/office/drawing/2014/main" id="{F2B875DA-DAB9-7363-F1F0-491CE0BAA3EA}"/>
              </a:ext>
            </a:extLst>
          </p:cNvPr>
          <p:cNvSpPr txBox="1"/>
          <p:nvPr/>
        </p:nvSpPr>
        <p:spPr>
          <a:xfrm>
            <a:off x="7277032" y="2583321"/>
            <a:ext cx="814069" cy="344710"/>
          </a:xfrm>
          <a:prstGeom prst="rect">
            <a:avLst/>
          </a:prstGeom>
          <a:noFill/>
        </p:spPr>
        <p:txBody>
          <a:bodyPr wrap="none">
            <a:spAutoFit/>
          </a:bodyPr>
          <a:lstStyle/>
          <a:p>
            <a:pPr>
              <a:lnSpc>
                <a:spcPct val="80000"/>
              </a:lnSpc>
            </a:pPr>
            <a:r>
              <a:rPr lang="en-US" sz="2000" b="1" dirty="0">
                <a:solidFill>
                  <a:srgbClr val="FF0000"/>
                </a:solidFill>
              </a:rPr>
              <a:t>Failed</a:t>
            </a:r>
          </a:p>
        </p:txBody>
      </p:sp>
      <p:cxnSp>
        <p:nvCxnSpPr>
          <p:cNvPr id="110" name="Straight Arrow Connector 1592">
            <a:extLst>
              <a:ext uri="{FF2B5EF4-FFF2-40B4-BE49-F238E27FC236}">
                <a16:creationId xmlns:a16="http://schemas.microsoft.com/office/drawing/2014/main" id="{7F8A5A68-89C5-3881-8E4B-9B89CC6D25B4}"/>
              </a:ext>
            </a:extLst>
          </p:cNvPr>
          <p:cNvCxnSpPr>
            <a:cxnSpLocks/>
          </p:cNvCxnSpPr>
          <p:nvPr/>
        </p:nvCxnSpPr>
        <p:spPr>
          <a:xfrm flipH="1" flipV="1">
            <a:off x="7905685" y="2850995"/>
            <a:ext cx="379814" cy="418768"/>
          </a:xfrm>
          <a:prstGeom prst="straightConnector1">
            <a:avLst/>
          </a:prstGeom>
          <a:ln w="3810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79" name="Straight Arrow Connector 1568">
            <a:extLst>
              <a:ext uri="{FF2B5EF4-FFF2-40B4-BE49-F238E27FC236}">
                <a16:creationId xmlns:a16="http://schemas.microsoft.com/office/drawing/2014/main" id="{780D6F0A-C3B9-DE16-4706-C5FF65812B86}"/>
              </a:ext>
            </a:extLst>
          </p:cNvPr>
          <p:cNvCxnSpPr>
            <a:cxnSpLocks/>
          </p:cNvCxnSpPr>
          <p:nvPr/>
        </p:nvCxnSpPr>
        <p:spPr>
          <a:xfrm rot="5400000">
            <a:off x="8482147" y="4347955"/>
            <a:ext cx="0" cy="213167"/>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1572">
            <a:extLst>
              <a:ext uri="{FF2B5EF4-FFF2-40B4-BE49-F238E27FC236}">
                <a16:creationId xmlns:a16="http://schemas.microsoft.com/office/drawing/2014/main" id="{2541E6E1-908C-CC22-2AE5-A71840DDC895}"/>
              </a:ext>
            </a:extLst>
          </p:cNvPr>
          <p:cNvCxnSpPr>
            <a:cxnSpLocks/>
          </p:cNvCxnSpPr>
          <p:nvPr/>
        </p:nvCxnSpPr>
        <p:spPr>
          <a:xfrm>
            <a:off x="8393104" y="3262303"/>
            <a:ext cx="0" cy="1203510"/>
          </a:xfrm>
          <a:prstGeom prst="straightConnector1">
            <a:avLst/>
          </a:prstGeom>
          <a:ln w="254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1563">
            <a:extLst>
              <a:ext uri="{FF2B5EF4-FFF2-40B4-BE49-F238E27FC236}">
                <a16:creationId xmlns:a16="http://schemas.microsoft.com/office/drawing/2014/main" id="{E84229D2-CC79-4226-A500-57481C657532}"/>
              </a:ext>
            </a:extLst>
          </p:cNvPr>
          <p:cNvCxnSpPr>
            <a:cxnSpLocks/>
          </p:cNvCxnSpPr>
          <p:nvPr/>
        </p:nvCxnSpPr>
        <p:spPr>
          <a:xfrm>
            <a:off x="7774622" y="3275326"/>
            <a:ext cx="628157" cy="0"/>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97" name="Rectangle 1504">
            <a:extLst>
              <a:ext uri="{FF2B5EF4-FFF2-40B4-BE49-F238E27FC236}">
                <a16:creationId xmlns:a16="http://schemas.microsoft.com/office/drawing/2014/main" id="{8320528E-DD94-92AA-A0A9-44F6214ED0DD}"/>
              </a:ext>
            </a:extLst>
          </p:cNvPr>
          <p:cNvSpPr/>
          <p:nvPr/>
        </p:nvSpPr>
        <p:spPr>
          <a:xfrm>
            <a:off x="4604099" y="2953551"/>
            <a:ext cx="3296579" cy="2027105"/>
          </a:xfrm>
          <a:prstGeom prst="rect">
            <a:avLst/>
          </a:prstGeom>
          <a:solidFill>
            <a:schemeClr val="bg1">
              <a:alpha val="80000"/>
            </a:schemeClr>
          </a:solidFill>
          <a:ln w="63500">
            <a:solidFill>
              <a:schemeClr val="tx2">
                <a:lumMod val="90000"/>
                <a:lumOff val="1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2">
                    <a:lumMod val="75000"/>
                    <a:lumOff val="25000"/>
                  </a:schemeClr>
                </a:solidFill>
              </a:rPr>
              <a:t>Disabled for baseline</a:t>
            </a:r>
          </a:p>
        </p:txBody>
      </p:sp>
      <p:sp>
        <p:nvSpPr>
          <p:cNvPr id="3" name="Rectangle 2">
            <a:extLst>
              <a:ext uri="{FF2B5EF4-FFF2-40B4-BE49-F238E27FC236}">
                <a16:creationId xmlns:a16="http://schemas.microsoft.com/office/drawing/2014/main" id="{31B7AE41-9C1F-3260-8E7E-D7E9364861D1}"/>
              </a:ext>
            </a:extLst>
          </p:cNvPr>
          <p:cNvSpPr/>
          <p:nvPr/>
        </p:nvSpPr>
        <p:spPr>
          <a:xfrm>
            <a:off x="471470"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4" name="Rectangle 3">
            <a:extLst>
              <a:ext uri="{FF2B5EF4-FFF2-40B4-BE49-F238E27FC236}">
                <a16:creationId xmlns:a16="http://schemas.microsoft.com/office/drawing/2014/main" id="{8AB140EF-E16E-9063-C93E-A0BD9B48D264}"/>
              </a:ext>
            </a:extLst>
          </p:cNvPr>
          <p:cNvSpPr/>
          <p:nvPr/>
        </p:nvSpPr>
        <p:spPr>
          <a:xfrm>
            <a:off x="1125692"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sp>
        <p:nvSpPr>
          <p:cNvPr id="8" name="Rectangle 7">
            <a:extLst>
              <a:ext uri="{FF2B5EF4-FFF2-40B4-BE49-F238E27FC236}">
                <a16:creationId xmlns:a16="http://schemas.microsoft.com/office/drawing/2014/main" id="{D4A4FB33-9ABA-32A6-0945-FD9F209E3CF7}"/>
              </a:ext>
            </a:extLst>
          </p:cNvPr>
          <p:cNvSpPr/>
          <p:nvPr/>
        </p:nvSpPr>
        <p:spPr>
          <a:xfrm>
            <a:off x="1779914"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9" name="Group 8">
            <a:extLst>
              <a:ext uri="{FF2B5EF4-FFF2-40B4-BE49-F238E27FC236}">
                <a16:creationId xmlns:a16="http://schemas.microsoft.com/office/drawing/2014/main" id="{1A74EB03-1266-D4A9-A7E7-90658032A29A}"/>
              </a:ext>
            </a:extLst>
          </p:cNvPr>
          <p:cNvGrpSpPr/>
          <p:nvPr/>
        </p:nvGrpSpPr>
        <p:grpSpPr>
          <a:xfrm>
            <a:off x="532899" y="3870215"/>
            <a:ext cx="368695" cy="244938"/>
            <a:chOff x="7877914" y="1675761"/>
            <a:chExt cx="254530" cy="274320"/>
          </a:xfrm>
        </p:grpSpPr>
        <p:cxnSp>
          <p:nvCxnSpPr>
            <p:cNvPr id="10" name="Straight Arrow Connector 9">
              <a:extLst>
                <a:ext uri="{FF2B5EF4-FFF2-40B4-BE49-F238E27FC236}">
                  <a16:creationId xmlns:a16="http://schemas.microsoft.com/office/drawing/2014/main" id="{ED3E00E2-EBF3-88AC-3BEE-30888A023AED}"/>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D934B189-D93E-108F-16D0-2E9F3131FFFB}"/>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5765CB25-D59E-3653-661F-28B672F3ABF4}"/>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a:extLst>
                <a:ext uri="{FF2B5EF4-FFF2-40B4-BE49-F238E27FC236}">
                  <a16:creationId xmlns:a16="http://schemas.microsoft.com/office/drawing/2014/main" id="{FB50C849-F625-D377-9C6B-B432B9305106}"/>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85" name="Straight Arrow Connector 284">
            <a:extLst>
              <a:ext uri="{FF2B5EF4-FFF2-40B4-BE49-F238E27FC236}">
                <a16:creationId xmlns:a16="http://schemas.microsoft.com/office/drawing/2014/main" id="{6CA9A987-84E8-62B7-3CAA-F91952DBB0A2}"/>
              </a:ext>
            </a:extLst>
          </p:cNvPr>
          <p:cNvCxnSpPr>
            <a:cxnSpLocks/>
          </p:cNvCxnSpPr>
          <p:nvPr/>
        </p:nvCxnSpPr>
        <p:spPr>
          <a:xfrm>
            <a:off x="1445963" y="3870215"/>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4ACAA90E-440F-91E1-02E0-44C7B4537EAB}"/>
              </a:ext>
            </a:extLst>
          </p:cNvPr>
          <p:cNvCxnSpPr>
            <a:cxnSpLocks/>
          </p:cNvCxnSpPr>
          <p:nvPr/>
        </p:nvCxnSpPr>
        <p:spPr>
          <a:xfrm>
            <a:off x="1558640" y="3870215"/>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88" name="Group 287">
            <a:extLst>
              <a:ext uri="{FF2B5EF4-FFF2-40B4-BE49-F238E27FC236}">
                <a16:creationId xmlns:a16="http://schemas.microsoft.com/office/drawing/2014/main" id="{8C90D4DE-9B88-383F-4125-14F908435F0F}"/>
              </a:ext>
            </a:extLst>
          </p:cNvPr>
          <p:cNvGrpSpPr/>
          <p:nvPr/>
        </p:nvGrpSpPr>
        <p:grpSpPr>
          <a:xfrm>
            <a:off x="1846992" y="3870215"/>
            <a:ext cx="368695" cy="244938"/>
            <a:chOff x="7877914" y="1675761"/>
            <a:chExt cx="254530" cy="274320"/>
          </a:xfrm>
        </p:grpSpPr>
        <p:cxnSp>
          <p:nvCxnSpPr>
            <p:cNvPr id="289" name="Straight Arrow Connector 288">
              <a:extLst>
                <a:ext uri="{FF2B5EF4-FFF2-40B4-BE49-F238E27FC236}">
                  <a16:creationId xmlns:a16="http://schemas.microsoft.com/office/drawing/2014/main" id="{D65DF49A-B56A-FF1B-8F7E-407C6FFC99DB}"/>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5B1DCDEF-C866-3028-8D7F-084F8C6D531D}"/>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6C19A3-5913-F94D-DFBF-C51CE8642290}"/>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5C129A1E-5AB6-B442-065B-1523F2B475F0}"/>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93" name="Rectangle 292">
            <a:extLst>
              <a:ext uri="{FF2B5EF4-FFF2-40B4-BE49-F238E27FC236}">
                <a16:creationId xmlns:a16="http://schemas.microsoft.com/office/drawing/2014/main" id="{2FEAF435-1C9E-7389-5503-10A80ABB8560}"/>
              </a:ext>
            </a:extLst>
          </p:cNvPr>
          <p:cNvSpPr/>
          <p:nvPr/>
        </p:nvSpPr>
        <p:spPr>
          <a:xfrm>
            <a:off x="470351"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294" name="Straight Arrow Connector 293">
            <a:extLst>
              <a:ext uri="{FF2B5EF4-FFF2-40B4-BE49-F238E27FC236}">
                <a16:creationId xmlns:a16="http://schemas.microsoft.com/office/drawing/2014/main" id="{0C6113B8-E993-7554-2793-171D0F4D51CD}"/>
              </a:ext>
            </a:extLst>
          </p:cNvPr>
          <p:cNvCxnSpPr>
            <a:cxnSpLocks/>
          </p:cNvCxnSpPr>
          <p:nvPr/>
        </p:nvCxnSpPr>
        <p:spPr>
          <a:xfrm rot="16200000" flipH="1">
            <a:off x="1121076"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95" name="Rectangle 294">
            <a:extLst>
              <a:ext uri="{FF2B5EF4-FFF2-40B4-BE49-F238E27FC236}">
                <a16:creationId xmlns:a16="http://schemas.microsoft.com/office/drawing/2014/main" id="{8A20F8C3-72D3-58E5-52F7-F3B16C77C419}"/>
              </a:ext>
            </a:extLst>
          </p:cNvPr>
          <p:cNvSpPr/>
          <p:nvPr/>
        </p:nvSpPr>
        <p:spPr>
          <a:xfrm>
            <a:off x="1124852"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296" name="Straight Arrow Connector 295">
            <a:extLst>
              <a:ext uri="{FF2B5EF4-FFF2-40B4-BE49-F238E27FC236}">
                <a16:creationId xmlns:a16="http://schemas.microsoft.com/office/drawing/2014/main" id="{77F0726C-3B50-2CD0-C10B-D08D71C97BB5}"/>
              </a:ext>
            </a:extLst>
          </p:cNvPr>
          <p:cNvCxnSpPr>
            <a:cxnSpLocks/>
          </p:cNvCxnSpPr>
          <p:nvPr/>
        </p:nvCxnSpPr>
        <p:spPr>
          <a:xfrm rot="16200000" flipH="1">
            <a:off x="1770698"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97" name="Rectangle 296">
            <a:extLst>
              <a:ext uri="{FF2B5EF4-FFF2-40B4-BE49-F238E27FC236}">
                <a16:creationId xmlns:a16="http://schemas.microsoft.com/office/drawing/2014/main" id="{5CA3C46D-FA0E-BCB9-6EA9-B578D5B7F7C6}"/>
              </a:ext>
            </a:extLst>
          </p:cNvPr>
          <p:cNvSpPr/>
          <p:nvPr/>
        </p:nvSpPr>
        <p:spPr>
          <a:xfrm>
            <a:off x="1779353"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298" name="Straight Arrow Connector 297">
            <a:extLst>
              <a:ext uri="{FF2B5EF4-FFF2-40B4-BE49-F238E27FC236}">
                <a16:creationId xmlns:a16="http://schemas.microsoft.com/office/drawing/2014/main" id="{E89DD833-3D94-7269-DD16-B0E1D06CFE46}"/>
              </a:ext>
            </a:extLst>
          </p:cNvPr>
          <p:cNvCxnSpPr>
            <a:cxnSpLocks/>
          </p:cNvCxnSpPr>
          <p:nvPr/>
        </p:nvCxnSpPr>
        <p:spPr>
          <a:xfrm rot="16200000" flipH="1">
            <a:off x="2420321"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99" name="Group 298">
            <a:extLst>
              <a:ext uri="{FF2B5EF4-FFF2-40B4-BE49-F238E27FC236}">
                <a16:creationId xmlns:a16="http://schemas.microsoft.com/office/drawing/2014/main" id="{22D2C86E-C5DC-31A8-5721-AEF92F0A5BF2}"/>
              </a:ext>
            </a:extLst>
          </p:cNvPr>
          <p:cNvGrpSpPr/>
          <p:nvPr/>
        </p:nvGrpSpPr>
        <p:grpSpPr>
          <a:xfrm>
            <a:off x="523700" y="4897428"/>
            <a:ext cx="377894" cy="374245"/>
            <a:chOff x="7871564" y="2359501"/>
            <a:chExt cx="260880" cy="274320"/>
          </a:xfrm>
        </p:grpSpPr>
        <p:cxnSp>
          <p:nvCxnSpPr>
            <p:cNvPr id="300" name="Straight Arrow Connector 299">
              <a:extLst>
                <a:ext uri="{FF2B5EF4-FFF2-40B4-BE49-F238E27FC236}">
                  <a16:creationId xmlns:a16="http://schemas.microsoft.com/office/drawing/2014/main" id="{A3EFEAAC-8D34-B741-F3B4-3BE20DF1F75A}"/>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a:extLst>
                <a:ext uri="{FF2B5EF4-FFF2-40B4-BE49-F238E27FC236}">
                  <a16:creationId xmlns:a16="http://schemas.microsoft.com/office/drawing/2014/main" id="{A26B4A02-1054-4A1B-7D20-3ABC904C17E9}"/>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a:extLst>
                <a:ext uri="{FF2B5EF4-FFF2-40B4-BE49-F238E27FC236}">
                  <a16:creationId xmlns:a16="http://schemas.microsoft.com/office/drawing/2014/main" id="{8B49EC00-391B-E586-6E10-8614AA2F38E5}"/>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E41E5A43-B7CC-AD1C-F9C3-0B01A766B89B}"/>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04" name="Rectangle 303">
            <a:extLst>
              <a:ext uri="{FF2B5EF4-FFF2-40B4-BE49-F238E27FC236}">
                <a16:creationId xmlns:a16="http://schemas.microsoft.com/office/drawing/2014/main" id="{EE3D8AF9-AC2B-AFB2-5BA4-2B5CFA853D73}"/>
              </a:ext>
            </a:extLst>
          </p:cNvPr>
          <p:cNvSpPr/>
          <p:nvPr/>
        </p:nvSpPr>
        <p:spPr>
          <a:xfrm>
            <a:off x="471470"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05" name="Group 304">
            <a:extLst>
              <a:ext uri="{FF2B5EF4-FFF2-40B4-BE49-F238E27FC236}">
                <a16:creationId xmlns:a16="http://schemas.microsoft.com/office/drawing/2014/main" id="{344A6FED-C5ED-FAE8-AA3F-BF165CD3EA0F}"/>
              </a:ext>
            </a:extLst>
          </p:cNvPr>
          <p:cNvGrpSpPr/>
          <p:nvPr/>
        </p:nvGrpSpPr>
        <p:grpSpPr>
          <a:xfrm>
            <a:off x="523700" y="6024737"/>
            <a:ext cx="377894" cy="244938"/>
            <a:chOff x="7871564" y="3137742"/>
            <a:chExt cx="260880" cy="274320"/>
          </a:xfrm>
        </p:grpSpPr>
        <p:cxnSp>
          <p:nvCxnSpPr>
            <p:cNvPr id="306" name="Straight Arrow Connector 305">
              <a:extLst>
                <a:ext uri="{FF2B5EF4-FFF2-40B4-BE49-F238E27FC236}">
                  <a16:creationId xmlns:a16="http://schemas.microsoft.com/office/drawing/2014/main" id="{17CBEB73-9262-9BAD-9CC4-134E7804202F}"/>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id="{BB0B62D2-81CF-DAF0-39F2-E11B1963C95A}"/>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a:extLst>
                <a:ext uri="{FF2B5EF4-FFF2-40B4-BE49-F238E27FC236}">
                  <a16:creationId xmlns:a16="http://schemas.microsoft.com/office/drawing/2014/main" id="{ACC33990-A1AF-5396-D1A2-083D3B7E1386}"/>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a:extLst>
                <a:ext uri="{FF2B5EF4-FFF2-40B4-BE49-F238E27FC236}">
                  <a16:creationId xmlns:a16="http://schemas.microsoft.com/office/drawing/2014/main" id="{639ADE9A-62CF-5E40-6824-4118CA625CAF}"/>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10" name="Rectangle 309">
            <a:extLst>
              <a:ext uri="{FF2B5EF4-FFF2-40B4-BE49-F238E27FC236}">
                <a16:creationId xmlns:a16="http://schemas.microsoft.com/office/drawing/2014/main" id="{F0634B0B-292F-7EDB-B379-5982565916F7}"/>
              </a:ext>
            </a:extLst>
          </p:cNvPr>
          <p:cNvSpPr/>
          <p:nvPr/>
        </p:nvSpPr>
        <p:spPr>
          <a:xfrm>
            <a:off x="470351"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11" name="Straight Arrow Connector 310">
            <a:extLst>
              <a:ext uri="{FF2B5EF4-FFF2-40B4-BE49-F238E27FC236}">
                <a16:creationId xmlns:a16="http://schemas.microsoft.com/office/drawing/2014/main" id="{7F7880C9-B8D3-19AE-1A49-A484FFCF9A4E}"/>
              </a:ext>
            </a:extLst>
          </p:cNvPr>
          <p:cNvCxnSpPr>
            <a:cxnSpLocks/>
          </p:cNvCxnSpPr>
          <p:nvPr/>
        </p:nvCxnSpPr>
        <p:spPr>
          <a:xfrm rot="16200000" flipH="1">
            <a:off x="1121076"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2" name="Straight Arrow Connector 311">
            <a:extLst>
              <a:ext uri="{FF2B5EF4-FFF2-40B4-BE49-F238E27FC236}">
                <a16:creationId xmlns:a16="http://schemas.microsoft.com/office/drawing/2014/main" id="{EAC57C90-485E-EA65-8CA9-E0092C64D684}"/>
              </a:ext>
            </a:extLst>
          </p:cNvPr>
          <p:cNvCxnSpPr>
            <a:cxnSpLocks/>
          </p:cNvCxnSpPr>
          <p:nvPr/>
        </p:nvCxnSpPr>
        <p:spPr>
          <a:xfrm rot="16200000" flipH="1">
            <a:off x="1121076"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3" name="Straight Arrow Connector 312">
            <a:extLst>
              <a:ext uri="{FF2B5EF4-FFF2-40B4-BE49-F238E27FC236}">
                <a16:creationId xmlns:a16="http://schemas.microsoft.com/office/drawing/2014/main" id="{0396A734-64C3-2EDE-5B2F-A93992E398FE}"/>
              </a:ext>
            </a:extLst>
          </p:cNvPr>
          <p:cNvCxnSpPr>
            <a:cxnSpLocks/>
          </p:cNvCxnSpPr>
          <p:nvPr/>
        </p:nvCxnSpPr>
        <p:spPr>
          <a:xfrm>
            <a:off x="1445963" y="4897428"/>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7ED7A5D7-1B75-1BF4-4F63-63103775DD94}"/>
              </a:ext>
            </a:extLst>
          </p:cNvPr>
          <p:cNvCxnSpPr>
            <a:cxnSpLocks/>
          </p:cNvCxnSpPr>
          <p:nvPr/>
        </p:nvCxnSpPr>
        <p:spPr>
          <a:xfrm>
            <a:off x="1558640" y="4897428"/>
            <a:ext cx="0" cy="374245"/>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6" name="Rectangle 315">
            <a:extLst>
              <a:ext uri="{FF2B5EF4-FFF2-40B4-BE49-F238E27FC236}">
                <a16:creationId xmlns:a16="http://schemas.microsoft.com/office/drawing/2014/main" id="{5ED76CFB-0510-9680-8D67-0DDDCCE3DC7B}"/>
              </a:ext>
            </a:extLst>
          </p:cNvPr>
          <p:cNvSpPr/>
          <p:nvPr/>
        </p:nvSpPr>
        <p:spPr>
          <a:xfrm>
            <a:off x="1125692"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17" name="Straight Arrow Connector 316">
            <a:extLst>
              <a:ext uri="{FF2B5EF4-FFF2-40B4-BE49-F238E27FC236}">
                <a16:creationId xmlns:a16="http://schemas.microsoft.com/office/drawing/2014/main" id="{747DB0B5-B675-79C0-6A20-4E3F2045D62E}"/>
              </a:ext>
            </a:extLst>
          </p:cNvPr>
          <p:cNvCxnSpPr>
            <a:cxnSpLocks/>
          </p:cNvCxnSpPr>
          <p:nvPr/>
        </p:nvCxnSpPr>
        <p:spPr>
          <a:xfrm>
            <a:off x="1445963" y="6024737"/>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8" name="Straight Arrow Connector 317">
            <a:extLst>
              <a:ext uri="{FF2B5EF4-FFF2-40B4-BE49-F238E27FC236}">
                <a16:creationId xmlns:a16="http://schemas.microsoft.com/office/drawing/2014/main" id="{FDBE1691-34C9-DB76-B86C-39B86CBAFBBE}"/>
              </a:ext>
            </a:extLst>
          </p:cNvPr>
          <p:cNvCxnSpPr>
            <a:cxnSpLocks/>
          </p:cNvCxnSpPr>
          <p:nvPr/>
        </p:nvCxnSpPr>
        <p:spPr>
          <a:xfrm>
            <a:off x="1558640" y="6024737"/>
            <a:ext cx="0" cy="244938"/>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320" name="Rectangle 319">
            <a:extLst>
              <a:ext uri="{FF2B5EF4-FFF2-40B4-BE49-F238E27FC236}">
                <a16:creationId xmlns:a16="http://schemas.microsoft.com/office/drawing/2014/main" id="{DF7DE9DE-FEEB-2425-6883-988C54BEF88A}"/>
              </a:ext>
            </a:extLst>
          </p:cNvPr>
          <p:cNvSpPr/>
          <p:nvPr/>
        </p:nvSpPr>
        <p:spPr>
          <a:xfrm>
            <a:off x="1124852"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21" name="Straight Arrow Connector 320">
            <a:extLst>
              <a:ext uri="{FF2B5EF4-FFF2-40B4-BE49-F238E27FC236}">
                <a16:creationId xmlns:a16="http://schemas.microsoft.com/office/drawing/2014/main" id="{C6D23FFC-45E7-83DA-5A3D-D7BB3CD4981B}"/>
              </a:ext>
            </a:extLst>
          </p:cNvPr>
          <p:cNvCxnSpPr>
            <a:cxnSpLocks/>
          </p:cNvCxnSpPr>
          <p:nvPr/>
        </p:nvCxnSpPr>
        <p:spPr>
          <a:xfrm rot="16200000" flipH="1">
            <a:off x="1770698"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2" name="Straight Arrow Connector 321">
            <a:extLst>
              <a:ext uri="{FF2B5EF4-FFF2-40B4-BE49-F238E27FC236}">
                <a16:creationId xmlns:a16="http://schemas.microsoft.com/office/drawing/2014/main" id="{05BA6FF4-2FE9-F3DB-37E9-632B87972C33}"/>
              </a:ext>
            </a:extLst>
          </p:cNvPr>
          <p:cNvCxnSpPr>
            <a:cxnSpLocks/>
          </p:cNvCxnSpPr>
          <p:nvPr/>
        </p:nvCxnSpPr>
        <p:spPr>
          <a:xfrm rot="16200000" flipH="1">
            <a:off x="1770698"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23" name="Group 322">
            <a:extLst>
              <a:ext uri="{FF2B5EF4-FFF2-40B4-BE49-F238E27FC236}">
                <a16:creationId xmlns:a16="http://schemas.microsoft.com/office/drawing/2014/main" id="{2974C811-6B85-DD01-8BE6-F365551DB8E5}"/>
              </a:ext>
            </a:extLst>
          </p:cNvPr>
          <p:cNvGrpSpPr/>
          <p:nvPr/>
        </p:nvGrpSpPr>
        <p:grpSpPr>
          <a:xfrm>
            <a:off x="1837793" y="4897428"/>
            <a:ext cx="377894" cy="374245"/>
            <a:chOff x="7871564" y="2359501"/>
            <a:chExt cx="260880" cy="274320"/>
          </a:xfrm>
        </p:grpSpPr>
        <p:cxnSp>
          <p:nvCxnSpPr>
            <p:cNvPr id="324" name="Straight Arrow Connector 323">
              <a:extLst>
                <a:ext uri="{FF2B5EF4-FFF2-40B4-BE49-F238E27FC236}">
                  <a16:creationId xmlns:a16="http://schemas.microsoft.com/office/drawing/2014/main" id="{F8E45409-7F06-D0B4-423B-824F5046CD5F}"/>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647E105C-FF89-B415-4DD5-FD34141CEE8D}"/>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765194D5-5E5B-5284-093B-48AEFB8C6055}"/>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4B4929E3-8B63-7035-F445-5278C69279DA}"/>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8" name="Rectangle 327">
            <a:extLst>
              <a:ext uri="{FF2B5EF4-FFF2-40B4-BE49-F238E27FC236}">
                <a16:creationId xmlns:a16="http://schemas.microsoft.com/office/drawing/2014/main" id="{E5793180-5832-0BFE-0274-6FE82CC849F5}"/>
              </a:ext>
            </a:extLst>
          </p:cNvPr>
          <p:cNvSpPr/>
          <p:nvPr/>
        </p:nvSpPr>
        <p:spPr>
          <a:xfrm>
            <a:off x="1779914"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29" name="Group 328">
            <a:extLst>
              <a:ext uri="{FF2B5EF4-FFF2-40B4-BE49-F238E27FC236}">
                <a16:creationId xmlns:a16="http://schemas.microsoft.com/office/drawing/2014/main" id="{7BC6F5BA-FB1B-F465-2FFC-A195BFFD87AE}"/>
              </a:ext>
            </a:extLst>
          </p:cNvPr>
          <p:cNvGrpSpPr/>
          <p:nvPr/>
        </p:nvGrpSpPr>
        <p:grpSpPr>
          <a:xfrm>
            <a:off x="1837793" y="6024737"/>
            <a:ext cx="377894" cy="244938"/>
            <a:chOff x="7871564" y="3137742"/>
            <a:chExt cx="260880" cy="274320"/>
          </a:xfrm>
        </p:grpSpPr>
        <p:cxnSp>
          <p:nvCxnSpPr>
            <p:cNvPr id="330" name="Straight Arrow Connector 329">
              <a:extLst>
                <a:ext uri="{FF2B5EF4-FFF2-40B4-BE49-F238E27FC236}">
                  <a16:creationId xmlns:a16="http://schemas.microsoft.com/office/drawing/2014/main" id="{6486C9A0-1EBC-2F7B-9D35-D1BCFF86DCCC}"/>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98C490B6-56DB-731D-B6D4-5B8DE7E2AE5C}"/>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C5EAECE5-50D9-22AC-537E-B5DEF1749E1B}"/>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639F6D1A-9D5C-C66A-4652-0A1FA56249D2}"/>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34" name="Rectangle 333">
            <a:extLst>
              <a:ext uri="{FF2B5EF4-FFF2-40B4-BE49-F238E27FC236}">
                <a16:creationId xmlns:a16="http://schemas.microsoft.com/office/drawing/2014/main" id="{091F5455-DC0E-D069-55B7-6F92D7B8BEB6}"/>
              </a:ext>
            </a:extLst>
          </p:cNvPr>
          <p:cNvSpPr/>
          <p:nvPr/>
        </p:nvSpPr>
        <p:spPr>
          <a:xfrm>
            <a:off x="1779353"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35" name="Straight Arrow Connector 334">
            <a:extLst>
              <a:ext uri="{FF2B5EF4-FFF2-40B4-BE49-F238E27FC236}">
                <a16:creationId xmlns:a16="http://schemas.microsoft.com/office/drawing/2014/main" id="{B61498E9-77AB-9BFF-0605-F14A1C388BA0}"/>
              </a:ext>
            </a:extLst>
          </p:cNvPr>
          <p:cNvCxnSpPr>
            <a:cxnSpLocks/>
          </p:cNvCxnSpPr>
          <p:nvPr/>
        </p:nvCxnSpPr>
        <p:spPr>
          <a:xfrm rot="16200000" flipH="1">
            <a:off x="2420321"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6" name="Straight Arrow Connector 335">
            <a:extLst>
              <a:ext uri="{FF2B5EF4-FFF2-40B4-BE49-F238E27FC236}">
                <a16:creationId xmlns:a16="http://schemas.microsoft.com/office/drawing/2014/main" id="{F7088696-30AA-61BE-2EBF-917D61A06AC9}"/>
              </a:ext>
            </a:extLst>
          </p:cNvPr>
          <p:cNvCxnSpPr>
            <a:cxnSpLocks/>
          </p:cNvCxnSpPr>
          <p:nvPr/>
        </p:nvCxnSpPr>
        <p:spPr>
          <a:xfrm rot="16200000" flipH="1">
            <a:off x="2420321"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37" name="Rectangle 336">
            <a:extLst>
              <a:ext uri="{FF2B5EF4-FFF2-40B4-BE49-F238E27FC236}">
                <a16:creationId xmlns:a16="http://schemas.microsoft.com/office/drawing/2014/main" id="{079EB13E-0DBC-80C5-F96F-62BFCD945601}"/>
              </a:ext>
            </a:extLst>
          </p:cNvPr>
          <p:cNvSpPr/>
          <p:nvPr/>
        </p:nvSpPr>
        <p:spPr>
          <a:xfrm>
            <a:off x="2434135" y="3042727"/>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38" name="Group 337">
            <a:extLst>
              <a:ext uri="{FF2B5EF4-FFF2-40B4-BE49-F238E27FC236}">
                <a16:creationId xmlns:a16="http://schemas.microsoft.com/office/drawing/2014/main" id="{08D606CE-6D43-78F5-AF10-52B102CADC51}"/>
              </a:ext>
            </a:extLst>
          </p:cNvPr>
          <p:cNvGrpSpPr/>
          <p:nvPr/>
        </p:nvGrpSpPr>
        <p:grpSpPr>
          <a:xfrm>
            <a:off x="2504038" y="3870215"/>
            <a:ext cx="368695" cy="244938"/>
            <a:chOff x="7877914" y="1675761"/>
            <a:chExt cx="254530" cy="274320"/>
          </a:xfrm>
        </p:grpSpPr>
        <p:cxnSp>
          <p:nvCxnSpPr>
            <p:cNvPr id="339" name="Straight Arrow Connector 338">
              <a:extLst>
                <a:ext uri="{FF2B5EF4-FFF2-40B4-BE49-F238E27FC236}">
                  <a16:creationId xmlns:a16="http://schemas.microsoft.com/office/drawing/2014/main" id="{7BCC5A82-0FDB-34A6-28DC-B285EA442CBA}"/>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0" name="Straight Arrow Connector 339">
              <a:extLst>
                <a:ext uri="{FF2B5EF4-FFF2-40B4-BE49-F238E27FC236}">
                  <a16:creationId xmlns:a16="http://schemas.microsoft.com/office/drawing/2014/main" id="{E1394DB4-B98B-2AC6-B219-52146B646143}"/>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7E087366-CEDF-2038-53D1-1224737EED20}"/>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2" name="Straight Arrow Connector 341">
              <a:extLst>
                <a:ext uri="{FF2B5EF4-FFF2-40B4-BE49-F238E27FC236}">
                  <a16:creationId xmlns:a16="http://schemas.microsoft.com/office/drawing/2014/main" id="{90D599FC-FFE1-8425-3A26-016DF8C7C00A}"/>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3" name="Rectangle 342">
            <a:extLst>
              <a:ext uri="{FF2B5EF4-FFF2-40B4-BE49-F238E27FC236}">
                <a16:creationId xmlns:a16="http://schemas.microsoft.com/office/drawing/2014/main" id="{CF29BDD4-A728-3D9D-F0D9-CC6731158079}"/>
              </a:ext>
            </a:extLst>
          </p:cNvPr>
          <p:cNvSpPr/>
          <p:nvPr/>
        </p:nvSpPr>
        <p:spPr>
          <a:xfrm>
            <a:off x="2433854" y="4065676"/>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44" name="Group 343">
            <a:extLst>
              <a:ext uri="{FF2B5EF4-FFF2-40B4-BE49-F238E27FC236}">
                <a16:creationId xmlns:a16="http://schemas.microsoft.com/office/drawing/2014/main" id="{DF76416A-9905-3464-F72E-2C3C8CAD216B}"/>
              </a:ext>
            </a:extLst>
          </p:cNvPr>
          <p:cNvGrpSpPr/>
          <p:nvPr/>
        </p:nvGrpSpPr>
        <p:grpSpPr>
          <a:xfrm>
            <a:off x="2494839" y="4897428"/>
            <a:ext cx="377894" cy="374245"/>
            <a:chOff x="7871564" y="2359501"/>
            <a:chExt cx="260880" cy="274320"/>
          </a:xfrm>
        </p:grpSpPr>
        <p:cxnSp>
          <p:nvCxnSpPr>
            <p:cNvPr id="345" name="Straight Arrow Connector 344">
              <a:extLst>
                <a:ext uri="{FF2B5EF4-FFF2-40B4-BE49-F238E27FC236}">
                  <a16:creationId xmlns:a16="http://schemas.microsoft.com/office/drawing/2014/main" id="{D78E262E-DA37-7248-94FF-6F47FB225AF3}"/>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79F4AB1B-81AE-0207-7607-20963F0673FA}"/>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67DF5294-4B63-D813-6667-D4908F7F07A3}"/>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D59BF71E-A87B-37DD-56F4-7143F40BF98D}"/>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9" name="Rectangle 348">
            <a:extLst>
              <a:ext uri="{FF2B5EF4-FFF2-40B4-BE49-F238E27FC236}">
                <a16:creationId xmlns:a16="http://schemas.microsoft.com/office/drawing/2014/main" id="{328461EB-91CF-7856-A2C9-1F38C73F9684}"/>
              </a:ext>
            </a:extLst>
          </p:cNvPr>
          <p:cNvSpPr/>
          <p:nvPr/>
        </p:nvSpPr>
        <p:spPr>
          <a:xfrm>
            <a:off x="2434135" y="5193994"/>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grpSp>
        <p:nvGrpSpPr>
          <p:cNvPr id="350" name="Group 349">
            <a:extLst>
              <a:ext uri="{FF2B5EF4-FFF2-40B4-BE49-F238E27FC236}">
                <a16:creationId xmlns:a16="http://schemas.microsoft.com/office/drawing/2014/main" id="{9A0BDE16-1B42-53EE-C45E-6903EBF27B59}"/>
              </a:ext>
            </a:extLst>
          </p:cNvPr>
          <p:cNvGrpSpPr/>
          <p:nvPr/>
        </p:nvGrpSpPr>
        <p:grpSpPr>
          <a:xfrm>
            <a:off x="2494839" y="6024737"/>
            <a:ext cx="377894" cy="244938"/>
            <a:chOff x="7871564" y="3137742"/>
            <a:chExt cx="260880" cy="274320"/>
          </a:xfrm>
        </p:grpSpPr>
        <p:cxnSp>
          <p:nvCxnSpPr>
            <p:cNvPr id="351" name="Straight Arrow Connector 350">
              <a:extLst>
                <a:ext uri="{FF2B5EF4-FFF2-40B4-BE49-F238E27FC236}">
                  <a16:creationId xmlns:a16="http://schemas.microsoft.com/office/drawing/2014/main" id="{F257E651-A888-D394-CDE8-936033CFC0E3}"/>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77A8F7DB-7145-E5FC-C3B7-AA6B2F8510E3}"/>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5B31DB4C-8249-AD1A-6B3E-2FB92DAD935C}"/>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4" name="Straight Arrow Connector 353">
              <a:extLst>
                <a:ext uri="{FF2B5EF4-FFF2-40B4-BE49-F238E27FC236}">
                  <a16:creationId xmlns:a16="http://schemas.microsoft.com/office/drawing/2014/main" id="{DA0FEE09-F7B3-1137-12D2-47CF7E8DE327}"/>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5" name="Rectangle 354">
            <a:extLst>
              <a:ext uri="{FF2B5EF4-FFF2-40B4-BE49-F238E27FC236}">
                <a16:creationId xmlns:a16="http://schemas.microsoft.com/office/drawing/2014/main" id="{43BAACE2-7F5D-D351-BDD1-18F96F52D1E6}"/>
              </a:ext>
            </a:extLst>
          </p:cNvPr>
          <p:cNvSpPr/>
          <p:nvPr/>
        </p:nvSpPr>
        <p:spPr>
          <a:xfrm>
            <a:off x="2433854" y="6216943"/>
            <a:ext cx="500634" cy="810981"/>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1400" kern="0" dirty="0">
              <a:solidFill>
                <a:prstClr val="white"/>
              </a:solidFill>
              <a:latin typeface="Calibri" panose="020F0502020204030204"/>
            </a:endParaRPr>
          </a:p>
        </p:txBody>
      </p:sp>
      <p:cxnSp>
        <p:nvCxnSpPr>
          <p:cNvPr id="356" name="Straight Arrow Connector 355">
            <a:extLst>
              <a:ext uri="{FF2B5EF4-FFF2-40B4-BE49-F238E27FC236}">
                <a16:creationId xmlns:a16="http://schemas.microsoft.com/office/drawing/2014/main" id="{BDC32979-BEDE-A82B-8A21-4CC5A90B5136}"/>
              </a:ext>
            </a:extLst>
          </p:cNvPr>
          <p:cNvCxnSpPr>
            <a:cxnSpLocks/>
          </p:cNvCxnSpPr>
          <p:nvPr/>
        </p:nvCxnSpPr>
        <p:spPr>
          <a:xfrm rot="16200000" flipH="1">
            <a:off x="3069943"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7" name="Straight Arrow Connector 356">
            <a:extLst>
              <a:ext uri="{FF2B5EF4-FFF2-40B4-BE49-F238E27FC236}">
                <a16:creationId xmlns:a16="http://schemas.microsoft.com/office/drawing/2014/main" id="{000C9B23-25F8-ACE7-D827-79200C86F81D}"/>
              </a:ext>
            </a:extLst>
          </p:cNvPr>
          <p:cNvCxnSpPr>
            <a:cxnSpLocks/>
          </p:cNvCxnSpPr>
          <p:nvPr/>
        </p:nvCxnSpPr>
        <p:spPr>
          <a:xfrm rot="16200000" flipH="1">
            <a:off x="3069943"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8" name="Straight Arrow Connector 357">
            <a:extLst>
              <a:ext uri="{FF2B5EF4-FFF2-40B4-BE49-F238E27FC236}">
                <a16:creationId xmlns:a16="http://schemas.microsoft.com/office/drawing/2014/main" id="{FD4DF4D8-BC80-6E0A-2978-4D7D79E7410A}"/>
              </a:ext>
            </a:extLst>
          </p:cNvPr>
          <p:cNvCxnSpPr>
            <a:cxnSpLocks/>
          </p:cNvCxnSpPr>
          <p:nvPr/>
        </p:nvCxnSpPr>
        <p:spPr>
          <a:xfrm rot="16200000" flipH="1">
            <a:off x="3069943"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359" name="Rectangle 358">
            <a:extLst>
              <a:ext uri="{FF2B5EF4-FFF2-40B4-BE49-F238E27FC236}">
                <a16:creationId xmlns:a16="http://schemas.microsoft.com/office/drawing/2014/main" id="{A13C2F81-E4C1-C9D7-A98D-9A072205C4E7}"/>
              </a:ext>
            </a:extLst>
          </p:cNvPr>
          <p:cNvSpPr/>
          <p:nvPr/>
        </p:nvSpPr>
        <p:spPr>
          <a:xfrm>
            <a:off x="3088354" y="3042727"/>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60" name="Group 359">
            <a:extLst>
              <a:ext uri="{FF2B5EF4-FFF2-40B4-BE49-F238E27FC236}">
                <a16:creationId xmlns:a16="http://schemas.microsoft.com/office/drawing/2014/main" id="{B88DBD17-F273-B23B-D77E-420F0D3E84F4}"/>
              </a:ext>
            </a:extLst>
          </p:cNvPr>
          <p:cNvGrpSpPr/>
          <p:nvPr/>
        </p:nvGrpSpPr>
        <p:grpSpPr>
          <a:xfrm>
            <a:off x="3161085" y="3870215"/>
            <a:ext cx="368695" cy="244938"/>
            <a:chOff x="7877914" y="1675761"/>
            <a:chExt cx="254530" cy="274320"/>
          </a:xfrm>
        </p:grpSpPr>
        <p:cxnSp>
          <p:nvCxnSpPr>
            <p:cNvPr id="361" name="Straight Arrow Connector 360">
              <a:extLst>
                <a:ext uri="{FF2B5EF4-FFF2-40B4-BE49-F238E27FC236}">
                  <a16:creationId xmlns:a16="http://schemas.microsoft.com/office/drawing/2014/main" id="{790EC021-3E9A-FE96-F731-4E18917426A6}"/>
                </a:ext>
              </a:extLst>
            </p:cNvPr>
            <p:cNvCxnSpPr>
              <a:cxnSpLocks/>
            </p:cNvCxnSpPr>
            <p:nvPr/>
          </p:nvCxnSpPr>
          <p:spPr>
            <a:xfrm>
              <a:off x="8054657"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2" name="Straight Arrow Connector 361">
              <a:extLst>
                <a:ext uri="{FF2B5EF4-FFF2-40B4-BE49-F238E27FC236}">
                  <a16:creationId xmlns:a16="http://schemas.microsoft.com/office/drawing/2014/main" id="{880678D9-2B93-182E-C898-78037A86CEFA}"/>
                </a:ext>
              </a:extLst>
            </p:cNvPr>
            <p:cNvCxnSpPr>
              <a:cxnSpLocks/>
            </p:cNvCxnSpPr>
            <p:nvPr/>
          </p:nvCxnSpPr>
          <p:spPr>
            <a:xfrm>
              <a:off x="8132444" y="167576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3" name="Straight Arrow Connector 362">
              <a:extLst>
                <a:ext uri="{FF2B5EF4-FFF2-40B4-BE49-F238E27FC236}">
                  <a16:creationId xmlns:a16="http://schemas.microsoft.com/office/drawing/2014/main" id="{925633E5-F451-3333-5686-1D550CBA12E4}"/>
                </a:ext>
              </a:extLst>
            </p:cNvPr>
            <p:cNvCxnSpPr>
              <a:cxnSpLocks/>
            </p:cNvCxnSpPr>
            <p:nvPr/>
          </p:nvCxnSpPr>
          <p:spPr>
            <a:xfrm>
              <a:off x="7877914"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Straight Arrow Connector 363">
              <a:extLst>
                <a:ext uri="{FF2B5EF4-FFF2-40B4-BE49-F238E27FC236}">
                  <a16:creationId xmlns:a16="http://schemas.microsoft.com/office/drawing/2014/main" id="{3B939CA8-6735-DE90-9835-96F2253932B9}"/>
                </a:ext>
              </a:extLst>
            </p:cNvPr>
            <p:cNvCxnSpPr>
              <a:cxnSpLocks/>
            </p:cNvCxnSpPr>
            <p:nvPr/>
          </p:nvCxnSpPr>
          <p:spPr>
            <a:xfrm>
              <a:off x="7955701" y="167576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65" name="Rectangle 364">
            <a:extLst>
              <a:ext uri="{FF2B5EF4-FFF2-40B4-BE49-F238E27FC236}">
                <a16:creationId xmlns:a16="http://schemas.microsoft.com/office/drawing/2014/main" id="{0ED568A8-903D-1810-39AE-6B21E81D090D}"/>
              </a:ext>
            </a:extLst>
          </p:cNvPr>
          <p:cNvSpPr/>
          <p:nvPr/>
        </p:nvSpPr>
        <p:spPr>
          <a:xfrm>
            <a:off x="3088354" y="4065676"/>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66" name="Group 365">
            <a:extLst>
              <a:ext uri="{FF2B5EF4-FFF2-40B4-BE49-F238E27FC236}">
                <a16:creationId xmlns:a16="http://schemas.microsoft.com/office/drawing/2014/main" id="{7EE935A1-1E38-0ACA-32E2-F70D6BDCFCBA}"/>
              </a:ext>
            </a:extLst>
          </p:cNvPr>
          <p:cNvGrpSpPr/>
          <p:nvPr/>
        </p:nvGrpSpPr>
        <p:grpSpPr>
          <a:xfrm>
            <a:off x="3151886" y="4897428"/>
            <a:ext cx="377894" cy="374245"/>
            <a:chOff x="7871564" y="2359501"/>
            <a:chExt cx="260880" cy="274320"/>
          </a:xfrm>
        </p:grpSpPr>
        <p:cxnSp>
          <p:nvCxnSpPr>
            <p:cNvPr id="367" name="Straight Arrow Connector 366">
              <a:extLst>
                <a:ext uri="{FF2B5EF4-FFF2-40B4-BE49-F238E27FC236}">
                  <a16:creationId xmlns:a16="http://schemas.microsoft.com/office/drawing/2014/main" id="{05511561-78C0-349C-B4F5-18459F98A07D}"/>
                </a:ext>
              </a:extLst>
            </p:cNvPr>
            <p:cNvCxnSpPr>
              <a:cxnSpLocks/>
            </p:cNvCxnSpPr>
            <p:nvPr/>
          </p:nvCxnSpPr>
          <p:spPr>
            <a:xfrm>
              <a:off x="8054657"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8" name="Straight Arrow Connector 367">
              <a:extLst>
                <a:ext uri="{FF2B5EF4-FFF2-40B4-BE49-F238E27FC236}">
                  <a16:creationId xmlns:a16="http://schemas.microsoft.com/office/drawing/2014/main" id="{3791D431-FFC7-D9E3-00A6-5EBC50E06997}"/>
                </a:ext>
              </a:extLst>
            </p:cNvPr>
            <p:cNvCxnSpPr>
              <a:cxnSpLocks/>
            </p:cNvCxnSpPr>
            <p:nvPr/>
          </p:nvCxnSpPr>
          <p:spPr>
            <a:xfrm>
              <a:off x="8132444" y="2359501"/>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9" name="Straight Arrow Connector 368">
              <a:extLst>
                <a:ext uri="{FF2B5EF4-FFF2-40B4-BE49-F238E27FC236}">
                  <a16:creationId xmlns:a16="http://schemas.microsoft.com/office/drawing/2014/main" id="{C82B71FB-1317-7C1D-0678-BC1AB7160EE7}"/>
                </a:ext>
              </a:extLst>
            </p:cNvPr>
            <p:cNvCxnSpPr>
              <a:cxnSpLocks/>
            </p:cNvCxnSpPr>
            <p:nvPr/>
          </p:nvCxnSpPr>
          <p:spPr>
            <a:xfrm>
              <a:off x="7871564"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0" name="Straight Arrow Connector 369">
              <a:extLst>
                <a:ext uri="{FF2B5EF4-FFF2-40B4-BE49-F238E27FC236}">
                  <a16:creationId xmlns:a16="http://schemas.microsoft.com/office/drawing/2014/main" id="{A9D57757-71FD-4D7C-0433-F267A8D036B2}"/>
                </a:ext>
              </a:extLst>
            </p:cNvPr>
            <p:cNvCxnSpPr>
              <a:cxnSpLocks/>
            </p:cNvCxnSpPr>
            <p:nvPr/>
          </p:nvCxnSpPr>
          <p:spPr>
            <a:xfrm>
              <a:off x="7949351" y="2359501"/>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1" name="Rectangle 370">
            <a:extLst>
              <a:ext uri="{FF2B5EF4-FFF2-40B4-BE49-F238E27FC236}">
                <a16:creationId xmlns:a16="http://schemas.microsoft.com/office/drawing/2014/main" id="{338B71AC-4F37-0A2C-D16A-4FC9DD730A70}"/>
              </a:ext>
            </a:extLst>
          </p:cNvPr>
          <p:cNvSpPr/>
          <p:nvPr/>
        </p:nvSpPr>
        <p:spPr>
          <a:xfrm>
            <a:off x="3088354" y="5193994"/>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grpSp>
        <p:nvGrpSpPr>
          <p:cNvPr id="372" name="Group 371">
            <a:extLst>
              <a:ext uri="{FF2B5EF4-FFF2-40B4-BE49-F238E27FC236}">
                <a16:creationId xmlns:a16="http://schemas.microsoft.com/office/drawing/2014/main" id="{B26CA413-0869-E315-B198-D5FF1E0AB817}"/>
              </a:ext>
            </a:extLst>
          </p:cNvPr>
          <p:cNvGrpSpPr/>
          <p:nvPr/>
        </p:nvGrpSpPr>
        <p:grpSpPr>
          <a:xfrm>
            <a:off x="3151886" y="6024737"/>
            <a:ext cx="377894" cy="244938"/>
            <a:chOff x="7871564" y="3137742"/>
            <a:chExt cx="260880" cy="274320"/>
          </a:xfrm>
        </p:grpSpPr>
        <p:cxnSp>
          <p:nvCxnSpPr>
            <p:cNvPr id="373" name="Straight Arrow Connector 372">
              <a:extLst>
                <a:ext uri="{FF2B5EF4-FFF2-40B4-BE49-F238E27FC236}">
                  <a16:creationId xmlns:a16="http://schemas.microsoft.com/office/drawing/2014/main" id="{B88C4FA6-014C-6816-68F0-7999A3DFC5D0}"/>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4" name="Straight Arrow Connector 373">
              <a:extLst>
                <a:ext uri="{FF2B5EF4-FFF2-40B4-BE49-F238E27FC236}">
                  <a16:creationId xmlns:a16="http://schemas.microsoft.com/office/drawing/2014/main" id="{FD914B6B-8C7D-1D8A-073B-7F25C9F17ABF}"/>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5" name="Straight Arrow Connector 374">
              <a:extLst>
                <a:ext uri="{FF2B5EF4-FFF2-40B4-BE49-F238E27FC236}">
                  <a16:creationId xmlns:a16="http://schemas.microsoft.com/office/drawing/2014/main" id="{0F114D1E-6697-EFCF-87D6-7506E5302EF2}"/>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3688348F-69A3-DC23-0E24-87D8E38233F2}"/>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7" name="Rectangle 376">
            <a:extLst>
              <a:ext uri="{FF2B5EF4-FFF2-40B4-BE49-F238E27FC236}">
                <a16:creationId xmlns:a16="http://schemas.microsoft.com/office/drawing/2014/main" id="{9175FBFF-5605-A694-365A-899EA7D8A826}"/>
              </a:ext>
            </a:extLst>
          </p:cNvPr>
          <p:cNvSpPr/>
          <p:nvPr/>
        </p:nvSpPr>
        <p:spPr>
          <a:xfrm>
            <a:off x="3088354" y="6216943"/>
            <a:ext cx="500634" cy="810981"/>
          </a:xfrm>
          <a:prstGeom prst="rect">
            <a:avLst/>
          </a:prstGeom>
          <a:solidFill>
            <a:srgbClr val="415782"/>
          </a:solidFill>
          <a:ln w="38100" cap="flat" cmpd="sng" algn="ctr">
            <a:solidFill>
              <a:srgbClr val="002060"/>
            </a:solidFill>
            <a:prstDash val="solid"/>
            <a:miter lim="800000"/>
          </a:ln>
          <a:effectLst/>
        </p:spPr>
        <p:txBody>
          <a:bodyPr vert="horz" wrap="none" rtlCol="0" anchor="ctr"/>
          <a:lstStyle/>
          <a:p>
            <a:pPr algn="ctr" defTabSz="914400">
              <a:defRPr/>
            </a:pPr>
            <a:endParaRPr lang="en-US" sz="1400" kern="0" dirty="0">
              <a:solidFill>
                <a:schemeClr val="tx1">
                  <a:lumMod val="65000"/>
                  <a:lumOff val="35000"/>
                </a:schemeClr>
              </a:solidFill>
              <a:latin typeface="Calibri" panose="020F0502020204030204"/>
            </a:endParaRPr>
          </a:p>
        </p:txBody>
      </p:sp>
      <p:cxnSp>
        <p:nvCxnSpPr>
          <p:cNvPr id="378" name="Straight Arrow Connector 377">
            <a:extLst>
              <a:ext uri="{FF2B5EF4-FFF2-40B4-BE49-F238E27FC236}">
                <a16:creationId xmlns:a16="http://schemas.microsoft.com/office/drawing/2014/main" id="{33AEE975-C01B-B511-E304-56EFEA7E54FC}"/>
              </a:ext>
            </a:extLst>
          </p:cNvPr>
          <p:cNvCxnSpPr>
            <a:cxnSpLocks/>
          </p:cNvCxnSpPr>
          <p:nvPr/>
        </p:nvCxnSpPr>
        <p:spPr>
          <a:xfrm rot="16200000" flipH="1">
            <a:off x="3719566" y="4175116"/>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9" name="Straight Arrow Connector 378">
            <a:extLst>
              <a:ext uri="{FF2B5EF4-FFF2-40B4-BE49-F238E27FC236}">
                <a16:creationId xmlns:a16="http://schemas.microsoft.com/office/drawing/2014/main" id="{8A6B9EF3-9D4B-60BB-B584-EF02D3670FE8}"/>
              </a:ext>
            </a:extLst>
          </p:cNvPr>
          <p:cNvCxnSpPr>
            <a:cxnSpLocks/>
          </p:cNvCxnSpPr>
          <p:nvPr/>
        </p:nvCxnSpPr>
        <p:spPr>
          <a:xfrm rot="16200000" flipH="1">
            <a:off x="3719566" y="5297292"/>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0" name="Straight Arrow Connector 379">
            <a:extLst>
              <a:ext uri="{FF2B5EF4-FFF2-40B4-BE49-F238E27FC236}">
                <a16:creationId xmlns:a16="http://schemas.microsoft.com/office/drawing/2014/main" id="{EEE08C32-DF8A-A493-B60E-F19596BE8B4B}"/>
              </a:ext>
            </a:extLst>
          </p:cNvPr>
          <p:cNvCxnSpPr>
            <a:cxnSpLocks/>
          </p:cNvCxnSpPr>
          <p:nvPr/>
        </p:nvCxnSpPr>
        <p:spPr>
          <a:xfrm rot="16200000" flipH="1">
            <a:off x="3719566" y="6315225"/>
            <a:ext cx="0" cy="264908"/>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1" name="Straight Arrow Connector 380">
            <a:extLst>
              <a:ext uri="{FF2B5EF4-FFF2-40B4-BE49-F238E27FC236}">
                <a16:creationId xmlns:a16="http://schemas.microsoft.com/office/drawing/2014/main" id="{E07029D3-EF40-8169-3E9E-A48C52DCD203}"/>
              </a:ext>
            </a:extLst>
          </p:cNvPr>
          <p:cNvCxnSpPr>
            <a:cxnSpLocks/>
          </p:cNvCxnSpPr>
          <p:nvPr/>
        </p:nvCxnSpPr>
        <p:spPr>
          <a:xfrm>
            <a:off x="788917"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2" name="Straight Arrow Connector 381">
            <a:extLst>
              <a:ext uri="{FF2B5EF4-FFF2-40B4-BE49-F238E27FC236}">
                <a16:creationId xmlns:a16="http://schemas.microsoft.com/office/drawing/2014/main" id="{3C307C51-E72F-DCE5-49F2-2D14817B6D48}"/>
              </a:ext>
            </a:extLst>
          </p:cNvPr>
          <p:cNvCxnSpPr>
            <a:cxnSpLocks/>
          </p:cNvCxnSpPr>
          <p:nvPr/>
        </p:nvCxnSpPr>
        <p:spPr>
          <a:xfrm>
            <a:off x="901594"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3" name="Straight Arrow Connector 382">
            <a:extLst>
              <a:ext uri="{FF2B5EF4-FFF2-40B4-BE49-F238E27FC236}">
                <a16:creationId xmlns:a16="http://schemas.microsoft.com/office/drawing/2014/main" id="{F0CF118E-9ECA-D9B2-476B-60948BDB5FC7}"/>
              </a:ext>
            </a:extLst>
          </p:cNvPr>
          <p:cNvCxnSpPr>
            <a:cxnSpLocks/>
          </p:cNvCxnSpPr>
          <p:nvPr/>
        </p:nvCxnSpPr>
        <p:spPr>
          <a:xfrm>
            <a:off x="523700"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4" name="Straight Arrow Connector 383">
            <a:extLst>
              <a:ext uri="{FF2B5EF4-FFF2-40B4-BE49-F238E27FC236}">
                <a16:creationId xmlns:a16="http://schemas.microsoft.com/office/drawing/2014/main" id="{872B92DF-FD5C-00B9-F434-00B16F1F2B23}"/>
              </a:ext>
            </a:extLst>
          </p:cNvPr>
          <p:cNvCxnSpPr>
            <a:cxnSpLocks/>
          </p:cNvCxnSpPr>
          <p:nvPr/>
        </p:nvCxnSpPr>
        <p:spPr>
          <a:xfrm>
            <a:off x="636377"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5" name="Straight Arrow Connector 384">
            <a:extLst>
              <a:ext uri="{FF2B5EF4-FFF2-40B4-BE49-F238E27FC236}">
                <a16:creationId xmlns:a16="http://schemas.microsoft.com/office/drawing/2014/main" id="{378FAB2E-323C-6141-224C-73A321704783}"/>
              </a:ext>
            </a:extLst>
          </p:cNvPr>
          <p:cNvCxnSpPr>
            <a:cxnSpLocks/>
          </p:cNvCxnSpPr>
          <p:nvPr/>
        </p:nvCxnSpPr>
        <p:spPr>
          <a:xfrm>
            <a:off x="1445963"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CF4E51CB-FAF0-F72B-86E6-2BF647BEC583}"/>
              </a:ext>
            </a:extLst>
          </p:cNvPr>
          <p:cNvCxnSpPr>
            <a:cxnSpLocks/>
          </p:cNvCxnSpPr>
          <p:nvPr/>
        </p:nvCxnSpPr>
        <p:spPr>
          <a:xfrm>
            <a:off x="1558640"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8" name="Straight Arrow Connector 387">
            <a:extLst>
              <a:ext uri="{FF2B5EF4-FFF2-40B4-BE49-F238E27FC236}">
                <a16:creationId xmlns:a16="http://schemas.microsoft.com/office/drawing/2014/main" id="{EB183704-1397-4828-E597-1C767D64FCBC}"/>
              </a:ext>
            </a:extLst>
          </p:cNvPr>
          <p:cNvCxnSpPr>
            <a:cxnSpLocks/>
          </p:cNvCxnSpPr>
          <p:nvPr/>
        </p:nvCxnSpPr>
        <p:spPr>
          <a:xfrm>
            <a:off x="2103009"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9" name="Straight Arrow Connector 388">
            <a:extLst>
              <a:ext uri="{FF2B5EF4-FFF2-40B4-BE49-F238E27FC236}">
                <a16:creationId xmlns:a16="http://schemas.microsoft.com/office/drawing/2014/main" id="{E5359624-3A7D-7701-D88D-24922C30119B}"/>
              </a:ext>
            </a:extLst>
          </p:cNvPr>
          <p:cNvCxnSpPr>
            <a:cxnSpLocks/>
          </p:cNvCxnSpPr>
          <p:nvPr/>
        </p:nvCxnSpPr>
        <p:spPr>
          <a:xfrm>
            <a:off x="2215686"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0" name="Straight Arrow Connector 389">
            <a:extLst>
              <a:ext uri="{FF2B5EF4-FFF2-40B4-BE49-F238E27FC236}">
                <a16:creationId xmlns:a16="http://schemas.microsoft.com/office/drawing/2014/main" id="{ADC6D304-F01D-BB97-28A3-956A85E56DBC}"/>
              </a:ext>
            </a:extLst>
          </p:cNvPr>
          <p:cNvCxnSpPr>
            <a:cxnSpLocks/>
          </p:cNvCxnSpPr>
          <p:nvPr/>
        </p:nvCxnSpPr>
        <p:spPr>
          <a:xfrm>
            <a:off x="1837793"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1" name="Straight Arrow Connector 390">
            <a:extLst>
              <a:ext uri="{FF2B5EF4-FFF2-40B4-BE49-F238E27FC236}">
                <a16:creationId xmlns:a16="http://schemas.microsoft.com/office/drawing/2014/main" id="{2B13D3FE-294B-BD73-F78D-E3FA26B2699D}"/>
              </a:ext>
            </a:extLst>
          </p:cNvPr>
          <p:cNvCxnSpPr>
            <a:cxnSpLocks/>
          </p:cNvCxnSpPr>
          <p:nvPr/>
        </p:nvCxnSpPr>
        <p:spPr>
          <a:xfrm>
            <a:off x="1950470"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2" name="Straight Arrow Connector 391">
            <a:extLst>
              <a:ext uri="{FF2B5EF4-FFF2-40B4-BE49-F238E27FC236}">
                <a16:creationId xmlns:a16="http://schemas.microsoft.com/office/drawing/2014/main" id="{7D8DDDA6-0D93-213A-63C7-C30C529803E4}"/>
              </a:ext>
            </a:extLst>
          </p:cNvPr>
          <p:cNvCxnSpPr>
            <a:cxnSpLocks/>
          </p:cNvCxnSpPr>
          <p:nvPr/>
        </p:nvCxnSpPr>
        <p:spPr>
          <a:xfrm>
            <a:off x="2760056"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3" name="Straight Arrow Connector 392">
            <a:extLst>
              <a:ext uri="{FF2B5EF4-FFF2-40B4-BE49-F238E27FC236}">
                <a16:creationId xmlns:a16="http://schemas.microsoft.com/office/drawing/2014/main" id="{0B9C4CDA-AA6C-5723-F044-E5660594C9D4}"/>
              </a:ext>
            </a:extLst>
          </p:cNvPr>
          <p:cNvCxnSpPr>
            <a:cxnSpLocks/>
          </p:cNvCxnSpPr>
          <p:nvPr/>
        </p:nvCxnSpPr>
        <p:spPr>
          <a:xfrm>
            <a:off x="2872733"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CAE34D84-0571-3EBB-AF6D-37AE9935917B}"/>
              </a:ext>
            </a:extLst>
          </p:cNvPr>
          <p:cNvCxnSpPr>
            <a:cxnSpLocks/>
          </p:cNvCxnSpPr>
          <p:nvPr/>
        </p:nvCxnSpPr>
        <p:spPr>
          <a:xfrm>
            <a:off x="2494839"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5" name="Straight Arrow Connector 394">
            <a:extLst>
              <a:ext uri="{FF2B5EF4-FFF2-40B4-BE49-F238E27FC236}">
                <a16:creationId xmlns:a16="http://schemas.microsoft.com/office/drawing/2014/main" id="{8CF76968-D25D-7298-CDC9-7BFD4B6E5CD5}"/>
              </a:ext>
            </a:extLst>
          </p:cNvPr>
          <p:cNvCxnSpPr>
            <a:cxnSpLocks/>
          </p:cNvCxnSpPr>
          <p:nvPr/>
        </p:nvCxnSpPr>
        <p:spPr>
          <a:xfrm>
            <a:off x="2607516"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6" name="Straight Arrow Connector 395">
            <a:extLst>
              <a:ext uri="{FF2B5EF4-FFF2-40B4-BE49-F238E27FC236}">
                <a16:creationId xmlns:a16="http://schemas.microsoft.com/office/drawing/2014/main" id="{4E7ED715-8C2C-89BD-F301-61F3B6C1FB0C}"/>
              </a:ext>
            </a:extLst>
          </p:cNvPr>
          <p:cNvCxnSpPr>
            <a:cxnSpLocks/>
          </p:cNvCxnSpPr>
          <p:nvPr/>
        </p:nvCxnSpPr>
        <p:spPr>
          <a:xfrm>
            <a:off x="3417102"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7" name="Straight Arrow Connector 396">
            <a:extLst>
              <a:ext uri="{FF2B5EF4-FFF2-40B4-BE49-F238E27FC236}">
                <a16:creationId xmlns:a16="http://schemas.microsoft.com/office/drawing/2014/main" id="{7060B5F1-AE66-05ED-E1F5-63462EDC6513}"/>
              </a:ext>
            </a:extLst>
          </p:cNvPr>
          <p:cNvCxnSpPr>
            <a:cxnSpLocks/>
          </p:cNvCxnSpPr>
          <p:nvPr/>
        </p:nvCxnSpPr>
        <p:spPr>
          <a:xfrm>
            <a:off x="3529779" y="7045049"/>
            <a:ext cx="0" cy="338317"/>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8" name="Straight Arrow Connector 397">
            <a:extLst>
              <a:ext uri="{FF2B5EF4-FFF2-40B4-BE49-F238E27FC236}">
                <a16:creationId xmlns:a16="http://schemas.microsoft.com/office/drawing/2014/main" id="{3D540D3E-D46E-F80E-0CAE-F16CDC5745DD}"/>
              </a:ext>
            </a:extLst>
          </p:cNvPr>
          <p:cNvCxnSpPr>
            <a:cxnSpLocks/>
          </p:cNvCxnSpPr>
          <p:nvPr/>
        </p:nvCxnSpPr>
        <p:spPr>
          <a:xfrm>
            <a:off x="3151886"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9" name="Straight Arrow Connector 398">
            <a:extLst>
              <a:ext uri="{FF2B5EF4-FFF2-40B4-BE49-F238E27FC236}">
                <a16:creationId xmlns:a16="http://schemas.microsoft.com/office/drawing/2014/main" id="{C240EDDF-1FFD-4CEA-BC0C-3BCB99160B65}"/>
              </a:ext>
            </a:extLst>
          </p:cNvPr>
          <p:cNvCxnSpPr>
            <a:cxnSpLocks/>
          </p:cNvCxnSpPr>
          <p:nvPr/>
        </p:nvCxnSpPr>
        <p:spPr>
          <a:xfrm>
            <a:off x="3264563" y="7045049"/>
            <a:ext cx="0" cy="338317"/>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426" name="Rectangle 425">
            <a:extLst>
              <a:ext uri="{FF2B5EF4-FFF2-40B4-BE49-F238E27FC236}">
                <a16:creationId xmlns:a16="http://schemas.microsoft.com/office/drawing/2014/main" id="{B28F0466-F513-ED80-7F1E-8C3AD203E8C7}"/>
              </a:ext>
            </a:extLst>
          </p:cNvPr>
          <p:cNvSpPr/>
          <p:nvPr/>
        </p:nvSpPr>
        <p:spPr>
          <a:xfrm>
            <a:off x="202034" y="2710270"/>
            <a:ext cx="3726598" cy="4870442"/>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3" name="Straight Arrow Connector 402">
            <a:extLst>
              <a:ext uri="{FF2B5EF4-FFF2-40B4-BE49-F238E27FC236}">
                <a16:creationId xmlns:a16="http://schemas.microsoft.com/office/drawing/2014/main" id="{22ABC3E2-CFD6-9C5B-3A32-6940B0C4407B}"/>
              </a:ext>
            </a:extLst>
          </p:cNvPr>
          <p:cNvCxnSpPr>
            <a:cxnSpLocks/>
          </p:cNvCxnSpPr>
          <p:nvPr/>
        </p:nvCxnSpPr>
        <p:spPr>
          <a:xfrm>
            <a:off x="988622" y="3277374"/>
            <a:ext cx="2781746" cy="0"/>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4" name="Straight Arrow Connector 403">
            <a:extLst>
              <a:ext uri="{FF2B5EF4-FFF2-40B4-BE49-F238E27FC236}">
                <a16:creationId xmlns:a16="http://schemas.microsoft.com/office/drawing/2014/main" id="{795B65BF-E47D-72CD-76E4-C71055375878}"/>
              </a:ext>
            </a:extLst>
          </p:cNvPr>
          <p:cNvCxnSpPr>
            <a:cxnSpLocks/>
          </p:cNvCxnSpPr>
          <p:nvPr/>
        </p:nvCxnSpPr>
        <p:spPr>
          <a:xfrm rot="16200000" flipH="1">
            <a:off x="1770698"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5" name="Straight Arrow Connector 404">
            <a:extLst>
              <a:ext uri="{FF2B5EF4-FFF2-40B4-BE49-F238E27FC236}">
                <a16:creationId xmlns:a16="http://schemas.microsoft.com/office/drawing/2014/main" id="{F784AD13-5049-698F-3B96-355D3BCC0538}"/>
              </a:ext>
            </a:extLst>
          </p:cNvPr>
          <p:cNvCxnSpPr>
            <a:cxnSpLocks/>
          </p:cNvCxnSpPr>
          <p:nvPr/>
        </p:nvCxnSpPr>
        <p:spPr>
          <a:xfrm rot="16200000" flipH="1">
            <a:off x="2420321"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6" name="Straight Arrow Connector 405">
            <a:extLst>
              <a:ext uri="{FF2B5EF4-FFF2-40B4-BE49-F238E27FC236}">
                <a16:creationId xmlns:a16="http://schemas.microsoft.com/office/drawing/2014/main" id="{B90261B1-6E15-98AE-F554-532CD894CDCC}"/>
              </a:ext>
            </a:extLst>
          </p:cNvPr>
          <p:cNvCxnSpPr>
            <a:cxnSpLocks/>
          </p:cNvCxnSpPr>
          <p:nvPr/>
        </p:nvCxnSpPr>
        <p:spPr>
          <a:xfrm rot="16200000" flipH="1">
            <a:off x="3069943"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7" name="Straight Arrow Connector 406">
            <a:extLst>
              <a:ext uri="{FF2B5EF4-FFF2-40B4-BE49-F238E27FC236}">
                <a16:creationId xmlns:a16="http://schemas.microsoft.com/office/drawing/2014/main" id="{D3C4E866-71E7-78BC-CF29-1659D7DB22B0}"/>
              </a:ext>
            </a:extLst>
          </p:cNvPr>
          <p:cNvCxnSpPr>
            <a:cxnSpLocks/>
          </p:cNvCxnSpPr>
          <p:nvPr/>
        </p:nvCxnSpPr>
        <p:spPr>
          <a:xfrm rot="16200000" flipH="1">
            <a:off x="3719566" y="3144920"/>
            <a:ext cx="0" cy="264908"/>
          </a:xfrm>
          <a:prstGeom prst="straightConnector1">
            <a:avLst/>
          </a:prstGeom>
          <a:ln w="57150">
            <a:solidFill>
              <a:srgbClr val="FF0000"/>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427" name="TextBox 15">
            <a:extLst>
              <a:ext uri="{FF2B5EF4-FFF2-40B4-BE49-F238E27FC236}">
                <a16:creationId xmlns:a16="http://schemas.microsoft.com/office/drawing/2014/main" id="{E4E4D708-B0B8-4D41-E2D7-0AB324FFEE72}"/>
              </a:ext>
            </a:extLst>
          </p:cNvPr>
          <p:cNvSpPr txBox="1"/>
          <p:nvPr/>
        </p:nvSpPr>
        <p:spPr>
          <a:xfrm>
            <a:off x="1647440" y="2601591"/>
            <a:ext cx="2433428" cy="694614"/>
          </a:xfrm>
          <a:prstGeom prst="rect">
            <a:avLst/>
          </a:prstGeom>
          <a:noFill/>
        </p:spPr>
        <p:txBody>
          <a:bodyPr wrap="square">
            <a:spAutoFit/>
          </a:bodyPr>
          <a:lstStyle/>
          <a:p>
            <a:pPr>
              <a:lnSpc>
                <a:spcPct val="80000"/>
              </a:lnSpc>
            </a:pPr>
            <a:r>
              <a:rPr lang="en-US" sz="2400" b="1" dirty="0">
                <a:solidFill>
                  <a:srgbClr val="FF0000"/>
                </a:solidFill>
              </a:rPr>
              <a:t>Control Wire Fault(Row Fault)</a:t>
            </a:r>
          </a:p>
        </p:txBody>
      </p:sp>
    </p:spTree>
    <p:extLst>
      <p:ext uri="{BB962C8B-B14F-4D97-AF65-F5344CB8AC3E}">
        <p14:creationId xmlns:p14="http://schemas.microsoft.com/office/powerpoint/2010/main" val="130575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CC98-F01A-46CE-EE1F-97E3C6336D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9DBC5F-02AC-B658-7776-F7D430790DD4}"/>
              </a:ext>
            </a:extLst>
          </p:cNvPr>
          <p:cNvSpPr>
            <a:spLocks noGrp="1"/>
          </p:cNvSpPr>
          <p:nvPr>
            <p:ph type="title"/>
          </p:nvPr>
        </p:nvSpPr>
        <p:spPr/>
        <p:txBody>
          <a:bodyPr/>
          <a:lstStyle/>
          <a:p>
            <a:r>
              <a:rPr lang="en-US" altLang="zh-CN" b="1" dirty="0"/>
              <a:t>Design2: </a:t>
            </a:r>
            <a:r>
              <a:rPr lang="en-US" altLang="zh-CN" dirty="0"/>
              <a:t>SCREME-I/O-Row</a:t>
            </a:r>
            <a:endParaRPr lang="zh-CN" altLang="en-US" dirty="0"/>
          </a:p>
        </p:txBody>
      </p:sp>
      <p:sp>
        <p:nvSpPr>
          <p:cNvPr id="11" name="Rectangle 1519">
            <a:extLst>
              <a:ext uri="{FF2B5EF4-FFF2-40B4-BE49-F238E27FC236}">
                <a16:creationId xmlns:a16="http://schemas.microsoft.com/office/drawing/2014/main" id="{AA2F53DD-BBFD-D35B-6722-590577E912C3}"/>
              </a:ext>
            </a:extLst>
          </p:cNvPr>
          <p:cNvSpPr/>
          <p:nvPr/>
        </p:nvSpPr>
        <p:spPr>
          <a:xfrm>
            <a:off x="4696371"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12" name="Group 1520">
            <a:extLst>
              <a:ext uri="{FF2B5EF4-FFF2-40B4-BE49-F238E27FC236}">
                <a16:creationId xmlns:a16="http://schemas.microsoft.com/office/drawing/2014/main" id="{E04702B2-DA63-9121-AD57-BCB1292DE0C5}"/>
              </a:ext>
            </a:extLst>
          </p:cNvPr>
          <p:cNvGrpSpPr/>
          <p:nvPr/>
        </p:nvGrpSpPr>
        <p:grpSpPr>
          <a:xfrm>
            <a:off x="4747877" y="3844361"/>
            <a:ext cx="363592" cy="241548"/>
            <a:chOff x="7877914" y="1675761"/>
            <a:chExt cx="254530" cy="274320"/>
          </a:xfrm>
        </p:grpSpPr>
        <p:cxnSp>
          <p:nvCxnSpPr>
            <p:cNvPr id="160" name="Straight Arrow Connector 1521">
              <a:extLst>
                <a:ext uri="{FF2B5EF4-FFF2-40B4-BE49-F238E27FC236}">
                  <a16:creationId xmlns:a16="http://schemas.microsoft.com/office/drawing/2014/main" id="{A1F250C7-7227-C80D-311A-9D12D544F421}"/>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Arrow Connector 1522">
              <a:extLst>
                <a:ext uri="{FF2B5EF4-FFF2-40B4-BE49-F238E27FC236}">
                  <a16:creationId xmlns:a16="http://schemas.microsoft.com/office/drawing/2014/main" id="{9FC481C6-3729-4AA5-13BD-5B2D957F0473}"/>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Arrow Connector 1523">
              <a:extLst>
                <a:ext uri="{FF2B5EF4-FFF2-40B4-BE49-F238E27FC236}">
                  <a16:creationId xmlns:a16="http://schemas.microsoft.com/office/drawing/2014/main" id="{1FFD4F40-3153-A2B6-66BD-C3E46F436228}"/>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Arrow Connector 1524">
              <a:extLst>
                <a:ext uri="{FF2B5EF4-FFF2-40B4-BE49-F238E27FC236}">
                  <a16:creationId xmlns:a16="http://schemas.microsoft.com/office/drawing/2014/main" id="{C6C3A975-CC7B-6FA9-8D68-211B4E2D5A27}"/>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13" name="Rectangle 1525">
            <a:extLst>
              <a:ext uri="{FF2B5EF4-FFF2-40B4-BE49-F238E27FC236}">
                <a16:creationId xmlns:a16="http://schemas.microsoft.com/office/drawing/2014/main" id="{6E9AD1D8-3ECE-FE6C-9F7D-17B29DBFA46C}"/>
              </a:ext>
            </a:extLst>
          </p:cNvPr>
          <p:cNvSpPr/>
          <p:nvPr/>
        </p:nvSpPr>
        <p:spPr>
          <a:xfrm>
            <a:off x="4695266"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cxnSp>
        <p:nvCxnSpPr>
          <p:cNvPr id="14" name="Straight Arrow Connector 1526">
            <a:extLst>
              <a:ext uri="{FF2B5EF4-FFF2-40B4-BE49-F238E27FC236}">
                <a16:creationId xmlns:a16="http://schemas.microsoft.com/office/drawing/2014/main" id="{33AF3E55-A28A-6D1E-5A4C-015F3585F618}"/>
              </a:ext>
            </a:extLst>
          </p:cNvPr>
          <p:cNvCxnSpPr>
            <a:cxnSpLocks/>
          </p:cNvCxnSpPr>
          <p:nvPr/>
        </p:nvCxnSpPr>
        <p:spPr>
          <a:xfrm>
            <a:off x="500942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527">
            <a:extLst>
              <a:ext uri="{FF2B5EF4-FFF2-40B4-BE49-F238E27FC236}">
                <a16:creationId xmlns:a16="http://schemas.microsoft.com/office/drawing/2014/main" id="{191140ED-685C-B0F0-D388-3A552B805BB8}"/>
              </a:ext>
            </a:extLst>
          </p:cNvPr>
          <p:cNvCxnSpPr>
            <a:cxnSpLocks/>
          </p:cNvCxnSpPr>
          <p:nvPr/>
        </p:nvCxnSpPr>
        <p:spPr>
          <a:xfrm>
            <a:off x="512054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28">
            <a:extLst>
              <a:ext uri="{FF2B5EF4-FFF2-40B4-BE49-F238E27FC236}">
                <a16:creationId xmlns:a16="http://schemas.microsoft.com/office/drawing/2014/main" id="{59141E21-87C0-9130-C361-2B692D055805}"/>
              </a:ext>
            </a:extLst>
          </p:cNvPr>
          <p:cNvCxnSpPr>
            <a:cxnSpLocks/>
          </p:cNvCxnSpPr>
          <p:nvPr/>
        </p:nvCxnSpPr>
        <p:spPr>
          <a:xfrm>
            <a:off x="47478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529">
            <a:extLst>
              <a:ext uri="{FF2B5EF4-FFF2-40B4-BE49-F238E27FC236}">
                <a16:creationId xmlns:a16="http://schemas.microsoft.com/office/drawing/2014/main" id="{A8D81DD8-1D23-95F7-B44A-6D77F9762EE0}"/>
              </a:ext>
            </a:extLst>
          </p:cNvPr>
          <p:cNvCxnSpPr>
            <a:cxnSpLocks/>
          </p:cNvCxnSpPr>
          <p:nvPr/>
        </p:nvCxnSpPr>
        <p:spPr>
          <a:xfrm>
            <a:off x="48589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530">
            <a:extLst>
              <a:ext uri="{FF2B5EF4-FFF2-40B4-BE49-F238E27FC236}">
                <a16:creationId xmlns:a16="http://schemas.microsoft.com/office/drawing/2014/main" id="{2370DE1C-2806-6E80-3CC6-1EAA3372E0B7}"/>
              </a:ext>
            </a:extLst>
          </p:cNvPr>
          <p:cNvSpPr/>
          <p:nvPr/>
        </p:nvSpPr>
        <p:spPr>
          <a:xfrm>
            <a:off x="4696371"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grpSp>
        <p:nvGrpSpPr>
          <p:cNvPr id="19" name="Group 1531">
            <a:extLst>
              <a:ext uri="{FF2B5EF4-FFF2-40B4-BE49-F238E27FC236}">
                <a16:creationId xmlns:a16="http://schemas.microsoft.com/office/drawing/2014/main" id="{ADA95573-5901-540B-340C-701165C88C5D}"/>
              </a:ext>
            </a:extLst>
          </p:cNvPr>
          <p:cNvGrpSpPr/>
          <p:nvPr/>
        </p:nvGrpSpPr>
        <p:grpSpPr>
          <a:xfrm>
            <a:off x="4747878" y="5975439"/>
            <a:ext cx="372663" cy="241548"/>
            <a:chOff x="7871564" y="3137742"/>
            <a:chExt cx="260880" cy="274320"/>
          </a:xfrm>
        </p:grpSpPr>
        <p:cxnSp>
          <p:nvCxnSpPr>
            <p:cNvPr id="156" name="Straight Arrow Connector 1532">
              <a:extLst>
                <a:ext uri="{FF2B5EF4-FFF2-40B4-BE49-F238E27FC236}">
                  <a16:creationId xmlns:a16="http://schemas.microsoft.com/office/drawing/2014/main" id="{2234A9A1-B1AF-66C7-10EF-A5AE3EFAC4BA}"/>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7" name="Straight Arrow Connector 1533">
              <a:extLst>
                <a:ext uri="{FF2B5EF4-FFF2-40B4-BE49-F238E27FC236}">
                  <a16:creationId xmlns:a16="http://schemas.microsoft.com/office/drawing/2014/main" id="{F0F05ADA-2E7B-DA7E-C497-476CE977B72A}"/>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8" name="Straight Arrow Connector 1534">
              <a:extLst>
                <a:ext uri="{FF2B5EF4-FFF2-40B4-BE49-F238E27FC236}">
                  <a16:creationId xmlns:a16="http://schemas.microsoft.com/office/drawing/2014/main" id="{FEA22D2F-042E-0E84-238B-EB89306A5AEE}"/>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Arrow Connector 575">
              <a:extLst>
                <a:ext uri="{FF2B5EF4-FFF2-40B4-BE49-F238E27FC236}">
                  <a16:creationId xmlns:a16="http://schemas.microsoft.com/office/drawing/2014/main" id="{878D775D-4824-F41B-2E44-8AA79D40C52F}"/>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20" name="Rectangle 576">
            <a:extLst>
              <a:ext uri="{FF2B5EF4-FFF2-40B4-BE49-F238E27FC236}">
                <a16:creationId xmlns:a16="http://schemas.microsoft.com/office/drawing/2014/main" id="{D87E878F-6DA1-3906-7E41-C4C495ADEBBE}"/>
              </a:ext>
            </a:extLst>
          </p:cNvPr>
          <p:cNvSpPr/>
          <p:nvPr/>
        </p:nvSpPr>
        <p:spPr>
          <a:xfrm>
            <a:off x="4695266"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cxnSp>
        <p:nvCxnSpPr>
          <p:cNvPr id="21" name="Straight Arrow Connector 605">
            <a:extLst>
              <a:ext uri="{FF2B5EF4-FFF2-40B4-BE49-F238E27FC236}">
                <a16:creationId xmlns:a16="http://schemas.microsoft.com/office/drawing/2014/main" id="{698CB253-ED3F-A3BA-F986-F32748AB5C4E}"/>
              </a:ext>
            </a:extLst>
          </p:cNvPr>
          <p:cNvCxnSpPr>
            <a:cxnSpLocks/>
          </p:cNvCxnSpPr>
          <p:nvPr/>
        </p:nvCxnSpPr>
        <p:spPr>
          <a:xfrm rot="16200000" flipH="1">
            <a:off x="533698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606">
            <a:extLst>
              <a:ext uri="{FF2B5EF4-FFF2-40B4-BE49-F238E27FC236}">
                <a16:creationId xmlns:a16="http://schemas.microsoft.com/office/drawing/2014/main" id="{871117C3-0083-AD7B-6B86-B99E56DCAE31}"/>
              </a:ext>
            </a:extLst>
          </p:cNvPr>
          <p:cNvCxnSpPr>
            <a:cxnSpLocks/>
          </p:cNvCxnSpPr>
          <p:nvPr/>
        </p:nvCxnSpPr>
        <p:spPr>
          <a:xfrm rot="16200000" flipH="1">
            <a:off x="533698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607">
            <a:extLst>
              <a:ext uri="{FF2B5EF4-FFF2-40B4-BE49-F238E27FC236}">
                <a16:creationId xmlns:a16="http://schemas.microsoft.com/office/drawing/2014/main" id="{9A21C395-8700-0702-9EDD-4700F00BF85C}"/>
              </a:ext>
            </a:extLst>
          </p:cNvPr>
          <p:cNvCxnSpPr>
            <a:cxnSpLocks/>
          </p:cNvCxnSpPr>
          <p:nvPr/>
        </p:nvCxnSpPr>
        <p:spPr>
          <a:xfrm rot="16200000" flipH="1">
            <a:off x="533698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608">
            <a:extLst>
              <a:ext uri="{FF2B5EF4-FFF2-40B4-BE49-F238E27FC236}">
                <a16:creationId xmlns:a16="http://schemas.microsoft.com/office/drawing/2014/main" id="{B737E599-9B6C-9D26-DBDE-A0196421F557}"/>
              </a:ext>
            </a:extLst>
          </p:cNvPr>
          <p:cNvSpPr/>
          <p:nvPr/>
        </p:nvSpPr>
        <p:spPr>
          <a:xfrm>
            <a:off x="5341537"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25" name="Straight Arrow Connector 609">
            <a:extLst>
              <a:ext uri="{FF2B5EF4-FFF2-40B4-BE49-F238E27FC236}">
                <a16:creationId xmlns:a16="http://schemas.microsoft.com/office/drawing/2014/main" id="{3C003D99-5418-19E0-B109-9E1BA79ACB8D}"/>
              </a:ext>
            </a:extLst>
          </p:cNvPr>
          <p:cNvCxnSpPr>
            <a:cxnSpLocks/>
          </p:cNvCxnSpPr>
          <p:nvPr/>
        </p:nvCxnSpPr>
        <p:spPr>
          <a:xfrm>
            <a:off x="5657374"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610">
            <a:extLst>
              <a:ext uri="{FF2B5EF4-FFF2-40B4-BE49-F238E27FC236}">
                <a16:creationId xmlns:a16="http://schemas.microsoft.com/office/drawing/2014/main" id="{C41EC0F6-C4FE-DC2E-BA22-729D0A100248}"/>
              </a:ext>
            </a:extLst>
          </p:cNvPr>
          <p:cNvCxnSpPr>
            <a:cxnSpLocks/>
          </p:cNvCxnSpPr>
          <p:nvPr/>
        </p:nvCxnSpPr>
        <p:spPr>
          <a:xfrm>
            <a:off x="5768492"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611">
            <a:extLst>
              <a:ext uri="{FF2B5EF4-FFF2-40B4-BE49-F238E27FC236}">
                <a16:creationId xmlns:a16="http://schemas.microsoft.com/office/drawing/2014/main" id="{A4B84ED1-9FAB-3047-735E-07427FABAF08}"/>
              </a:ext>
            </a:extLst>
          </p:cNvPr>
          <p:cNvCxnSpPr>
            <a:cxnSpLocks/>
          </p:cNvCxnSpPr>
          <p:nvPr/>
        </p:nvCxnSpPr>
        <p:spPr>
          <a:xfrm>
            <a:off x="5395829" y="3844361"/>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612">
            <a:extLst>
              <a:ext uri="{FF2B5EF4-FFF2-40B4-BE49-F238E27FC236}">
                <a16:creationId xmlns:a16="http://schemas.microsoft.com/office/drawing/2014/main" id="{90C26F71-5329-2FD4-6790-1281B726F14C}"/>
              </a:ext>
            </a:extLst>
          </p:cNvPr>
          <p:cNvCxnSpPr>
            <a:cxnSpLocks/>
          </p:cNvCxnSpPr>
          <p:nvPr/>
        </p:nvCxnSpPr>
        <p:spPr>
          <a:xfrm>
            <a:off x="5506946" y="3844361"/>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29" name="Rectangle 613">
            <a:extLst>
              <a:ext uri="{FF2B5EF4-FFF2-40B4-BE49-F238E27FC236}">
                <a16:creationId xmlns:a16="http://schemas.microsoft.com/office/drawing/2014/main" id="{D84E837C-912D-F7B0-1D3D-B911557A25FC}"/>
              </a:ext>
            </a:extLst>
          </p:cNvPr>
          <p:cNvSpPr/>
          <p:nvPr/>
        </p:nvSpPr>
        <p:spPr>
          <a:xfrm>
            <a:off x="5340708"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dirty="0">
              <a:solidFill>
                <a:prstClr val="white"/>
              </a:solidFill>
              <a:latin typeface="Calibri" panose="020F0502020204030204"/>
            </a:endParaRPr>
          </a:p>
        </p:txBody>
      </p:sp>
      <p:cxnSp>
        <p:nvCxnSpPr>
          <p:cNvPr id="30" name="Straight Arrow Connector 614">
            <a:extLst>
              <a:ext uri="{FF2B5EF4-FFF2-40B4-BE49-F238E27FC236}">
                <a16:creationId xmlns:a16="http://schemas.microsoft.com/office/drawing/2014/main" id="{6E2704E0-0EF5-407B-CDCA-3A088EAA643D}"/>
              </a:ext>
            </a:extLst>
          </p:cNvPr>
          <p:cNvCxnSpPr>
            <a:cxnSpLocks/>
          </p:cNvCxnSpPr>
          <p:nvPr/>
        </p:nvCxnSpPr>
        <p:spPr>
          <a:xfrm>
            <a:off x="5657374"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615">
            <a:extLst>
              <a:ext uri="{FF2B5EF4-FFF2-40B4-BE49-F238E27FC236}">
                <a16:creationId xmlns:a16="http://schemas.microsoft.com/office/drawing/2014/main" id="{A6C3B115-40B7-9943-43CD-80071E6EE3EF}"/>
              </a:ext>
            </a:extLst>
          </p:cNvPr>
          <p:cNvCxnSpPr>
            <a:cxnSpLocks/>
          </p:cNvCxnSpPr>
          <p:nvPr/>
        </p:nvCxnSpPr>
        <p:spPr>
          <a:xfrm>
            <a:off x="576849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618">
            <a:extLst>
              <a:ext uri="{FF2B5EF4-FFF2-40B4-BE49-F238E27FC236}">
                <a16:creationId xmlns:a16="http://schemas.microsoft.com/office/drawing/2014/main" id="{DEDED58B-F2C5-3798-375F-8122E7C2535A}"/>
              </a:ext>
            </a:extLst>
          </p:cNvPr>
          <p:cNvCxnSpPr>
            <a:cxnSpLocks/>
          </p:cNvCxnSpPr>
          <p:nvPr/>
        </p:nvCxnSpPr>
        <p:spPr>
          <a:xfrm>
            <a:off x="5395829" y="4871755"/>
            <a:ext cx="0" cy="369064"/>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619">
            <a:extLst>
              <a:ext uri="{FF2B5EF4-FFF2-40B4-BE49-F238E27FC236}">
                <a16:creationId xmlns:a16="http://schemas.microsoft.com/office/drawing/2014/main" id="{3D581F06-0B74-1A0F-2312-0C7BE269D0CE}"/>
              </a:ext>
            </a:extLst>
          </p:cNvPr>
          <p:cNvCxnSpPr>
            <a:cxnSpLocks/>
          </p:cNvCxnSpPr>
          <p:nvPr/>
        </p:nvCxnSpPr>
        <p:spPr>
          <a:xfrm>
            <a:off x="55069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34" name="Rectangle 620">
            <a:extLst>
              <a:ext uri="{FF2B5EF4-FFF2-40B4-BE49-F238E27FC236}">
                <a16:creationId xmlns:a16="http://schemas.microsoft.com/office/drawing/2014/main" id="{9F27BCE1-6C36-BE45-EBF5-50D287CBBB4D}"/>
              </a:ext>
            </a:extLst>
          </p:cNvPr>
          <p:cNvSpPr/>
          <p:nvPr/>
        </p:nvSpPr>
        <p:spPr>
          <a:xfrm>
            <a:off x="5341537"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35" name="Straight Arrow Connector 621">
            <a:extLst>
              <a:ext uri="{FF2B5EF4-FFF2-40B4-BE49-F238E27FC236}">
                <a16:creationId xmlns:a16="http://schemas.microsoft.com/office/drawing/2014/main" id="{00AEFBD5-A21F-1B7E-BCCC-1D7F20C7E98D}"/>
              </a:ext>
            </a:extLst>
          </p:cNvPr>
          <p:cNvCxnSpPr>
            <a:cxnSpLocks/>
          </p:cNvCxnSpPr>
          <p:nvPr/>
        </p:nvCxnSpPr>
        <p:spPr>
          <a:xfrm>
            <a:off x="5657374"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622">
            <a:extLst>
              <a:ext uri="{FF2B5EF4-FFF2-40B4-BE49-F238E27FC236}">
                <a16:creationId xmlns:a16="http://schemas.microsoft.com/office/drawing/2014/main" id="{6B9C95CE-73D8-91FE-B8B1-2EF6F2149100}"/>
              </a:ext>
            </a:extLst>
          </p:cNvPr>
          <p:cNvCxnSpPr>
            <a:cxnSpLocks/>
          </p:cNvCxnSpPr>
          <p:nvPr/>
        </p:nvCxnSpPr>
        <p:spPr>
          <a:xfrm>
            <a:off x="5768492"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623">
            <a:extLst>
              <a:ext uri="{FF2B5EF4-FFF2-40B4-BE49-F238E27FC236}">
                <a16:creationId xmlns:a16="http://schemas.microsoft.com/office/drawing/2014/main" id="{D34E1D1B-0907-1E30-CE95-050D349AA3AB}"/>
              </a:ext>
            </a:extLst>
          </p:cNvPr>
          <p:cNvCxnSpPr>
            <a:cxnSpLocks/>
          </p:cNvCxnSpPr>
          <p:nvPr/>
        </p:nvCxnSpPr>
        <p:spPr>
          <a:xfrm>
            <a:off x="5395829" y="5975439"/>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632">
            <a:extLst>
              <a:ext uri="{FF2B5EF4-FFF2-40B4-BE49-F238E27FC236}">
                <a16:creationId xmlns:a16="http://schemas.microsoft.com/office/drawing/2014/main" id="{8F46C73C-D441-D646-1C33-D0D0D142B486}"/>
              </a:ext>
            </a:extLst>
          </p:cNvPr>
          <p:cNvCxnSpPr>
            <a:cxnSpLocks/>
          </p:cNvCxnSpPr>
          <p:nvPr/>
        </p:nvCxnSpPr>
        <p:spPr>
          <a:xfrm>
            <a:off x="5506946" y="5975439"/>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39" name="Rectangle 633">
            <a:extLst>
              <a:ext uri="{FF2B5EF4-FFF2-40B4-BE49-F238E27FC236}">
                <a16:creationId xmlns:a16="http://schemas.microsoft.com/office/drawing/2014/main" id="{DE05A648-1F96-BC68-DED0-EBC3F9AB005E}"/>
              </a:ext>
            </a:extLst>
          </p:cNvPr>
          <p:cNvSpPr/>
          <p:nvPr/>
        </p:nvSpPr>
        <p:spPr>
          <a:xfrm>
            <a:off x="5340708"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40" name="Straight Arrow Connector 1088">
            <a:extLst>
              <a:ext uri="{FF2B5EF4-FFF2-40B4-BE49-F238E27FC236}">
                <a16:creationId xmlns:a16="http://schemas.microsoft.com/office/drawing/2014/main" id="{A91E9159-8537-9429-CFA1-8497955C454E}"/>
              </a:ext>
            </a:extLst>
          </p:cNvPr>
          <p:cNvCxnSpPr>
            <a:cxnSpLocks/>
          </p:cNvCxnSpPr>
          <p:nvPr/>
        </p:nvCxnSpPr>
        <p:spPr>
          <a:xfrm rot="16200000" flipH="1">
            <a:off x="597761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1129">
            <a:extLst>
              <a:ext uri="{FF2B5EF4-FFF2-40B4-BE49-F238E27FC236}">
                <a16:creationId xmlns:a16="http://schemas.microsoft.com/office/drawing/2014/main" id="{2940D2F1-306C-1212-CB76-24C4007188B0}"/>
              </a:ext>
            </a:extLst>
          </p:cNvPr>
          <p:cNvCxnSpPr>
            <a:cxnSpLocks/>
          </p:cNvCxnSpPr>
          <p:nvPr/>
        </p:nvCxnSpPr>
        <p:spPr>
          <a:xfrm rot="16200000" flipH="1">
            <a:off x="597761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1134">
            <a:extLst>
              <a:ext uri="{FF2B5EF4-FFF2-40B4-BE49-F238E27FC236}">
                <a16:creationId xmlns:a16="http://schemas.microsoft.com/office/drawing/2014/main" id="{8DA87DE1-C31E-A6AC-7875-660AACB25C8D}"/>
              </a:ext>
            </a:extLst>
          </p:cNvPr>
          <p:cNvCxnSpPr>
            <a:cxnSpLocks/>
          </p:cNvCxnSpPr>
          <p:nvPr/>
        </p:nvCxnSpPr>
        <p:spPr>
          <a:xfrm rot="16200000" flipH="1">
            <a:off x="597761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1139">
            <a:extLst>
              <a:ext uri="{FF2B5EF4-FFF2-40B4-BE49-F238E27FC236}">
                <a16:creationId xmlns:a16="http://schemas.microsoft.com/office/drawing/2014/main" id="{0983762A-D0B5-781B-19DB-33FA727AEA7D}"/>
              </a:ext>
            </a:extLst>
          </p:cNvPr>
          <p:cNvSpPr/>
          <p:nvPr/>
        </p:nvSpPr>
        <p:spPr>
          <a:xfrm>
            <a:off x="8589980" y="4040214"/>
            <a:ext cx="667422" cy="1377979"/>
          </a:xfrm>
          <a:prstGeom prst="rect">
            <a:avLst/>
          </a:prstGeom>
          <a:solidFill>
            <a:schemeClr val="accent2">
              <a:lumMod val="50000"/>
            </a:schemeClr>
          </a:solidFill>
          <a:ln w="28575" cap="flat" cmpd="sng" algn="ctr">
            <a:solidFill>
              <a:srgbClr val="494949"/>
            </a:solidFill>
            <a:prstDash val="solid"/>
            <a:miter lim="800000"/>
          </a:ln>
          <a:effectLst/>
        </p:spPr>
        <p:txBody>
          <a:bodyPr vert="horz" wrap="none" rtlCol="0" anchor="ctr"/>
          <a:lstStyle/>
          <a:p>
            <a:pPr algn="ctr" defTabSz="914400">
              <a:defRPr/>
            </a:pPr>
            <a:r>
              <a:rPr lang="en-US" sz="2400" b="1" kern="0">
                <a:solidFill>
                  <a:schemeClr val="bg1"/>
                </a:solidFill>
                <a:latin typeface="Calibri" panose="020F0502020204030204"/>
              </a:rPr>
              <a:t>RCD</a:t>
            </a:r>
          </a:p>
        </p:txBody>
      </p:sp>
      <p:sp>
        <p:nvSpPr>
          <p:cNvPr id="44" name="Rectangle 1144">
            <a:extLst>
              <a:ext uri="{FF2B5EF4-FFF2-40B4-BE49-F238E27FC236}">
                <a16:creationId xmlns:a16="http://schemas.microsoft.com/office/drawing/2014/main" id="{47E4A1EF-A1BB-E725-980C-250F7FB130AB}"/>
              </a:ext>
            </a:extLst>
          </p:cNvPr>
          <p:cNvSpPr/>
          <p:nvPr/>
        </p:nvSpPr>
        <p:spPr>
          <a:xfrm>
            <a:off x="5986702"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45" name="Group 1231">
            <a:extLst>
              <a:ext uri="{FF2B5EF4-FFF2-40B4-BE49-F238E27FC236}">
                <a16:creationId xmlns:a16="http://schemas.microsoft.com/office/drawing/2014/main" id="{5C43DDD4-DB27-47A8-6244-B6CAE40FF150}"/>
              </a:ext>
            </a:extLst>
          </p:cNvPr>
          <p:cNvGrpSpPr/>
          <p:nvPr/>
        </p:nvGrpSpPr>
        <p:grpSpPr>
          <a:xfrm>
            <a:off x="6043780" y="3844361"/>
            <a:ext cx="363592" cy="241548"/>
            <a:chOff x="7877914" y="1675761"/>
            <a:chExt cx="254530" cy="274320"/>
          </a:xfrm>
        </p:grpSpPr>
        <p:cxnSp>
          <p:nvCxnSpPr>
            <p:cNvPr id="152" name="Straight Arrow Connector 1232">
              <a:extLst>
                <a:ext uri="{FF2B5EF4-FFF2-40B4-BE49-F238E27FC236}">
                  <a16:creationId xmlns:a16="http://schemas.microsoft.com/office/drawing/2014/main" id="{3E700373-4439-C26E-760D-00BE11E0A702}"/>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3" name="Straight Arrow Connector 1233">
              <a:extLst>
                <a:ext uri="{FF2B5EF4-FFF2-40B4-BE49-F238E27FC236}">
                  <a16:creationId xmlns:a16="http://schemas.microsoft.com/office/drawing/2014/main" id="{ABFB02B1-B49A-96C9-686F-2A04C56EF31D}"/>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4" name="Straight Arrow Connector 1234">
              <a:extLst>
                <a:ext uri="{FF2B5EF4-FFF2-40B4-BE49-F238E27FC236}">
                  <a16:creationId xmlns:a16="http://schemas.microsoft.com/office/drawing/2014/main" id="{B35A0228-4712-E11C-6457-D8BE69F0166E}"/>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Arrow Connector 1235">
              <a:extLst>
                <a:ext uri="{FF2B5EF4-FFF2-40B4-BE49-F238E27FC236}">
                  <a16:creationId xmlns:a16="http://schemas.microsoft.com/office/drawing/2014/main" id="{0BACDBF9-E87B-1D67-98D4-9778E991A516}"/>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46" name="Rectangle 1236">
            <a:extLst>
              <a:ext uri="{FF2B5EF4-FFF2-40B4-BE49-F238E27FC236}">
                <a16:creationId xmlns:a16="http://schemas.microsoft.com/office/drawing/2014/main" id="{DF6E730A-7FA3-79E9-2FCD-A93BAA850B33}"/>
              </a:ext>
            </a:extLst>
          </p:cNvPr>
          <p:cNvSpPr/>
          <p:nvPr/>
        </p:nvSpPr>
        <p:spPr>
          <a:xfrm>
            <a:off x="5986150"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dirty="0">
              <a:solidFill>
                <a:prstClr val="white"/>
              </a:solidFill>
              <a:latin typeface="Calibri" panose="020F0502020204030204"/>
            </a:endParaRPr>
          </a:p>
        </p:txBody>
      </p:sp>
      <p:cxnSp>
        <p:nvCxnSpPr>
          <p:cNvPr id="47" name="Straight Arrow Connector 1238">
            <a:extLst>
              <a:ext uri="{FF2B5EF4-FFF2-40B4-BE49-F238E27FC236}">
                <a16:creationId xmlns:a16="http://schemas.microsoft.com/office/drawing/2014/main" id="{2FF3D8AB-6C0B-11B8-ECCC-1717C310DCD0}"/>
              </a:ext>
            </a:extLst>
          </p:cNvPr>
          <p:cNvCxnSpPr>
            <a:cxnSpLocks/>
          </p:cNvCxnSpPr>
          <p:nvPr/>
        </p:nvCxnSpPr>
        <p:spPr>
          <a:xfrm>
            <a:off x="630532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1268">
            <a:extLst>
              <a:ext uri="{FF2B5EF4-FFF2-40B4-BE49-F238E27FC236}">
                <a16:creationId xmlns:a16="http://schemas.microsoft.com/office/drawing/2014/main" id="{0BF6DEE8-A2F1-CED8-BEE1-ACBE02250036}"/>
              </a:ext>
            </a:extLst>
          </p:cNvPr>
          <p:cNvCxnSpPr>
            <a:cxnSpLocks/>
          </p:cNvCxnSpPr>
          <p:nvPr/>
        </p:nvCxnSpPr>
        <p:spPr>
          <a:xfrm>
            <a:off x="641644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1274">
            <a:extLst>
              <a:ext uri="{FF2B5EF4-FFF2-40B4-BE49-F238E27FC236}">
                <a16:creationId xmlns:a16="http://schemas.microsoft.com/office/drawing/2014/main" id="{C623E299-9F16-027B-8073-388C4DA9FDA8}"/>
              </a:ext>
            </a:extLst>
          </p:cNvPr>
          <p:cNvCxnSpPr>
            <a:cxnSpLocks/>
          </p:cNvCxnSpPr>
          <p:nvPr/>
        </p:nvCxnSpPr>
        <p:spPr>
          <a:xfrm>
            <a:off x="604378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1276">
            <a:extLst>
              <a:ext uri="{FF2B5EF4-FFF2-40B4-BE49-F238E27FC236}">
                <a16:creationId xmlns:a16="http://schemas.microsoft.com/office/drawing/2014/main" id="{809ED1A2-DBE7-C211-D8F0-B7948675DA13}"/>
              </a:ext>
            </a:extLst>
          </p:cNvPr>
          <p:cNvCxnSpPr>
            <a:cxnSpLocks/>
          </p:cNvCxnSpPr>
          <p:nvPr/>
        </p:nvCxnSpPr>
        <p:spPr>
          <a:xfrm>
            <a:off x="6154898"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51" name="Rectangle 1278">
            <a:extLst>
              <a:ext uri="{FF2B5EF4-FFF2-40B4-BE49-F238E27FC236}">
                <a16:creationId xmlns:a16="http://schemas.microsoft.com/office/drawing/2014/main" id="{9072D3CE-7ACD-9A93-DD4C-E3D0F591EA46}"/>
              </a:ext>
            </a:extLst>
          </p:cNvPr>
          <p:cNvSpPr/>
          <p:nvPr/>
        </p:nvSpPr>
        <p:spPr>
          <a:xfrm>
            <a:off x="5986702"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2" name="Group 1280">
            <a:extLst>
              <a:ext uri="{FF2B5EF4-FFF2-40B4-BE49-F238E27FC236}">
                <a16:creationId xmlns:a16="http://schemas.microsoft.com/office/drawing/2014/main" id="{F5CCC6A3-6311-71B0-8176-071B4A50E0C6}"/>
              </a:ext>
            </a:extLst>
          </p:cNvPr>
          <p:cNvGrpSpPr/>
          <p:nvPr/>
        </p:nvGrpSpPr>
        <p:grpSpPr>
          <a:xfrm>
            <a:off x="6043781" y="5975439"/>
            <a:ext cx="372663" cy="241548"/>
            <a:chOff x="7871564" y="3137742"/>
            <a:chExt cx="260880" cy="274320"/>
          </a:xfrm>
        </p:grpSpPr>
        <p:cxnSp>
          <p:nvCxnSpPr>
            <p:cNvPr id="148" name="Straight Arrow Connector 1281">
              <a:extLst>
                <a:ext uri="{FF2B5EF4-FFF2-40B4-BE49-F238E27FC236}">
                  <a16:creationId xmlns:a16="http://schemas.microsoft.com/office/drawing/2014/main" id="{3A662218-D8D0-1E34-44E9-B83947CF497C}"/>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9" name="Straight Arrow Connector 1282">
              <a:extLst>
                <a:ext uri="{FF2B5EF4-FFF2-40B4-BE49-F238E27FC236}">
                  <a16:creationId xmlns:a16="http://schemas.microsoft.com/office/drawing/2014/main" id="{B96AC2F6-FF8F-669A-B0D5-B746ECB30584}"/>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Arrow Connector 1283">
              <a:extLst>
                <a:ext uri="{FF2B5EF4-FFF2-40B4-BE49-F238E27FC236}">
                  <a16:creationId xmlns:a16="http://schemas.microsoft.com/office/drawing/2014/main" id="{04670104-6741-C2E7-85A7-C5AA3E1EB5EC}"/>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Arrow Connector 1284">
              <a:extLst>
                <a:ext uri="{FF2B5EF4-FFF2-40B4-BE49-F238E27FC236}">
                  <a16:creationId xmlns:a16="http://schemas.microsoft.com/office/drawing/2014/main" id="{6EFDAB9F-9B7A-84AD-BEDF-892218C9DDAC}"/>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3" name="Rectangle 1285">
            <a:extLst>
              <a:ext uri="{FF2B5EF4-FFF2-40B4-BE49-F238E27FC236}">
                <a16:creationId xmlns:a16="http://schemas.microsoft.com/office/drawing/2014/main" id="{FBE0BA2F-9A40-1B87-28B5-B598EF9B84D6}"/>
              </a:ext>
            </a:extLst>
          </p:cNvPr>
          <p:cNvSpPr/>
          <p:nvPr/>
        </p:nvSpPr>
        <p:spPr>
          <a:xfrm>
            <a:off x="5986150"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54" name="Straight Arrow Connector 833">
            <a:extLst>
              <a:ext uri="{FF2B5EF4-FFF2-40B4-BE49-F238E27FC236}">
                <a16:creationId xmlns:a16="http://schemas.microsoft.com/office/drawing/2014/main" id="{E174C355-71B3-90AE-B6B1-8B1709A7D7D4}"/>
              </a:ext>
            </a:extLst>
          </p:cNvPr>
          <p:cNvCxnSpPr>
            <a:cxnSpLocks/>
          </p:cNvCxnSpPr>
          <p:nvPr/>
        </p:nvCxnSpPr>
        <p:spPr>
          <a:xfrm rot="16200000" flipH="1">
            <a:off x="661824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834">
            <a:extLst>
              <a:ext uri="{FF2B5EF4-FFF2-40B4-BE49-F238E27FC236}">
                <a16:creationId xmlns:a16="http://schemas.microsoft.com/office/drawing/2014/main" id="{3B996FD0-BD0E-C345-04C9-2E12FA4D9CE5}"/>
              </a:ext>
            </a:extLst>
          </p:cNvPr>
          <p:cNvCxnSpPr>
            <a:cxnSpLocks/>
          </p:cNvCxnSpPr>
          <p:nvPr/>
        </p:nvCxnSpPr>
        <p:spPr>
          <a:xfrm rot="16200000" flipH="1">
            <a:off x="661824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835">
            <a:extLst>
              <a:ext uri="{FF2B5EF4-FFF2-40B4-BE49-F238E27FC236}">
                <a16:creationId xmlns:a16="http://schemas.microsoft.com/office/drawing/2014/main" id="{E14CAFC4-F20B-3143-B6EE-088DD830490E}"/>
              </a:ext>
            </a:extLst>
          </p:cNvPr>
          <p:cNvCxnSpPr>
            <a:cxnSpLocks/>
          </p:cNvCxnSpPr>
          <p:nvPr/>
        </p:nvCxnSpPr>
        <p:spPr>
          <a:xfrm rot="16200000" flipH="1">
            <a:off x="661824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Rectangle 836">
            <a:extLst>
              <a:ext uri="{FF2B5EF4-FFF2-40B4-BE49-F238E27FC236}">
                <a16:creationId xmlns:a16="http://schemas.microsoft.com/office/drawing/2014/main" id="{7D7263FB-1943-F3CD-F77A-C84E2FC467EB}"/>
              </a:ext>
            </a:extLst>
          </p:cNvPr>
          <p:cNvSpPr/>
          <p:nvPr/>
        </p:nvSpPr>
        <p:spPr>
          <a:xfrm>
            <a:off x="6631868"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8" name="Group 837">
            <a:extLst>
              <a:ext uri="{FF2B5EF4-FFF2-40B4-BE49-F238E27FC236}">
                <a16:creationId xmlns:a16="http://schemas.microsoft.com/office/drawing/2014/main" id="{9F9B981A-5257-0C2B-88F6-5A5A1CB2D294}"/>
              </a:ext>
            </a:extLst>
          </p:cNvPr>
          <p:cNvGrpSpPr/>
          <p:nvPr/>
        </p:nvGrpSpPr>
        <p:grpSpPr>
          <a:xfrm>
            <a:off x="6691732" y="3844361"/>
            <a:ext cx="363592" cy="241548"/>
            <a:chOff x="7877914" y="1675761"/>
            <a:chExt cx="254530" cy="274320"/>
          </a:xfrm>
        </p:grpSpPr>
        <p:cxnSp>
          <p:nvCxnSpPr>
            <p:cNvPr id="144" name="Straight Arrow Connector 838">
              <a:extLst>
                <a:ext uri="{FF2B5EF4-FFF2-40B4-BE49-F238E27FC236}">
                  <a16:creationId xmlns:a16="http://schemas.microsoft.com/office/drawing/2014/main" id="{460A0A74-FB40-FA09-D2D4-3ED439F3EE58}"/>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839">
              <a:extLst>
                <a:ext uri="{FF2B5EF4-FFF2-40B4-BE49-F238E27FC236}">
                  <a16:creationId xmlns:a16="http://schemas.microsoft.com/office/drawing/2014/main" id="{E1AAEA53-9FFA-BAD4-B5FB-CCFB97182B8E}"/>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Arrow Connector 840">
              <a:extLst>
                <a:ext uri="{FF2B5EF4-FFF2-40B4-BE49-F238E27FC236}">
                  <a16:creationId xmlns:a16="http://schemas.microsoft.com/office/drawing/2014/main" id="{260C22C0-CC21-3638-62BA-ECC1A79A89EB}"/>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7" name="Straight Arrow Connector 841">
              <a:extLst>
                <a:ext uri="{FF2B5EF4-FFF2-40B4-BE49-F238E27FC236}">
                  <a16:creationId xmlns:a16="http://schemas.microsoft.com/office/drawing/2014/main" id="{D7976880-3E64-4460-EA0E-150A57A3EFAD}"/>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9" name="Rectangle 842">
            <a:extLst>
              <a:ext uri="{FF2B5EF4-FFF2-40B4-BE49-F238E27FC236}">
                <a16:creationId xmlns:a16="http://schemas.microsoft.com/office/drawing/2014/main" id="{E5F643C0-92AE-6248-016D-87A8B9B3FE08}"/>
              </a:ext>
            </a:extLst>
          </p:cNvPr>
          <p:cNvSpPr/>
          <p:nvPr/>
        </p:nvSpPr>
        <p:spPr>
          <a:xfrm>
            <a:off x="6631591"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0" name="Straight Arrow Connector 843">
            <a:extLst>
              <a:ext uri="{FF2B5EF4-FFF2-40B4-BE49-F238E27FC236}">
                <a16:creationId xmlns:a16="http://schemas.microsoft.com/office/drawing/2014/main" id="{1A5F622A-A497-7A06-D146-ACF1360A6FA3}"/>
              </a:ext>
            </a:extLst>
          </p:cNvPr>
          <p:cNvCxnSpPr>
            <a:cxnSpLocks/>
          </p:cNvCxnSpPr>
          <p:nvPr/>
        </p:nvCxnSpPr>
        <p:spPr>
          <a:xfrm>
            <a:off x="69532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844">
            <a:extLst>
              <a:ext uri="{FF2B5EF4-FFF2-40B4-BE49-F238E27FC236}">
                <a16:creationId xmlns:a16="http://schemas.microsoft.com/office/drawing/2014/main" id="{CB6CC8D5-DDC4-BE5C-D807-12141FD937B7}"/>
              </a:ext>
            </a:extLst>
          </p:cNvPr>
          <p:cNvCxnSpPr>
            <a:cxnSpLocks/>
          </p:cNvCxnSpPr>
          <p:nvPr/>
        </p:nvCxnSpPr>
        <p:spPr>
          <a:xfrm>
            <a:off x="70643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845">
            <a:extLst>
              <a:ext uri="{FF2B5EF4-FFF2-40B4-BE49-F238E27FC236}">
                <a16:creationId xmlns:a16="http://schemas.microsoft.com/office/drawing/2014/main" id="{C55BE70B-4F89-AF98-DBBB-43C02635FC27}"/>
              </a:ext>
            </a:extLst>
          </p:cNvPr>
          <p:cNvCxnSpPr>
            <a:cxnSpLocks/>
          </p:cNvCxnSpPr>
          <p:nvPr/>
        </p:nvCxnSpPr>
        <p:spPr>
          <a:xfrm>
            <a:off x="669173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846">
            <a:extLst>
              <a:ext uri="{FF2B5EF4-FFF2-40B4-BE49-F238E27FC236}">
                <a16:creationId xmlns:a16="http://schemas.microsoft.com/office/drawing/2014/main" id="{728E3F2B-3C4C-B5F5-DE06-75F3A4BDD7AF}"/>
              </a:ext>
            </a:extLst>
          </p:cNvPr>
          <p:cNvCxnSpPr>
            <a:cxnSpLocks/>
          </p:cNvCxnSpPr>
          <p:nvPr/>
        </p:nvCxnSpPr>
        <p:spPr>
          <a:xfrm>
            <a:off x="680284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64" name="Rectangle 847">
            <a:extLst>
              <a:ext uri="{FF2B5EF4-FFF2-40B4-BE49-F238E27FC236}">
                <a16:creationId xmlns:a16="http://schemas.microsoft.com/office/drawing/2014/main" id="{BBA955BF-6A88-AFFA-5802-E6D3BD89D8CD}"/>
              </a:ext>
            </a:extLst>
          </p:cNvPr>
          <p:cNvSpPr/>
          <p:nvPr/>
        </p:nvSpPr>
        <p:spPr>
          <a:xfrm>
            <a:off x="6631868"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65" name="Group 848">
            <a:extLst>
              <a:ext uri="{FF2B5EF4-FFF2-40B4-BE49-F238E27FC236}">
                <a16:creationId xmlns:a16="http://schemas.microsoft.com/office/drawing/2014/main" id="{14346F6F-C80F-222D-AC2B-6EAD38ED1AA1}"/>
              </a:ext>
            </a:extLst>
          </p:cNvPr>
          <p:cNvGrpSpPr/>
          <p:nvPr/>
        </p:nvGrpSpPr>
        <p:grpSpPr>
          <a:xfrm>
            <a:off x="6691733" y="5975439"/>
            <a:ext cx="372663" cy="241548"/>
            <a:chOff x="7871564" y="3137742"/>
            <a:chExt cx="260880" cy="274320"/>
          </a:xfrm>
        </p:grpSpPr>
        <p:cxnSp>
          <p:nvCxnSpPr>
            <p:cNvPr id="140" name="Straight Arrow Connector 849">
              <a:extLst>
                <a:ext uri="{FF2B5EF4-FFF2-40B4-BE49-F238E27FC236}">
                  <a16:creationId xmlns:a16="http://schemas.microsoft.com/office/drawing/2014/main" id="{0F9DAC74-9816-02F7-AB49-D519166E8780}"/>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850">
              <a:extLst>
                <a:ext uri="{FF2B5EF4-FFF2-40B4-BE49-F238E27FC236}">
                  <a16:creationId xmlns:a16="http://schemas.microsoft.com/office/drawing/2014/main" id="{BAD27BDD-F5A3-1452-A17A-1AB1DC36EA76}"/>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Arrow Connector 851">
              <a:extLst>
                <a:ext uri="{FF2B5EF4-FFF2-40B4-BE49-F238E27FC236}">
                  <a16:creationId xmlns:a16="http://schemas.microsoft.com/office/drawing/2014/main" id="{BE17F2AC-A059-DCD0-4923-76EEC06E3C16}"/>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Arrow Connector 852">
              <a:extLst>
                <a:ext uri="{FF2B5EF4-FFF2-40B4-BE49-F238E27FC236}">
                  <a16:creationId xmlns:a16="http://schemas.microsoft.com/office/drawing/2014/main" id="{D0757BFC-01EE-EE0C-8881-A98F38E4F4D4}"/>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66" name="Rectangle 853">
            <a:extLst>
              <a:ext uri="{FF2B5EF4-FFF2-40B4-BE49-F238E27FC236}">
                <a16:creationId xmlns:a16="http://schemas.microsoft.com/office/drawing/2014/main" id="{3E006118-5F3B-4D7B-A27B-AD622715B04F}"/>
              </a:ext>
            </a:extLst>
          </p:cNvPr>
          <p:cNvSpPr/>
          <p:nvPr/>
        </p:nvSpPr>
        <p:spPr>
          <a:xfrm>
            <a:off x="6631591"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7" name="Straight Arrow Connector 860">
            <a:extLst>
              <a:ext uri="{FF2B5EF4-FFF2-40B4-BE49-F238E27FC236}">
                <a16:creationId xmlns:a16="http://schemas.microsoft.com/office/drawing/2014/main" id="{3C9C9BAA-BE0E-2299-7AFB-AAD7D01229D3}"/>
              </a:ext>
            </a:extLst>
          </p:cNvPr>
          <p:cNvCxnSpPr>
            <a:cxnSpLocks/>
          </p:cNvCxnSpPr>
          <p:nvPr/>
        </p:nvCxnSpPr>
        <p:spPr>
          <a:xfrm rot="16200000" flipH="1">
            <a:off x="725887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861">
            <a:extLst>
              <a:ext uri="{FF2B5EF4-FFF2-40B4-BE49-F238E27FC236}">
                <a16:creationId xmlns:a16="http://schemas.microsoft.com/office/drawing/2014/main" id="{B52613E1-6A08-F3CD-714F-A556258C20C8}"/>
              </a:ext>
            </a:extLst>
          </p:cNvPr>
          <p:cNvCxnSpPr>
            <a:cxnSpLocks/>
          </p:cNvCxnSpPr>
          <p:nvPr/>
        </p:nvCxnSpPr>
        <p:spPr>
          <a:xfrm rot="16200000" flipH="1">
            <a:off x="725887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862">
            <a:extLst>
              <a:ext uri="{FF2B5EF4-FFF2-40B4-BE49-F238E27FC236}">
                <a16:creationId xmlns:a16="http://schemas.microsoft.com/office/drawing/2014/main" id="{0D4E2343-E47F-1802-9A00-37F67CF9800B}"/>
              </a:ext>
            </a:extLst>
          </p:cNvPr>
          <p:cNvCxnSpPr>
            <a:cxnSpLocks/>
          </p:cNvCxnSpPr>
          <p:nvPr/>
        </p:nvCxnSpPr>
        <p:spPr>
          <a:xfrm rot="16200000" flipH="1">
            <a:off x="725887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Rectangle 863">
            <a:extLst>
              <a:ext uri="{FF2B5EF4-FFF2-40B4-BE49-F238E27FC236}">
                <a16:creationId xmlns:a16="http://schemas.microsoft.com/office/drawing/2014/main" id="{B93CBA11-99E7-30E5-F58E-A87F6FD2C480}"/>
              </a:ext>
            </a:extLst>
          </p:cNvPr>
          <p:cNvSpPr/>
          <p:nvPr/>
        </p:nvSpPr>
        <p:spPr>
          <a:xfrm>
            <a:off x="7277031" y="3042727"/>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1" name="Group 864">
            <a:extLst>
              <a:ext uri="{FF2B5EF4-FFF2-40B4-BE49-F238E27FC236}">
                <a16:creationId xmlns:a16="http://schemas.microsoft.com/office/drawing/2014/main" id="{CA70727F-3F54-8C9A-09BD-BB175A23A5B0}"/>
              </a:ext>
            </a:extLst>
          </p:cNvPr>
          <p:cNvGrpSpPr/>
          <p:nvPr/>
        </p:nvGrpSpPr>
        <p:grpSpPr>
          <a:xfrm>
            <a:off x="7339683" y="3844361"/>
            <a:ext cx="363592" cy="241548"/>
            <a:chOff x="7877914" y="1675761"/>
            <a:chExt cx="254530" cy="274320"/>
          </a:xfrm>
        </p:grpSpPr>
        <p:cxnSp>
          <p:nvCxnSpPr>
            <p:cNvPr id="136" name="Straight Arrow Connector 865">
              <a:extLst>
                <a:ext uri="{FF2B5EF4-FFF2-40B4-BE49-F238E27FC236}">
                  <a16:creationId xmlns:a16="http://schemas.microsoft.com/office/drawing/2014/main" id="{CBBAB3A2-3268-0AD0-7481-A494A29FCFCE}"/>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Arrow Connector 866">
              <a:extLst>
                <a:ext uri="{FF2B5EF4-FFF2-40B4-BE49-F238E27FC236}">
                  <a16:creationId xmlns:a16="http://schemas.microsoft.com/office/drawing/2014/main" id="{EA49E0B5-29FD-2CD3-0FE2-3E3BA72B8124}"/>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Arrow Connector 867">
              <a:extLst>
                <a:ext uri="{FF2B5EF4-FFF2-40B4-BE49-F238E27FC236}">
                  <a16:creationId xmlns:a16="http://schemas.microsoft.com/office/drawing/2014/main" id="{C5620FF6-475C-F200-3757-1D3D8C2C6E76}"/>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868">
              <a:extLst>
                <a:ext uri="{FF2B5EF4-FFF2-40B4-BE49-F238E27FC236}">
                  <a16:creationId xmlns:a16="http://schemas.microsoft.com/office/drawing/2014/main" id="{DB3F2DBB-7691-3F14-2897-48E740DC4B97}"/>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2" name="Rectangle 869">
            <a:extLst>
              <a:ext uri="{FF2B5EF4-FFF2-40B4-BE49-F238E27FC236}">
                <a16:creationId xmlns:a16="http://schemas.microsoft.com/office/drawing/2014/main" id="{B56A2626-0F4F-AAA2-A3B7-3566A549F1D8}"/>
              </a:ext>
            </a:extLst>
          </p:cNvPr>
          <p:cNvSpPr/>
          <p:nvPr/>
        </p:nvSpPr>
        <p:spPr>
          <a:xfrm>
            <a:off x="7277031" y="40515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cxnSp>
        <p:nvCxnSpPr>
          <p:cNvPr id="73" name="Straight Arrow Connector 870">
            <a:extLst>
              <a:ext uri="{FF2B5EF4-FFF2-40B4-BE49-F238E27FC236}">
                <a16:creationId xmlns:a16="http://schemas.microsoft.com/office/drawing/2014/main" id="{349B3CF6-1186-A37E-C58B-62CB915BAF45}"/>
              </a:ext>
            </a:extLst>
          </p:cNvPr>
          <p:cNvCxnSpPr>
            <a:cxnSpLocks/>
          </p:cNvCxnSpPr>
          <p:nvPr/>
        </p:nvCxnSpPr>
        <p:spPr>
          <a:xfrm>
            <a:off x="760122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871">
            <a:extLst>
              <a:ext uri="{FF2B5EF4-FFF2-40B4-BE49-F238E27FC236}">
                <a16:creationId xmlns:a16="http://schemas.microsoft.com/office/drawing/2014/main" id="{92457E90-7AD5-57B4-6958-13BD37E38AAD}"/>
              </a:ext>
            </a:extLst>
          </p:cNvPr>
          <p:cNvCxnSpPr>
            <a:cxnSpLocks/>
          </p:cNvCxnSpPr>
          <p:nvPr/>
        </p:nvCxnSpPr>
        <p:spPr>
          <a:xfrm>
            <a:off x="77123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872">
            <a:extLst>
              <a:ext uri="{FF2B5EF4-FFF2-40B4-BE49-F238E27FC236}">
                <a16:creationId xmlns:a16="http://schemas.microsoft.com/office/drawing/2014/main" id="{25D0E73B-256E-9F2E-2667-49D65E7A8361}"/>
              </a:ext>
            </a:extLst>
          </p:cNvPr>
          <p:cNvCxnSpPr>
            <a:cxnSpLocks/>
          </p:cNvCxnSpPr>
          <p:nvPr/>
        </p:nvCxnSpPr>
        <p:spPr>
          <a:xfrm>
            <a:off x="733968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875">
            <a:extLst>
              <a:ext uri="{FF2B5EF4-FFF2-40B4-BE49-F238E27FC236}">
                <a16:creationId xmlns:a16="http://schemas.microsoft.com/office/drawing/2014/main" id="{28E61DC8-FE5F-4F9D-635F-DB0DA2D5B777}"/>
              </a:ext>
            </a:extLst>
          </p:cNvPr>
          <p:cNvCxnSpPr>
            <a:cxnSpLocks/>
          </p:cNvCxnSpPr>
          <p:nvPr/>
        </p:nvCxnSpPr>
        <p:spPr>
          <a:xfrm>
            <a:off x="7450801"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77" name="Rectangle 876">
            <a:extLst>
              <a:ext uri="{FF2B5EF4-FFF2-40B4-BE49-F238E27FC236}">
                <a16:creationId xmlns:a16="http://schemas.microsoft.com/office/drawing/2014/main" id="{B06D1CB1-B602-A50E-682F-A943CB251DA6}"/>
              </a:ext>
            </a:extLst>
          </p:cNvPr>
          <p:cNvSpPr/>
          <p:nvPr/>
        </p:nvSpPr>
        <p:spPr>
          <a:xfrm>
            <a:off x="7277031" y="51642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8" name="Group 877">
            <a:extLst>
              <a:ext uri="{FF2B5EF4-FFF2-40B4-BE49-F238E27FC236}">
                <a16:creationId xmlns:a16="http://schemas.microsoft.com/office/drawing/2014/main" id="{DEC0476B-771F-B531-711F-474ABC230514}"/>
              </a:ext>
            </a:extLst>
          </p:cNvPr>
          <p:cNvGrpSpPr/>
          <p:nvPr/>
        </p:nvGrpSpPr>
        <p:grpSpPr>
          <a:xfrm>
            <a:off x="7339684" y="5975439"/>
            <a:ext cx="372663" cy="241548"/>
            <a:chOff x="7871564" y="3137742"/>
            <a:chExt cx="260880" cy="274320"/>
          </a:xfrm>
        </p:grpSpPr>
        <p:cxnSp>
          <p:nvCxnSpPr>
            <p:cNvPr id="132" name="Straight Arrow Connector 878">
              <a:extLst>
                <a:ext uri="{FF2B5EF4-FFF2-40B4-BE49-F238E27FC236}">
                  <a16:creationId xmlns:a16="http://schemas.microsoft.com/office/drawing/2014/main" id="{FF4F3D2E-5B84-32F1-0E7C-AC5950CAF63F}"/>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Arrow Connector 879">
              <a:extLst>
                <a:ext uri="{FF2B5EF4-FFF2-40B4-BE49-F238E27FC236}">
                  <a16:creationId xmlns:a16="http://schemas.microsoft.com/office/drawing/2014/main" id="{8DD6A21F-595B-8C9D-CC99-A6A2BB5A7988}"/>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880">
              <a:extLst>
                <a:ext uri="{FF2B5EF4-FFF2-40B4-BE49-F238E27FC236}">
                  <a16:creationId xmlns:a16="http://schemas.microsoft.com/office/drawing/2014/main" id="{2C01A2E0-077F-22E5-3D7A-D4C909F37E89}"/>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891">
              <a:extLst>
                <a:ext uri="{FF2B5EF4-FFF2-40B4-BE49-F238E27FC236}">
                  <a16:creationId xmlns:a16="http://schemas.microsoft.com/office/drawing/2014/main" id="{3DD1F10D-F5A7-42F8-499A-46D5CF21A061}"/>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9" name="Rectangle 892">
            <a:extLst>
              <a:ext uri="{FF2B5EF4-FFF2-40B4-BE49-F238E27FC236}">
                <a16:creationId xmlns:a16="http://schemas.microsoft.com/office/drawing/2014/main" id="{AEC5A4EB-8987-D6E1-1AC6-51C0712BA06D}"/>
              </a:ext>
            </a:extLst>
          </p:cNvPr>
          <p:cNvSpPr/>
          <p:nvPr/>
        </p:nvSpPr>
        <p:spPr>
          <a:xfrm>
            <a:off x="7277031" y="6173005"/>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80" name="Group 3">
            <a:extLst>
              <a:ext uri="{FF2B5EF4-FFF2-40B4-BE49-F238E27FC236}">
                <a16:creationId xmlns:a16="http://schemas.microsoft.com/office/drawing/2014/main" id="{1F4880BC-60AF-6A2B-FCC8-0B485274AED6}"/>
              </a:ext>
            </a:extLst>
          </p:cNvPr>
          <p:cNvGrpSpPr/>
          <p:nvPr/>
        </p:nvGrpSpPr>
        <p:grpSpPr>
          <a:xfrm>
            <a:off x="4747877" y="6987378"/>
            <a:ext cx="2964468" cy="298326"/>
            <a:chOff x="4471078" y="4219405"/>
            <a:chExt cx="2075256" cy="409091"/>
          </a:xfrm>
        </p:grpSpPr>
        <p:cxnSp>
          <p:nvCxnSpPr>
            <p:cNvPr id="112" name="Straight Arrow Connector 577">
              <a:extLst>
                <a:ext uri="{FF2B5EF4-FFF2-40B4-BE49-F238E27FC236}">
                  <a16:creationId xmlns:a16="http://schemas.microsoft.com/office/drawing/2014/main" id="{F9F9C30B-16E8-9F69-0050-46AFEFA92D64}"/>
                </a:ext>
              </a:extLst>
            </p:cNvPr>
            <p:cNvCxnSpPr>
              <a:cxnSpLocks/>
            </p:cNvCxnSpPr>
            <p:nvPr/>
          </p:nvCxnSpPr>
          <p:spPr>
            <a:xfrm>
              <a:off x="4654171"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590">
              <a:extLst>
                <a:ext uri="{FF2B5EF4-FFF2-40B4-BE49-F238E27FC236}">
                  <a16:creationId xmlns:a16="http://schemas.microsoft.com/office/drawing/2014/main" id="{50DE1F28-2968-FB29-B1BD-DA036B90B181}"/>
                </a:ext>
              </a:extLst>
            </p:cNvPr>
            <p:cNvCxnSpPr>
              <a:cxnSpLocks/>
            </p:cNvCxnSpPr>
            <p:nvPr/>
          </p:nvCxnSpPr>
          <p:spPr>
            <a:xfrm>
              <a:off x="4731958"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591">
              <a:extLst>
                <a:ext uri="{FF2B5EF4-FFF2-40B4-BE49-F238E27FC236}">
                  <a16:creationId xmlns:a16="http://schemas.microsoft.com/office/drawing/2014/main" id="{46A433A9-514E-47E4-AE3A-D27E5492BD88}"/>
                </a:ext>
              </a:extLst>
            </p:cNvPr>
            <p:cNvCxnSpPr>
              <a:cxnSpLocks/>
            </p:cNvCxnSpPr>
            <p:nvPr/>
          </p:nvCxnSpPr>
          <p:spPr>
            <a:xfrm>
              <a:off x="4471078"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593">
              <a:extLst>
                <a:ext uri="{FF2B5EF4-FFF2-40B4-BE49-F238E27FC236}">
                  <a16:creationId xmlns:a16="http://schemas.microsoft.com/office/drawing/2014/main" id="{252A9A95-07E3-244A-0E69-ABC0C2BD45F5}"/>
                </a:ext>
              </a:extLst>
            </p:cNvPr>
            <p:cNvCxnSpPr>
              <a:cxnSpLocks/>
            </p:cNvCxnSpPr>
            <p:nvPr/>
          </p:nvCxnSpPr>
          <p:spPr>
            <a:xfrm>
              <a:off x="4548865"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634">
              <a:extLst>
                <a:ext uri="{FF2B5EF4-FFF2-40B4-BE49-F238E27FC236}">
                  <a16:creationId xmlns:a16="http://schemas.microsoft.com/office/drawing/2014/main" id="{0FD70382-B354-9A35-399E-5238730C840E}"/>
                </a:ext>
              </a:extLst>
            </p:cNvPr>
            <p:cNvCxnSpPr>
              <a:cxnSpLocks/>
            </p:cNvCxnSpPr>
            <p:nvPr/>
          </p:nvCxnSpPr>
          <p:spPr>
            <a:xfrm>
              <a:off x="5107765"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635">
              <a:extLst>
                <a:ext uri="{FF2B5EF4-FFF2-40B4-BE49-F238E27FC236}">
                  <a16:creationId xmlns:a16="http://schemas.microsoft.com/office/drawing/2014/main" id="{5D129B58-5DDF-2A33-6D71-5C5A1BA14C47}"/>
                </a:ext>
              </a:extLst>
            </p:cNvPr>
            <p:cNvCxnSpPr>
              <a:cxnSpLocks/>
            </p:cNvCxnSpPr>
            <p:nvPr/>
          </p:nvCxnSpPr>
          <p:spPr>
            <a:xfrm>
              <a:off x="5185552"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636">
              <a:extLst>
                <a:ext uri="{FF2B5EF4-FFF2-40B4-BE49-F238E27FC236}">
                  <a16:creationId xmlns:a16="http://schemas.microsoft.com/office/drawing/2014/main" id="{94E11D33-0C54-4412-7CA5-DEB15CAA5765}"/>
                </a:ext>
              </a:extLst>
            </p:cNvPr>
            <p:cNvCxnSpPr>
              <a:cxnSpLocks/>
            </p:cNvCxnSpPr>
            <p:nvPr/>
          </p:nvCxnSpPr>
          <p:spPr>
            <a:xfrm>
              <a:off x="4924672" y="4219405"/>
              <a:ext cx="0" cy="409091"/>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637">
              <a:extLst>
                <a:ext uri="{FF2B5EF4-FFF2-40B4-BE49-F238E27FC236}">
                  <a16:creationId xmlns:a16="http://schemas.microsoft.com/office/drawing/2014/main" id="{6B998C4A-A8BE-7580-B729-8F206E722EAD}"/>
                </a:ext>
              </a:extLst>
            </p:cNvPr>
            <p:cNvCxnSpPr>
              <a:cxnSpLocks/>
            </p:cNvCxnSpPr>
            <p:nvPr/>
          </p:nvCxnSpPr>
          <p:spPr>
            <a:xfrm>
              <a:off x="5002459"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Arrow Connector 1286">
              <a:extLst>
                <a:ext uri="{FF2B5EF4-FFF2-40B4-BE49-F238E27FC236}">
                  <a16:creationId xmlns:a16="http://schemas.microsoft.com/office/drawing/2014/main" id="{F78C2E40-9AAE-238B-2622-54BC2DAF1F9D}"/>
                </a:ext>
              </a:extLst>
            </p:cNvPr>
            <p:cNvCxnSpPr>
              <a:cxnSpLocks/>
            </p:cNvCxnSpPr>
            <p:nvPr/>
          </p:nvCxnSpPr>
          <p:spPr>
            <a:xfrm>
              <a:off x="5561359"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87">
              <a:extLst>
                <a:ext uri="{FF2B5EF4-FFF2-40B4-BE49-F238E27FC236}">
                  <a16:creationId xmlns:a16="http://schemas.microsoft.com/office/drawing/2014/main" id="{470B3ADF-40FF-D544-C2A1-F2D512348103}"/>
                </a:ext>
              </a:extLst>
            </p:cNvPr>
            <p:cNvCxnSpPr>
              <a:cxnSpLocks/>
            </p:cNvCxnSpPr>
            <p:nvPr/>
          </p:nvCxnSpPr>
          <p:spPr>
            <a:xfrm>
              <a:off x="5639146"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312">
              <a:extLst>
                <a:ext uri="{FF2B5EF4-FFF2-40B4-BE49-F238E27FC236}">
                  <a16:creationId xmlns:a16="http://schemas.microsoft.com/office/drawing/2014/main" id="{750447DD-7EF9-6DD4-2D68-5ABC8E580851}"/>
                </a:ext>
              </a:extLst>
            </p:cNvPr>
            <p:cNvCxnSpPr>
              <a:cxnSpLocks/>
            </p:cNvCxnSpPr>
            <p:nvPr/>
          </p:nvCxnSpPr>
          <p:spPr>
            <a:xfrm>
              <a:off x="5378266"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337">
              <a:extLst>
                <a:ext uri="{FF2B5EF4-FFF2-40B4-BE49-F238E27FC236}">
                  <a16:creationId xmlns:a16="http://schemas.microsoft.com/office/drawing/2014/main" id="{1EC8E876-7376-09A3-3FE1-D8AA1BF0BDFE}"/>
                </a:ext>
              </a:extLst>
            </p:cNvPr>
            <p:cNvCxnSpPr>
              <a:cxnSpLocks/>
            </p:cNvCxnSpPr>
            <p:nvPr/>
          </p:nvCxnSpPr>
          <p:spPr>
            <a:xfrm>
              <a:off x="5456053"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854">
              <a:extLst>
                <a:ext uri="{FF2B5EF4-FFF2-40B4-BE49-F238E27FC236}">
                  <a16:creationId xmlns:a16="http://schemas.microsoft.com/office/drawing/2014/main" id="{BF47BB30-8CC2-654A-070B-8AA3F4483ABB}"/>
                </a:ext>
              </a:extLst>
            </p:cNvPr>
            <p:cNvCxnSpPr>
              <a:cxnSpLocks/>
            </p:cNvCxnSpPr>
            <p:nvPr/>
          </p:nvCxnSpPr>
          <p:spPr>
            <a:xfrm>
              <a:off x="6014953"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855">
              <a:extLst>
                <a:ext uri="{FF2B5EF4-FFF2-40B4-BE49-F238E27FC236}">
                  <a16:creationId xmlns:a16="http://schemas.microsoft.com/office/drawing/2014/main" id="{6CFB8935-54CA-AC22-7F9B-A7F01EA11DEC}"/>
                </a:ext>
              </a:extLst>
            </p:cNvPr>
            <p:cNvCxnSpPr>
              <a:cxnSpLocks/>
            </p:cNvCxnSpPr>
            <p:nvPr/>
          </p:nvCxnSpPr>
          <p:spPr>
            <a:xfrm>
              <a:off x="6092740"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856">
              <a:extLst>
                <a:ext uri="{FF2B5EF4-FFF2-40B4-BE49-F238E27FC236}">
                  <a16:creationId xmlns:a16="http://schemas.microsoft.com/office/drawing/2014/main" id="{E1DA0A3E-63DE-70D9-2535-55FDA8453B33}"/>
                </a:ext>
              </a:extLst>
            </p:cNvPr>
            <p:cNvCxnSpPr>
              <a:cxnSpLocks/>
            </p:cNvCxnSpPr>
            <p:nvPr/>
          </p:nvCxnSpPr>
          <p:spPr>
            <a:xfrm>
              <a:off x="5831860"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857">
              <a:extLst>
                <a:ext uri="{FF2B5EF4-FFF2-40B4-BE49-F238E27FC236}">
                  <a16:creationId xmlns:a16="http://schemas.microsoft.com/office/drawing/2014/main" id="{4C718A07-A266-95AF-523C-6DD81B13934F}"/>
                </a:ext>
              </a:extLst>
            </p:cNvPr>
            <p:cNvCxnSpPr>
              <a:cxnSpLocks/>
            </p:cNvCxnSpPr>
            <p:nvPr/>
          </p:nvCxnSpPr>
          <p:spPr>
            <a:xfrm>
              <a:off x="5909647"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893">
              <a:extLst>
                <a:ext uri="{FF2B5EF4-FFF2-40B4-BE49-F238E27FC236}">
                  <a16:creationId xmlns:a16="http://schemas.microsoft.com/office/drawing/2014/main" id="{CEA46849-79B0-3A3C-4DC3-388CEBDBC472}"/>
                </a:ext>
              </a:extLst>
            </p:cNvPr>
            <p:cNvCxnSpPr>
              <a:cxnSpLocks/>
            </p:cNvCxnSpPr>
            <p:nvPr/>
          </p:nvCxnSpPr>
          <p:spPr>
            <a:xfrm>
              <a:off x="6468547"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894">
              <a:extLst>
                <a:ext uri="{FF2B5EF4-FFF2-40B4-BE49-F238E27FC236}">
                  <a16:creationId xmlns:a16="http://schemas.microsoft.com/office/drawing/2014/main" id="{F60B81A7-26F0-2E7D-92A4-4FF1321B00BB}"/>
                </a:ext>
              </a:extLst>
            </p:cNvPr>
            <p:cNvCxnSpPr>
              <a:cxnSpLocks/>
            </p:cNvCxnSpPr>
            <p:nvPr/>
          </p:nvCxnSpPr>
          <p:spPr>
            <a:xfrm>
              <a:off x="6546334"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535">
              <a:extLst>
                <a:ext uri="{FF2B5EF4-FFF2-40B4-BE49-F238E27FC236}">
                  <a16:creationId xmlns:a16="http://schemas.microsoft.com/office/drawing/2014/main" id="{E7D812C2-8871-237E-DB74-A00B6CEDA47A}"/>
                </a:ext>
              </a:extLst>
            </p:cNvPr>
            <p:cNvCxnSpPr>
              <a:cxnSpLocks/>
            </p:cNvCxnSpPr>
            <p:nvPr/>
          </p:nvCxnSpPr>
          <p:spPr>
            <a:xfrm>
              <a:off x="6285454"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536">
              <a:extLst>
                <a:ext uri="{FF2B5EF4-FFF2-40B4-BE49-F238E27FC236}">
                  <a16:creationId xmlns:a16="http://schemas.microsoft.com/office/drawing/2014/main" id="{D499DCF4-7F22-66F6-F1CA-933B9BBCC21C}"/>
                </a:ext>
              </a:extLst>
            </p:cNvPr>
            <p:cNvCxnSpPr>
              <a:cxnSpLocks/>
            </p:cNvCxnSpPr>
            <p:nvPr/>
          </p:nvCxnSpPr>
          <p:spPr>
            <a:xfrm>
              <a:off x="6363241"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grpSp>
      <p:cxnSp>
        <p:nvCxnSpPr>
          <p:cNvPr id="81" name="Straight Arrow Connector 1564">
            <a:extLst>
              <a:ext uri="{FF2B5EF4-FFF2-40B4-BE49-F238E27FC236}">
                <a16:creationId xmlns:a16="http://schemas.microsoft.com/office/drawing/2014/main" id="{A50AEF42-7473-FE65-9C6B-3FF90532A18D}"/>
              </a:ext>
            </a:extLst>
          </p:cNvPr>
          <p:cNvCxnSpPr>
            <a:cxnSpLocks/>
          </p:cNvCxnSpPr>
          <p:nvPr/>
        </p:nvCxnSpPr>
        <p:spPr>
          <a:xfrm>
            <a:off x="7773421" y="4290062"/>
            <a:ext cx="435400"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1565">
            <a:extLst>
              <a:ext uri="{FF2B5EF4-FFF2-40B4-BE49-F238E27FC236}">
                <a16:creationId xmlns:a16="http://schemas.microsoft.com/office/drawing/2014/main" id="{282F5287-7B7C-69AA-6BF0-1420DFD0C663}"/>
              </a:ext>
            </a:extLst>
          </p:cNvPr>
          <p:cNvCxnSpPr>
            <a:cxnSpLocks/>
          </p:cNvCxnSpPr>
          <p:nvPr/>
        </p:nvCxnSpPr>
        <p:spPr>
          <a:xfrm>
            <a:off x="7773422" y="5396705"/>
            <a:ext cx="433133"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1566">
            <a:extLst>
              <a:ext uri="{FF2B5EF4-FFF2-40B4-BE49-F238E27FC236}">
                <a16:creationId xmlns:a16="http://schemas.microsoft.com/office/drawing/2014/main" id="{4B18E27A-965C-61FF-6E12-6F41D9E792CE}"/>
              </a:ext>
            </a:extLst>
          </p:cNvPr>
          <p:cNvCxnSpPr>
            <a:cxnSpLocks/>
          </p:cNvCxnSpPr>
          <p:nvPr/>
        </p:nvCxnSpPr>
        <p:spPr>
          <a:xfrm>
            <a:off x="7773422" y="6400547"/>
            <a:ext cx="625889"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1567">
            <a:extLst>
              <a:ext uri="{FF2B5EF4-FFF2-40B4-BE49-F238E27FC236}">
                <a16:creationId xmlns:a16="http://schemas.microsoft.com/office/drawing/2014/main" id="{0CDB0733-E9A9-6EF7-F345-B62A854E025D}"/>
              </a:ext>
            </a:extLst>
          </p:cNvPr>
          <p:cNvCxnSpPr>
            <a:cxnSpLocks/>
          </p:cNvCxnSpPr>
          <p:nvPr/>
        </p:nvCxnSpPr>
        <p:spPr>
          <a:xfrm flipH="1">
            <a:off x="8188412" y="4817684"/>
            <a:ext cx="399118"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1568">
            <a:extLst>
              <a:ext uri="{FF2B5EF4-FFF2-40B4-BE49-F238E27FC236}">
                <a16:creationId xmlns:a16="http://schemas.microsoft.com/office/drawing/2014/main" id="{95EFD223-8B84-DE5F-20D7-65697D03DDC8}"/>
              </a:ext>
            </a:extLst>
          </p:cNvPr>
          <p:cNvCxnSpPr>
            <a:cxnSpLocks/>
          </p:cNvCxnSpPr>
          <p:nvPr/>
        </p:nvCxnSpPr>
        <p:spPr>
          <a:xfrm rot="5400000">
            <a:off x="8480947" y="4346755"/>
            <a:ext cx="0" cy="213167"/>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1569">
            <a:extLst>
              <a:ext uri="{FF2B5EF4-FFF2-40B4-BE49-F238E27FC236}">
                <a16:creationId xmlns:a16="http://schemas.microsoft.com/office/drawing/2014/main" id="{A707348B-1B4B-CB9D-E753-8A31DDFCEE29}"/>
              </a:ext>
            </a:extLst>
          </p:cNvPr>
          <p:cNvCxnSpPr>
            <a:cxnSpLocks/>
          </p:cNvCxnSpPr>
          <p:nvPr/>
        </p:nvCxnSpPr>
        <p:spPr>
          <a:xfrm rot="5400000">
            <a:off x="8480947" y="4893273"/>
            <a:ext cx="0" cy="213167"/>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Arrow Connector 1570">
            <a:extLst>
              <a:ext uri="{FF2B5EF4-FFF2-40B4-BE49-F238E27FC236}">
                <a16:creationId xmlns:a16="http://schemas.microsoft.com/office/drawing/2014/main" id="{60B3443A-EC1B-909D-52AA-A7A2742CC815}"/>
              </a:ext>
            </a:extLst>
          </p:cNvPr>
          <p:cNvCxnSpPr>
            <a:cxnSpLocks/>
          </p:cNvCxnSpPr>
          <p:nvPr/>
        </p:nvCxnSpPr>
        <p:spPr>
          <a:xfrm flipH="1">
            <a:off x="8186145" y="4635511"/>
            <a:ext cx="401387"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1571">
            <a:extLst>
              <a:ext uri="{FF2B5EF4-FFF2-40B4-BE49-F238E27FC236}">
                <a16:creationId xmlns:a16="http://schemas.microsoft.com/office/drawing/2014/main" id="{D779DBE5-97CC-DCBD-F57B-A9C291222F8A}"/>
              </a:ext>
            </a:extLst>
          </p:cNvPr>
          <p:cNvCxnSpPr>
            <a:cxnSpLocks/>
          </p:cNvCxnSpPr>
          <p:nvPr/>
        </p:nvCxnSpPr>
        <p:spPr>
          <a:xfrm>
            <a:off x="8391904" y="4994887"/>
            <a:ext cx="0" cy="141607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1572">
            <a:extLst>
              <a:ext uri="{FF2B5EF4-FFF2-40B4-BE49-F238E27FC236}">
                <a16:creationId xmlns:a16="http://schemas.microsoft.com/office/drawing/2014/main" id="{B0E07508-26FE-08B0-8225-404E401B08E6}"/>
              </a:ext>
            </a:extLst>
          </p:cNvPr>
          <p:cNvCxnSpPr>
            <a:cxnSpLocks/>
          </p:cNvCxnSpPr>
          <p:nvPr/>
        </p:nvCxnSpPr>
        <p:spPr>
          <a:xfrm>
            <a:off x="8391904" y="3261103"/>
            <a:ext cx="0" cy="1203510"/>
          </a:xfrm>
          <a:prstGeom prst="straightConnector1">
            <a:avLst/>
          </a:prstGeom>
          <a:ln w="2540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1573">
            <a:extLst>
              <a:ext uri="{FF2B5EF4-FFF2-40B4-BE49-F238E27FC236}">
                <a16:creationId xmlns:a16="http://schemas.microsoft.com/office/drawing/2014/main" id="{1F5CE225-3229-DD4C-1155-7209AB6FA9FA}"/>
              </a:ext>
            </a:extLst>
          </p:cNvPr>
          <p:cNvCxnSpPr>
            <a:cxnSpLocks/>
          </p:cNvCxnSpPr>
          <p:nvPr/>
        </p:nvCxnSpPr>
        <p:spPr>
          <a:xfrm>
            <a:off x="8196880" y="4812221"/>
            <a:ext cx="0" cy="598676"/>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1574">
            <a:extLst>
              <a:ext uri="{FF2B5EF4-FFF2-40B4-BE49-F238E27FC236}">
                <a16:creationId xmlns:a16="http://schemas.microsoft.com/office/drawing/2014/main" id="{4EDFD902-251A-883A-9721-6D8CD18ADD1C}"/>
              </a:ext>
            </a:extLst>
          </p:cNvPr>
          <p:cNvCxnSpPr>
            <a:cxnSpLocks/>
          </p:cNvCxnSpPr>
          <p:nvPr/>
        </p:nvCxnSpPr>
        <p:spPr>
          <a:xfrm>
            <a:off x="8196880" y="4282341"/>
            <a:ext cx="0" cy="35753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604">
            <a:extLst>
              <a:ext uri="{FF2B5EF4-FFF2-40B4-BE49-F238E27FC236}">
                <a16:creationId xmlns:a16="http://schemas.microsoft.com/office/drawing/2014/main" id="{90E3E66C-48BA-CAAC-E66D-E4B589373A1D}"/>
              </a:ext>
            </a:extLst>
          </p:cNvPr>
          <p:cNvCxnSpPr>
            <a:cxnSpLocks/>
          </p:cNvCxnSpPr>
          <p:nvPr/>
        </p:nvCxnSpPr>
        <p:spPr>
          <a:xfrm rot="16200000" flipH="1">
            <a:off x="527167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Arrow Connector 1087">
            <a:extLst>
              <a:ext uri="{FF2B5EF4-FFF2-40B4-BE49-F238E27FC236}">
                <a16:creationId xmlns:a16="http://schemas.microsoft.com/office/drawing/2014/main" id="{49AC122F-C66C-BC6E-3AC5-7CFE97D69C7A}"/>
              </a:ext>
            </a:extLst>
          </p:cNvPr>
          <p:cNvCxnSpPr>
            <a:cxnSpLocks/>
          </p:cNvCxnSpPr>
          <p:nvPr/>
        </p:nvCxnSpPr>
        <p:spPr>
          <a:xfrm rot="16200000" flipH="1">
            <a:off x="591230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832">
            <a:extLst>
              <a:ext uri="{FF2B5EF4-FFF2-40B4-BE49-F238E27FC236}">
                <a16:creationId xmlns:a16="http://schemas.microsoft.com/office/drawing/2014/main" id="{F8E2AE5D-99B5-0250-FBC3-4743E55B1C4D}"/>
              </a:ext>
            </a:extLst>
          </p:cNvPr>
          <p:cNvCxnSpPr>
            <a:cxnSpLocks/>
          </p:cNvCxnSpPr>
          <p:nvPr/>
        </p:nvCxnSpPr>
        <p:spPr>
          <a:xfrm rot="16200000" flipH="1">
            <a:off x="655293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859">
            <a:extLst>
              <a:ext uri="{FF2B5EF4-FFF2-40B4-BE49-F238E27FC236}">
                <a16:creationId xmlns:a16="http://schemas.microsoft.com/office/drawing/2014/main" id="{8D58B75F-5150-108A-CDF4-0B50F4BFBE0B}"/>
              </a:ext>
            </a:extLst>
          </p:cNvPr>
          <p:cNvCxnSpPr>
            <a:cxnSpLocks/>
          </p:cNvCxnSpPr>
          <p:nvPr/>
        </p:nvCxnSpPr>
        <p:spPr>
          <a:xfrm rot="16200000" flipH="1">
            <a:off x="719356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1563">
            <a:extLst>
              <a:ext uri="{FF2B5EF4-FFF2-40B4-BE49-F238E27FC236}">
                <a16:creationId xmlns:a16="http://schemas.microsoft.com/office/drawing/2014/main" id="{DA091574-395C-239B-94AE-87791CB9E18E}"/>
              </a:ext>
            </a:extLst>
          </p:cNvPr>
          <p:cNvCxnSpPr>
            <a:cxnSpLocks/>
          </p:cNvCxnSpPr>
          <p:nvPr/>
        </p:nvCxnSpPr>
        <p:spPr>
          <a:xfrm>
            <a:off x="7773422" y="3274126"/>
            <a:ext cx="628157" cy="0"/>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pic>
        <p:nvPicPr>
          <p:cNvPr id="98" name="Picture 1479">
            <a:extLst>
              <a:ext uri="{FF2B5EF4-FFF2-40B4-BE49-F238E27FC236}">
                <a16:creationId xmlns:a16="http://schemas.microsoft.com/office/drawing/2014/main" id="{8B06F192-9729-4D62-0A38-1829E031DFDC}"/>
              </a:ext>
            </a:extLst>
          </p:cNvPr>
          <p:cNvPicPr>
            <a:picLocks noChangeAspect="1"/>
          </p:cNvPicPr>
          <p:nvPr/>
        </p:nvPicPr>
        <p:blipFill>
          <a:blip r:embed="rId3"/>
          <a:srcRect b="9955"/>
          <a:stretch/>
        </p:blipFill>
        <p:spPr>
          <a:xfrm>
            <a:off x="682438" y="3294373"/>
            <a:ext cx="3408825" cy="3312186"/>
          </a:xfrm>
          <a:prstGeom prst="rect">
            <a:avLst/>
          </a:prstGeom>
        </p:spPr>
      </p:pic>
      <p:sp>
        <p:nvSpPr>
          <p:cNvPr id="99" name="TextBox 1480">
            <a:extLst>
              <a:ext uri="{FF2B5EF4-FFF2-40B4-BE49-F238E27FC236}">
                <a16:creationId xmlns:a16="http://schemas.microsoft.com/office/drawing/2014/main" id="{756DCB83-8B3C-09F8-D5A6-67287E8AB5D2}"/>
              </a:ext>
            </a:extLst>
          </p:cNvPr>
          <p:cNvSpPr txBox="1"/>
          <p:nvPr/>
        </p:nvSpPr>
        <p:spPr>
          <a:xfrm>
            <a:off x="1431013" y="6742208"/>
            <a:ext cx="1155777" cy="399148"/>
          </a:xfrm>
          <a:prstGeom prst="rect">
            <a:avLst/>
          </a:prstGeom>
          <a:noFill/>
        </p:spPr>
        <p:txBody>
          <a:bodyPr wrap="square">
            <a:spAutoFit/>
          </a:bodyPr>
          <a:lstStyle/>
          <a:p>
            <a:pPr>
              <a:lnSpc>
                <a:spcPct val="80000"/>
              </a:lnSpc>
            </a:pPr>
            <a:r>
              <a:rPr lang="en-US" sz="2400" b="1" dirty="0">
                <a:solidFill>
                  <a:srgbClr val="0070C0"/>
                </a:solidFill>
              </a:rPr>
              <a:t>Enable</a:t>
            </a:r>
          </a:p>
        </p:txBody>
      </p:sp>
      <p:sp>
        <p:nvSpPr>
          <p:cNvPr id="100" name="Rectangle 1481">
            <a:extLst>
              <a:ext uri="{FF2B5EF4-FFF2-40B4-BE49-F238E27FC236}">
                <a16:creationId xmlns:a16="http://schemas.microsoft.com/office/drawing/2014/main" id="{1A096A69-1117-4F58-B2E5-36A307D4DD9E}"/>
              </a:ext>
            </a:extLst>
          </p:cNvPr>
          <p:cNvSpPr/>
          <p:nvPr/>
        </p:nvSpPr>
        <p:spPr>
          <a:xfrm>
            <a:off x="1701845" y="5658080"/>
            <a:ext cx="859461" cy="1085783"/>
          </a:xfrm>
          <a:prstGeom prst="rect">
            <a:avLst/>
          </a:prstGeom>
          <a:noFill/>
          <a:ln w="254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101" name="Straight Arrow Connector 1482">
            <a:extLst>
              <a:ext uri="{FF2B5EF4-FFF2-40B4-BE49-F238E27FC236}">
                <a16:creationId xmlns:a16="http://schemas.microsoft.com/office/drawing/2014/main" id="{C043B2F6-7AED-1F5C-1B95-3C6BB29C6097}"/>
              </a:ext>
            </a:extLst>
          </p:cNvPr>
          <p:cNvCxnSpPr>
            <a:cxnSpLocks/>
          </p:cNvCxnSpPr>
          <p:nvPr/>
        </p:nvCxnSpPr>
        <p:spPr>
          <a:xfrm flipH="1">
            <a:off x="3498841" y="4375734"/>
            <a:ext cx="1202647" cy="0"/>
          </a:xfrm>
          <a:prstGeom prst="straightConnector1">
            <a:avLst/>
          </a:prstGeom>
          <a:ln>
            <a:solidFill>
              <a:schemeClr val="tx1"/>
            </a:solidFill>
            <a:prstDash val="sysDash"/>
            <a:tailEnd type="stealth" w="sm" len="med"/>
          </a:ln>
        </p:spPr>
        <p:style>
          <a:lnRef idx="1">
            <a:schemeClr val="accent1"/>
          </a:lnRef>
          <a:fillRef idx="0">
            <a:schemeClr val="accent1"/>
          </a:fillRef>
          <a:effectRef idx="0">
            <a:schemeClr val="accent1"/>
          </a:effectRef>
          <a:fontRef idx="minor">
            <a:schemeClr val="tx1"/>
          </a:fontRef>
        </p:style>
      </p:cxnSp>
      <p:sp>
        <p:nvSpPr>
          <p:cNvPr id="102" name="Rectangle 1485">
            <a:extLst>
              <a:ext uri="{FF2B5EF4-FFF2-40B4-BE49-F238E27FC236}">
                <a16:creationId xmlns:a16="http://schemas.microsoft.com/office/drawing/2014/main" id="{FFE2968C-2027-FBB7-4659-4E22F3222BDE}"/>
              </a:ext>
            </a:extLst>
          </p:cNvPr>
          <p:cNvSpPr/>
          <p:nvPr/>
        </p:nvSpPr>
        <p:spPr>
          <a:xfrm>
            <a:off x="4642035" y="4757007"/>
            <a:ext cx="597662" cy="217454"/>
          </a:xfrm>
          <a:prstGeom prst="rect">
            <a:avLst/>
          </a:prstGeom>
          <a:noFill/>
          <a:ln w="254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103" name="Straight Arrow Connector 1486">
            <a:extLst>
              <a:ext uri="{FF2B5EF4-FFF2-40B4-BE49-F238E27FC236}">
                <a16:creationId xmlns:a16="http://schemas.microsoft.com/office/drawing/2014/main" id="{FA418F31-9C78-4CD0-F8AE-7ACB8BC62959}"/>
              </a:ext>
            </a:extLst>
          </p:cNvPr>
          <p:cNvCxnSpPr>
            <a:cxnSpLocks/>
          </p:cNvCxnSpPr>
          <p:nvPr/>
        </p:nvCxnSpPr>
        <p:spPr>
          <a:xfrm flipH="1">
            <a:off x="2574596" y="4757009"/>
            <a:ext cx="2058860" cy="908598"/>
          </a:xfrm>
          <a:prstGeom prst="straightConnector1">
            <a:avLst/>
          </a:prstGeom>
          <a:ln>
            <a:solidFill>
              <a:srgbClr val="0070C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Arrow Connector 1488">
            <a:extLst>
              <a:ext uri="{FF2B5EF4-FFF2-40B4-BE49-F238E27FC236}">
                <a16:creationId xmlns:a16="http://schemas.microsoft.com/office/drawing/2014/main" id="{99CB3DE9-2444-30DA-92CE-9EFE2DCDAF3A}"/>
              </a:ext>
            </a:extLst>
          </p:cNvPr>
          <p:cNvCxnSpPr>
            <a:cxnSpLocks/>
          </p:cNvCxnSpPr>
          <p:nvPr/>
        </p:nvCxnSpPr>
        <p:spPr>
          <a:xfrm flipV="1">
            <a:off x="2541864" y="4983781"/>
            <a:ext cx="2107466" cy="1761784"/>
          </a:xfrm>
          <a:prstGeom prst="straightConnector1">
            <a:avLst/>
          </a:prstGeom>
          <a:ln>
            <a:solidFill>
              <a:srgbClr val="0070C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Left Brace 1558">
            <a:extLst>
              <a:ext uri="{FF2B5EF4-FFF2-40B4-BE49-F238E27FC236}">
                <a16:creationId xmlns:a16="http://schemas.microsoft.com/office/drawing/2014/main" id="{6D59EB27-7442-2377-AD6A-B492F3F822D2}"/>
              </a:ext>
            </a:extLst>
          </p:cNvPr>
          <p:cNvSpPr/>
          <p:nvPr/>
        </p:nvSpPr>
        <p:spPr>
          <a:xfrm>
            <a:off x="4400305" y="3051852"/>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6" name="TextBox 1559">
            <a:extLst>
              <a:ext uri="{FF2B5EF4-FFF2-40B4-BE49-F238E27FC236}">
                <a16:creationId xmlns:a16="http://schemas.microsoft.com/office/drawing/2014/main" id="{70F44EAB-8350-49D1-B5A1-A24E13F5E6F0}"/>
              </a:ext>
            </a:extLst>
          </p:cNvPr>
          <p:cNvSpPr txBox="1"/>
          <p:nvPr/>
        </p:nvSpPr>
        <p:spPr>
          <a:xfrm rot="16200000">
            <a:off x="3699912" y="3561938"/>
            <a:ext cx="1155354" cy="400110"/>
          </a:xfrm>
          <a:prstGeom prst="rect">
            <a:avLst/>
          </a:prstGeom>
          <a:noFill/>
        </p:spPr>
        <p:txBody>
          <a:bodyPr wrap="square">
            <a:spAutoFit/>
          </a:bodyPr>
          <a:lstStyle/>
          <a:p>
            <a:pPr defTabSz="914400">
              <a:defRPr/>
            </a:pPr>
            <a:r>
              <a:rPr lang="en-US" sz="2000" b="1">
                <a:latin typeface="Calibri" panose="020F0502020204030204"/>
              </a:rPr>
              <a:t>Rank 0</a:t>
            </a:r>
          </a:p>
        </p:txBody>
      </p:sp>
      <p:sp>
        <p:nvSpPr>
          <p:cNvPr id="107" name="Left Brace 1560">
            <a:extLst>
              <a:ext uri="{FF2B5EF4-FFF2-40B4-BE49-F238E27FC236}">
                <a16:creationId xmlns:a16="http://schemas.microsoft.com/office/drawing/2014/main" id="{B1CBB417-E1D6-3833-D069-BB2CEDADA64A}"/>
              </a:ext>
            </a:extLst>
          </p:cNvPr>
          <p:cNvSpPr/>
          <p:nvPr/>
        </p:nvSpPr>
        <p:spPr>
          <a:xfrm>
            <a:off x="4400305" y="5135549"/>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8" name="TextBox 1561">
            <a:extLst>
              <a:ext uri="{FF2B5EF4-FFF2-40B4-BE49-F238E27FC236}">
                <a16:creationId xmlns:a16="http://schemas.microsoft.com/office/drawing/2014/main" id="{A7A597C6-219B-56DB-A49A-6B6C5D3B1707}"/>
              </a:ext>
            </a:extLst>
          </p:cNvPr>
          <p:cNvSpPr txBox="1"/>
          <p:nvPr/>
        </p:nvSpPr>
        <p:spPr>
          <a:xfrm rot="16200000">
            <a:off x="3699912" y="5645635"/>
            <a:ext cx="1155354" cy="400110"/>
          </a:xfrm>
          <a:prstGeom prst="rect">
            <a:avLst/>
          </a:prstGeom>
          <a:noFill/>
        </p:spPr>
        <p:txBody>
          <a:bodyPr wrap="square">
            <a:spAutoFit/>
          </a:bodyPr>
          <a:lstStyle/>
          <a:p>
            <a:pPr defTabSz="914400">
              <a:defRPr/>
            </a:pPr>
            <a:r>
              <a:rPr lang="en-US" sz="2000" b="1">
                <a:latin typeface="Calibri" panose="020F0502020204030204"/>
              </a:rPr>
              <a:t>Rank 1</a:t>
            </a:r>
          </a:p>
        </p:txBody>
      </p:sp>
      <p:sp>
        <p:nvSpPr>
          <p:cNvPr id="109" name="TextBox 1591">
            <a:extLst>
              <a:ext uri="{FF2B5EF4-FFF2-40B4-BE49-F238E27FC236}">
                <a16:creationId xmlns:a16="http://schemas.microsoft.com/office/drawing/2014/main" id="{8879AD49-017D-7066-F061-0E2A3F3F3DB3}"/>
              </a:ext>
            </a:extLst>
          </p:cNvPr>
          <p:cNvSpPr txBox="1"/>
          <p:nvPr/>
        </p:nvSpPr>
        <p:spPr>
          <a:xfrm>
            <a:off x="7277032" y="2583321"/>
            <a:ext cx="814069" cy="344710"/>
          </a:xfrm>
          <a:prstGeom prst="rect">
            <a:avLst/>
          </a:prstGeom>
          <a:noFill/>
        </p:spPr>
        <p:txBody>
          <a:bodyPr wrap="none">
            <a:spAutoFit/>
          </a:bodyPr>
          <a:lstStyle/>
          <a:p>
            <a:pPr>
              <a:lnSpc>
                <a:spcPct val="80000"/>
              </a:lnSpc>
            </a:pPr>
            <a:r>
              <a:rPr lang="en-US" sz="2000" b="1">
                <a:solidFill>
                  <a:srgbClr val="FF0000"/>
                </a:solidFill>
              </a:rPr>
              <a:t>Failed</a:t>
            </a:r>
          </a:p>
        </p:txBody>
      </p:sp>
      <p:cxnSp>
        <p:nvCxnSpPr>
          <p:cNvPr id="110" name="Straight Arrow Connector 1592">
            <a:extLst>
              <a:ext uri="{FF2B5EF4-FFF2-40B4-BE49-F238E27FC236}">
                <a16:creationId xmlns:a16="http://schemas.microsoft.com/office/drawing/2014/main" id="{A2686482-0000-CCC0-6A1D-586ED4B7C418}"/>
              </a:ext>
            </a:extLst>
          </p:cNvPr>
          <p:cNvCxnSpPr>
            <a:cxnSpLocks/>
          </p:cNvCxnSpPr>
          <p:nvPr/>
        </p:nvCxnSpPr>
        <p:spPr>
          <a:xfrm flipH="1" flipV="1">
            <a:off x="7905685" y="2850995"/>
            <a:ext cx="379814" cy="418768"/>
          </a:xfrm>
          <a:prstGeom prst="straightConnector1">
            <a:avLst/>
          </a:prstGeom>
          <a:ln w="3810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79" name="Straight Arrow Connector 1568">
            <a:extLst>
              <a:ext uri="{FF2B5EF4-FFF2-40B4-BE49-F238E27FC236}">
                <a16:creationId xmlns:a16="http://schemas.microsoft.com/office/drawing/2014/main" id="{95B2985D-5BB8-92D6-1808-001D3DCD1F39}"/>
              </a:ext>
            </a:extLst>
          </p:cNvPr>
          <p:cNvCxnSpPr>
            <a:cxnSpLocks/>
          </p:cNvCxnSpPr>
          <p:nvPr/>
        </p:nvCxnSpPr>
        <p:spPr>
          <a:xfrm rot="5400000">
            <a:off x="8482147" y="4347955"/>
            <a:ext cx="0" cy="213167"/>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1572">
            <a:extLst>
              <a:ext uri="{FF2B5EF4-FFF2-40B4-BE49-F238E27FC236}">
                <a16:creationId xmlns:a16="http://schemas.microsoft.com/office/drawing/2014/main" id="{3DF141E0-9D02-8293-91E2-BC48B311EB58}"/>
              </a:ext>
            </a:extLst>
          </p:cNvPr>
          <p:cNvCxnSpPr>
            <a:cxnSpLocks/>
          </p:cNvCxnSpPr>
          <p:nvPr/>
        </p:nvCxnSpPr>
        <p:spPr>
          <a:xfrm>
            <a:off x="8393104" y="3262303"/>
            <a:ext cx="0" cy="1203510"/>
          </a:xfrm>
          <a:prstGeom prst="straightConnector1">
            <a:avLst/>
          </a:prstGeom>
          <a:ln w="254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1563">
            <a:extLst>
              <a:ext uri="{FF2B5EF4-FFF2-40B4-BE49-F238E27FC236}">
                <a16:creationId xmlns:a16="http://schemas.microsoft.com/office/drawing/2014/main" id="{CED2835A-0580-65D2-9AFF-3159EE08E6C9}"/>
              </a:ext>
            </a:extLst>
          </p:cNvPr>
          <p:cNvCxnSpPr>
            <a:cxnSpLocks/>
          </p:cNvCxnSpPr>
          <p:nvPr/>
        </p:nvCxnSpPr>
        <p:spPr>
          <a:xfrm>
            <a:off x="7774622" y="3275326"/>
            <a:ext cx="628157" cy="0"/>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97" name="Rectangle 1504">
            <a:extLst>
              <a:ext uri="{FF2B5EF4-FFF2-40B4-BE49-F238E27FC236}">
                <a16:creationId xmlns:a16="http://schemas.microsoft.com/office/drawing/2014/main" id="{F8BC8222-C854-EF3E-728B-4BE5144369BF}"/>
              </a:ext>
            </a:extLst>
          </p:cNvPr>
          <p:cNvSpPr/>
          <p:nvPr/>
        </p:nvSpPr>
        <p:spPr>
          <a:xfrm>
            <a:off x="4604099" y="2953551"/>
            <a:ext cx="3296579" cy="108578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282" name="Straight Connector 281">
            <a:extLst>
              <a:ext uri="{FF2B5EF4-FFF2-40B4-BE49-F238E27FC236}">
                <a16:creationId xmlns:a16="http://schemas.microsoft.com/office/drawing/2014/main" id="{27317058-A221-ED6F-60D7-3AC465EC5082}"/>
              </a:ext>
            </a:extLst>
          </p:cNvPr>
          <p:cNvCxnSpPr>
            <a:cxnSpLocks/>
          </p:cNvCxnSpPr>
          <p:nvPr/>
        </p:nvCxnSpPr>
        <p:spPr>
          <a:xfrm>
            <a:off x="2332689" y="5723170"/>
            <a:ext cx="0" cy="666490"/>
          </a:xfrm>
          <a:prstGeom prst="line">
            <a:avLst/>
          </a:prstGeom>
          <a:ln w="38100">
            <a:solidFill>
              <a:schemeClr val="bg2">
                <a:lumMod val="90000"/>
              </a:schemeClr>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03D9B7B-BD7F-B852-C387-AF698FBC5123}"/>
              </a:ext>
            </a:extLst>
          </p:cNvPr>
          <p:cNvCxnSpPr>
            <a:cxnSpLocks/>
          </p:cNvCxnSpPr>
          <p:nvPr/>
        </p:nvCxnSpPr>
        <p:spPr>
          <a:xfrm>
            <a:off x="2416141" y="5777592"/>
            <a:ext cx="0" cy="666490"/>
          </a:xfrm>
          <a:prstGeom prst="line">
            <a:avLst/>
          </a:prstGeom>
          <a:ln w="38100">
            <a:solidFill>
              <a:schemeClr val="bg2">
                <a:lumMod val="90000"/>
              </a:schemeClr>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69A9BB-D9F4-4B6A-5037-073F0BE584DB}"/>
              </a:ext>
            </a:extLst>
          </p:cNvPr>
          <p:cNvSpPr txBox="1"/>
          <p:nvPr/>
        </p:nvSpPr>
        <p:spPr>
          <a:xfrm>
            <a:off x="4681989" y="4155422"/>
            <a:ext cx="532518" cy="523220"/>
          </a:xfrm>
          <a:prstGeom prst="rect">
            <a:avLst/>
          </a:prstGeom>
          <a:noFill/>
        </p:spPr>
        <p:txBody>
          <a:bodyPr wrap="none" rtlCol="0">
            <a:spAutoFit/>
          </a:bodyPr>
          <a:lstStyle/>
          <a:p>
            <a:r>
              <a:rPr lang="en-US" sz="2800" b="1" dirty="0">
                <a:solidFill>
                  <a:schemeClr val="tx2">
                    <a:lumMod val="25000"/>
                    <a:lumOff val="75000"/>
                  </a:schemeClr>
                </a:solidFill>
              </a:rPr>
              <a:t>x8</a:t>
            </a:r>
          </a:p>
        </p:txBody>
      </p:sp>
      <p:sp>
        <p:nvSpPr>
          <p:cNvPr id="4" name="TextBox 3">
            <a:extLst>
              <a:ext uri="{FF2B5EF4-FFF2-40B4-BE49-F238E27FC236}">
                <a16:creationId xmlns:a16="http://schemas.microsoft.com/office/drawing/2014/main" id="{C868AFE9-C302-3DF9-AB1B-85AF4AC74309}"/>
              </a:ext>
            </a:extLst>
          </p:cNvPr>
          <p:cNvSpPr txBox="1"/>
          <p:nvPr/>
        </p:nvSpPr>
        <p:spPr>
          <a:xfrm>
            <a:off x="5317715" y="4155422"/>
            <a:ext cx="532518" cy="523220"/>
          </a:xfrm>
          <a:prstGeom prst="rect">
            <a:avLst/>
          </a:prstGeom>
          <a:noFill/>
        </p:spPr>
        <p:txBody>
          <a:bodyPr wrap="none" rtlCol="0">
            <a:spAutoFit/>
          </a:bodyPr>
          <a:lstStyle/>
          <a:p>
            <a:r>
              <a:rPr lang="en-US" sz="2800" b="1" dirty="0">
                <a:solidFill>
                  <a:schemeClr val="tx2">
                    <a:lumMod val="25000"/>
                    <a:lumOff val="75000"/>
                  </a:schemeClr>
                </a:solidFill>
              </a:rPr>
              <a:t>x8</a:t>
            </a:r>
          </a:p>
        </p:txBody>
      </p:sp>
      <p:sp>
        <p:nvSpPr>
          <p:cNvPr id="8" name="TextBox 7">
            <a:extLst>
              <a:ext uri="{FF2B5EF4-FFF2-40B4-BE49-F238E27FC236}">
                <a16:creationId xmlns:a16="http://schemas.microsoft.com/office/drawing/2014/main" id="{3562B898-A95E-25ED-9B6D-3538F00CCC11}"/>
              </a:ext>
            </a:extLst>
          </p:cNvPr>
          <p:cNvSpPr txBox="1"/>
          <p:nvPr/>
        </p:nvSpPr>
        <p:spPr>
          <a:xfrm>
            <a:off x="5953440" y="4155422"/>
            <a:ext cx="532518" cy="523220"/>
          </a:xfrm>
          <a:prstGeom prst="rect">
            <a:avLst/>
          </a:prstGeom>
          <a:noFill/>
        </p:spPr>
        <p:txBody>
          <a:bodyPr wrap="none" rtlCol="0">
            <a:spAutoFit/>
          </a:bodyPr>
          <a:lstStyle/>
          <a:p>
            <a:r>
              <a:rPr lang="en-US" sz="2800" b="1" dirty="0">
                <a:solidFill>
                  <a:schemeClr val="tx2">
                    <a:lumMod val="25000"/>
                    <a:lumOff val="75000"/>
                  </a:schemeClr>
                </a:solidFill>
              </a:rPr>
              <a:t>x8</a:t>
            </a:r>
          </a:p>
        </p:txBody>
      </p:sp>
      <p:sp>
        <p:nvSpPr>
          <p:cNvPr id="9" name="TextBox 8">
            <a:extLst>
              <a:ext uri="{FF2B5EF4-FFF2-40B4-BE49-F238E27FC236}">
                <a16:creationId xmlns:a16="http://schemas.microsoft.com/office/drawing/2014/main" id="{7B574A7A-AD95-32A8-613E-1C66027C68E0}"/>
              </a:ext>
            </a:extLst>
          </p:cNvPr>
          <p:cNvSpPr txBox="1"/>
          <p:nvPr/>
        </p:nvSpPr>
        <p:spPr>
          <a:xfrm>
            <a:off x="6606583" y="4155422"/>
            <a:ext cx="532518" cy="523220"/>
          </a:xfrm>
          <a:prstGeom prst="rect">
            <a:avLst/>
          </a:prstGeom>
          <a:noFill/>
        </p:spPr>
        <p:txBody>
          <a:bodyPr wrap="none" rtlCol="0">
            <a:spAutoFit/>
          </a:bodyPr>
          <a:lstStyle/>
          <a:p>
            <a:r>
              <a:rPr lang="en-US" sz="2800" b="1" dirty="0">
                <a:solidFill>
                  <a:schemeClr val="tx2">
                    <a:lumMod val="25000"/>
                    <a:lumOff val="75000"/>
                  </a:schemeClr>
                </a:solidFill>
              </a:rPr>
              <a:t>x8</a:t>
            </a:r>
          </a:p>
        </p:txBody>
      </p:sp>
      <p:sp>
        <p:nvSpPr>
          <p:cNvPr id="10" name="TextBox 9">
            <a:extLst>
              <a:ext uri="{FF2B5EF4-FFF2-40B4-BE49-F238E27FC236}">
                <a16:creationId xmlns:a16="http://schemas.microsoft.com/office/drawing/2014/main" id="{8B1196B9-93E9-6C02-0AC3-3C15945973D9}"/>
              </a:ext>
            </a:extLst>
          </p:cNvPr>
          <p:cNvSpPr txBox="1"/>
          <p:nvPr/>
        </p:nvSpPr>
        <p:spPr>
          <a:xfrm>
            <a:off x="7259726" y="4155422"/>
            <a:ext cx="532518" cy="523220"/>
          </a:xfrm>
          <a:prstGeom prst="rect">
            <a:avLst/>
          </a:prstGeom>
          <a:noFill/>
        </p:spPr>
        <p:txBody>
          <a:bodyPr wrap="none" rtlCol="0">
            <a:spAutoFit/>
          </a:bodyPr>
          <a:lstStyle/>
          <a:p>
            <a:r>
              <a:rPr lang="en-US" sz="2800" b="1" dirty="0">
                <a:solidFill>
                  <a:schemeClr val="tx2">
                    <a:lumMod val="25000"/>
                    <a:lumOff val="75000"/>
                  </a:schemeClr>
                </a:solidFill>
              </a:rPr>
              <a:t>x8</a:t>
            </a:r>
          </a:p>
        </p:txBody>
      </p:sp>
    </p:spTree>
    <p:extLst>
      <p:ext uri="{BB962C8B-B14F-4D97-AF65-F5344CB8AC3E}">
        <p14:creationId xmlns:p14="http://schemas.microsoft.com/office/powerpoint/2010/main" val="176181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9"/>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282"/>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28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animBg="1"/>
      <p:bldP spid="102" grpId="0" animBg="1"/>
      <p:bldP spid="3" grpId="0"/>
      <p:bldP spid="4" grpId="0"/>
      <p:bldP spid="8" grpId="0"/>
      <p:bldP spid="9" grpId="0"/>
      <p:bldP spid="1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3DFA-CBD5-C03E-A5B0-C40B31BFE4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72773A-CF93-4BFD-EF33-01F49A6857E4}"/>
              </a:ext>
            </a:extLst>
          </p:cNvPr>
          <p:cNvSpPr>
            <a:spLocks noGrp="1"/>
          </p:cNvSpPr>
          <p:nvPr>
            <p:ph type="title"/>
          </p:nvPr>
        </p:nvSpPr>
        <p:spPr/>
        <p:txBody>
          <a:bodyPr/>
          <a:lstStyle/>
          <a:p>
            <a:r>
              <a:rPr lang="en-US" altLang="zh-CN" b="1" dirty="0"/>
              <a:t>Design2: </a:t>
            </a:r>
            <a:r>
              <a:rPr lang="en-US" altLang="zh-CN" dirty="0"/>
              <a:t>SCREME-I/O-Row</a:t>
            </a:r>
            <a:endParaRPr lang="zh-CN" altLang="en-US" dirty="0"/>
          </a:p>
        </p:txBody>
      </p:sp>
      <p:grpSp>
        <p:nvGrpSpPr>
          <p:cNvPr id="5" name="Group 6">
            <a:extLst>
              <a:ext uri="{FF2B5EF4-FFF2-40B4-BE49-F238E27FC236}">
                <a16:creationId xmlns:a16="http://schemas.microsoft.com/office/drawing/2014/main" id="{CE2321BE-B286-E803-F4E9-82CCDD5173FD}"/>
              </a:ext>
            </a:extLst>
          </p:cNvPr>
          <p:cNvGrpSpPr/>
          <p:nvPr/>
        </p:nvGrpSpPr>
        <p:grpSpPr>
          <a:xfrm>
            <a:off x="9273733" y="2670927"/>
            <a:ext cx="2635379" cy="1529767"/>
            <a:chOff x="2939149" y="4974462"/>
            <a:chExt cx="1861121" cy="1080331"/>
          </a:xfrm>
        </p:grpSpPr>
        <p:cxnSp>
          <p:nvCxnSpPr>
            <p:cNvPr id="240" name="Straight Arrow Connector 1498">
              <a:extLst>
                <a:ext uri="{FF2B5EF4-FFF2-40B4-BE49-F238E27FC236}">
                  <a16:creationId xmlns:a16="http://schemas.microsoft.com/office/drawing/2014/main" id="{A998A1E4-F4CF-D620-02EA-99E3FC5A6C2A}"/>
                </a:ext>
              </a:extLst>
            </p:cNvPr>
            <p:cNvCxnSpPr>
              <a:cxnSpLocks/>
            </p:cNvCxnSpPr>
            <p:nvPr/>
          </p:nvCxnSpPr>
          <p:spPr>
            <a:xfrm>
              <a:off x="3592938" y="5343588"/>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1" name="Straight Arrow Connector 1499">
              <a:extLst>
                <a:ext uri="{FF2B5EF4-FFF2-40B4-BE49-F238E27FC236}">
                  <a16:creationId xmlns:a16="http://schemas.microsoft.com/office/drawing/2014/main" id="{19A1E186-B610-F1C5-D046-72E2A63D4A67}"/>
                </a:ext>
              </a:extLst>
            </p:cNvPr>
            <p:cNvCxnSpPr>
              <a:cxnSpLocks/>
            </p:cNvCxnSpPr>
            <p:nvPr/>
          </p:nvCxnSpPr>
          <p:spPr>
            <a:xfrm>
              <a:off x="3670725" y="5343588"/>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42" name="Rectangle 1500">
              <a:extLst>
                <a:ext uri="{FF2B5EF4-FFF2-40B4-BE49-F238E27FC236}">
                  <a16:creationId xmlns:a16="http://schemas.microsoft.com/office/drawing/2014/main" id="{8222A5D1-229E-D9C4-B1B0-9C97A5EDFA44}"/>
                </a:ext>
              </a:extLst>
            </p:cNvPr>
            <p:cNvSpPr/>
            <p:nvPr/>
          </p:nvSpPr>
          <p:spPr>
            <a:xfrm>
              <a:off x="3373015" y="5098925"/>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A_0</a:t>
              </a:r>
            </a:p>
          </p:txBody>
        </p:sp>
        <p:cxnSp>
          <p:nvCxnSpPr>
            <p:cNvPr id="243" name="Straight Arrow Connector 1501">
              <a:extLst>
                <a:ext uri="{FF2B5EF4-FFF2-40B4-BE49-F238E27FC236}">
                  <a16:creationId xmlns:a16="http://schemas.microsoft.com/office/drawing/2014/main" id="{91725ABE-58D5-3EFF-F403-1D94F08DD4AF}"/>
                </a:ext>
              </a:extLst>
            </p:cNvPr>
            <p:cNvCxnSpPr>
              <a:cxnSpLocks/>
            </p:cNvCxnSpPr>
            <p:nvPr/>
          </p:nvCxnSpPr>
          <p:spPr>
            <a:xfrm>
              <a:off x="3409845" y="5388485"/>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4" name="Straight Arrow Connector 1502">
              <a:extLst>
                <a:ext uri="{FF2B5EF4-FFF2-40B4-BE49-F238E27FC236}">
                  <a16:creationId xmlns:a16="http://schemas.microsoft.com/office/drawing/2014/main" id="{24EE6A12-2BCB-41B5-AEE0-F66616907A95}"/>
                </a:ext>
              </a:extLst>
            </p:cNvPr>
            <p:cNvCxnSpPr>
              <a:cxnSpLocks/>
            </p:cNvCxnSpPr>
            <p:nvPr/>
          </p:nvCxnSpPr>
          <p:spPr>
            <a:xfrm>
              <a:off x="3487632" y="5388485"/>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45" name="Rectangle 1503">
              <a:extLst>
                <a:ext uri="{FF2B5EF4-FFF2-40B4-BE49-F238E27FC236}">
                  <a16:creationId xmlns:a16="http://schemas.microsoft.com/office/drawing/2014/main" id="{B91C5AA9-B082-2BD0-60BB-4A8BAC20571D}"/>
                </a:ext>
              </a:extLst>
            </p:cNvPr>
            <p:cNvSpPr/>
            <p:nvPr/>
          </p:nvSpPr>
          <p:spPr>
            <a:xfrm>
              <a:off x="3373788" y="5593220"/>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B_0</a:t>
              </a:r>
            </a:p>
          </p:txBody>
        </p:sp>
        <p:grpSp>
          <p:nvGrpSpPr>
            <p:cNvPr id="246" name="Group 1505">
              <a:extLst>
                <a:ext uri="{FF2B5EF4-FFF2-40B4-BE49-F238E27FC236}">
                  <a16:creationId xmlns:a16="http://schemas.microsoft.com/office/drawing/2014/main" id="{6B7D40DA-742C-6D5A-49F8-7BCEE467CBAA}"/>
                </a:ext>
              </a:extLst>
            </p:cNvPr>
            <p:cNvGrpSpPr/>
            <p:nvPr/>
          </p:nvGrpSpPr>
          <p:grpSpPr>
            <a:xfrm>
              <a:off x="3409845" y="5885699"/>
              <a:ext cx="260880" cy="169094"/>
              <a:chOff x="7871564" y="3137742"/>
              <a:chExt cx="260880" cy="274320"/>
            </a:xfrm>
          </p:grpSpPr>
          <p:cxnSp>
            <p:nvCxnSpPr>
              <p:cNvPr id="274" name="Straight Arrow Connector 1508">
                <a:extLst>
                  <a:ext uri="{FF2B5EF4-FFF2-40B4-BE49-F238E27FC236}">
                    <a16:creationId xmlns:a16="http://schemas.microsoft.com/office/drawing/2014/main" id="{F40FF85A-4C83-C362-27D2-6B18B58F36CC}"/>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1509">
                <a:extLst>
                  <a:ext uri="{FF2B5EF4-FFF2-40B4-BE49-F238E27FC236}">
                    <a16:creationId xmlns:a16="http://schemas.microsoft.com/office/drawing/2014/main" id="{D79D6C5B-50A0-3EAE-A95E-49F897A3EE34}"/>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Arrow Connector 1510">
                <a:extLst>
                  <a:ext uri="{FF2B5EF4-FFF2-40B4-BE49-F238E27FC236}">
                    <a16:creationId xmlns:a16="http://schemas.microsoft.com/office/drawing/2014/main" id="{7FCCD724-D63A-3B2F-BC0C-C7EFB087660F}"/>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578">
                <a:extLst>
                  <a:ext uri="{FF2B5EF4-FFF2-40B4-BE49-F238E27FC236}">
                    <a16:creationId xmlns:a16="http://schemas.microsoft.com/office/drawing/2014/main" id="{6A5445A6-8829-F8EE-115C-9CA2A47B9EA0}"/>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47" name="Straight Arrow Connector 1096">
              <a:extLst>
                <a:ext uri="{FF2B5EF4-FFF2-40B4-BE49-F238E27FC236}">
                  <a16:creationId xmlns:a16="http://schemas.microsoft.com/office/drawing/2014/main" id="{268165CE-9AAF-6AC5-5423-C46642D2B610}"/>
                </a:ext>
              </a:extLst>
            </p:cNvPr>
            <p:cNvCxnSpPr>
              <a:cxnSpLocks/>
            </p:cNvCxnSpPr>
            <p:nvPr/>
          </p:nvCxnSpPr>
          <p:spPr>
            <a:xfrm>
              <a:off x="4042845" y="5343588"/>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1097">
              <a:extLst>
                <a:ext uri="{FF2B5EF4-FFF2-40B4-BE49-F238E27FC236}">
                  <a16:creationId xmlns:a16="http://schemas.microsoft.com/office/drawing/2014/main" id="{2DC8CE99-9605-B2B6-560A-C9C877A1E029}"/>
                </a:ext>
              </a:extLst>
            </p:cNvPr>
            <p:cNvCxnSpPr>
              <a:cxnSpLocks/>
            </p:cNvCxnSpPr>
            <p:nvPr/>
          </p:nvCxnSpPr>
          <p:spPr>
            <a:xfrm>
              <a:off x="4120632" y="5343588"/>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49" name="Rectangle 1098">
              <a:extLst>
                <a:ext uri="{FF2B5EF4-FFF2-40B4-BE49-F238E27FC236}">
                  <a16:creationId xmlns:a16="http://schemas.microsoft.com/office/drawing/2014/main" id="{BA889929-448F-6485-C0CC-8B429F3E78C9}"/>
                </a:ext>
              </a:extLst>
            </p:cNvPr>
            <p:cNvSpPr/>
            <p:nvPr/>
          </p:nvSpPr>
          <p:spPr>
            <a:xfrm>
              <a:off x="3822922" y="5098925"/>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250" name="Straight Arrow Connector 1099">
              <a:extLst>
                <a:ext uri="{FF2B5EF4-FFF2-40B4-BE49-F238E27FC236}">
                  <a16:creationId xmlns:a16="http://schemas.microsoft.com/office/drawing/2014/main" id="{2FA79924-9B17-4020-77FF-90B1897848C5}"/>
                </a:ext>
              </a:extLst>
            </p:cNvPr>
            <p:cNvCxnSpPr>
              <a:cxnSpLocks/>
            </p:cNvCxnSpPr>
            <p:nvPr/>
          </p:nvCxnSpPr>
          <p:spPr>
            <a:xfrm>
              <a:off x="3859752" y="5388485"/>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Arrow Connector 1100">
              <a:extLst>
                <a:ext uri="{FF2B5EF4-FFF2-40B4-BE49-F238E27FC236}">
                  <a16:creationId xmlns:a16="http://schemas.microsoft.com/office/drawing/2014/main" id="{1CE2CD41-AC4B-7DB3-7B05-E4734A468E9A}"/>
                </a:ext>
              </a:extLst>
            </p:cNvPr>
            <p:cNvCxnSpPr>
              <a:cxnSpLocks/>
            </p:cNvCxnSpPr>
            <p:nvPr/>
          </p:nvCxnSpPr>
          <p:spPr>
            <a:xfrm>
              <a:off x="3937539" y="5388485"/>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52" name="Rectangle 1101">
              <a:extLst>
                <a:ext uri="{FF2B5EF4-FFF2-40B4-BE49-F238E27FC236}">
                  <a16:creationId xmlns:a16="http://schemas.microsoft.com/office/drawing/2014/main" id="{D10B094B-AE49-FD49-B2D8-FAEF49C982C3}"/>
                </a:ext>
              </a:extLst>
            </p:cNvPr>
            <p:cNvSpPr/>
            <p:nvPr/>
          </p:nvSpPr>
          <p:spPr>
            <a:xfrm>
              <a:off x="3823695" y="5593220"/>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grpSp>
          <p:nvGrpSpPr>
            <p:cNvPr id="253" name="Group 1102">
              <a:extLst>
                <a:ext uri="{FF2B5EF4-FFF2-40B4-BE49-F238E27FC236}">
                  <a16:creationId xmlns:a16="http://schemas.microsoft.com/office/drawing/2014/main" id="{02627751-164D-373F-0B72-D55F15C8E0C5}"/>
                </a:ext>
              </a:extLst>
            </p:cNvPr>
            <p:cNvGrpSpPr/>
            <p:nvPr/>
          </p:nvGrpSpPr>
          <p:grpSpPr>
            <a:xfrm>
              <a:off x="3859752" y="5885699"/>
              <a:ext cx="260880" cy="169094"/>
              <a:chOff x="7871564" y="3137742"/>
              <a:chExt cx="260880" cy="274320"/>
            </a:xfrm>
          </p:grpSpPr>
          <p:cxnSp>
            <p:nvCxnSpPr>
              <p:cNvPr id="270" name="Straight Arrow Connector 1103">
                <a:extLst>
                  <a:ext uri="{FF2B5EF4-FFF2-40B4-BE49-F238E27FC236}">
                    <a16:creationId xmlns:a16="http://schemas.microsoft.com/office/drawing/2014/main" id="{47DA8403-78E3-2ACB-9E34-313CEABD75E5}"/>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1" name="Straight Arrow Connector 1104">
                <a:extLst>
                  <a:ext uri="{FF2B5EF4-FFF2-40B4-BE49-F238E27FC236}">
                    <a16:creationId xmlns:a16="http://schemas.microsoft.com/office/drawing/2014/main" id="{26FEBD57-213B-3C41-E7C2-4BA37F1D9462}"/>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2" name="Straight Arrow Connector 1105">
                <a:extLst>
                  <a:ext uri="{FF2B5EF4-FFF2-40B4-BE49-F238E27FC236}">
                    <a16:creationId xmlns:a16="http://schemas.microsoft.com/office/drawing/2014/main" id="{741AE210-43F8-6687-516B-EB3B7160444C}"/>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Arrow Connector 1106">
                <a:extLst>
                  <a:ext uri="{FF2B5EF4-FFF2-40B4-BE49-F238E27FC236}">
                    <a16:creationId xmlns:a16="http://schemas.microsoft.com/office/drawing/2014/main" id="{CF0B89C5-EDC0-C45A-4C2B-9B3EB6152DAB}"/>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54" name="Straight Arrow Connector 1133">
              <a:extLst>
                <a:ext uri="{FF2B5EF4-FFF2-40B4-BE49-F238E27FC236}">
                  <a16:creationId xmlns:a16="http://schemas.microsoft.com/office/drawing/2014/main" id="{1E575D27-D835-5614-0864-5083D48F0805}"/>
                </a:ext>
              </a:extLst>
            </p:cNvPr>
            <p:cNvCxnSpPr>
              <a:cxnSpLocks/>
            </p:cNvCxnSpPr>
            <p:nvPr/>
          </p:nvCxnSpPr>
          <p:spPr>
            <a:xfrm>
              <a:off x="4673806" y="5343588"/>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5" name="Straight Arrow Connector 1135">
              <a:extLst>
                <a:ext uri="{FF2B5EF4-FFF2-40B4-BE49-F238E27FC236}">
                  <a16:creationId xmlns:a16="http://schemas.microsoft.com/office/drawing/2014/main" id="{94B3D4FC-19BF-1321-ED29-79451D86856C}"/>
                </a:ext>
              </a:extLst>
            </p:cNvPr>
            <p:cNvCxnSpPr>
              <a:cxnSpLocks/>
            </p:cNvCxnSpPr>
            <p:nvPr/>
          </p:nvCxnSpPr>
          <p:spPr>
            <a:xfrm>
              <a:off x="4751593" y="5343588"/>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56" name="Rectangle 1136">
              <a:extLst>
                <a:ext uri="{FF2B5EF4-FFF2-40B4-BE49-F238E27FC236}">
                  <a16:creationId xmlns:a16="http://schemas.microsoft.com/office/drawing/2014/main" id="{37BF0057-C22A-CF60-BA77-01F1214B4A73}"/>
                </a:ext>
              </a:extLst>
            </p:cNvPr>
            <p:cNvSpPr/>
            <p:nvPr/>
          </p:nvSpPr>
          <p:spPr>
            <a:xfrm>
              <a:off x="4453883" y="5098925"/>
              <a:ext cx="345614" cy="283464"/>
            </a:xfrm>
            <a:prstGeom prst="rect">
              <a:avLst/>
            </a:prstGeom>
            <a:solidFill>
              <a:srgbClr val="41578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257" name="Straight Arrow Connector 1137">
              <a:extLst>
                <a:ext uri="{FF2B5EF4-FFF2-40B4-BE49-F238E27FC236}">
                  <a16:creationId xmlns:a16="http://schemas.microsoft.com/office/drawing/2014/main" id="{4B179127-194B-F172-8A2A-E3BC192B82A0}"/>
                </a:ext>
              </a:extLst>
            </p:cNvPr>
            <p:cNvCxnSpPr>
              <a:cxnSpLocks/>
            </p:cNvCxnSpPr>
            <p:nvPr/>
          </p:nvCxnSpPr>
          <p:spPr>
            <a:xfrm>
              <a:off x="4490713" y="5388485"/>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8" name="Straight Arrow Connector 1138">
              <a:extLst>
                <a:ext uri="{FF2B5EF4-FFF2-40B4-BE49-F238E27FC236}">
                  <a16:creationId xmlns:a16="http://schemas.microsoft.com/office/drawing/2014/main" id="{3363CA69-B4D6-6015-E5E3-44851749ECCE}"/>
                </a:ext>
              </a:extLst>
            </p:cNvPr>
            <p:cNvCxnSpPr>
              <a:cxnSpLocks/>
            </p:cNvCxnSpPr>
            <p:nvPr/>
          </p:nvCxnSpPr>
          <p:spPr>
            <a:xfrm>
              <a:off x="4568500" y="5388485"/>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59" name="Rectangle 1140">
              <a:extLst>
                <a:ext uri="{FF2B5EF4-FFF2-40B4-BE49-F238E27FC236}">
                  <a16:creationId xmlns:a16="http://schemas.microsoft.com/office/drawing/2014/main" id="{8890FBE1-9F6E-376E-7250-D512AD28A02A}"/>
                </a:ext>
              </a:extLst>
            </p:cNvPr>
            <p:cNvSpPr/>
            <p:nvPr/>
          </p:nvSpPr>
          <p:spPr>
            <a:xfrm>
              <a:off x="4454656" y="5593220"/>
              <a:ext cx="345614" cy="283464"/>
            </a:xfrm>
            <a:prstGeom prst="rect">
              <a:avLst/>
            </a:prstGeom>
            <a:solidFill>
              <a:srgbClr val="41578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260" name="Group 1141">
              <a:extLst>
                <a:ext uri="{FF2B5EF4-FFF2-40B4-BE49-F238E27FC236}">
                  <a16:creationId xmlns:a16="http://schemas.microsoft.com/office/drawing/2014/main" id="{0AC3DCB9-E0F4-AC5D-CEA8-EE2655438244}"/>
                </a:ext>
              </a:extLst>
            </p:cNvPr>
            <p:cNvGrpSpPr/>
            <p:nvPr/>
          </p:nvGrpSpPr>
          <p:grpSpPr>
            <a:xfrm>
              <a:off x="4490713" y="5885699"/>
              <a:ext cx="260880" cy="169094"/>
              <a:chOff x="7871564" y="3137742"/>
              <a:chExt cx="260880" cy="274320"/>
            </a:xfrm>
          </p:grpSpPr>
          <p:cxnSp>
            <p:nvCxnSpPr>
              <p:cNvPr id="266" name="Straight Arrow Connector 1548">
                <a:extLst>
                  <a:ext uri="{FF2B5EF4-FFF2-40B4-BE49-F238E27FC236}">
                    <a16:creationId xmlns:a16="http://schemas.microsoft.com/office/drawing/2014/main" id="{7A3FD8F3-A1CE-C8BD-D96E-12EFC2997C5F}"/>
                  </a:ext>
                </a:extLst>
              </p:cNvPr>
              <p:cNvCxnSpPr>
                <a:cxnSpLocks/>
              </p:cNvCxnSpPr>
              <p:nvPr/>
            </p:nvCxnSpPr>
            <p:spPr>
              <a:xfrm>
                <a:off x="8054657"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1555">
                <a:extLst>
                  <a:ext uri="{FF2B5EF4-FFF2-40B4-BE49-F238E27FC236}">
                    <a16:creationId xmlns:a16="http://schemas.microsoft.com/office/drawing/2014/main" id="{60B76700-583C-7AC1-63AA-491C719DF2A3}"/>
                  </a:ext>
                </a:extLst>
              </p:cNvPr>
              <p:cNvCxnSpPr>
                <a:cxnSpLocks/>
              </p:cNvCxnSpPr>
              <p:nvPr/>
            </p:nvCxnSpPr>
            <p:spPr>
              <a:xfrm>
                <a:off x="813244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1556">
                <a:extLst>
                  <a:ext uri="{FF2B5EF4-FFF2-40B4-BE49-F238E27FC236}">
                    <a16:creationId xmlns:a16="http://schemas.microsoft.com/office/drawing/2014/main" id="{89003D53-4D3F-8952-B779-34E36BC60341}"/>
                  </a:ext>
                </a:extLst>
              </p:cNvPr>
              <p:cNvCxnSpPr>
                <a:cxnSpLocks/>
              </p:cNvCxnSpPr>
              <p:nvPr/>
            </p:nvCxnSpPr>
            <p:spPr>
              <a:xfrm>
                <a:off x="787156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1557">
                <a:extLst>
                  <a:ext uri="{FF2B5EF4-FFF2-40B4-BE49-F238E27FC236}">
                    <a16:creationId xmlns:a16="http://schemas.microsoft.com/office/drawing/2014/main" id="{B6A18F39-A4EA-11BD-E744-E5BF1E735DAB}"/>
                  </a:ext>
                </a:extLst>
              </p:cNvPr>
              <p:cNvCxnSpPr>
                <a:cxnSpLocks/>
              </p:cNvCxnSpPr>
              <p:nvPr/>
            </p:nvCxnSpPr>
            <p:spPr>
              <a:xfrm>
                <a:off x="7949351"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61" name="Left Brace 1562">
              <a:extLst>
                <a:ext uri="{FF2B5EF4-FFF2-40B4-BE49-F238E27FC236}">
                  <a16:creationId xmlns:a16="http://schemas.microsoft.com/office/drawing/2014/main" id="{39AD08CE-588D-C516-13B7-90C3442614A2}"/>
                </a:ext>
              </a:extLst>
            </p:cNvPr>
            <p:cNvSpPr/>
            <p:nvPr/>
          </p:nvSpPr>
          <p:spPr>
            <a:xfrm>
              <a:off x="3166334" y="5118539"/>
              <a:ext cx="178486" cy="761561"/>
            </a:xfrm>
            <a:prstGeom prst="leftBrace">
              <a:avLst>
                <a:gd name="adj1" fmla="val 33237"/>
                <a:gd name="adj2" fmla="val 50000"/>
              </a:avLst>
            </a:prstGeom>
            <a:noFill/>
            <a:ln w="635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262" name="TextBox 1575">
              <a:extLst>
                <a:ext uri="{FF2B5EF4-FFF2-40B4-BE49-F238E27FC236}">
                  <a16:creationId xmlns:a16="http://schemas.microsoft.com/office/drawing/2014/main" id="{398BD31C-445C-8A44-3E1E-71328D26A953}"/>
                </a:ext>
              </a:extLst>
            </p:cNvPr>
            <p:cNvSpPr txBox="1"/>
            <p:nvPr/>
          </p:nvSpPr>
          <p:spPr>
            <a:xfrm rot="16200000">
              <a:off x="2676030" y="5275237"/>
              <a:ext cx="808798" cy="282560"/>
            </a:xfrm>
            <a:prstGeom prst="rect">
              <a:avLst/>
            </a:prstGeom>
            <a:noFill/>
          </p:spPr>
          <p:txBody>
            <a:bodyPr wrap="square">
              <a:spAutoFit/>
            </a:bodyPr>
            <a:lstStyle/>
            <a:p>
              <a:pPr defTabSz="914400">
                <a:defRPr/>
              </a:pPr>
              <a:r>
                <a:rPr lang="en-US" sz="2000" b="1">
                  <a:latin typeface="Calibri" panose="020F0502020204030204"/>
                </a:rPr>
                <a:t>Rank 0</a:t>
              </a:r>
            </a:p>
          </p:txBody>
        </p:sp>
        <p:grpSp>
          <p:nvGrpSpPr>
            <p:cNvPr id="263" name="Group 1585">
              <a:extLst>
                <a:ext uri="{FF2B5EF4-FFF2-40B4-BE49-F238E27FC236}">
                  <a16:creationId xmlns:a16="http://schemas.microsoft.com/office/drawing/2014/main" id="{29B56417-126E-9311-4E96-886ED84345AA}"/>
                </a:ext>
              </a:extLst>
            </p:cNvPr>
            <p:cNvGrpSpPr/>
            <p:nvPr/>
          </p:nvGrpSpPr>
          <p:grpSpPr>
            <a:xfrm>
              <a:off x="4131951" y="4974462"/>
              <a:ext cx="324752" cy="975026"/>
              <a:chOff x="10267049" y="1196212"/>
              <a:chExt cx="324752" cy="975026"/>
            </a:xfrm>
          </p:grpSpPr>
          <p:sp>
            <p:nvSpPr>
              <p:cNvPr id="264" name="TextBox 1580">
                <a:extLst>
                  <a:ext uri="{FF2B5EF4-FFF2-40B4-BE49-F238E27FC236}">
                    <a16:creationId xmlns:a16="http://schemas.microsoft.com/office/drawing/2014/main" id="{E2CA7B13-7245-52AB-9831-6680787CF024}"/>
                  </a:ext>
                </a:extLst>
              </p:cNvPr>
              <p:cNvSpPr txBox="1"/>
              <p:nvPr/>
            </p:nvSpPr>
            <p:spPr>
              <a:xfrm>
                <a:off x="10267049" y="1196212"/>
                <a:ext cx="324752" cy="456443"/>
              </a:xfrm>
              <a:prstGeom prst="rect">
                <a:avLst/>
              </a:prstGeom>
              <a:noFill/>
            </p:spPr>
            <p:txBody>
              <a:bodyPr wrap="square">
                <a:spAutoFit/>
              </a:bodyPr>
              <a:lstStyle/>
              <a:p>
                <a:pPr defTabSz="914400">
                  <a:defRPr/>
                </a:pPr>
                <a:r>
                  <a:rPr lang="en-US" altLang="zh-CN" sz="3600" b="1">
                    <a:solidFill>
                      <a:prstClr val="black"/>
                    </a:solidFill>
                    <a:latin typeface="Calibri" panose="020F0502020204030204"/>
                  </a:rPr>
                  <a:t>…</a:t>
                </a:r>
              </a:p>
            </p:txBody>
          </p:sp>
          <p:sp>
            <p:nvSpPr>
              <p:cNvPr id="265" name="TextBox 1581">
                <a:extLst>
                  <a:ext uri="{FF2B5EF4-FFF2-40B4-BE49-F238E27FC236}">
                    <a16:creationId xmlns:a16="http://schemas.microsoft.com/office/drawing/2014/main" id="{18B5A6AA-EBDC-32C2-76A5-676BCEE0A653}"/>
                  </a:ext>
                </a:extLst>
              </p:cNvPr>
              <p:cNvSpPr txBox="1"/>
              <p:nvPr/>
            </p:nvSpPr>
            <p:spPr>
              <a:xfrm>
                <a:off x="10267049" y="1714795"/>
                <a:ext cx="324752" cy="456443"/>
              </a:xfrm>
              <a:prstGeom prst="rect">
                <a:avLst/>
              </a:prstGeom>
              <a:noFill/>
            </p:spPr>
            <p:txBody>
              <a:bodyPr wrap="square">
                <a:spAutoFit/>
              </a:bodyPr>
              <a:lstStyle/>
              <a:p>
                <a:pPr defTabSz="914400">
                  <a:defRPr/>
                </a:pPr>
                <a:r>
                  <a:rPr lang="en-US" altLang="zh-CN" sz="3600" b="1">
                    <a:solidFill>
                      <a:prstClr val="black"/>
                    </a:solidFill>
                    <a:latin typeface="Calibri" panose="020F0502020204030204"/>
                  </a:rPr>
                  <a:t>…</a:t>
                </a:r>
              </a:p>
            </p:txBody>
          </p:sp>
        </p:grpSp>
      </p:grpSp>
      <p:grpSp>
        <p:nvGrpSpPr>
          <p:cNvPr id="6" name="Group 5">
            <a:extLst>
              <a:ext uri="{FF2B5EF4-FFF2-40B4-BE49-F238E27FC236}">
                <a16:creationId xmlns:a16="http://schemas.microsoft.com/office/drawing/2014/main" id="{8DB7E779-EF53-9F0C-F287-59237C2B2E93}"/>
              </a:ext>
            </a:extLst>
          </p:cNvPr>
          <p:cNvGrpSpPr/>
          <p:nvPr/>
        </p:nvGrpSpPr>
        <p:grpSpPr>
          <a:xfrm>
            <a:off x="9287239" y="4063824"/>
            <a:ext cx="2630019" cy="1594826"/>
            <a:chOff x="2939149" y="6122714"/>
            <a:chExt cx="1857336" cy="1126276"/>
          </a:xfrm>
        </p:grpSpPr>
        <p:cxnSp>
          <p:nvCxnSpPr>
            <p:cNvPr id="202" name="Straight Arrow Connector 1494">
              <a:extLst>
                <a:ext uri="{FF2B5EF4-FFF2-40B4-BE49-F238E27FC236}">
                  <a16:creationId xmlns:a16="http://schemas.microsoft.com/office/drawing/2014/main" id="{E148AF37-7D47-308E-9E82-C7883C1693A4}"/>
                </a:ext>
              </a:extLst>
            </p:cNvPr>
            <p:cNvCxnSpPr>
              <a:cxnSpLocks/>
            </p:cNvCxnSpPr>
            <p:nvPr/>
          </p:nvCxnSpPr>
          <p:spPr>
            <a:xfrm>
              <a:off x="3406060" y="652553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3" name="Straight Arrow Connector 1495">
              <a:extLst>
                <a:ext uri="{FF2B5EF4-FFF2-40B4-BE49-F238E27FC236}">
                  <a16:creationId xmlns:a16="http://schemas.microsoft.com/office/drawing/2014/main" id="{862D95F2-64E9-7D14-BF97-EEBF3DC6A4C5}"/>
                </a:ext>
              </a:extLst>
            </p:cNvPr>
            <p:cNvCxnSpPr>
              <a:cxnSpLocks/>
            </p:cNvCxnSpPr>
            <p:nvPr/>
          </p:nvCxnSpPr>
          <p:spPr>
            <a:xfrm>
              <a:off x="3483847" y="652553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04" name="Rectangle 579">
              <a:extLst>
                <a:ext uri="{FF2B5EF4-FFF2-40B4-BE49-F238E27FC236}">
                  <a16:creationId xmlns:a16="http://schemas.microsoft.com/office/drawing/2014/main" id="{A102C47B-C241-18C0-657B-D2766F8DFD7F}"/>
                </a:ext>
              </a:extLst>
            </p:cNvPr>
            <p:cNvSpPr/>
            <p:nvPr/>
          </p:nvSpPr>
          <p:spPr>
            <a:xfrm>
              <a:off x="3369230" y="6293122"/>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A_1</a:t>
              </a:r>
            </a:p>
          </p:txBody>
        </p:sp>
        <p:cxnSp>
          <p:nvCxnSpPr>
            <p:cNvPr id="205" name="Straight Arrow Connector 592">
              <a:extLst>
                <a:ext uri="{FF2B5EF4-FFF2-40B4-BE49-F238E27FC236}">
                  <a16:creationId xmlns:a16="http://schemas.microsoft.com/office/drawing/2014/main" id="{67AEF96E-3CE2-3AE5-3452-7E49AC48B040}"/>
                </a:ext>
              </a:extLst>
            </p:cNvPr>
            <p:cNvCxnSpPr>
              <a:cxnSpLocks/>
            </p:cNvCxnSpPr>
            <p:nvPr/>
          </p:nvCxnSpPr>
          <p:spPr>
            <a:xfrm>
              <a:off x="3589153" y="658268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6" name="Straight Arrow Connector 617">
              <a:extLst>
                <a:ext uri="{FF2B5EF4-FFF2-40B4-BE49-F238E27FC236}">
                  <a16:creationId xmlns:a16="http://schemas.microsoft.com/office/drawing/2014/main" id="{D770D694-885D-39AF-2D28-7DB9F9B181F6}"/>
                </a:ext>
              </a:extLst>
            </p:cNvPr>
            <p:cNvCxnSpPr>
              <a:cxnSpLocks/>
            </p:cNvCxnSpPr>
            <p:nvPr/>
          </p:nvCxnSpPr>
          <p:spPr>
            <a:xfrm>
              <a:off x="3666940" y="658268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07" name="Rectangle 624">
              <a:extLst>
                <a:ext uri="{FF2B5EF4-FFF2-40B4-BE49-F238E27FC236}">
                  <a16:creationId xmlns:a16="http://schemas.microsoft.com/office/drawing/2014/main" id="{46C7004A-4723-7368-6C39-182F3532E90E}"/>
                </a:ext>
              </a:extLst>
            </p:cNvPr>
            <p:cNvSpPr/>
            <p:nvPr/>
          </p:nvSpPr>
          <p:spPr>
            <a:xfrm>
              <a:off x="3370003" y="6787417"/>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C_0</a:t>
              </a:r>
            </a:p>
          </p:txBody>
        </p:sp>
        <p:grpSp>
          <p:nvGrpSpPr>
            <p:cNvPr id="208" name="Group 625">
              <a:extLst>
                <a:ext uri="{FF2B5EF4-FFF2-40B4-BE49-F238E27FC236}">
                  <a16:creationId xmlns:a16="http://schemas.microsoft.com/office/drawing/2014/main" id="{3A47837F-EEE5-2FB5-92A0-93F4C50C8DA3}"/>
                </a:ext>
              </a:extLst>
            </p:cNvPr>
            <p:cNvGrpSpPr/>
            <p:nvPr/>
          </p:nvGrpSpPr>
          <p:grpSpPr>
            <a:xfrm>
              <a:off x="3406060" y="7079896"/>
              <a:ext cx="260880" cy="169094"/>
              <a:chOff x="7871564" y="3137742"/>
              <a:chExt cx="260880" cy="274320"/>
            </a:xfrm>
          </p:grpSpPr>
          <p:cxnSp>
            <p:nvCxnSpPr>
              <p:cNvPr id="236" name="Straight Arrow Connector 626">
                <a:extLst>
                  <a:ext uri="{FF2B5EF4-FFF2-40B4-BE49-F238E27FC236}">
                    <a16:creationId xmlns:a16="http://schemas.microsoft.com/office/drawing/2014/main" id="{91D739A7-84C5-3FF5-241D-19C01977FACB}"/>
                  </a:ext>
                </a:extLst>
              </p:cNvPr>
              <p:cNvCxnSpPr>
                <a:cxnSpLocks/>
              </p:cNvCxnSpPr>
              <p:nvPr/>
            </p:nvCxnSpPr>
            <p:spPr>
              <a:xfrm>
                <a:off x="8054657"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7" name="Straight Arrow Connector 638">
                <a:extLst>
                  <a:ext uri="{FF2B5EF4-FFF2-40B4-BE49-F238E27FC236}">
                    <a16:creationId xmlns:a16="http://schemas.microsoft.com/office/drawing/2014/main" id="{8424C373-DCFC-16CC-2316-2763FB5ECAA9}"/>
                  </a:ext>
                </a:extLst>
              </p:cNvPr>
              <p:cNvCxnSpPr>
                <a:cxnSpLocks/>
              </p:cNvCxnSpPr>
              <p:nvPr/>
            </p:nvCxnSpPr>
            <p:spPr>
              <a:xfrm>
                <a:off x="813244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8" name="Straight Arrow Connector 1089">
                <a:extLst>
                  <a:ext uri="{FF2B5EF4-FFF2-40B4-BE49-F238E27FC236}">
                    <a16:creationId xmlns:a16="http://schemas.microsoft.com/office/drawing/2014/main" id="{AEA0FBD8-6155-58E3-CF43-82581D94E47D}"/>
                  </a:ext>
                </a:extLst>
              </p:cNvPr>
              <p:cNvCxnSpPr>
                <a:cxnSpLocks/>
              </p:cNvCxnSpPr>
              <p:nvPr/>
            </p:nvCxnSpPr>
            <p:spPr>
              <a:xfrm>
                <a:off x="787156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 name="Straight Arrow Connector 1090">
                <a:extLst>
                  <a:ext uri="{FF2B5EF4-FFF2-40B4-BE49-F238E27FC236}">
                    <a16:creationId xmlns:a16="http://schemas.microsoft.com/office/drawing/2014/main" id="{DE8ED751-02DD-64BE-A3DB-F50E3AEF1E64}"/>
                  </a:ext>
                </a:extLst>
              </p:cNvPr>
              <p:cNvCxnSpPr>
                <a:cxnSpLocks/>
              </p:cNvCxnSpPr>
              <p:nvPr/>
            </p:nvCxnSpPr>
            <p:spPr>
              <a:xfrm>
                <a:off x="7949351"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09" name="Straight Arrow Connector 1092">
              <a:extLst>
                <a:ext uri="{FF2B5EF4-FFF2-40B4-BE49-F238E27FC236}">
                  <a16:creationId xmlns:a16="http://schemas.microsoft.com/office/drawing/2014/main" id="{BA66DB17-03D7-CBC3-67BE-E87BF561A1B2}"/>
                </a:ext>
              </a:extLst>
            </p:cNvPr>
            <p:cNvCxnSpPr>
              <a:cxnSpLocks/>
            </p:cNvCxnSpPr>
            <p:nvPr/>
          </p:nvCxnSpPr>
          <p:spPr>
            <a:xfrm>
              <a:off x="3855967" y="652553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Straight Arrow Connector 1093">
              <a:extLst>
                <a:ext uri="{FF2B5EF4-FFF2-40B4-BE49-F238E27FC236}">
                  <a16:creationId xmlns:a16="http://schemas.microsoft.com/office/drawing/2014/main" id="{129AF04F-CE0F-0DB2-E5BE-17839E623478}"/>
                </a:ext>
              </a:extLst>
            </p:cNvPr>
            <p:cNvCxnSpPr>
              <a:cxnSpLocks/>
            </p:cNvCxnSpPr>
            <p:nvPr/>
          </p:nvCxnSpPr>
          <p:spPr>
            <a:xfrm>
              <a:off x="3933754" y="652553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11" name="Rectangle 1107">
              <a:extLst>
                <a:ext uri="{FF2B5EF4-FFF2-40B4-BE49-F238E27FC236}">
                  <a16:creationId xmlns:a16="http://schemas.microsoft.com/office/drawing/2014/main" id="{52CA438B-2134-C1A2-03A8-7D5E392327A3}"/>
                </a:ext>
              </a:extLst>
            </p:cNvPr>
            <p:cNvSpPr/>
            <p:nvPr/>
          </p:nvSpPr>
          <p:spPr>
            <a:xfrm>
              <a:off x="3819137" y="6293122"/>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212" name="Straight Arrow Connector 1117">
              <a:extLst>
                <a:ext uri="{FF2B5EF4-FFF2-40B4-BE49-F238E27FC236}">
                  <a16:creationId xmlns:a16="http://schemas.microsoft.com/office/drawing/2014/main" id="{7D7CE2D9-C964-00C3-119C-DBCB84AE7A55}"/>
                </a:ext>
              </a:extLst>
            </p:cNvPr>
            <p:cNvCxnSpPr>
              <a:cxnSpLocks/>
            </p:cNvCxnSpPr>
            <p:nvPr/>
          </p:nvCxnSpPr>
          <p:spPr>
            <a:xfrm>
              <a:off x="4039060" y="658268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Arrow Connector 1118">
              <a:extLst>
                <a:ext uri="{FF2B5EF4-FFF2-40B4-BE49-F238E27FC236}">
                  <a16:creationId xmlns:a16="http://schemas.microsoft.com/office/drawing/2014/main" id="{A6F11F5E-91D7-0B0B-68C9-1849480B0CDB}"/>
                </a:ext>
              </a:extLst>
            </p:cNvPr>
            <p:cNvCxnSpPr>
              <a:cxnSpLocks/>
            </p:cNvCxnSpPr>
            <p:nvPr/>
          </p:nvCxnSpPr>
          <p:spPr>
            <a:xfrm>
              <a:off x="4116847" y="658268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14" name="Rectangle 1119">
              <a:extLst>
                <a:ext uri="{FF2B5EF4-FFF2-40B4-BE49-F238E27FC236}">
                  <a16:creationId xmlns:a16="http://schemas.microsoft.com/office/drawing/2014/main" id="{EB091F1A-539A-5A22-55D9-24A581021C64}"/>
                </a:ext>
              </a:extLst>
            </p:cNvPr>
            <p:cNvSpPr/>
            <p:nvPr/>
          </p:nvSpPr>
          <p:spPr>
            <a:xfrm>
              <a:off x="3819910" y="6787417"/>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grpSp>
          <p:nvGrpSpPr>
            <p:cNvPr id="215" name="Group 1120">
              <a:extLst>
                <a:ext uri="{FF2B5EF4-FFF2-40B4-BE49-F238E27FC236}">
                  <a16:creationId xmlns:a16="http://schemas.microsoft.com/office/drawing/2014/main" id="{8A2E2B02-8F00-9C50-532B-941C70D903A7}"/>
                </a:ext>
              </a:extLst>
            </p:cNvPr>
            <p:cNvGrpSpPr/>
            <p:nvPr/>
          </p:nvGrpSpPr>
          <p:grpSpPr>
            <a:xfrm>
              <a:off x="3855967" y="7079896"/>
              <a:ext cx="260880" cy="169094"/>
              <a:chOff x="7871564" y="3137742"/>
              <a:chExt cx="260880" cy="274320"/>
            </a:xfrm>
          </p:grpSpPr>
          <p:cxnSp>
            <p:nvCxnSpPr>
              <p:cNvPr id="232" name="Straight Arrow Connector 1121">
                <a:extLst>
                  <a:ext uri="{FF2B5EF4-FFF2-40B4-BE49-F238E27FC236}">
                    <a16:creationId xmlns:a16="http://schemas.microsoft.com/office/drawing/2014/main" id="{36A8AC1F-E3DC-5D92-7DA4-F153EC2DF31C}"/>
                  </a:ext>
                </a:extLst>
              </p:cNvPr>
              <p:cNvCxnSpPr>
                <a:cxnSpLocks/>
              </p:cNvCxnSpPr>
              <p:nvPr/>
            </p:nvCxnSpPr>
            <p:spPr>
              <a:xfrm>
                <a:off x="8054657"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Straight Arrow Connector 1122">
                <a:extLst>
                  <a:ext uri="{FF2B5EF4-FFF2-40B4-BE49-F238E27FC236}">
                    <a16:creationId xmlns:a16="http://schemas.microsoft.com/office/drawing/2014/main" id="{223B3463-92B2-DE4A-F5F7-4AC3A619D541}"/>
                  </a:ext>
                </a:extLst>
              </p:cNvPr>
              <p:cNvCxnSpPr>
                <a:cxnSpLocks/>
              </p:cNvCxnSpPr>
              <p:nvPr/>
            </p:nvCxnSpPr>
            <p:spPr>
              <a:xfrm>
                <a:off x="813244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Straight Arrow Connector 1123">
                <a:extLst>
                  <a:ext uri="{FF2B5EF4-FFF2-40B4-BE49-F238E27FC236}">
                    <a16:creationId xmlns:a16="http://schemas.microsoft.com/office/drawing/2014/main" id="{4F884E20-6EB0-4878-4A4A-0B8AC9929129}"/>
                  </a:ext>
                </a:extLst>
              </p:cNvPr>
              <p:cNvCxnSpPr>
                <a:cxnSpLocks/>
              </p:cNvCxnSpPr>
              <p:nvPr/>
            </p:nvCxnSpPr>
            <p:spPr>
              <a:xfrm>
                <a:off x="787156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5" name="Straight Arrow Connector 1124">
                <a:extLst>
                  <a:ext uri="{FF2B5EF4-FFF2-40B4-BE49-F238E27FC236}">
                    <a16:creationId xmlns:a16="http://schemas.microsoft.com/office/drawing/2014/main" id="{32488761-00FC-9F06-4029-7301A54B4C13}"/>
                  </a:ext>
                </a:extLst>
              </p:cNvPr>
              <p:cNvCxnSpPr>
                <a:cxnSpLocks/>
              </p:cNvCxnSpPr>
              <p:nvPr/>
            </p:nvCxnSpPr>
            <p:spPr>
              <a:xfrm>
                <a:off x="7949351"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6" name="Straight Arrow Connector 1128">
              <a:extLst>
                <a:ext uri="{FF2B5EF4-FFF2-40B4-BE49-F238E27FC236}">
                  <a16:creationId xmlns:a16="http://schemas.microsoft.com/office/drawing/2014/main" id="{6D34FB5D-6FA9-5923-3A61-C5FF074A755D}"/>
                </a:ext>
              </a:extLst>
            </p:cNvPr>
            <p:cNvCxnSpPr>
              <a:cxnSpLocks/>
            </p:cNvCxnSpPr>
            <p:nvPr/>
          </p:nvCxnSpPr>
          <p:spPr>
            <a:xfrm>
              <a:off x="4486928" y="652553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Arrow Connector 1130">
              <a:extLst>
                <a:ext uri="{FF2B5EF4-FFF2-40B4-BE49-F238E27FC236}">
                  <a16:creationId xmlns:a16="http://schemas.microsoft.com/office/drawing/2014/main" id="{5A18B4BA-7F53-FF0E-C6A9-34435EC40D8C}"/>
                </a:ext>
              </a:extLst>
            </p:cNvPr>
            <p:cNvCxnSpPr>
              <a:cxnSpLocks/>
            </p:cNvCxnSpPr>
            <p:nvPr/>
          </p:nvCxnSpPr>
          <p:spPr>
            <a:xfrm>
              <a:off x="4564715" y="652553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18" name="Rectangle 1142">
              <a:extLst>
                <a:ext uri="{FF2B5EF4-FFF2-40B4-BE49-F238E27FC236}">
                  <a16:creationId xmlns:a16="http://schemas.microsoft.com/office/drawing/2014/main" id="{DDC08C89-9C7E-5BAD-CB34-1119A2C6ADC6}"/>
                </a:ext>
              </a:extLst>
            </p:cNvPr>
            <p:cNvSpPr/>
            <p:nvPr/>
          </p:nvSpPr>
          <p:spPr>
            <a:xfrm>
              <a:off x="4450098" y="6293122"/>
              <a:ext cx="345614" cy="283464"/>
            </a:xfrm>
            <a:prstGeom prst="rect">
              <a:avLst/>
            </a:prstGeom>
            <a:solidFill>
              <a:srgbClr val="41578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219" name="Straight Arrow Connector 1149">
              <a:extLst>
                <a:ext uri="{FF2B5EF4-FFF2-40B4-BE49-F238E27FC236}">
                  <a16:creationId xmlns:a16="http://schemas.microsoft.com/office/drawing/2014/main" id="{3C2D498B-7C67-721B-854B-EF1029003D1C}"/>
                </a:ext>
              </a:extLst>
            </p:cNvPr>
            <p:cNvCxnSpPr>
              <a:cxnSpLocks/>
            </p:cNvCxnSpPr>
            <p:nvPr/>
          </p:nvCxnSpPr>
          <p:spPr>
            <a:xfrm>
              <a:off x="4670021" y="658268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Arrow Connector 1150">
              <a:extLst>
                <a:ext uri="{FF2B5EF4-FFF2-40B4-BE49-F238E27FC236}">
                  <a16:creationId xmlns:a16="http://schemas.microsoft.com/office/drawing/2014/main" id="{87EC7D93-F6D7-91AC-41E7-FBA776557240}"/>
                </a:ext>
              </a:extLst>
            </p:cNvPr>
            <p:cNvCxnSpPr>
              <a:cxnSpLocks/>
            </p:cNvCxnSpPr>
            <p:nvPr/>
          </p:nvCxnSpPr>
          <p:spPr>
            <a:xfrm>
              <a:off x="4747808" y="6582682"/>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221" name="Rectangle 1537">
              <a:extLst>
                <a:ext uri="{FF2B5EF4-FFF2-40B4-BE49-F238E27FC236}">
                  <a16:creationId xmlns:a16="http://schemas.microsoft.com/office/drawing/2014/main" id="{8BF02AEE-27C5-E101-B7B8-C3B0736805DB}"/>
                </a:ext>
              </a:extLst>
            </p:cNvPr>
            <p:cNvSpPr/>
            <p:nvPr/>
          </p:nvSpPr>
          <p:spPr>
            <a:xfrm>
              <a:off x="4450871" y="6787417"/>
              <a:ext cx="345614" cy="283464"/>
            </a:xfrm>
            <a:prstGeom prst="rect">
              <a:avLst/>
            </a:prstGeom>
            <a:solidFill>
              <a:srgbClr val="41578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222" name="Group 1538">
              <a:extLst>
                <a:ext uri="{FF2B5EF4-FFF2-40B4-BE49-F238E27FC236}">
                  <a16:creationId xmlns:a16="http://schemas.microsoft.com/office/drawing/2014/main" id="{FCF45A22-6185-3100-9063-BB21E633BD1E}"/>
                </a:ext>
              </a:extLst>
            </p:cNvPr>
            <p:cNvGrpSpPr/>
            <p:nvPr/>
          </p:nvGrpSpPr>
          <p:grpSpPr>
            <a:xfrm>
              <a:off x="4486928" y="7079896"/>
              <a:ext cx="260880" cy="169094"/>
              <a:chOff x="7871564" y="3137742"/>
              <a:chExt cx="260880" cy="274320"/>
            </a:xfrm>
          </p:grpSpPr>
          <p:cxnSp>
            <p:nvCxnSpPr>
              <p:cNvPr id="228" name="Straight Arrow Connector 1539">
                <a:extLst>
                  <a:ext uri="{FF2B5EF4-FFF2-40B4-BE49-F238E27FC236}">
                    <a16:creationId xmlns:a16="http://schemas.microsoft.com/office/drawing/2014/main" id="{C954CEDD-2C44-AAC3-908E-D3112BA8FF5B}"/>
                  </a:ext>
                </a:extLst>
              </p:cNvPr>
              <p:cNvCxnSpPr>
                <a:cxnSpLocks/>
              </p:cNvCxnSpPr>
              <p:nvPr/>
            </p:nvCxnSpPr>
            <p:spPr>
              <a:xfrm>
                <a:off x="8054657"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Straight Arrow Connector 1540">
                <a:extLst>
                  <a:ext uri="{FF2B5EF4-FFF2-40B4-BE49-F238E27FC236}">
                    <a16:creationId xmlns:a16="http://schemas.microsoft.com/office/drawing/2014/main" id="{E0C38775-1571-FD65-B0CA-AA33E794EA8C}"/>
                  </a:ext>
                </a:extLst>
              </p:cNvPr>
              <p:cNvCxnSpPr>
                <a:cxnSpLocks/>
              </p:cNvCxnSpPr>
              <p:nvPr/>
            </p:nvCxnSpPr>
            <p:spPr>
              <a:xfrm>
                <a:off x="813244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Straight Arrow Connector 1541">
                <a:extLst>
                  <a:ext uri="{FF2B5EF4-FFF2-40B4-BE49-F238E27FC236}">
                    <a16:creationId xmlns:a16="http://schemas.microsoft.com/office/drawing/2014/main" id="{21D665F7-FE0A-C51D-5ACC-99D55CB91FEA}"/>
                  </a:ext>
                </a:extLst>
              </p:cNvPr>
              <p:cNvCxnSpPr>
                <a:cxnSpLocks/>
              </p:cNvCxnSpPr>
              <p:nvPr/>
            </p:nvCxnSpPr>
            <p:spPr>
              <a:xfrm>
                <a:off x="787156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Straight Arrow Connector 1542">
                <a:extLst>
                  <a:ext uri="{FF2B5EF4-FFF2-40B4-BE49-F238E27FC236}">
                    <a16:creationId xmlns:a16="http://schemas.microsoft.com/office/drawing/2014/main" id="{F39CDE43-CB33-7D38-8CF2-C388E8B51875}"/>
                  </a:ext>
                </a:extLst>
              </p:cNvPr>
              <p:cNvCxnSpPr>
                <a:cxnSpLocks/>
              </p:cNvCxnSpPr>
              <p:nvPr/>
            </p:nvCxnSpPr>
            <p:spPr>
              <a:xfrm>
                <a:off x="7949351"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23" name="Left Brace 1576">
              <a:extLst>
                <a:ext uri="{FF2B5EF4-FFF2-40B4-BE49-F238E27FC236}">
                  <a16:creationId xmlns:a16="http://schemas.microsoft.com/office/drawing/2014/main" id="{806F446D-C92E-512F-7E92-BF2FEC630D39}"/>
                </a:ext>
              </a:extLst>
            </p:cNvPr>
            <p:cNvSpPr/>
            <p:nvPr/>
          </p:nvSpPr>
          <p:spPr>
            <a:xfrm>
              <a:off x="3166334" y="6297083"/>
              <a:ext cx="178486" cy="798149"/>
            </a:xfrm>
            <a:prstGeom prst="leftBrace">
              <a:avLst>
                <a:gd name="adj1" fmla="val 33237"/>
                <a:gd name="adj2" fmla="val 50000"/>
              </a:avLst>
            </a:prstGeom>
            <a:noFill/>
            <a:ln w="635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224" name="TextBox 1577">
              <a:extLst>
                <a:ext uri="{FF2B5EF4-FFF2-40B4-BE49-F238E27FC236}">
                  <a16:creationId xmlns:a16="http://schemas.microsoft.com/office/drawing/2014/main" id="{DEFE6468-E257-FFE7-39C4-790C0024774B}"/>
                </a:ext>
              </a:extLst>
            </p:cNvPr>
            <p:cNvSpPr txBox="1"/>
            <p:nvPr/>
          </p:nvSpPr>
          <p:spPr>
            <a:xfrm rot="16200000">
              <a:off x="2676030" y="6385833"/>
              <a:ext cx="808798" cy="282560"/>
            </a:xfrm>
            <a:prstGeom prst="rect">
              <a:avLst/>
            </a:prstGeom>
            <a:noFill/>
          </p:spPr>
          <p:txBody>
            <a:bodyPr wrap="square">
              <a:spAutoFit/>
            </a:bodyPr>
            <a:lstStyle/>
            <a:p>
              <a:pPr defTabSz="914400">
                <a:defRPr/>
              </a:pPr>
              <a:r>
                <a:rPr lang="en-US" sz="2000" b="1">
                  <a:latin typeface="Calibri" panose="020F0502020204030204"/>
                </a:rPr>
                <a:t>Rank 1</a:t>
              </a:r>
            </a:p>
          </p:txBody>
        </p:sp>
        <p:grpSp>
          <p:nvGrpSpPr>
            <p:cNvPr id="225" name="Group 1584">
              <a:extLst>
                <a:ext uri="{FF2B5EF4-FFF2-40B4-BE49-F238E27FC236}">
                  <a16:creationId xmlns:a16="http://schemas.microsoft.com/office/drawing/2014/main" id="{0DB0C5B3-C6B9-6A4D-125B-BF4F022541FE}"/>
                </a:ext>
              </a:extLst>
            </p:cNvPr>
            <p:cNvGrpSpPr/>
            <p:nvPr/>
          </p:nvGrpSpPr>
          <p:grpSpPr>
            <a:xfrm>
              <a:off x="4131951" y="6153445"/>
              <a:ext cx="324752" cy="975026"/>
              <a:chOff x="10273154" y="2375195"/>
              <a:chExt cx="324752" cy="975026"/>
            </a:xfrm>
          </p:grpSpPr>
          <p:sp>
            <p:nvSpPr>
              <p:cNvPr id="226" name="TextBox 1582">
                <a:extLst>
                  <a:ext uri="{FF2B5EF4-FFF2-40B4-BE49-F238E27FC236}">
                    <a16:creationId xmlns:a16="http://schemas.microsoft.com/office/drawing/2014/main" id="{A4970AA8-C0B0-B147-310A-640EDB8B2B0E}"/>
                  </a:ext>
                </a:extLst>
              </p:cNvPr>
              <p:cNvSpPr txBox="1"/>
              <p:nvPr/>
            </p:nvSpPr>
            <p:spPr>
              <a:xfrm>
                <a:off x="10273154" y="2375195"/>
                <a:ext cx="324752" cy="456443"/>
              </a:xfrm>
              <a:prstGeom prst="rect">
                <a:avLst/>
              </a:prstGeom>
              <a:noFill/>
            </p:spPr>
            <p:txBody>
              <a:bodyPr wrap="square">
                <a:spAutoFit/>
              </a:bodyPr>
              <a:lstStyle/>
              <a:p>
                <a:pPr defTabSz="914400">
                  <a:defRPr/>
                </a:pPr>
                <a:r>
                  <a:rPr lang="en-US" altLang="zh-CN" sz="3600" b="1">
                    <a:solidFill>
                      <a:prstClr val="black"/>
                    </a:solidFill>
                    <a:latin typeface="Calibri" panose="020F0502020204030204"/>
                  </a:rPr>
                  <a:t>…</a:t>
                </a:r>
              </a:p>
            </p:txBody>
          </p:sp>
          <p:sp>
            <p:nvSpPr>
              <p:cNvPr id="227" name="TextBox 1583">
                <a:extLst>
                  <a:ext uri="{FF2B5EF4-FFF2-40B4-BE49-F238E27FC236}">
                    <a16:creationId xmlns:a16="http://schemas.microsoft.com/office/drawing/2014/main" id="{97BC6543-78BF-29F2-1FC2-BF700060BA76}"/>
                  </a:ext>
                </a:extLst>
              </p:cNvPr>
              <p:cNvSpPr txBox="1"/>
              <p:nvPr/>
            </p:nvSpPr>
            <p:spPr>
              <a:xfrm>
                <a:off x="10273154" y="2893778"/>
                <a:ext cx="324752" cy="456443"/>
              </a:xfrm>
              <a:prstGeom prst="rect">
                <a:avLst/>
              </a:prstGeom>
              <a:noFill/>
            </p:spPr>
            <p:txBody>
              <a:bodyPr wrap="square">
                <a:spAutoFit/>
              </a:bodyPr>
              <a:lstStyle/>
              <a:p>
                <a:pPr defTabSz="914400">
                  <a:defRPr/>
                </a:pPr>
                <a:r>
                  <a:rPr lang="en-US" altLang="zh-CN" sz="3600" b="1">
                    <a:solidFill>
                      <a:prstClr val="black"/>
                    </a:solidFill>
                    <a:latin typeface="Calibri" panose="020F0502020204030204"/>
                  </a:rPr>
                  <a:t>…</a:t>
                </a:r>
              </a:p>
            </p:txBody>
          </p:sp>
        </p:grpSp>
      </p:grpSp>
      <p:grpSp>
        <p:nvGrpSpPr>
          <p:cNvPr id="7" name="Group 4">
            <a:extLst>
              <a:ext uri="{FF2B5EF4-FFF2-40B4-BE49-F238E27FC236}">
                <a16:creationId xmlns:a16="http://schemas.microsoft.com/office/drawing/2014/main" id="{22727003-84E7-A4F3-D260-21108C1EDD05}"/>
              </a:ext>
            </a:extLst>
          </p:cNvPr>
          <p:cNvGrpSpPr/>
          <p:nvPr/>
        </p:nvGrpSpPr>
        <p:grpSpPr>
          <a:xfrm>
            <a:off x="9281929" y="5485725"/>
            <a:ext cx="2630009" cy="1539774"/>
            <a:chOff x="2939156" y="7306050"/>
            <a:chExt cx="1857329" cy="1087398"/>
          </a:xfrm>
        </p:grpSpPr>
        <p:cxnSp>
          <p:nvCxnSpPr>
            <p:cNvPr id="164" name="Straight Arrow Connector 1496">
              <a:extLst>
                <a:ext uri="{FF2B5EF4-FFF2-40B4-BE49-F238E27FC236}">
                  <a16:creationId xmlns:a16="http://schemas.microsoft.com/office/drawing/2014/main" id="{D7B68F3A-B271-5DED-5371-0DBA73A07CD3}"/>
                </a:ext>
              </a:extLst>
            </p:cNvPr>
            <p:cNvCxnSpPr>
              <a:cxnSpLocks/>
            </p:cNvCxnSpPr>
            <p:nvPr/>
          </p:nvCxnSpPr>
          <p:spPr>
            <a:xfrm>
              <a:off x="3406060" y="773984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5" name="Straight Arrow Connector 1497">
              <a:extLst>
                <a:ext uri="{FF2B5EF4-FFF2-40B4-BE49-F238E27FC236}">
                  <a16:creationId xmlns:a16="http://schemas.microsoft.com/office/drawing/2014/main" id="{26695B87-2E33-88A1-6A4C-D3C0AB64D766}"/>
                </a:ext>
              </a:extLst>
            </p:cNvPr>
            <p:cNvCxnSpPr>
              <a:cxnSpLocks/>
            </p:cNvCxnSpPr>
            <p:nvPr/>
          </p:nvCxnSpPr>
          <p:spPr>
            <a:xfrm>
              <a:off x="3483847" y="773984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66" name="Rectangle 580">
              <a:extLst>
                <a:ext uri="{FF2B5EF4-FFF2-40B4-BE49-F238E27FC236}">
                  <a16:creationId xmlns:a16="http://schemas.microsoft.com/office/drawing/2014/main" id="{2CD6536B-2098-EDFB-1DCE-684D53A02032}"/>
                </a:ext>
              </a:extLst>
            </p:cNvPr>
            <p:cNvSpPr/>
            <p:nvPr/>
          </p:nvSpPr>
          <p:spPr>
            <a:xfrm>
              <a:off x="3369230" y="7494730"/>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B_1</a:t>
              </a:r>
            </a:p>
          </p:txBody>
        </p:sp>
        <p:cxnSp>
          <p:nvCxnSpPr>
            <p:cNvPr id="167" name="Straight Arrow Connector 581">
              <a:extLst>
                <a:ext uri="{FF2B5EF4-FFF2-40B4-BE49-F238E27FC236}">
                  <a16:creationId xmlns:a16="http://schemas.microsoft.com/office/drawing/2014/main" id="{A88C6245-F63B-E207-CBCB-FBF8BA5A36F5}"/>
                </a:ext>
              </a:extLst>
            </p:cNvPr>
            <p:cNvCxnSpPr>
              <a:cxnSpLocks/>
            </p:cNvCxnSpPr>
            <p:nvPr/>
          </p:nvCxnSpPr>
          <p:spPr>
            <a:xfrm>
              <a:off x="3589153" y="778429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Straight Arrow Connector 582">
              <a:extLst>
                <a:ext uri="{FF2B5EF4-FFF2-40B4-BE49-F238E27FC236}">
                  <a16:creationId xmlns:a16="http://schemas.microsoft.com/office/drawing/2014/main" id="{ECE6F18E-4088-7FD0-C9E4-536A8F987FA7}"/>
                </a:ext>
              </a:extLst>
            </p:cNvPr>
            <p:cNvCxnSpPr>
              <a:cxnSpLocks/>
            </p:cNvCxnSpPr>
            <p:nvPr/>
          </p:nvCxnSpPr>
          <p:spPr>
            <a:xfrm>
              <a:off x="3666940" y="778429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69" name="Rectangle 583">
              <a:extLst>
                <a:ext uri="{FF2B5EF4-FFF2-40B4-BE49-F238E27FC236}">
                  <a16:creationId xmlns:a16="http://schemas.microsoft.com/office/drawing/2014/main" id="{C02B01CF-8962-B2D6-9BFA-4CE777FA8F89}"/>
                </a:ext>
              </a:extLst>
            </p:cNvPr>
            <p:cNvSpPr/>
            <p:nvPr/>
          </p:nvSpPr>
          <p:spPr>
            <a:xfrm>
              <a:off x="3370003" y="7931875"/>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C_1</a:t>
              </a:r>
            </a:p>
          </p:txBody>
        </p:sp>
        <p:grpSp>
          <p:nvGrpSpPr>
            <p:cNvPr id="170" name="Group 585">
              <a:extLst>
                <a:ext uri="{FF2B5EF4-FFF2-40B4-BE49-F238E27FC236}">
                  <a16:creationId xmlns:a16="http://schemas.microsoft.com/office/drawing/2014/main" id="{A78784CC-150B-0E09-475B-93447A79AA83}"/>
                </a:ext>
              </a:extLst>
            </p:cNvPr>
            <p:cNvGrpSpPr/>
            <p:nvPr/>
          </p:nvGrpSpPr>
          <p:grpSpPr>
            <a:xfrm>
              <a:off x="3406060" y="8224354"/>
              <a:ext cx="260880" cy="169094"/>
              <a:chOff x="7871564" y="3137742"/>
              <a:chExt cx="260880" cy="274320"/>
            </a:xfrm>
          </p:grpSpPr>
          <p:cxnSp>
            <p:nvCxnSpPr>
              <p:cNvPr id="198" name="Straight Arrow Connector 586">
                <a:extLst>
                  <a:ext uri="{FF2B5EF4-FFF2-40B4-BE49-F238E27FC236}">
                    <a16:creationId xmlns:a16="http://schemas.microsoft.com/office/drawing/2014/main" id="{694061F2-7F5C-7320-F4C0-9B36814E18DE}"/>
                  </a:ext>
                </a:extLst>
              </p:cNvPr>
              <p:cNvCxnSpPr>
                <a:cxnSpLocks/>
              </p:cNvCxnSpPr>
              <p:nvPr/>
            </p:nvCxnSpPr>
            <p:spPr>
              <a:xfrm>
                <a:off x="8054657"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9" name="Straight Arrow Connector 587">
                <a:extLst>
                  <a:ext uri="{FF2B5EF4-FFF2-40B4-BE49-F238E27FC236}">
                    <a16:creationId xmlns:a16="http://schemas.microsoft.com/office/drawing/2014/main" id="{FB1E2F2F-9069-C914-9F6F-E384D154C223}"/>
                  </a:ext>
                </a:extLst>
              </p:cNvPr>
              <p:cNvCxnSpPr>
                <a:cxnSpLocks/>
              </p:cNvCxnSpPr>
              <p:nvPr/>
            </p:nvCxnSpPr>
            <p:spPr>
              <a:xfrm>
                <a:off x="813244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Straight Arrow Connector 588">
                <a:extLst>
                  <a:ext uri="{FF2B5EF4-FFF2-40B4-BE49-F238E27FC236}">
                    <a16:creationId xmlns:a16="http://schemas.microsoft.com/office/drawing/2014/main" id="{84E73B5C-E2C7-38E1-FE3E-2ED4ABB3CD65}"/>
                  </a:ext>
                </a:extLst>
              </p:cNvPr>
              <p:cNvCxnSpPr>
                <a:cxnSpLocks/>
              </p:cNvCxnSpPr>
              <p:nvPr/>
            </p:nvCxnSpPr>
            <p:spPr>
              <a:xfrm>
                <a:off x="787156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1" name="Straight Arrow Connector 589">
                <a:extLst>
                  <a:ext uri="{FF2B5EF4-FFF2-40B4-BE49-F238E27FC236}">
                    <a16:creationId xmlns:a16="http://schemas.microsoft.com/office/drawing/2014/main" id="{51BDDF09-CDF8-52ED-CBF7-7C3EEF7C4934}"/>
                  </a:ext>
                </a:extLst>
              </p:cNvPr>
              <p:cNvCxnSpPr>
                <a:cxnSpLocks/>
              </p:cNvCxnSpPr>
              <p:nvPr/>
            </p:nvCxnSpPr>
            <p:spPr>
              <a:xfrm>
                <a:off x="7949351"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71" name="Straight Arrow Connector 1094">
              <a:extLst>
                <a:ext uri="{FF2B5EF4-FFF2-40B4-BE49-F238E27FC236}">
                  <a16:creationId xmlns:a16="http://schemas.microsoft.com/office/drawing/2014/main" id="{B8730736-03B6-FCC4-501D-6BF023C394D8}"/>
                </a:ext>
              </a:extLst>
            </p:cNvPr>
            <p:cNvCxnSpPr>
              <a:cxnSpLocks/>
            </p:cNvCxnSpPr>
            <p:nvPr/>
          </p:nvCxnSpPr>
          <p:spPr>
            <a:xfrm>
              <a:off x="3855967" y="773984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Arrow Connector 1095">
              <a:extLst>
                <a:ext uri="{FF2B5EF4-FFF2-40B4-BE49-F238E27FC236}">
                  <a16:creationId xmlns:a16="http://schemas.microsoft.com/office/drawing/2014/main" id="{AE824950-18E2-98DC-71BA-BCA3DBD3A3C2}"/>
                </a:ext>
              </a:extLst>
            </p:cNvPr>
            <p:cNvCxnSpPr>
              <a:cxnSpLocks/>
            </p:cNvCxnSpPr>
            <p:nvPr/>
          </p:nvCxnSpPr>
          <p:spPr>
            <a:xfrm>
              <a:off x="3933754" y="773984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73" name="Rectangle 1108">
              <a:extLst>
                <a:ext uri="{FF2B5EF4-FFF2-40B4-BE49-F238E27FC236}">
                  <a16:creationId xmlns:a16="http://schemas.microsoft.com/office/drawing/2014/main" id="{95949D0B-C3A0-8365-CC66-422FE8CDDCC7}"/>
                </a:ext>
              </a:extLst>
            </p:cNvPr>
            <p:cNvSpPr/>
            <p:nvPr/>
          </p:nvSpPr>
          <p:spPr>
            <a:xfrm>
              <a:off x="3819137" y="7494730"/>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174" name="Straight Arrow Connector 1109">
              <a:extLst>
                <a:ext uri="{FF2B5EF4-FFF2-40B4-BE49-F238E27FC236}">
                  <a16:creationId xmlns:a16="http://schemas.microsoft.com/office/drawing/2014/main" id="{CDD1F46B-E6B3-BE47-D758-C9120712443E}"/>
                </a:ext>
              </a:extLst>
            </p:cNvPr>
            <p:cNvCxnSpPr>
              <a:cxnSpLocks/>
            </p:cNvCxnSpPr>
            <p:nvPr/>
          </p:nvCxnSpPr>
          <p:spPr>
            <a:xfrm>
              <a:off x="4039060" y="778429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5" name="Straight Arrow Connector 1110">
              <a:extLst>
                <a:ext uri="{FF2B5EF4-FFF2-40B4-BE49-F238E27FC236}">
                  <a16:creationId xmlns:a16="http://schemas.microsoft.com/office/drawing/2014/main" id="{B9A865A9-F67E-3093-6BED-CF2DD0F26E6D}"/>
                </a:ext>
              </a:extLst>
            </p:cNvPr>
            <p:cNvCxnSpPr>
              <a:cxnSpLocks/>
            </p:cNvCxnSpPr>
            <p:nvPr/>
          </p:nvCxnSpPr>
          <p:spPr>
            <a:xfrm>
              <a:off x="4116847" y="778429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76" name="Rectangle 1111">
              <a:extLst>
                <a:ext uri="{FF2B5EF4-FFF2-40B4-BE49-F238E27FC236}">
                  <a16:creationId xmlns:a16="http://schemas.microsoft.com/office/drawing/2014/main" id="{EADAB8CD-3CE3-0FF1-F2BC-61E026C50EF1}"/>
                </a:ext>
              </a:extLst>
            </p:cNvPr>
            <p:cNvSpPr/>
            <p:nvPr/>
          </p:nvSpPr>
          <p:spPr>
            <a:xfrm>
              <a:off x="3819910" y="7931875"/>
              <a:ext cx="345614" cy="283464"/>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grpSp>
          <p:nvGrpSpPr>
            <p:cNvPr id="177" name="Group 1112">
              <a:extLst>
                <a:ext uri="{FF2B5EF4-FFF2-40B4-BE49-F238E27FC236}">
                  <a16:creationId xmlns:a16="http://schemas.microsoft.com/office/drawing/2014/main" id="{C5CDFDAE-654F-C41B-BB83-FA31CA507BB6}"/>
                </a:ext>
              </a:extLst>
            </p:cNvPr>
            <p:cNvGrpSpPr/>
            <p:nvPr/>
          </p:nvGrpSpPr>
          <p:grpSpPr>
            <a:xfrm>
              <a:off x="3855967" y="8224354"/>
              <a:ext cx="260880" cy="169094"/>
              <a:chOff x="7871564" y="3137742"/>
              <a:chExt cx="260880" cy="274320"/>
            </a:xfrm>
          </p:grpSpPr>
          <p:cxnSp>
            <p:nvCxnSpPr>
              <p:cNvPr id="194" name="Straight Arrow Connector 1113">
                <a:extLst>
                  <a:ext uri="{FF2B5EF4-FFF2-40B4-BE49-F238E27FC236}">
                    <a16:creationId xmlns:a16="http://schemas.microsoft.com/office/drawing/2014/main" id="{15F017E4-0B63-3579-5C82-013356CACFF3}"/>
                  </a:ext>
                </a:extLst>
              </p:cNvPr>
              <p:cNvCxnSpPr>
                <a:cxnSpLocks/>
              </p:cNvCxnSpPr>
              <p:nvPr/>
            </p:nvCxnSpPr>
            <p:spPr>
              <a:xfrm>
                <a:off x="8054657"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Straight Arrow Connector 1114">
                <a:extLst>
                  <a:ext uri="{FF2B5EF4-FFF2-40B4-BE49-F238E27FC236}">
                    <a16:creationId xmlns:a16="http://schemas.microsoft.com/office/drawing/2014/main" id="{2039D9E1-BD05-9CB1-3416-8EAA2429B0D1}"/>
                  </a:ext>
                </a:extLst>
              </p:cNvPr>
              <p:cNvCxnSpPr>
                <a:cxnSpLocks/>
              </p:cNvCxnSpPr>
              <p:nvPr/>
            </p:nvCxnSpPr>
            <p:spPr>
              <a:xfrm>
                <a:off x="813244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Arrow Connector 1115">
                <a:extLst>
                  <a:ext uri="{FF2B5EF4-FFF2-40B4-BE49-F238E27FC236}">
                    <a16:creationId xmlns:a16="http://schemas.microsoft.com/office/drawing/2014/main" id="{8CE5F864-31B6-C134-30CB-82F848FA18AC}"/>
                  </a:ext>
                </a:extLst>
              </p:cNvPr>
              <p:cNvCxnSpPr>
                <a:cxnSpLocks/>
              </p:cNvCxnSpPr>
              <p:nvPr/>
            </p:nvCxnSpPr>
            <p:spPr>
              <a:xfrm>
                <a:off x="787156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Straight Arrow Connector 1116">
                <a:extLst>
                  <a:ext uri="{FF2B5EF4-FFF2-40B4-BE49-F238E27FC236}">
                    <a16:creationId xmlns:a16="http://schemas.microsoft.com/office/drawing/2014/main" id="{A4E8EBA1-451E-AC1B-7D67-33D0AD76EF6E}"/>
                  </a:ext>
                </a:extLst>
              </p:cNvPr>
              <p:cNvCxnSpPr>
                <a:cxnSpLocks/>
              </p:cNvCxnSpPr>
              <p:nvPr/>
            </p:nvCxnSpPr>
            <p:spPr>
              <a:xfrm>
                <a:off x="7949351"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78" name="Straight Arrow Connector 1131">
              <a:extLst>
                <a:ext uri="{FF2B5EF4-FFF2-40B4-BE49-F238E27FC236}">
                  <a16:creationId xmlns:a16="http://schemas.microsoft.com/office/drawing/2014/main" id="{946DA0AC-973C-50B2-8F69-08CEE3A90382}"/>
                </a:ext>
              </a:extLst>
            </p:cNvPr>
            <p:cNvCxnSpPr>
              <a:cxnSpLocks/>
            </p:cNvCxnSpPr>
            <p:nvPr/>
          </p:nvCxnSpPr>
          <p:spPr>
            <a:xfrm>
              <a:off x="4486928" y="773984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9" name="Straight Arrow Connector 1132">
              <a:extLst>
                <a:ext uri="{FF2B5EF4-FFF2-40B4-BE49-F238E27FC236}">
                  <a16:creationId xmlns:a16="http://schemas.microsoft.com/office/drawing/2014/main" id="{0B06E0EF-0567-D4BD-D349-882006644D57}"/>
                </a:ext>
              </a:extLst>
            </p:cNvPr>
            <p:cNvCxnSpPr>
              <a:cxnSpLocks/>
            </p:cNvCxnSpPr>
            <p:nvPr/>
          </p:nvCxnSpPr>
          <p:spPr>
            <a:xfrm>
              <a:off x="4564715" y="773984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80" name="Rectangle 1143">
              <a:extLst>
                <a:ext uri="{FF2B5EF4-FFF2-40B4-BE49-F238E27FC236}">
                  <a16:creationId xmlns:a16="http://schemas.microsoft.com/office/drawing/2014/main" id="{3DF5A1F8-9604-BFBB-03FF-965E1E23B05F}"/>
                </a:ext>
              </a:extLst>
            </p:cNvPr>
            <p:cNvSpPr/>
            <p:nvPr/>
          </p:nvSpPr>
          <p:spPr>
            <a:xfrm>
              <a:off x="4450098" y="7494730"/>
              <a:ext cx="345614" cy="283464"/>
            </a:xfrm>
            <a:prstGeom prst="rect">
              <a:avLst/>
            </a:prstGeom>
            <a:solidFill>
              <a:srgbClr val="41578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181" name="Straight Arrow Connector 1145">
              <a:extLst>
                <a:ext uri="{FF2B5EF4-FFF2-40B4-BE49-F238E27FC236}">
                  <a16:creationId xmlns:a16="http://schemas.microsoft.com/office/drawing/2014/main" id="{D30E616E-8B54-D723-1A40-D4F1357DBFD9}"/>
                </a:ext>
              </a:extLst>
            </p:cNvPr>
            <p:cNvCxnSpPr>
              <a:cxnSpLocks/>
            </p:cNvCxnSpPr>
            <p:nvPr/>
          </p:nvCxnSpPr>
          <p:spPr>
            <a:xfrm>
              <a:off x="4670021" y="778429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2" name="Straight Arrow Connector 1146">
              <a:extLst>
                <a:ext uri="{FF2B5EF4-FFF2-40B4-BE49-F238E27FC236}">
                  <a16:creationId xmlns:a16="http://schemas.microsoft.com/office/drawing/2014/main" id="{42017087-D936-31C2-89CA-E18C5B78DE6D}"/>
                </a:ext>
              </a:extLst>
            </p:cNvPr>
            <p:cNvCxnSpPr>
              <a:cxnSpLocks/>
            </p:cNvCxnSpPr>
            <p:nvPr/>
          </p:nvCxnSpPr>
          <p:spPr>
            <a:xfrm>
              <a:off x="4747808" y="7784290"/>
              <a:ext cx="0" cy="258361"/>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sp>
          <p:nvSpPr>
            <p:cNvPr id="183" name="Rectangle 1147">
              <a:extLst>
                <a:ext uri="{FF2B5EF4-FFF2-40B4-BE49-F238E27FC236}">
                  <a16:creationId xmlns:a16="http://schemas.microsoft.com/office/drawing/2014/main" id="{BA6F3738-3C81-BD0E-56DD-C9548991B688}"/>
                </a:ext>
              </a:extLst>
            </p:cNvPr>
            <p:cNvSpPr/>
            <p:nvPr/>
          </p:nvSpPr>
          <p:spPr>
            <a:xfrm>
              <a:off x="4450871" y="7931875"/>
              <a:ext cx="345614" cy="283464"/>
            </a:xfrm>
            <a:prstGeom prst="rect">
              <a:avLst/>
            </a:prstGeom>
            <a:solidFill>
              <a:srgbClr val="41578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184" name="Group 1148">
              <a:extLst>
                <a:ext uri="{FF2B5EF4-FFF2-40B4-BE49-F238E27FC236}">
                  <a16:creationId xmlns:a16="http://schemas.microsoft.com/office/drawing/2014/main" id="{24BC272C-ACB5-683C-1BE9-3018E58DDBF8}"/>
                </a:ext>
              </a:extLst>
            </p:cNvPr>
            <p:cNvGrpSpPr/>
            <p:nvPr/>
          </p:nvGrpSpPr>
          <p:grpSpPr>
            <a:xfrm>
              <a:off x="4486928" y="8224354"/>
              <a:ext cx="260880" cy="169094"/>
              <a:chOff x="7871564" y="3137742"/>
              <a:chExt cx="260880" cy="274320"/>
            </a:xfrm>
          </p:grpSpPr>
          <p:cxnSp>
            <p:nvCxnSpPr>
              <p:cNvPr id="190" name="Straight Arrow Connector 1543">
                <a:extLst>
                  <a:ext uri="{FF2B5EF4-FFF2-40B4-BE49-F238E27FC236}">
                    <a16:creationId xmlns:a16="http://schemas.microsoft.com/office/drawing/2014/main" id="{3B33B0A0-13FF-8C07-3E11-0FBD0768946B}"/>
                  </a:ext>
                </a:extLst>
              </p:cNvPr>
              <p:cNvCxnSpPr>
                <a:cxnSpLocks/>
              </p:cNvCxnSpPr>
              <p:nvPr/>
            </p:nvCxnSpPr>
            <p:spPr>
              <a:xfrm>
                <a:off x="8054657"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1" name="Straight Arrow Connector 1544">
                <a:extLst>
                  <a:ext uri="{FF2B5EF4-FFF2-40B4-BE49-F238E27FC236}">
                    <a16:creationId xmlns:a16="http://schemas.microsoft.com/office/drawing/2014/main" id="{1CC8B711-8BD5-ABFC-0DC2-6EEDB9A1F7F6}"/>
                  </a:ext>
                </a:extLst>
              </p:cNvPr>
              <p:cNvCxnSpPr>
                <a:cxnSpLocks/>
              </p:cNvCxnSpPr>
              <p:nvPr/>
            </p:nvCxnSpPr>
            <p:spPr>
              <a:xfrm>
                <a:off x="8132444" y="3137742"/>
                <a:ext cx="0" cy="274320"/>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Straight Arrow Connector 1545">
                <a:extLst>
                  <a:ext uri="{FF2B5EF4-FFF2-40B4-BE49-F238E27FC236}">
                    <a16:creationId xmlns:a16="http://schemas.microsoft.com/office/drawing/2014/main" id="{46EB5575-F8B6-F3DF-DCC9-19D94EF8A6E0}"/>
                  </a:ext>
                </a:extLst>
              </p:cNvPr>
              <p:cNvCxnSpPr>
                <a:cxnSpLocks/>
              </p:cNvCxnSpPr>
              <p:nvPr/>
            </p:nvCxnSpPr>
            <p:spPr>
              <a:xfrm>
                <a:off x="7871564"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3" name="Straight Arrow Connector 1547">
                <a:extLst>
                  <a:ext uri="{FF2B5EF4-FFF2-40B4-BE49-F238E27FC236}">
                    <a16:creationId xmlns:a16="http://schemas.microsoft.com/office/drawing/2014/main" id="{D87D5E59-C977-1A45-AB0F-8E79A786C77D}"/>
                  </a:ext>
                </a:extLst>
              </p:cNvPr>
              <p:cNvCxnSpPr>
                <a:cxnSpLocks/>
              </p:cNvCxnSpPr>
              <p:nvPr/>
            </p:nvCxnSpPr>
            <p:spPr>
              <a:xfrm>
                <a:off x="7949351" y="3137742"/>
                <a:ext cx="0" cy="274320"/>
              </a:xfrm>
              <a:prstGeom prst="straightConnector1">
                <a:avLst/>
              </a:prstGeom>
              <a:ln w="25400">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85" name="Left Brace 1578">
              <a:extLst>
                <a:ext uri="{FF2B5EF4-FFF2-40B4-BE49-F238E27FC236}">
                  <a16:creationId xmlns:a16="http://schemas.microsoft.com/office/drawing/2014/main" id="{3A82EE9D-B29D-E03A-6542-793F1FD8E978}"/>
                </a:ext>
              </a:extLst>
            </p:cNvPr>
            <p:cNvSpPr/>
            <p:nvPr/>
          </p:nvSpPr>
          <p:spPr>
            <a:xfrm>
              <a:off x="3166341" y="7488788"/>
              <a:ext cx="178486" cy="734671"/>
            </a:xfrm>
            <a:prstGeom prst="leftBrace">
              <a:avLst>
                <a:gd name="adj1" fmla="val 33237"/>
                <a:gd name="adj2" fmla="val 50000"/>
              </a:avLst>
            </a:prstGeom>
            <a:noFill/>
            <a:ln w="635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86" name="TextBox 1579">
              <a:extLst>
                <a:ext uri="{FF2B5EF4-FFF2-40B4-BE49-F238E27FC236}">
                  <a16:creationId xmlns:a16="http://schemas.microsoft.com/office/drawing/2014/main" id="{57956B12-26B3-80F2-1AEE-2B04EEB0410F}"/>
                </a:ext>
              </a:extLst>
            </p:cNvPr>
            <p:cNvSpPr txBox="1"/>
            <p:nvPr/>
          </p:nvSpPr>
          <p:spPr>
            <a:xfrm rot="16200000">
              <a:off x="2676037" y="7630668"/>
              <a:ext cx="808798" cy="282560"/>
            </a:xfrm>
            <a:prstGeom prst="rect">
              <a:avLst/>
            </a:prstGeom>
            <a:noFill/>
          </p:spPr>
          <p:txBody>
            <a:bodyPr wrap="square">
              <a:spAutoFit/>
            </a:bodyPr>
            <a:lstStyle/>
            <a:p>
              <a:pPr defTabSz="914400">
                <a:defRPr/>
              </a:pPr>
              <a:r>
                <a:rPr lang="en-US" sz="2000" b="1">
                  <a:latin typeface="Calibri" panose="020F0502020204030204"/>
                </a:rPr>
                <a:t>Rank 2</a:t>
              </a:r>
            </a:p>
          </p:txBody>
        </p:sp>
        <p:grpSp>
          <p:nvGrpSpPr>
            <p:cNvPr id="187" name="Group 1586">
              <a:extLst>
                <a:ext uri="{FF2B5EF4-FFF2-40B4-BE49-F238E27FC236}">
                  <a16:creationId xmlns:a16="http://schemas.microsoft.com/office/drawing/2014/main" id="{99ABD089-D0A6-FBC6-CF55-A41650C8CA44}"/>
                </a:ext>
              </a:extLst>
            </p:cNvPr>
            <p:cNvGrpSpPr/>
            <p:nvPr/>
          </p:nvGrpSpPr>
          <p:grpSpPr>
            <a:xfrm>
              <a:off x="4131951" y="7306050"/>
              <a:ext cx="324752" cy="975026"/>
              <a:chOff x="10267049" y="1196212"/>
              <a:chExt cx="324752" cy="975026"/>
            </a:xfrm>
          </p:grpSpPr>
          <p:sp>
            <p:nvSpPr>
              <p:cNvPr id="188" name="TextBox 1587">
                <a:extLst>
                  <a:ext uri="{FF2B5EF4-FFF2-40B4-BE49-F238E27FC236}">
                    <a16:creationId xmlns:a16="http://schemas.microsoft.com/office/drawing/2014/main" id="{56EC8924-F05D-1E20-C41B-BEF35078F15C}"/>
                  </a:ext>
                </a:extLst>
              </p:cNvPr>
              <p:cNvSpPr txBox="1"/>
              <p:nvPr/>
            </p:nvSpPr>
            <p:spPr>
              <a:xfrm>
                <a:off x="10267049" y="1196212"/>
                <a:ext cx="324752" cy="456443"/>
              </a:xfrm>
              <a:prstGeom prst="rect">
                <a:avLst/>
              </a:prstGeom>
              <a:noFill/>
            </p:spPr>
            <p:txBody>
              <a:bodyPr wrap="square">
                <a:spAutoFit/>
              </a:bodyPr>
              <a:lstStyle/>
              <a:p>
                <a:pPr defTabSz="914400">
                  <a:defRPr/>
                </a:pPr>
                <a:r>
                  <a:rPr lang="en-US" altLang="zh-CN" sz="3600" b="1">
                    <a:solidFill>
                      <a:prstClr val="black"/>
                    </a:solidFill>
                    <a:latin typeface="Calibri" panose="020F0502020204030204"/>
                  </a:rPr>
                  <a:t>…</a:t>
                </a:r>
              </a:p>
            </p:txBody>
          </p:sp>
          <p:sp>
            <p:nvSpPr>
              <p:cNvPr id="189" name="TextBox 1588">
                <a:extLst>
                  <a:ext uri="{FF2B5EF4-FFF2-40B4-BE49-F238E27FC236}">
                    <a16:creationId xmlns:a16="http://schemas.microsoft.com/office/drawing/2014/main" id="{F02064FE-7A4E-D4A6-ECA7-F42163DA6620}"/>
                  </a:ext>
                </a:extLst>
              </p:cNvPr>
              <p:cNvSpPr txBox="1"/>
              <p:nvPr/>
            </p:nvSpPr>
            <p:spPr>
              <a:xfrm>
                <a:off x="10267049" y="1714795"/>
                <a:ext cx="324752" cy="456443"/>
              </a:xfrm>
              <a:prstGeom prst="rect">
                <a:avLst/>
              </a:prstGeom>
              <a:noFill/>
            </p:spPr>
            <p:txBody>
              <a:bodyPr wrap="square">
                <a:spAutoFit/>
              </a:bodyPr>
              <a:lstStyle/>
              <a:p>
                <a:pPr defTabSz="914400">
                  <a:defRPr/>
                </a:pPr>
                <a:r>
                  <a:rPr lang="en-US" altLang="zh-CN" sz="3600" b="1">
                    <a:solidFill>
                      <a:prstClr val="black"/>
                    </a:solidFill>
                    <a:latin typeface="Calibri" panose="020F0502020204030204"/>
                  </a:rPr>
                  <a:t>…</a:t>
                </a:r>
              </a:p>
            </p:txBody>
          </p:sp>
        </p:grpSp>
      </p:grpSp>
      <p:sp>
        <p:nvSpPr>
          <p:cNvPr id="11" name="Rectangle 1519">
            <a:extLst>
              <a:ext uri="{FF2B5EF4-FFF2-40B4-BE49-F238E27FC236}">
                <a16:creationId xmlns:a16="http://schemas.microsoft.com/office/drawing/2014/main" id="{77B204BB-2254-4628-5364-28302E556849}"/>
              </a:ext>
            </a:extLst>
          </p:cNvPr>
          <p:cNvSpPr/>
          <p:nvPr/>
        </p:nvSpPr>
        <p:spPr>
          <a:xfrm>
            <a:off x="4696371"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12" name="Group 1520">
            <a:extLst>
              <a:ext uri="{FF2B5EF4-FFF2-40B4-BE49-F238E27FC236}">
                <a16:creationId xmlns:a16="http://schemas.microsoft.com/office/drawing/2014/main" id="{689E4275-64DA-398C-0873-426266476B23}"/>
              </a:ext>
            </a:extLst>
          </p:cNvPr>
          <p:cNvGrpSpPr/>
          <p:nvPr/>
        </p:nvGrpSpPr>
        <p:grpSpPr>
          <a:xfrm>
            <a:off x="4747877" y="3844361"/>
            <a:ext cx="363592" cy="241548"/>
            <a:chOff x="7877914" y="1675761"/>
            <a:chExt cx="254530" cy="274320"/>
          </a:xfrm>
        </p:grpSpPr>
        <p:cxnSp>
          <p:nvCxnSpPr>
            <p:cNvPr id="160" name="Straight Arrow Connector 1521">
              <a:extLst>
                <a:ext uri="{FF2B5EF4-FFF2-40B4-BE49-F238E27FC236}">
                  <a16:creationId xmlns:a16="http://schemas.microsoft.com/office/drawing/2014/main" id="{D3A439B3-B497-3995-C96C-14BD7DA29692}"/>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1" name="Straight Arrow Connector 1522">
              <a:extLst>
                <a:ext uri="{FF2B5EF4-FFF2-40B4-BE49-F238E27FC236}">
                  <a16:creationId xmlns:a16="http://schemas.microsoft.com/office/drawing/2014/main" id="{E32C0089-E30B-B5E3-F30D-97F901A4AB90}"/>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Arrow Connector 1523">
              <a:extLst>
                <a:ext uri="{FF2B5EF4-FFF2-40B4-BE49-F238E27FC236}">
                  <a16:creationId xmlns:a16="http://schemas.microsoft.com/office/drawing/2014/main" id="{56F63443-5C7C-613C-D8CF-5D2E9CA34DB3}"/>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Arrow Connector 1524">
              <a:extLst>
                <a:ext uri="{FF2B5EF4-FFF2-40B4-BE49-F238E27FC236}">
                  <a16:creationId xmlns:a16="http://schemas.microsoft.com/office/drawing/2014/main" id="{97910873-E068-2C83-0287-BEEB83FCAA38}"/>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13" name="Rectangle 1525">
            <a:extLst>
              <a:ext uri="{FF2B5EF4-FFF2-40B4-BE49-F238E27FC236}">
                <a16:creationId xmlns:a16="http://schemas.microsoft.com/office/drawing/2014/main" id="{F815842C-27BB-4336-4BA0-340F5EDCD212}"/>
              </a:ext>
            </a:extLst>
          </p:cNvPr>
          <p:cNvSpPr/>
          <p:nvPr/>
        </p:nvSpPr>
        <p:spPr>
          <a:xfrm>
            <a:off x="4695266"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A</a:t>
            </a:r>
          </a:p>
        </p:txBody>
      </p:sp>
      <p:cxnSp>
        <p:nvCxnSpPr>
          <p:cNvPr id="14" name="Straight Arrow Connector 1526">
            <a:extLst>
              <a:ext uri="{FF2B5EF4-FFF2-40B4-BE49-F238E27FC236}">
                <a16:creationId xmlns:a16="http://schemas.microsoft.com/office/drawing/2014/main" id="{89C1C43B-12C3-B625-8BAF-93B04270F5A6}"/>
              </a:ext>
            </a:extLst>
          </p:cNvPr>
          <p:cNvCxnSpPr>
            <a:cxnSpLocks/>
          </p:cNvCxnSpPr>
          <p:nvPr/>
        </p:nvCxnSpPr>
        <p:spPr>
          <a:xfrm>
            <a:off x="500942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527">
            <a:extLst>
              <a:ext uri="{FF2B5EF4-FFF2-40B4-BE49-F238E27FC236}">
                <a16:creationId xmlns:a16="http://schemas.microsoft.com/office/drawing/2014/main" id="{F86F962E-8BCF-2E05-8E8F-558165EAA2A6}"/>
              </a:ext>
            </a:extLst>
          </p:cNvPr>
          <p:cNvCxnSpPr>
            <a:cxnSpLocks/>
          </p:cNvCxnSpPr>
          <p:nvPr/>
        </p:nvCxnSpPr>
        <p:spPr>
          <a:xfrm>
            <a:off x="512054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28">
            <a:extLst>
              <a:ext uri="{FF2B5EF4-FFF2-40B4-BE49-F238E27FC236}">
                <a16:creationId xmlns:a16="http://schemas.microsoft.com/office/drawing/2014/main" id="{F5F24108-94D0-3A42-D524-7E90DB7B7B4C}"/>
              </a:ext>
            </a:extLst>
          </p:cNvPr>
          <p:cNvCxnSpPr>
            <a:cxnSpLocks/>
          </p:cNvCxnSpPr>
          <p:nvPr/>
        </p:nvCxnSpPr>
        <p:spPr>
          <a:xfrm>
            <a:off x="47478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529">
            <a:extLst>
              <a:ext uri="{FF2B5EF4-FFF2-40B4-BE49-F238E27FC236}">
                <a16:creationId xmlns:a16="http://schemas.microsoft.com/office/drawing/2014/main" id="{88C9084F-9F3B-3776-2673-FF83F96F0B6E}"/>
              </a:ext>
            </a:extLst>
          </p:cNvPr>
          <p:cNvCxnSpPr>
            <a:cxnSpLocks/>
          </p:cNvCxnSpPr>
          <p:nvPr/>
        </p:nvCxnSpPr>
        <p:spPr>
          <a:xfrm>
            <a:off x="48589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530">
            <a:extLst>
              <a:ext uri="{FF2B5EF4-FFF2-40B4-BE49-F238E27FC236}">
                <a16:creationId xmlns:a16="http://schemas.microsoft.com/office/drawing/2014/main" id="{AC36FEB4-30D0-491E-D8F8-70D617A7AAAD}"/>
              </a:ext>
            </a:extLst>
          </p:cNvPr>
          <p:cNvSpPr/>
          <p:nvPr/>
        </p:nvSpPr>
        <p:spPr>
          <a:xfrm>
            <a:off x="4696371"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B</a:t>
            </a:r>
          </a:p>
        </p:txBody>
      </p:sp>
      <p:grpSp>
        <p:nvGrpSpPr>
          <p:cNvPr id="19" name="Group 1531">
            <a:extLst>
              <a:ext uri="{FF2B5EF4-FFF2-40B4-BE49-F238E27FC236}">
                <a16:creationId xmlns:a16="http://schemas.microsoft.com/office/drawing/2014/main" id="{AEA46B89-3D71-0E94-5D19-077D0509D0CB}"/>
              </a:ext>
            </a:extLst>
          </p:cNvPr>
          <p:cNvGrpSpPr/>
          <p:nvPr/>
        </p:nvGrpSpPr>
        <p:grpSpPr>
          <a:xfrm>
            <a:off x="4747878" y="5975439"/>
            <a:ext cx="372663" cy="241548"/>
            <a:chOff x="7871564" y="3137742"/>
            <a:chExt cx="260880" cy="274320"/>
          </a:xfrm>
        </p:grpSpPr>
        <p:cxnSp>
          <p:nvCxnSpPr>
            <p:cNvPr id="156" name="Straight Arrow Connector 1532">
              <a:extLst>
                <a:ext uri="{FF2B5EF4-FFF2-40B4-BE49-F238E27FC236}">
                  <a16:creationId xmlns:a16="http://schemas.microsoft.com/office/drawing/2014/main" id="{B6389895-6F62-4753-F44D-26A146D46EC1}"/>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7" name="Straight Arrow Connector 1533">
              <a:extLst>
                <a:ext uri="{FF2B5EF4-FFF2-40B4-BE49-F238E27FC236}">
                  <a16:creationId xmlns:a16="http://schemas.microsoft.com/office/drawing/2014/main" id="{3BA92481-EFD5-8058-6021-0AD5D1134A7E}"/>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8" name="Straight Arrow Connector 1534">
              <a:extLst>
                <a:ext uri="{FF2B5EF4-FFF2-40B4-BE49-F238E27FC236}">
                  <a16:creationId xmlns:a16="http://schemas.microsoft.com/office/drawing/2014/main" id="{42FE1308-520B-0BEF-AB4C-5C98343019B9}"/>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9" name="Straight Arrow Connector 575">
              <a:extLst>
                <a:ext uri="{FF2B5EF4-FFF2-40B4-BE49-F238E27FC236}">
                  <a16:creationId xmlns:a16="http://schemas.microsoft.com/office/drawing/2014/main" id="{1B85713B-7DC0-AEDF-689D-8015176C547E}"/>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20" name="Rectangle 576">
            <a:extLst>
              <a:ext uri="{FF2B5EF4-FFF2-40B4-BE49-F238E27FC236}">
                <a16:creationId xmlns:a16="http://schemas.microsoft.com/office/drawing/2014/main" id="{AA0A07B1-BB06-B2D5-9401-8976FAFDE224}"/>
              </a:ext>
            </a:extLst>
          </p:cNvPr>
          <p:cNvSpPr/>
          <p:nvPr/>
        </p:nvSpPr>
        <p:spPr>
          <a:xfrm>
            <a:off x="4695266"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400" kern="0">
                <a:solidFill>
                  <a:prstClr val="white"/>
                </a:solidFill>
                <a:latin typeface="Calibri" panose="020F0502020204030204"/>
              </a:rPr>
              <a:t>C</a:t>
            </a:r>
          </a:p>
        </p:txBody>
      </p:sp>
      <p:cxnSp>
        <p:nvCxnSpPr>
          <p:cNvPr id="21" name="Straight Arrow Connector 605">
            <a:extLst>
              <a:ext uri="{FF2B5EF4-FFF2-40B4-BE49-F238E27FC236}">
                <a16:creationId xmlns:a16="http://schemas.microsoft.com/office/drawing/2014/main" id="{E1C7745F-D092-6DA1-ADA8-FDF69BB606BB}"/>
              </a:ext>
            </a:extLst>
          </p:cNvPr>
          <p:cNvCxnSpPr>
            <a:cxnSpLocks/>
          </p:cNvCxnSpPr>
          <p:nvPr/>
        </p:nvCxnSpPr>
        <p:spPr>
          <a:xfrm rot="16200000" flipH="1">
            <a:off x="533698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606">
            <a:extLst>
              <a:ext uri="{FF2B5EF4-FFF2-40B4-BE49-F238E27FC236}">
                <a16:creationId xmlns:a16="http://schemas.microsoft.com/office/drawing/2014/main" id="{858AA476-4891-6CA5-F565-87BF169E88C1}"/>
              </a:ext>
            </a:extLst>
          </p:cNvPr>
          <p:cNvCxnSpPr>
            <a:cxnSpLocks/>
          </p:cNvCxnSpPr>
          <p:nvPr/>
        </p:nvCxnSpPr>
        <p:spPr>
          <a:xfrm rot="16200000" flipH="1">
            <a:off x="533698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607">
            <a:extLst>
              <a:ext uri="{FF2B5EF4-FFF2-40B4-BE49-F238E27FC236}">
                <a16:creationId xmlns:a16="http://schemas.microsoft.com/office/drawing/2014/main" id="{E6C0F4BC-2786-969A-12E7-50546D1B63B1}"/>
              </a:ext>
            </a:extLst>
          </p:cNvPr>
          <p:cNvCxnSpPr>
            <a:cxnSpLocks/>
          </p:cNvCxnSpPr>
          <p:nvPr/>
        </p:nvCxnSpPr>
        <p:spPr>
          <a:xfrm rot="16200000" flipH="1">
            <a:off x="533698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608">
            <a:extLst>
              <a:ext uri="{FF2B5EF4-FFF2-40B4-BE49-F238E27FC236}">
                <a16:creationId xmlns:a16="http://schemas.microsoft.com/office/drawing/2014/main" id="{3E219F35-6619-F173-8ABF-3B69085042A9}"/>
              </a:ext>
            </a:extLst>
          </p:cNvPr>
          <p:cNvSpPr/>
          <p:nvPr/>
        </p:nvSpPr>
        <p:spPr>
          <a:xfrm>
            <a:off x="5341537"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25" name="Straight Arrow Connector 609">
            <a:extLst>
              <a:ext uri="{FF2B5EF4-FFF2-40B4-BE49-F238E27FC236}">
                <a16:creationId xmlns:a16="http://schemas.microsoft.com/office/drawing/2014/main" id="{0F737A17-1B80-EA1F-B8DC-4B4B803AC5FC}"/>
              </a:ext>
            </a:extLst>
          </p:cNvPr>
          <p:cNvCxnSpPr>
            <a:cxnSpLocks/>
          </p:cNvCxnSpPr>
          <p:nvPr/>
        </p:nvCxnSpPr>
        <p:spPr>
          <a:xfrm>
            <a:off x="5657374"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610">
            <a:extLst>
              <a:ext uri="{FF2B5EF4-FFF2-40B4-BE49-F238E27FC236}">
                <a16:creationId xmlns:a16="http://schemas.microsoft.com/office/drawing/2014/main" id="{51492A4A-5E96-E8BA-9303-6E8011259C06}"/>
              </a:ext>
            </a:extLst>
          </p:cNvPr>
          <p:cNvCxnSpPr>
            <a:cxnSpLocks/>
          </p:cNvCxnSpPr>
          <p:nvPr/>
        </p:nvCxnSpPr>
        <p:spPr>
          <a:xfrm>
            <a:off x="5768492" y="3844361"/>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611">
            <a:extLst>
              <a:ext uri="{FF2B5EF4-FFF2-40B4-BE49-F238E27FC236}">
                <a16:creationId xmlns:a16="http://schemas.microsoft.com/office/drawing/2014/main" id="{1C3D45CD-059E-5E7C-91B3-8C24D4759A7E}"/>
              </a:ext>
            </a:extLst>
          </p:cNvPr>
          <p:cNvCxnSpPr>
            <a:cxnSpLocks/>
          </p:cNvCxnSpPr>
          <p:nvPr/>
        </p:nvCxnSpPr>
        <p:spPr>
          <a:xfrm>
            <a:off x="5395829" y="3844361"/>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612">
            <a:extLst>
              <a:ext uri="{FF2B5EF4-FFF2-40B4-BE49-F238E27FC236}">
                <a16:creationId xmlns:a16="http://schemas.microsoft.com/office/drawing/2014/main" id="{308B81FE-EEFE-5E90-DF24-A5FDC56A4984}"/>
              </a:ext>
            </a:extLst>
          </p:cNvPr>
          <p:cNvCxnSpPr>
            <a:cxnSpLocks/>
          </p:cNvCxnSpPr>
          <p:nvPr/>
        </p:nvCxnSpPr>
        <p:spPr>
          <a:xfrm>
            <a:off x="5506946" y="3844361"/>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29" name="Rectangle 613">
            <a:extLst>
              <a:ext uri="{FF2B5EF4-FFF2-40B4-BE49-F238E27FC236}">
                <a16:creationId xmlns:a16="http://schemas.microsoft.com/office/drawing/2014/main" id="{0D37B2A9-EB6A-681E-0B1E-97901D69E9FB}"/>
              </a:ext>
            </a:extLst>
          </p:cNvPr>
          <p:cNvSpPr/>
          <p:nvPr/>
        </p:nvSpPr>
        <p:spPr>
          <a:xfrm>
            <a:off x="5340708" y="40515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30" name="Straight Arrow Connector 614">
            <a:extLst>
              <a:ext uri="{FF2B5EF4-FFF2-40B4-BE49-F238E27FC236}">
                <a16:creationId xmlns:a16="http://schemas.microsoft.com/office/drawing/2014/main" id="{F3EBDD7C-48C3-E8F3-5BE3-F921901A5398}"/>
              </a:ext>
            </a:extLst>
          </p:cNvPr>
          <p:cNvCxnSpPr>
            <a:cxnSpLocks/>
          </p:cNvCxnSpPr>
          <p:nvPr/>
        </p:nvCxnSpPr>
        <p:spPr>
          <a:xfrm>
            <a:off x="5657374"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615">
            <a:extLst>
              <a:ext uri="{FF2B5EF4-FFF2-40B4-BE49-F238E27FC236}">
                <a16:creationId xmlns:a16="http://schemas.microsoft.com/office/drawing/2014/main" id="{BDD7A813-0DEE-FCDF-6BC0-74EF171A6BB4}"/>
              </a:ext>
            </a:extLst>
          </p:cNvPr>
          <p:cNvCxnSpPr>
            <a:cxnSpLocks/>
          </p:cNvCxnSpPr>
          <p:nvPr/>
        </p:nvCxnSpPr>
        <p:spPr>
          <a:xfrm>
            <a:off x="576849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618">
            <a:extLst>
              <a:ext uri="{FF2B5EF4-FFF2-40B4-BE49-F238E27FC236}">
                <a16:creationId xmlns:a16="http://schemas.microsoft.com/office/drawing/2014/main" id="{19B0B70B-338A-FB81-EF75-6E301D376FE7}"/>
              </a:ext>
            </a:extLst>
          </p:cNvPr>
          <p:cNvCxnSpPr>
            <a:cxnSpLocks/>
          </p:cNvCxnSpPr>
          <p:nvPr/>
        </p:nvCxnSpPr>
        <p:spPr>
          <a:xfrm>
            <a:off x="5395829" y="4871755"/>
            <a:ext cx="0" cy="369064"/>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619">
            <a:extLst>
              <a:ext uri="{FF2B5EF4-FFF2-40B4-BE49-F238E27FC236}">
                <a16:creationId xmlns:a16="http://schemas.microsoft.com/office/drawing/2014/main" id="{F5A075C9-CD62-FE0B-9502-7EA5C8F50028}"/>
              </a:ext>
            </a:extLst>
          </p:cNvPr>
          <p:cNvCxnSpPr>
            <a:cxnSpLocks/>
          </p:cNvCxnSpPr>
          <p:nvPr/>
        </p:nvCxnSpPr>
        <p:spPr>
          <a:xfrm>
            <a:off x="55069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34" name="Rectangle 620">
            <a:extLst>
              <a:ext uri="{FF2B5EF4-FFF2-40B4-BE49-F238E27FC236}">
                <a16:creationId xmlns:a16="http://schemas.microsoft.com/office/drawing/2014/main" id="{876F6DED-7BD8-CB02-FBC2-AC6D339E6E46}"/>
              </a:ext>
            </a:extLst>
          </p:cNvPr>
          <p:cNvSpPr/>
          <p:nvPr/>
        </p:nvSpPr>
        <p:spPr>
          <a:xfrm>
            <a:off x="5341537" y="5164216"/>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35" name="Straight Arrow Connector 621">
            <a:extLst>
              <a:ext uri="{FF2B5EF4-FFF2-40B4-BE49-F238E27FC236}">
                <a16:creationId xmlns:a16="http://schemas.microsoft.com/office/drawing/2014/main" id="{0F4DCCB3-FCEF-A6B4-11DA-D44C7795B5CF}"/>
              </a:ext>
            </a:extLst>
          </p:cNvPr>
          <p:cNvCxnSpPr>
            <a:cxnSpLocks/>
          </p:cNvCxnSpPr>
          <p:nvPr/>
        </p:nvCxnSpPr>
        <p:spPr>
          <a:xfrm>
            <a:off x="5657374"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622">
            <a:extLst>
              <a:ext uri="{FF2B5EF4-FFF2-40B4-BE49-F238E27FC236}">
                <a16:creationId xmlns:a16="http://schemas.microsoft.com/office/drawing/2014/main" id="{59BB9FCB-D8EC-F820-7B54-2CCD79566E28}"/>
              </a:ext>
            </a:extLst>
          </p:cNvPr>
          <p:cNvCxnSpPr>
            <a:cxnSpLocks/>
          </p:cNvCxnSpPr>
          <p:nvPr/>
        </p:nvCxnSpPr>
        <p:spPr>
          <a:xfrm>
            <a:off x="5768492" y="5975439"/>
            <a:ext cx="0" cy="241548"/>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623">
            <a:extLst>
              <a:ext uri="{FF2B5EF4-FFF2-40B4-BE49-F238E27FC236}">
                <a16:creationId xmlns:a16="http://schemas.microsoft.com/office/drawing/2014/main" id="{89194E38-697A-995B-74F9-B4D226DEBAA3}"/>
              </a:ext>
            </a:extLst>
          </p:cNvPr>
          <p:cNvCxnSpPr>
            <a:cxnSpLocks/>
          </p:cNvCxnSpPr>
          <p:nvPr/>
        </p:nvCxnSpPr>
        <p:spPr>
          <a:xfrm>
            <a:off x="5395829" y="5975439"/>
            <a:ext cx="0" cy="241548"/>
          </a:xfrm>
          <a:prstGeom prst="straightConnector1">
            <a:avLst/>
          </a:prstGeom>
          <a:ln w="38100">
            <a:solidFill>
              <a:schemeClr val="tx1"/>
            </a:solidFill>
            <a:prstDash val="solid"/>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632">
            <a:extLst>
              <a:ext uri="{FF2B5EF4-FFF2-40B4-BE49-F238E27FC236}">
                <a16:creationId xmlns:a16="http://schemas.microsoft.com/office/drawing/2014/main" id="{55E7D23F-BD79-83E6-B67B-2A5C5EDE3313}"/>
              </a:ext>
            </a:extLst>
          </p:cNvPr>
          <p:cNvCxnSpPr>
            <a:cxnSpLocks/>
          </p:cNvCxnSpPr>
          <p:nvPr/>
        </p:nvCxnSpPr>
        <p:spPr>
          <a:xfrm>
            <a:off x="5506946" y="5975439"/>
            <a:ext cx="0" cy="241548"/>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sp>
        <p:nvSpPr>
          <p:cNvPr id="39" name="Rectangle 633">
            <a:extLst>
              <a:ext uri="{FF2B5EF4-FFF2-40B4-BE49-F238E27FC236}">
                <a16:creationId xmlns:a16="http://schemas.microsoft.com/office/drawing/2014/main" id="{37AD26B4-A72B-B568-6C1F-0B779E29B53F}"/>
              </a:ext>
            </a:extLst>
          </p:cNvPr>
          <p:cNvSpPr/>
          <p:nvPr/>
        </p:nvSpPr>
        <p:spPr>
          <a:xfrm>
            <a:off x="5340708" y="6173005"/>
            <a:ext cx="493704" cy="799755"/>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prstClr val="white"/>
              </a:solidFill>
              <a:latin typeface="Calibri" panose="020F0502020204030204"/>
            </a:endParaRPr>
          </a:p>
        </p:txBody>
      </p:sp>
      <p:cxnSp>
        <p:nvCxnSpPr>
          <p:cNvPr id="40" name="Straight Arrow Connector 1088">
            <a:extLst>
              <a:ext uri="{FF2B5EF4-FFF2-40B4-BE49-F238E27FC236}">
                <a16:creationId xmlns:a16="http://schemas.microsoft.com/office/drawing/2014/main" id="{E0457C66-C21F-5136-A1AE-42639EAAAECA}"/>
              </a:ext>
            </a:extLst>
          </p:cNvPr>
          <p:cNvCxnSpPr>
            <a:cxnSpLocks/>
          </p:cNvCxnSpPr>
          <p:nvPr/>
        </p:nvCxnSpPr>
        <p:spPr>
          <a:xfrm rot="16200000" flipH="1">
            <a:off x="5977614"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1129">
            <a:extLst>
              <a:ext uri="{FF2B5EF4-FFF2-40B4-BE49-F238E27FC236}">
                <a16:creationId xmlns:a16="http://schemas.microsoft.com/office/drawing/2014/main" id="{057A9F2D-39C6-E05B-139A-79FC5A09910A}"/>
              </a:ext>
            </a:extLst>
          </p:cNvPr>
          <p:cNvCxnSpPr>
            <a:cxnSpLocks/>
          </p:cNvCxnSpPr>
          <p:nvPr/>
        </p:nvCxnSpPr>
        <p:spPr>
          <a:xfrm rot="16200000" flipH="1">
            <a:off x="5977614"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1134">
            <a:extLst>
              <a:ext uri="{FF2B5EF4-FFF2-40B4-BE49-F238E27FC236}">
                <a16:creationId xmlns:a16="http://schemas.microsoft.com/office/drawing/2014/main" id="{B68A5021-6DCB-3D82-7ED4-AB4F88EFF4FA}"/>
              </a:ext>
            </a:extLst>
          </p:cNvPr>
          <p:cNvCxnSpPr>
            <a:cxnSpLocks/>
          </p:cNvCxnSpPr>
          <p:nvPr/>
        </p:nvCxnSpPr>
        <p:spPr>
          <a:xfrm rot="16200000" flipH="1">
            <a:off x="5977614"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1139">
            <a:extLst>
              <a:ext uri="{FF2B5EF4-FFF2-40B4-BE49-F238E27FC236}">
                <a16:creationId xmlns:a16="http://schemas.microsoft.com/office/drawing/2014/main" id="{4E50BEF9-1C93-7C43-0AC4-33E2C8685A7C}"/>
              </a:ext>
            </a:extLst>
          </p:cNvPr>
          <p:cNvSpPr/>
          <p:nvPr/>
        </p:nvSpPr>
        <p:spPr>
          <a:xfrm>
            <a:off x="8589980" y="4040214"/>
            <a:ext cx="667422" cy="1377979"/>
          </a:xfrm>
          <a:prstGeom prst="rect">
            <a:avLst/>
          </a:prstGeom>
          <a:solidFill>
            <a:schemeClr val="accent2">
              <a:lumMod val="50000"/>
            </a:schemeClr>
          </a:solidFill>
          <a:ln w="28575" cap="flat" cmpd="sng" algn="ctr">
            <a:solidFill>
              <a:srgbClr val="494949"/>
            </a:solidFill>
            <a:prstDash val="solid"/>
            <a:miter lim="800000"/>
          </a:ln>
          <a:effectLst/>
        </p:spPr>
        <p:txBody>
          <a:bodyPr vert="horz" wrap="none" rtlCol="0" anchor="ctr"/>
          <a:lstStyle/>
          <a:p>
            <a:pPr algn="ctr" defTabSz="914400">
              <a:defRPr/>
            </a:pPr>
            <a:r>
              <a:rPr lang="en-US" sz="2400" b="1" kern="0">
                <a:solidFill>
                  <a:schemeClr val="bg1"/>
                </a:solidFill>
                <a:latin typeface="Calibri" panose="020F0502020204030204"/>
              </a:rPr>
              <a:t>RCD</a:t>
            </a:r>
          </a:p>
        </p:txBody>
      </p:sp>
      <p:sp>
        <p:nvSpPr>
          <p:cNvPr id="44" name="Rectangle 1144">
            <a:extLst>
              <a:ext uri="{FF2B5EF4-FFF2-40B4-BE49-F238E27FC236}">
                <a16:creationId xmlns:a16="http://schemas.microsoft.com/office/drawing/2014/main" id="{58F24445-9C10-78F6-E6F1-B6334AE3FB3C}"/>
              </a:ext>
            </a:extLst>
          </p:cNvPr>
          <p:cNvSpPr/>
          <p:nvPr/>
        </p:nvSpPr>
        <p:spPr>
          <a:xfrm>
            <a:off x="5986702"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45" name="Group 1231">
            <a:extLst>
              <a:ext uri="{FF2B5EF4-FFF2-40B4-BE49-F238E27FC236}">
                <a16:creationId xmlns:a16="http://schemas.microsoft.com/office/drawing/2014/main" id="{3C5918A5-371F-A668-35C9-D33911E22F0F}"/>
              </a:ext>
            </a:extLst>
          </p:cNvPr>
          <p:cNvGrpSpPr/>
          <p:nvPr/>
        </p:nvGrpSpPr>
        <p:grpSpPr>
          <a:xfrm>
            <a:off x="6043780" y="3844361"/>
            <a:ext cx="363592" cy="241548"/>
            <a:chOff x="7877914" y="1675761"/>
            <a:chExt cx="254530" cy="274320"/>
          </a:xfrm>
        </p:grpSpPr>
        <p:cxnSp>
          <p:nvCxnSpPr>
            <p:cNvPr id="152" name="Straight Arrow Connector 1232">
              <a:extLst>
                <a:ext uri="{FF2B5EF4-FFF2-40B4-BE49-F238E27FC236}">
                  <a16:creationId xmlns:a16="http://schemas.microsoft.com/office/drawing/2014/main" id="{94BE49C6-BF69-105A-05B7-34DD5B6245B4}"/>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3" name="Straight Arrow Connector 1233">
              <a:extLst>
                <a:ext uri="{FF2B5EF4-FFF2-40B4-BE49-F238E27FC236}">
                  <a16:creationId xmlns:a16="http://schemas.microsoft.com/office/drawing/2014/main" id="{24F7ED0F-17B3-12C4-B00F-A0C6CC5AC6A6}"/>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4" name="Straight Arrow Connector 1234">
              <a:extLst>
                <a:ext uri="{FF2B5EF4-FFF2-40B4-BE49-F238E27FC236}">
                  <a16:creationId xmlns:a16="http://schemas.microsoft.com/office/drawing/2014/main" id="{C8CA7716-22C5-696E-1CA0-106A3FE912FA}"/>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Arrow Connector 1235">
              <a:extLst>
                <a:ext uri="{FF2B5EF4-FFF2-40B4-BE49-F238E27FC236}">
                  <a16:creationId xmlns:a16="http://schemas.microsoft.com/office/drawing/2014/main" id="{C4CDFDF2-F9AD-7B18-383D-B7E7F560875F}"/>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46" name="Rectangle 1236">
            <a:extLst>
              <a:ext uri="{FF2B5EF4-FFF2-40B4-BE49-F238E27FC236}">
                <a16:creationId xmlns:a16="http://schemas.microsoft.com/office/drawing/2014/main" id="{C8DCF0B5-B6A3-0C03-96C1-5B75E5241C62}"/>
              </a:ext>
            </a:extLst>
          </p:cNvPr>
          <p:cNvSpPr/>
          <p:nvPr/>
        </p:nvSpPr>
        <p:spPr>
          <a:xfrm>
            <a:off x="5986150"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47" name="Straight Arrow Connector 1238">
            <a:extLst>
              <a:ext uri="{FF2B5EF4-FFF2-40B4-BE49-F238E27FC236}">
                <a16:creationId xmlns:a16="http://schemas.microsoft.com/office/drawing/2014/main" id="{FA45FFCC-BC10-9A0D-F044-ABD2D26BF0C1}"/>
              </a:ext>
            </a:extLst>
          </p:cNvPr>
          <p:cNvCxnSpPr>
            <a:cxnSpLocks/>
          </p:cNvCxnSpPr>
          <p:nvPr/>
        </p:nvCxnSpPr>
        <p:spPr>
          <a:xfrm>
            <a:off x="630532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1268">
            <a:extLst>
              <a:ext uri="{FF2B5EF4-FFF2-40B4-BE49-F238E27FC236}">
                <a16:creationId xmlns:a16="http://schemas.microsoft.com/office/drawing/2014/main" id="{83830F4E-E3D7-ABBC-4DE1-D198C2A94075}"/>
              </a:ext>
            </a:extLst>
          </p:cNvPr>
          <p:cNvCxnSpPr>
            <a:cxnSpLocks/>
          </p:cNvCxnSpPr>
          <p:nvPr/>
        </p:nvCxnSpPr>
        <p:spPr>
          <a:xfrm>
            <a:off x="641644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Arrow Connector 1274">
            <a:extLst>
              <a:ext uri="{FF2B5EF4-FFF2-40B4-BE49-F238E27FC236}">
                <a16:creationId xmlns:a16="http://schemas.microsoft.com/office/drawing/2014/main" id="{CD124393-050B-B5E3-A14B-A759DDEF06AE}"/>
              </a:ext>
            </a:extLst>
          </p:cNvPr>
          <p:cNvCxnSpPr>
            <a:cxnSpLocks/>
          </p:cNvCxnSpPr>
          <p:nvPr/>
        </p:nvCxnSpPr>
        <p:spPr>
          <a:xfrm>
            <a:off x="6043780"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1276">
            <a:extLst>
              <a:ext uri="{FF2B5EF4-FFF2-40B4-BE49-F238E27FC236}">
                <a16:creationId xmlns:a16="http://schemas.microsoft.com/office/drawing/2014/main" id="{FAD5664A-1BC8-6DDC-A463-4871980563B1}"/>
              </a:ext>
            </a:extLst>
          </p:cNvPr>
          <p:cNvCxnSpPr>
            <a:cxnSpLocks/>
          </p:cNvCxnSpPr>
          <p:nvPr/>
        </p:nvCxnSpPr>
        <p:spPr>
          <a:xfrm>
            <a:off x="6154898"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51" name="Rectangle 1278">
            <a:extLst>
              <a:ext uri="{FF2B5EF4-FFF2-40B4-BE49-F238E27FC236}">
                <a16:creationId xmlns:a16="http://schemas.microsoft.com/office/drawing/2014/main" id="{4E1ADAA9-7733-2BFB-B282-07614D84A0A1}"/>
              </a:ext>
            </a:extLst>
          </p:cNvPr>
          <p:cNvSpPr/>
          <p:nvPr/>
        </p:nvSpPr>
        <p:spPr>
          <a:xfrm>
            <a:off x="5986702"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2" name="Group 1280">
            <a:extLst>
              <a:ext uri="{FF2B5EF4-FFF2-40B4-BE49-F238E27FC236}">
                <a16:creationId xmlns:a16="http://schemas.microsoft.com/office/drawing/2014/main" id="{2512BD3E-54ED-246D-7E89-278656FD2841}"/>
              </a:ext>
            </a:extLst>
          </p:cNvPr>
          <p:cNvGrpSpPr/>
          <p:nvPr/>
        </p:nvGrpSpPr>
        <p:grpSpPr>
          <a:xfrm>
            <a:off x="6043781" y="5975439"/>
            <a:ext cx="372663" cy="241548"/>
            <a:chOff x="7871564" y="3137742"/>
            <a:chExt cx="260880" cy="274320"/>
          </a:xfrm>
        </p:grpSpPr>
        <p:cxnSp>
          <p:nvCxnSpPr>
            <p:cNvPr id="148" name="Straight Arrow Connector 1281">
              <a:extLst>
                <a:ext uri="{FF2B5EF4-FFF2-40B4-BE49-F238E27FC236}">
                  <a16:creationId xmlns:a16="http://schemas.microsoft.com/office/drawing/2014/main" id="{BC13793B-A423-C701-547E-FA35496C53C2}"/>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9" name="Straight Arrow Connector 1282">
              <a:extLst>
                <a:ext uri="{FF2B5EF4-FFF2-40B4-BE49-F238E27FC236}">
                  <a16:creationId xmlns:a16="http://schemas.microsoft.com/office/drawing/2014/main" id="{BE650A14-4057-67F9-EB50-8A15F7804AC9}"/>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0" name="Straight Arrow Connector 1283">
              <a:extLst>
                <a:ext uri="{FF2B5EF4-FFF2-40B4-BE49-F238E27FC236}">
                  <a16:creationId xmlns:a16="http://schemas.microsoft.com/office/drawing/2014/main" id="{61F8F3DD-5FC0-7470-FB20-DE9B8C31296E}"/>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Arrow Connector 1284">
              <a:extLst>
                <a:ext uri="{FF2B5EF4-FFF2-40B4-BE49-F238E27FC236}">
                  <a16:creationId xmlns:a16="http://schemas.microsoft.com/office/drawing/2014/main" id="{F7AECBF0-D6C8-22E3-8EDF-7004ECFBBDBC}"/>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3" name="Rectangle 1285">
            <a:extLst>
              <a:ext uri="{FF2B5EF4-FFF2-40B4-BE49-F238E27FC236}">
                <a16:creationId xmlns:a16="http://schemas.microsoft.com/office/drawing/2014/main" id="{7DE8682C-DD70-C138-3774-13BADAB9F6E0}"/>
              </a:ext>
            </a:extLst>
          </p:cNvPr>
          <p:cNvSpPr/>
          <p:nvPr/>
        </p:nvSpPr>
        <p:spPr>
          <a:xfrm>
            <a:off x="5986150"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54" name="Straight Arrow Connector 833">
            <a:extLst>
              <a:ext uri="{FF2B5EF4-FFF2-40B4-BE49-F238E27FC236}">
                <a16:creationId xmlns:a16="http://schemas.microsoft.com/office/drawing/2014/main" id="{EC2D2599-B46E-8AC6-8002-48400D68B316}"/>
              </a:ext>
            </a:extLst>
          </p:cNvPr>
          <p:cNvCxnSpPr>
            <a:cxnSpLocks/>
          </p:cNvCxnSpPr>
          <p:nvPr/>
        </p:nvCxnSpPr>
        <p:spPr>
          <a:xfrm rot="16200000" flipH="1">
            <a:off x="661824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834">
            <a:extLst>
              <a:ext uri="{FF2B5EF4-FFF2-40B4-BE49-F238E27FC236}">
                <a16:creationId xmlns:a16="http://schemas.microsoft.com/office/drawing/2014/main" id="{AC2731C0-1F69-1D9A-2F1B-E459CB359DB5}"/>
              </a:ext>
            </a:extLst>
          </p:cNvPr>
          <p:cNvCxnSpPr>
            <a:cxnSpLocks/>
          </p:cNvCxnSpPr>
          <p:nvPr/>
        </p:nvCxnSpPr>
        <p:spPr>
          <a:xfrm rot="16200000" flipH="1">
            <a:off x="661824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835">
            <a:extLst>
              <a:ext uri="{FF2B5EF4-FFF2-40B4-BE49-F238E27FC236}">
                <a16:creationId xmlns:a16="http://schemas.microsoft.com/office/drawing/2014/main" id="{3898CD67-1959-DC4E-3DAB-22828ED6F40B}"/>
              </a:ext>
            </a:extLst>
          </p:cNvPr>
          <p:cNvCxnSpPr>
            <a:cxnSpLocks/>
          </p:cNvCxnSpPr>
          <p:nvPr/>
        </p:nvCxnSpPr>
        <p:spPr>
          <a:xfrm rot="16200000" flipH="1">
            <a:off x="661824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Rectangle 836">
            <a:extLst>
              <a:ext uri="{FF2B5EF4-FFF2-40B4-BE49-F238E27FC236}">
                <a16:creationId xmlns:a16="http://schemas.microsoft.com/office/drawing/2014/main" id="{D6C000E7-E7ED-C7CC-E616-0FA7678D7CB0}"/>
              </a:ext>
            </a:extLst>
          </p:cNvPr>
          <p:cNvSpPr/>
          <p:nvPr/>
        </p:nvSpPr>
        <p:spPr>
          <a:xfrm>
            <a:off x="6631868" y="3042727"/>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58" name="Group 837">
            <a:extLst>
              <a:ext uri="{FF2B5EF4-FFF2-40B4-BE49-F238E27FC236}">
                <a16:creationId xmlns:a16="http://schemas.microsoft.com/office/drawing/2014/main" id="{B74E3E0C-9838-21D5-29A0-27FC9588C267}"/>
              </a:ext>
            </a:extLst>
          </p:cNvPr>
          <p:cNvGrpSpPr/>
          <p:nvPr/>
        </p:nvGrpSpPr>
        <p:grpSpPr>
          <a:xfrm>
            <a:off x="6691732" y="3844361"/>
            <a:ext cx="363592" cy="241548"/>
            <a:chOff x="7877914" y="1675761"/>
            <a:chExt cx="254530" cy="274320"/>
          </a:xfrm>
        </p:grpSpPr>
        <p:cxnSp>
          <p:nvCxnSpPr>
            <p:cNvPr id="144" name="Straight Arrow Connector 838">
              <a:extLst>
                <a:ext uri="{FF2B5EF4-FFF2-40B4-BE49-F238E27FC236}">
                  <a16:creationId xmlns:a16="http://schemas.microsoft.com/office/drawing/2014/main" id="{8A197022-48C8-87BE-7C10-A22824396CAA}"/>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839">
              <a:extLst>
                <a:ext uri="{FF2B5EF4-FFF2-40B4-BE49-F238E27FC236}">
                  <a16:creationId xmlns:a16="http://schemas.microsoft.com/office/drawing/2014/main" id="{7DA7E664-7F36-FE97-590B-A75618C5CC00}"/>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6" name="Straight Arrow Connector 840">
              <a:extLst>
                <a:ext uri="{FF2B5EF4-FFF2-40B4-BE49-F238E27FC236}">
                  <a16:creationId xmlns:a16="http://schemas.microsoft.com/office/drawing/2014/main" id="{616D4095-8CF6-D913-ABF4-06D1DA01D76A}"/>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7" name="Straight Arrow Connector 841">
              <a:extLst>
                <a:ext uri="{FF2B5EF4-FFF2-40B4-BE49-F238E27FC236}">
                  <a16:creationId xmlns:a16="http://schemas.microsoft.com/office/drawing/2014/main" id="{C9185755-0450-79DA-5A82-7A8C0596B6B0}"/>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59" name="Rectangle 842">
            <a:extLst>
              <a:ext uri="{FF2B5EF4-FFF2-40B4-BE49-F238E27FC236}">
                <a16:creationId xmlns:a16="http://schemas.microsoft.com/office/drawing/2014/main" id="{83E29AC1-9EE4-F74A-EF73-6F309F243B7B}"/>
              </a:ext>
            </a:extLst>
          </p:cNvPr>
          <p:cNvSpPr/>
          <p:nvPr/>
        </p:nvSpPr>
        <p:spPr>
          <a:xfrm>
            <a:off x="6631591" y="40515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0" name="Straight Arrow Connector 843">
            <a:extLst>
              <a:ext uri="{FF2B5EF4-FFF2-40B4-BE49-F238E27FC236}">
                <a16:creationId xmlns:a16="http://schemas.microsoft.com/office/drawing/2014/main" id="{4AF747BD-F0C7-154B-E8FC-A338C64B59B3}"/>
              </a:ext>
            </a:extLst>
          </p:cNvPr>
          <p:cNvCxnSpPr>
            <a:cxnSpLocks/>
          </p:cNvCxnSpPr>
          <p:nvPr/>
        </p:nvCxnSpPr>
        <p:spPr>
          <a:xfrm>
            <a:off x="6953277"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844">
            <a:extLst>
              <a:ext uri="{FF2B5EF4-FFF2-40B4-BE49-F238E27FC236}">
                <a16:creationId xmlns:a16="http://schemas.microsoft.com/office/drawing/2014/main" id="{6A1D7E35-E0CC-CA09-116E-538C4186FC32}"/>
              </a:ext>
            </a:extLst>
          </p:cNvPr>
          <p:cNvCxnSpPr>
            <a:cxnSpLocks/>
          </p:cNvCxnSpPr>
          <p:nvPr/>
        </p:nvCxnSpPr>
        <p:spPr>
          <a:xfrm>
            <a:off x="7064395"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845">
            <a:extLst>
              <a:ext uri="{FF2B5EF4-FFF2-40B4-BE49-F238E27FC236}">
                <a16:creationId xmlns:a16="http://schemas.microsoft.com/office/drawing/2014/main" id="{5C91A472-2A90-492F-76E6-1DD42735A5DF}"/>
              </a:ext>
            </a:extLst>
          </p:cNvPr>
          <p:cNvCxnSpPr>
            <a:cxnSpLocks/>
          </p:cNvCxnSpPr>
          <p:nvPr/>
        </p:nvCxnSpPr>
        <p:spPr>
          <a:xfrm>
            <a:off x="6691732"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846">
            <a:extLst>
              <a:ext uri="{FF2B5EF4-FFF2-40B4-BE49-F238E27FC236}">
                <a16:creationId xmlns:a16="http://schemas.microsoft.com/office/drawing/2014/main" id="{3E644B76-0E50-86D4-F4A1-8F0488064EBA}"/>
              </a:ext>
            </a:extLst>
          </p:cNvPr>
          <p:cNvCxnSpPr>
            <a:cxnSpLocks/>
          </p:cNvCxnSpPr>
          <p:nvPr/>
        </p:nvCxnSpPr>
        <p:spPr>
          <a:xfrm>
            <a:off x="680284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64" name="Rectangle 847">
            <a:extLst>
              <a:ext uri="{FF2B5EF4-FFF2-40B4-BE49-F238E27FC236}">
                <a16:creationId xmlns:a16="http://schemas.microsoft.com/office/drawing/2014/main" id="{EC577B9E-00BB-FA5E-6795-2C109B9748CB}"/>
              </a:ext>
            </a:extLst>
          </p:cNvPr>
          <p:cNvSpPr/>
          <p:nvPr/>
        </p:nvSpPr>
        <p:spPr>
          <a:xfrm>
            <a:off x="6631868" y="5164216"/>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grpSp>
        <p:nvGrpSpPr>
          <p:cNvPr id="65" name="Group 848">
            <a:extLst>
              <a:ext uri="{FF2B5EF4-FFF2-40B4-BE49-F238E27FC236}">
                <a16:creationId xmlns:a16="http://schemas.microsoft.com/office/drawing/2014/main" id="{2A928D2A-FD19-F9C8-98D7-0D1029DFF205}"/>
              </a:ext>
            </a:extLst>
          </p:cNvPr>
          <p:cNvGrpSpPr/>
          <p:nvPr/>
        </p:nvGrpSpPr>
        <p:grpSpPr>
          <a:xfrm>
            <a:off x="6691733" y="5975439"/>
            <a:ext cx="372663" cy="241548"/>
            <a:chOff x="7871564" y="3137742"/>
            <a:chExt cx="260880" cy="274320"/>
          </a:xfrm>
        </p:grpSpPr>
        <p:cxnSp>
          <p:nvCxnSpPr>
            <p:cNvPr id="140" name="Straight Arrow Connector 849">
              <a:extLst>
                <a:ext uri="{FF2B5EF4-FFF2-40B4-BE49-F238E27FC236}">
                  <a16:creationId xmlns:a16="http://schemas.microsoft.com/office/drawing/2014/main" id="{42827416-2AF0-DD79-F551-72CF641EEBE8}"/>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850">
              <a:extLst>
                <a:ext uri="{FF2B5EF4-FFF2-40B4-BE49-F238E27FC236}">
                  <a16:creationId xmlns:a16="http://schemas.microsoft.com/office/drawing/2014/main" id="{1BB171CB-8ECB-1970-0106-B9638086E5AA}"/>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2" name="Straight Arrow Connector 851">
              <a:extLst>
                <a:ext uri="{FF2B5EF4-FFF2-40B4-BE49-F238E27FC236}">
                  <a16:creationId xmlns:a16="http://schemas.microsoft.com/office/drawing/2014/main" id="{6966DD8B-5FF0-B024-3536-DF2D775AA667}"/>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Arrow Connector 852">
              <a:extLst>
                <a:ext uri="{FF2B5EF4-FFF2-40B4-BE49-F238E27FC236}">
                  <a16:creationId xmlns:a16="http://schemas.microsoft.com/office/drawing/2014/main" id="{4732082C-6296-7688-958B-08A66E9B45F0}"/>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66" name="Rectangle 853">
            <a:extLst>
              <a:ext uri="{FF2B5EF4-FFF2-40B4-BE49-F238E27FC236}">
                <a16:creationId xmlns:a16="http://schemas.microsoft.com/office/drawing/2014/main" id="{56611561-9072-775B-0588-2705706331A8}"/>
              </a:ext>
            </a:extLst>
          </p:cNvPr>
          <p:cNvSpPr/>
          <p:nvPr/>
        </p:nvSpPr>
        <p:spPr>
          <a:xfrm>
            <a:off x="6631591" y="6173005"/>
            <a:ext cx="493704" cy="799755"/>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400" kern="0">
              <a:solidFill>
                <a:prstClr val="white"/>
              </a:solidFill>
              <a:latin typeface="Calibri" panose="020F0502020204030204"/>
            </a:endParaRPr>
          </a:p>
        </p:txBody>
      </p:sp>
      <p:cxnSp>
        <p:nvCxnSpPr>
          <p:cNvPr id="67" name="Straight Arrow Connector 860">
            <a:extLst>
              <a:ext uri="{FF2B5EF4-FFF2-40B4-BE49-F238E27FC236}">
                <a16:creationId xmlns:a16="http://schemas.microsoft.com/office/drawing/2014/main" id="{4FB81A3D-80E8-F6C9-D62A-79E7C416FEE7}"/>
              </a:ext>
            </a:extLst>
          </p:cNvPr>
          <p:cNvCxnSpPr>
            <a:cxnSpLocks/>
          </p:cNvCxnSpPr>
          <p:nvPr/>
        </p:nvCxnSpPr>
        <p:spPr>
          <a:xfrm rot="16200000" flipH="1">
            <a:off x="7258875" y="4159442"/>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861">
            <a:extLst>
              <a:ext uri="{FF2B5EF4-FFF2-40B4-BE49-F238E27FC236}">
                <a16:creationId xmlns:a16="http://schemas.microsoft.com/office/drawing/2014/main" id="{437313F6-83A7-BCD9-FB49-8C038CD5198D}"/>
              </a:ext>
            </a:extLst>
          </p:cNvPr>
          <p:cNvCxnSpPr>
            <a:cxnSpLocks/>
          </p:cNvCxnSpPr>
          <p:nvPr/>
        </p:nvCxnSpPr>
        <p:spPr>
          <a:xfrm rot="16200000" flipH="1">
            <a:off x="7258875" y="5266086"/>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862">
            <a:extLst>
              <a:ext uri="{FF2B5EF4-FFF2-40B4-BE49-F238E27FC236}">
                <a16:creationId xmlns:a16="http://schemas.microsoft.com/office/drawing/2014/main" id="{702B4B0B-DA26-DB8D-A15C-8016E4CB96AA}"/>
              </a:ext>
            </a:extLst>
          </p:cNvPr>
          <p:cNvCxnSpPr>
            <a:cxnSpLocks/>
          </p:cNvCxnSpPr>
          <p:nvPr/>
        </p:nvCxnSpPr>
        <p:spPr>
          <a:xfrm rot="16200000" flipH="1">
            <a:off x="7258875" y="6269928"/>
            <a:ext cx="0" cy="261241"/>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Rectangle 863">
            <a:extLst>
              <a:ext uri="{FF2B5EF4-FFF2-40B4-BE49-F238E27FC236}">
                <a16:creationId xmlns:a16="http://schemas.microsoft.com/office/drawing/2014/main" id="{2956DC6F-72AF-ADDD-B6B6-F2283471F200}"/>
              </a:ext>
            </a:extLst>
          </p:cNvPr>
          <p:cNvSpPr/>
          <p:nvPr/>
        </p:nvSpPr>
        <p:spPr>
          <a:xfrm>
            <a:off x="7277031" y="3042727"/>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1" name="Group 864">
            <a:extLst>
              <a:ext uri="{FF2B5EF4-FFF2-40B4-BE49-F238E27FC236}">
                <a16:creationId xmlns:a16="http://schemas.microsoft.com/office/drawing/2014/main" id="{D3353BE9-CDC2-1567-69C8-91C556D12E27}"/>
              </a:ext>
            </a:extLst>
          </p:cNvPr>
          <p:cNvGrpSpPr/>
          <p:nvPr/>
        </p:nvGrpSpPr>
        <p:grpSpPr>
          <a:xfrm>
            <a:off x="7339683" y="3844361"/>
            <a:ext cx="363592" cy="241548"/>
            <a:chOff x="7877914" y="1675761"/>
            <a:chExt cx="254530" cy="274320"/>
          </a:xfrm>
        </p:grpSpPr>
        <p:cxnSp>
          <p:nvCxnSpPr>
            <p:cNvPr id="136" name="Straight Arrow Connector 865">
              <a:extLst>
                <a:ext uri="{FF2B5EF4-FFF2-40B4-BE49-F238E27FC236}">
                  <a16:creationId xmlns:a16="http://schemas.microsoft.com/office/drawing/2014/main" id="{89951377-1926-99F5-E0AC-C1C0B853150F}"/>
                </a:ext>
              </a:extLst>
            </p:cNvPr>
            <p:cNvCxnSpPr>
              <a:cxnSpLocks/>
            </p:cNvCxnSpPr>
            <p:nvPr/>
          </p:nvCxnSpPr>
          <p:spPr>
            <a:xfrm>
              <a:off x="8054657"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7" name="Straight Arrow Connector 866">
              <a:extLst>
                <a:ext uri="{FF2B5EF4-FFF2-40B4-BE49-F238E27FC236}">
                  <a16:creationId xmlns:a16="http://schemas.microsoft.com/office/drawing/2014/main" id="{8594195C-A7D2-EAB1-3F11-49EE5B516649}"/>
                </a:ext>
              </a:extLst>
            </p:cNvPr>
            <p:cNvCxnSpPr>
              <a:cxnSpLocks/>
            </p:cNvCxnSpPr>
            <p:nvPr/>
          </p:nvCxnSpPr>
          <p:spPr>
            <a:xfrm>
              <a:off x="8132444" y="1675761"/>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Arrow Connector 867">
              <a:extLst>
                <a:ext uri="{FF2B5EF4-FFF2-40B4-BE49-F238E27FC236}">
                  <a16:creationId xmlns:a16="http://schemas.microsoft.com/office/drawing/2014/main" id="{81950A91-DD53-E174-0E98-031206803011}"/>
                </a:ext>
              </a:extLst>
            </p:cNvPr>
            <p:cNvCxnSpPr>
              <a:cxnSpLocks/>
            </p:cNvCxnSpPr>
            <p:nvPr/>
          </p:nvCxnSpPr>
          <p:spPr>
            <a:xfrm>
              <a:off x="7877914"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868">
              <a:extLst>
                <a:ext uri="{FF2B5EF4-FFF2-40B4-BE49-F238E27FC236}">
                  <a16:creationId xmlns:a16="http://schemas.microsoft.com/office/drawing/2014/main" id="{D3E72457-ECCA-FE63-659F-8FAF1D4FFAFE}"/>
                </a:ext>
              </a:extLst>
            </p:cNvPr>
            <p:cNvCxnSpPr>
              <a:cxnSpLocks/>
            </p:cNvCxnSpPr>
            <p:nvPr/>
          </p:nvCxnSpPr>
          <p:spPr>
            <a:xfrm>
              <a:off x="7955701" y="1675761"/>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2" name="Rectangle 869">
            <a:extLst>
              <a:ext uri="{FF2B5EF4-FFF2-40B4-BE49-F238E27FC236}">
                <a16:creationId xmlns:a16="http://schemas.microsoft.com/office/drawing/2014/main" id="{229364D7-0DF1-8FA4-696F-185A41AC4A8E}"/>
              </a:ext>
            </a:extLst>
          </p:cNvPr>
          <p:cNvSpPr/>
          <p:nvPr/>
        </p:nvSpPr>
        <p:spPr>
          <a:xfrm>
            <a:off x="7277031" y="40515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cxnSp>
        <p:nvCxnSpPr>
          <p:cNvPr id="73" name="Straight Arrow Connector 870">
            <a:extLst>
              <a:ext uri="{FF2B5EF4-FFF2-40B4-BE49-F238E27FC236}">
                <a16:creationId xmlns:a16="http://schemas.microsoft.com/office/drawing/2014/main" id="{35402865-5B82-4677-672F-F64EE749F8A5}"/>
              </a:ext>
            </a:extLst>
          </p:cNvPr>
          <p:cNvCxnSpPr>
            <a:cxnSpLocks/>
          </p:cNvCxnSpPr>
          <p:nvPr/>
        </p:nvCxnSpPr>
        <p:spPr>
          <a:xfrm>
            <a:off x="7601229"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871">
            <a:extLst>
              <a:ext uri="{FF2B5EF4-FFF2-40B4-BE49-F238E27FC236}">
                <a16:creationId xmlns:a16="http://schemas.microsoft.com/office/drawing/2014/main" id="{1F6E09B6-7E86-C2FE-DF99-FF6922F58C5C}"/>
              </a:ext>
            </a:extLst>
          </p:cNvPr>
          <p:cNvCxnSpPr>
            <a:cxnSpLocks/>
          </p:cNvCxnSpPr>
          <p:nvPr/>
        </p:nvCxnSpPr>
        <p:spPr>
          <a:xfrm>
            <a:off x="7712346"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872">
            <a:extLst>
              <a:ext uri="{FF2B5EF4-FFF2-40B4-BE49-F238E27FC236}">
                <a16:creationId xmlns:a16="http://schemas.microsoft.com/office/drawing/2014/main" id="{4DE73616-A21F-3D9B-EA5B-27CF69DE7060}"/>
              </a:ext>
            </a:extLst>
          </p:cNvPr>
          <p:cNvCxnSpPr>
            <a:cxnSpLocks/>
          </p:cNvCxnSpPr>
          <p:nvPr/>
        </p:nvCxnSpPr>
        <p:spPr>
          <a:xfrm>
            <a:off x="7339683"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875">
            <a:extLst>
              <a:ext uri="{FF2B5EF4-FFF2-40B4-BE49-F238E27FC236}">
                <a16:creationId xmlns:a16="http://schemas.microsoft.com/office/drawing/2014/main" id="{88B71738-0BE5-0AF3-EDF6-04F3F5CC950C}"/>
              </a:ext>
            </a:extLst>
          </p:cNvPr>
          <p:cNvCxnSpPr>
            <a:cxnSpLocks/>
          </p:cNvCxnSpPr>
          <p:nvPr/>
        </p:nvCxnSpPr>
        <p:spPr>
          <a:xfrm>
            <a:off x="7450801" y="4871755"/>
            <a:ext cx="0" cy="369064"/>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sp>
        <p:nvSpPr>
          <p:cNvPr id="77" name="Rectangle 876">
            <a:extLst>
              <a:ext uri="{FF2B5EF4-FFF2-40B4-BE49-F238E27FC236}">
                <a16:creationId xmlns:a16="http://schemas.microsoft.com/office/drawing/2014/main" id="{F328DF79-F391-3FC3-A4EC-7503815111D1}"/>
              </a:ext>
            </a:extLst>
          </p:cNvPr>
          <p:cNvSpPr/>
          <p:nvPr/>
        </p:nvSpPr>
        <p:spPr>
          <a:xfrm>
            <a:off x="7277031" y="5164216"/>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78" name="Group 877">
            <a:extLst>
              <a:ext uri="{FF2B5EF4-FFF2-40B4-BE49-F238E27FC236}">
                <a16:creationId xmlns:a16="http://schemas.microsoft.com/office/drawing/2014/main" id="{D45AAC62-FDFA-A2FF-1C2E-5A7B7020BC1D}"/>
              </a:ext>
            </a:extLst>
          </p:cNvPr>
          <p:cNvGrpSpPr/>
          <p:nvPr/>
        </p:nvGrpSpPr>
        <p:grpSpPr>
          <a:xfrm>
            <a:off x="7339684" y="5975439"/>
            <a:ext cx="372663" cy="241548"/>
            <a:chOff x="7871564" y="3137742"/>
            <a:chExt cx="260880" cy="274320"/>
          </a:xfrm>
        </p:grpSpPr>
        <p:cxnSp>
          <p:nvCxnSpPr>
            <p:cNvPr id="132" name="Straight Arrow Connector 878">
              <a:extLst>
                <a:ext uri="{FF2B5EF4-FFF2-40B4-BE49-F238E27FC236}">
                  <a16:creationId xmlns:a16="http://schemas.microsoft.com/office/drawing/2014/main" id="{AA23CDE0-21B9-6253-8B6F-9286039BE6D8}"/>
                </a:ext>
              </a:extLst>
            </p:cNvPr>
            <p:cNvCxnSpPr>
              <a:cxnSpLocks/>
            </p:cNvCxnSpPr>
            <p:nvPr/>
          </p:nvCxnSpPr>
          <p:spPr>
            <a:xfrm>
              <a:off x="8054657"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3" name="Straight Arrow Connector 879">
              <a:extLst>
                <a:ext uri="{FF2B5EF4-FFF2-40B4-BE49-F238E27FC236}">
                  <a16:creationId xmlns:a16="http://schemas.microsoft.com/office/drawing/2014/main" id="{F39F72BC-2ED8-9B6E-D3AE-A893AD2E57E4}"/>
                </a:ext>
              </a:extLst>
            </p:cNvPr>
            <p:cNvCxnSpPr>
              <a:cxnSpLocks/>
            </p:cNvCxnSpPr>
            <p:nvPr/>
          </p:nvCxnSpPr>
          <p:spPr>
            <a:xfrm>
              <a:off x="8132444" y="3137742"/>
              <a:ext cx="0" cy="274320"/>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4" name="Straight Arrow Connector 880">
              <a:extLst>
                <a:ext uri="{FF2B5EF4-FFF2-40B4-BE49-F238E27FC236}">
                  <a16:creationId xmlns:a16="http://schemas.microsoft.com/office/drawing/2014/main" id="{B3FE5790-6F4C-4526-77EF-C9096424DB52}"/>
                </a:ext>
              </a:extLst>
            </p:cNvPr>
            <p:cNvCxnSpPr>
              <a:cxnSpLocks/>
            </p:cNvCxnSpPr>
            <p:nvPr/>
          </p:nvCxnSpPr>
          <p:spPr>
            <a:xfrm>
              <a:off x="7871564"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Arrow Connector 891">
              <a:extLst>
                <a:ext uri="{FF2B5EF4-FFF2-40B4-BE49-F238E27FC236}">
                  <a16:creationId xmlns:a16="http://schemas.microsoft.com/office/drawing/2014/main" id="{1DA10EBF-2A7D-BF62-88A6-48C461ABA516}"/>
                </a:ext>
              </a:extLst>
            </p:cNvPr>
            <p:cNvCxnSpPr>
              <a:cxnSpLocks/>
            </p:cNvCxnSpPr>
            <p:nvPr/>
          </p:nvCxnSpPr>
          <p:spPr>
            <a:xfrm>
              <a:off x="7949351" y="3137742"/>
              <a:ext cx="0" cy="274320"/>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grpSp>
      <p:sp>
        <p:nvSpPr>
          <p:cNvPr id="79" name="Rectangle 892">
            <a:extLst>
              <a:ext uri="{FF2B5EF4-FFF2-40B4-BE49-F238E27FC236}">
                <a16:creationId xmlns:a16="http://schemas.microsoft.com/office/drawing/2014/main" id="{176B5D5E-9369-6B1B-60B8-CC55B51C312A}"/>
              </a:ext>
            </a:extLst>
          </p:cNvPr>
          <p:cNvSpPr/>
          <p:nvPr/>
        </p:nvSpPr>
        <p:spPr>
          <a:xfrm>
            <a:off x="7277031" y="6173005"/>
            <a:ext cx="493704" cy="799755"/>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400" kern="0">
              <a:solidFill>
                <a:schemeClr val="tx1">
                  <a:lumMod val="65000"/>
                  <a:lumOff val="35000"/>
                </a:schemeClr>
              </a:solidFill>
              <a:latin typeface="Calibri" panose="020F0502020204030204"/>
            </a:endParaRPr>
          </a:p>
        </p:txBody>
      </p:sp>
      <p:grpSp>
        <p:nvGrpSpPr>
          <p:cNvPr id="80" name="Group 3">
            <a:extLst>
              <a:ext uri="{FF2B5EF4-FFF2-40B4-BE49-F238E27FC236}">
                <a16:creationId xmlns:a16="http://schemas.microsoft.com/office/drawing/2014/main" id="{4EEAD92F-291D-60C8-3B79-24A7A3B15AB0}"/>
              </a:ext>
            </a:extLst>
          </p:cNvPr>
          <p:cNvGrpSpPr/>
          <p:nvPr/>
        </p:nvGrpSpPr>
        <p:grpSpPr>
          <a:xfrm>
            <a:off x="4747877" y="6987378"/>
            <a:ext cx="2964468" cy="298326"/>
            <a:chOff x="4471078" y="4219405"/>
            <a:chExt cx="2075256" cy="409091"/>
          </a:xfrm>
        </p:grpSpPr>
        <p:cxnSp>
          <p:nvCxnSpPr>
            <p:cNvPr id="112" name="Straight Arrow Connector 577">
              <a:extLst>
                <a:ext uri="{FF2B5EF4-FFF2-40B4-BE49-F238E27FC236}">
                  <a16:creationId xmlns:a16="http://schemas.microsoft.com/office/drawing/2014/main" id="{53F03955-9705-90B8-A85F-B3104704FAE8}"/>
                </a:ext>
              </a:extLst>
            </p:cNvPr>
            <p:cNvCxnSpPr>
              <a:cxnSpLocks/>
            </p:cNvCxnSpPr>
            <p:nvPr/>
          </p:nvCxnSpPr>
          <p:spPr>
            <a:xfrm>
              <a:off x="4654171"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590">
              <a:extLst>
                <a:ext uri="{FF2B5EF4-FFF2-40B4-BE49-F238E27FC236}">
                  <a16:creationId xmlns:a16="http://schemas.microsoft.com/office/drawing/2014/main" id="{421B00BA-FFC9-1D99-F7C8-9BC7443C0653}"/>
                </a:ext>
              </a:extLst>
            </p:cNvPr>
            <p:cNvCxnSpPr>
              <a:cxnSpLocks/>
            </p:cNvCxnSpPr>
            <p:nvPr/>
          </p:nvCxnSpPr>
          <p:spPr>
            <a:xfrm>
              <a:off x="4731958"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Arrow Connector 591">
              <a:extLst>
                <a:ext uri="{FF2B5EF4-FFF2-40B4-BE49-F238E27FC236}">
                  <a16:creationId xmlns:a16="http://schemas.microsoft.com/office/drawing/2014/main" id="{A7209F7D-E46E-D3F4-6C5B-8D59EDD05F8D}"/>
                </a:ext>
              </a:extLst>
            </p:cNvPr>
            <p:cNvCxnSpPr>
              <a:cxnSpLocks/>
            </p:cNvCxnSpPr>
            <p:nvPr/>
          </p:nvCxnSpPr>
          <p:spPr>
            <a:xfrm>
              <a:off x="4471078"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Arrow Connector 593">
              <a:extLst>
                <a:ext uri="{FF2B5EF4-FFF2-40B4-BE49-F238E27FC236}">
                  <a16:creationId xmlns:a16="http://schemas.microsoft.com/office/drawing/2014/main" id="{D4D0E1A7-B650-9776-2512-C70A3CCC7BDF}"/>
                </a:ext>
              </a:extLst>
            </p:cNvPr>
            <p:cNvCxnSpPr>
              <a:cxnSpLocks/>
            </p:cNvCxnSpPr>
            <p:nvPr/>
          </p:nvCxnSpPr>
          <p:spPr>
            <a:xfrm>
              <a:off x="4548865"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634">
              <a:extLst>
                <a:ext uri="{FF2B5EF4-FFF2-40B4-BE49-F238E27FC236}">
                  <a16:creationId xmlns:a16="http://schemas.microsoft.com/office/drawing/2014/main" id="{F9AEF88D-746B-DAA3-EBDE-344E660F5570}"/>
                </a:ext>
              </a:extLst>
            </p:cNvPr>
            <p:cNvCxnSpPr>
              <a:cxnSpLocks/>
            </p:cNvCxnSpPr>
            <p:nvPr/>
          </p:nvCxnSpPr>
          <p:spPr>
            <a:xfrm>
              <a:off x="5107765"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635">
              <a:extLst>
                <a:ext uri="{FF2B5EF4-FFF2-40B4-BE49-F238E27FC236}">
                  <a16:creationId xmlns:a16="http://schemas.microsoft.com/office/drawing/2014/main" id="{99D29210-B639-72D1-781E-4A5AA0BDA6C5}"/>
                </a:ext>
              </a:extLst>
            </p:cNvPr>
            <p:cNvCxnSpPr>
              <a:cxnSpLocks/>
            </p:cNvCxnSpPr>
            <p:nvPr/>
          </p:nvCxnSpPr>
          <p:spPr>
            <a:xfrm>
              <a:off x="5185552"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8" name="Straight Arrow Connector 636">
              <a:extLst>
                <a:ext uri="{FF2B5EF4-FFF2-40B4-BE49-F238E27FC236}">
                  <a16:creationId xmlns:a16="http://schemas.microsoft.com/office/drawing/2014/main" id="{A4315522-000D-96F1-2961-59DC993E4FE7}"/>
                </a:ext>
              </a:extLst>
            </p:cNvPr>
            <p:cNvCxnSpPr>
              <a:cxnSpLocks/>
            </p:cNvCxnSpPr>
            <p:nvPr/>
          </p:nvCxnSpPr>
          <p:spPr>
            <a:xfrm>
              <a:off x="4924672" y="4219405"/>
              <a:ext cx="0" cy="409091"/>
            </a:xfrm>
            <a:prstGeom prst="straightConnector1">
              <a:avLst/>
            </a:prstGeom>
            <a:ln w="38100">
              <a:solidFill>
                <a:schemeClr val="tx1"/>
              </a:solidFill>
              <a:prstDash val="soli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Arrow Connector 637">
              <a:extLst>
                <a:ext uri="{FF2B5EF4-FFF2-40B4-BE49-F238E27FC236}">
                  <a16:creationId xmlns:a16="http://schemas.microsoft.com/office/drawing/2014/main" id="{8BB5DE56-2215-9CB5-92DE-75A50F999E58}"/>
                </a:ext>
              </a:extLst>
            </p:cNvPr>
            <p:cNvCxnSpPr>
              <a:cxnSpLocks/>
            </p:cNvCxnSpPr>
            <p:nvPr/>
          </p:nvCxnSpPr>
          <p:spPr>
            <a:xfrm>
              <a:off x="5002459"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0" name="Straight Arrow Connector 1286">
              <a:extLst>
                <a:ext uri="{FF2B5EF4-FFF2-40B4-BE49-F238E27FC236}">
                  <a16:creationId xmlns:a16="http://schemas.microsoft.com/office/drawing/2014/main" id="{21F9B65B-91A3-58ED-F1CA-1839F47AB068}"/>
                </a:ext>
              </a:extLst>
            </p:cNvPr>
            <p:cNvCxnSpPr>
              <a:cxnSpLocks/>
            </p:cNvCxnSpPr>
            <p:nvPr/>
          </p:nvCxnSpPr>
          <p:spPr>
            <a:xfrm>
              <a:off x="5561359"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87">
              <a:extLst>
                <a:ext uri="{FF2B5EF4-FFF2-40B4-BE49-F238E27FC236}">
                  <a16:creationId xmlns:a16="http://schemas.microsoft.com/office/drawing/2014/main" id="{3B0F8CFD-2EC0-2DFD-FC3B-758BFC7CEECD}"/>
                </a:ext>
              </a:extLst>
            </p:cNvPr>
            <p:cNvCxnSpPr>
              <a:cxnSpLocks/>
            </p:cNvCxnSpPr>
            <p:nvPr/>
          </p:nvCxnSpPr>
          <p:spPr>
            <a:xfrm>
              <a:off x="5639146"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2" name="Straight Arrow Connector 1312">
              <a:extLst>
                <a:ext uri="{FF2B5EF4-FFF2-40B4-BE49-F238E27FC236}">
                  <a16:creationId xmlns:a16="http://schemas.microsoft.com/office/drawing/2014/main" id="{59AAFE23-9393-087F-60DD-9032D36558E6}"/>
                </a:ext>
              </a:extLst>
            </p:cNvPr>
            <p:cNvCxnSpPr>
              <a:cxnSpLocks/>
            </p:cNvCxnSpPr>
            <p:nvPr/>
          </p:nvCxnSpPr>
          <p:spPr>
            <a:xfrm>
              <a:off x="5378266"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337">
              <a:extLst>
                <a:ext uri="{FF2B5EF4-FFF2-40B4-BE49-F238E27FC236}">
                  <a16:creationId xmlns:a16="http://schemas.microsoft.com/office/drawing/2014/main" id="{CCCAF314-F905-EA50-97BF-0FBC2D40981E}"/>
                </a:ext>
              </a:extLst>
            </p:cNvPr>
            <p:cNvCxnSpPr>
              <a:cxnSpLocks/>
            </p:cNvCxnSpPr>
            <p:nvPr/>
          </p:nvCxnSpPr>
          <p:spPr>
            <a:xfrm>
              <a:off x="5456053"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854">
              <a:extLst>
                <a:ext uri="{FF2B5EF4-FFF2-40B4-BE49-F238E27FC236}">
                  <a16:creationId xmlns:a16="http://schemas.microsoft.com/office/drawing/2014/main" id="{F06532D5-52D7-4D34-0489-072A7A854B55}"/>
                </a:ext>
              </a:extLst>
            </p:cNvPr>
            <p:cNvCxnSpPr>
              <a:cxnSpLocks/>
            </p:cNvCxnSpPr>
            <p:nvPr/>
          </p:nvCxnSpPr>
          <p:spPr>
            <a:xfrm>
              <a:off x="6014953"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5" name="Straight Arrow Connector 855">
              <a:extLst>
                <a:ext uri="{FF2B5EF4-FFF2-40B4-BE49-F238E27FC236}">
                  <a16:creationId xmlns:a16="http://schemas.microsoft.com/office/drawing/2014/main" id="{8B4AE608-2154-86E7-1FA6-595BEE7D8A83}"/>
                </a:ext>
              </a:extLst>
            </p:cNvPr>
            <p:cNvCxnSpPr>
              <a:cxnSpLocks/>
            </p:cNvCxnSpPr>
            <p:nvPr/>
          </p:nvCxnSpPr>
          <p:spPr>
            <a:xfrm>
              <a:off x="6092740"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6" name="Straight Arrow Connector 856">
              <a:extLst>
                <a:ext uri="{FF2B5EF4-FFF2-40B4-BE49-F238E27FC236}">
                  <a16:creationId xmlns:a16="http://schemas.microsoft.com/office/drawing/2014/main" id="{C8B96396-2E05-C787-94CA-F620709F5709}"/>
                </a:ext>
              </a:extLst>
            </p:cNvPr>
            <p:cNvCxnSpPr>
              <a:cxnSpLocks/>
            </p:cNvCxnSpPr>
            <p:nvPr/>
          </p:nvCxnSpPr>
          <p:spPr>
            <a:xfrm>
              <a:off x="5831860"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857">
              <a:extLst>
                <a:ext uri="{FF2B5EF4-FFF2-40B4-BE49-F238E27FC236}">
                  <a16:creationId xmlns:a16="http://schemas.microsoft.com/office/drawing/2014/main" id="{F8308915-B026-88C5-D360-B507CD5FB852}"/>
                </a:ext>
              </a:extLst>
            </p:cNvPr>
            <p:cNvCxnSpPr>
              <a:cxnSpLocks/>
            </p:cNvCxnSpPr>
            <p:nvPr/>
          </p:nvCxnSpPr>
          <p:spPr>
            <a:xfrm>
              <a:off x="5909647"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893">
              <a:extLst>
                <a:ext uri="{FF2B5EF4-FFF2-40B4-BE49-F238E27FC236}">
                  <a16:creationId xmlns:a16="http://schemas.microsoft.com/office/drawing/2014/main" id="{9D7B3B3C-9CD2-6649-A292-CC872A8E9862}"/>
                </a:ext>
              </a:extLst>
            </p:cNvPr>
            <p:cNvCxnSpPr>
              <a:cxnSpLocks/>
            </p:cNvCxnSpPr>
            <p:nvPr/>
          </p:nvCxnSpPr>
          <p:spPr>
            <a:xfrm>
              <a:off x="6468547"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29" name="Straight Arrow Connector 894">
              <a:extLst>
                <a:ext uri="{FF2B5EF4-FFF2-40B4-BE49-F238E27FC236}">
                  <a16:creationId xmlns:a16="http://schemas.microsoft.com/office/drawing/2014/main" id="{17F7BF87-75D9-CE58-5194-7DC54213D14B}"/>
                </a:ext>
              </a:extLst>
            </p:cNvPr>
            <p:cNvCxnSpPr>
              <a:cxnSpLocks/>
            </p:cNvCxnSpPr>
            <p:nvPr/>
          </p:nvCxnSpPr>
          <p:spPr>
            <a:xfrm>
              <a:off x="6546334" y="4219405"/>
              <a:ext cx="0" cy="409091"/>
            </a:xfrm>
            <a:prstGeom prst="straightConnector1">
              <a:avLst/>
            </a:prstGeom>
            <a:ln w="38100">
              <a:solidFill>
                <a:schemeClr val="tx1"/>
              </a:solidFill>
              <a:headEnd type="none"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535">
              <a:extLst>
                <a:ext uri="{FF2B5EF4-FFF2-40B4-BE49-F238E27FC236}">
                  <a16:creationId xmlns:a16="http://schemas.microsoft.com/office/drawing/2014/main" id="{FA60DCA7-BC35-04AB-EAA9-93642DF62532}"/>
                </a:ext>
              </a:extLst>
            </p:cNvPr>
            <p:cNvCxnSpPr>
              <a:cxnSpLocks/>
            </p:cNvCxnSpPr>
            <p:nvPr/>
          </p:nvCxnSpPr>
          <p:spPr>
            <a:xfrm>
              <a:off x="6285454"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Arrow Connector 1536">
              <a:extLst>
                <a:ext uri="{FF2B5EF4-FFF2-40B4-BE49-F238E27FC236}">
                  <a16:creationId xmlns:a16="http://schemas.microsoft.com/office/drawing/2014/main" id="{69D805AA-CC80-50C1-8C43-8CA184BE2C04}"/>
                </a:ext>
              </a:extLst>
            </p:cNvPr>
            <p:cNvCxnSpPr>
              <a:cxnSpLocks/>
            </p:cNvCxnSpPr>
            <p:nvPr/>
          </p:nvCxnSpPr>
          <p:spPr>
            <a:xfrm>
              <a:off x="6363241" y="4219405"/>
              <a:ext cx="0" cy="409091"/>
            </a:xfrm>
            <a:prstGeom prst="straightConnector1">
              <a:avLst/>
            </a:prstGeom>
            <a:ln w="38100">
              <a:solidFill>
                <a:schemeClr val="tx1"/>
              </a:solidFill>
              <a:headEnd type="oval" w="sm" len="sm"/>
              <a:tailEnd type="none" w="med" len="med"/>
            </a:ln>
          </p:spPr>
          <p:style>
            <a:lnRef idx="1">
              <a:schemeClr val="accent1"/>
            </a:lnRef>
            <a:fillRef idx="0">
              <a:schemeClr val="accent1"/>
            </a:fillRef>
            <a:effectRef idx="0">
              <a:schemeClr val="accent1"/>
            </a:effectRef>
            <a:fontRef idx="minor">
              <a:schemeClr val="tx1"/>
            </a:fontRef>
          </p:style>
        </p:cxnSp>
      </p:grpSp>
      <p:cxnSp>
        <p:nvCxnSpPr>
          <p:cNvPr id="81" name="Straight Arrow Connector 1564">
            <a:extLst>
              <a:ext uri="{FF2B5EF4-FFF2-40B4-BE49-F238E27FC236}">
                <a16:creationId xmlns:a16="http://schemas.microsoft.com/office/drawing/2014/main" id="{0E60CAE3-697C-A2AC-A1A3-F177AB8AE3E4}"/>
              </a:ext>
            </a:extLst>
          </p:cNvPr>
          <p:cNvCxnSpPr>
            <a:cxnSpLocks/>
          </p:cNvCxnSpPr>
          <p:nvPr/>
        </p:nvCxnSpPr>
        <p:spPr>
          <a:xfrm>
            <a:off x="7773421" y="4290062"/>
            <a:ext cx="435400"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1565">
            <a:extLst>
              <a:ext uri="{FF2B5EF4-FFF2-40B4-BE49-F238E27FC236}">
                <a16:creationId xmlns:a16="http://schemas.microsoft.com/office/drawing/2014/main" id="{94A91EDD-CD73-5D86-35D7-5ECFA2737813}"/>
              </a:ext>
            </a:extLst>
          </p:cNvPr>
          <p:cNvCxnSpPr>
            <a:cxnSpLocks/>
          </p:cNvCxnSpPr>
          <p:nvPr/>
        </p:nvCxnSpPr>
        <p:spPr>
          <a:xfrm>
            <a:off x="7773422" y="5396705"/>
            <a:ext cx="433133"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1566">
            <a:extLst>
              <a:ext uri="{FF2B5EF4-FFF2-40B4-BE49-F238E27FC236}">
                <a16:creationId xmlns:a16="http://schemas.microsoft.com/office/drawing/2014/main" id="{94DFDB15-80D2-6349-DECF-1E709A8126F7}"/>
              </a:ext>
            </a:extLst>
          </p:cNvPr>
          <p:cNvCxnSpPr>
            <a:cxnSpLocks/>
          </p:cNvCxnSpPr>
          <p:nvPr/>
        </p:nvCxnSpPr>
        <p:spPr>
          <a:xfrm>
            <a:off x="7773422" y="6400547"/>
            <a:ext cx="625889"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1567">
            <a:extLst>
              <a:ext uri="{FF2B5EF4-FFF2-40B4-BE49-F238E27FC236}">
                <a16:creationId xmlns:a16="http://schemas.microsoft.com/office/drawing/2014/main" id="{E5CE0A30-F4DA-A656-CE56-38D1B34D0CA1}"/>
              </a:ext>
            </a:extLst>
          </p:cNvPr>
          <p:cNvCxnSpPr>
            <a:cxnSpLocks/>
          </p:cNvCxnSpPr>
          <p:nvPr/>
        </p:nvCxnSpPr>
        <p:spPr>
          <a:xfrm flipH="1">
            <a:off x="8188412" y="4817684"/>
            <a:ext cx="399118"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1568">
            <a:extLst>
              <a:ext uri="{FF2B5EF4-FFF2-40B4-BE49-F238E27FC236}">
                <a16:creationId xmlns:a16="http://schemas.microsoft.com/office/drawing/2014/main" id="{07A57B2F-EE02-116D-628B-C972E84E7F60}"/>
              </a:ext>
            </a:extLst>
          </p:cNvPr>
          <p:cNvCxnSpPr>
            <a:cxnSpLocks/>
          </p:cNvCxnSpPr>
          <p:nvPr/>
        </p:nvCxnSpPr>
        <p:spPr>
          <a:xfrm rot="5400000">
            <a:off x="8480947" y="4346755"/>
            <a:ext cx="0" cy="213167"/>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1569">
            <a:extLst>
              <a:ext uri="{FF2B5EF4-FFF2-40B4-BE49-F238E27FC236}">
                <a16:creationId xmlns:a16="http://schemas.microsoft.com/office/drawing/2014/main" id="{55430EFF-2FB8-2FD9-B7A1-1E93588BFEEF}"/>
              </a:ext>
            </a:extLst>
          </p:cNvPr>
          <p:cNvCxnSpPr>
            <a:cxnSpLocks/>
          </p:cNvCxnSpPr>
          <p:nvPr/>
        </p:nvCxnSpPr>
        <p:spPr>
          <a:xfrm rot="5400000">
            <a:off x="8480947" y="4893273"/>
            <a:ext cx="0" cy="213167"/>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Arrow Connector 1570">
            <a:extLst>
              <a:ext uri="{FF2B5EF4-FFF2-40B4-BE49-F238E27FC236}">
                <a16:creationId xmlns:a16="http://schemas.microsoft.com/office/drawing/2014/main" id="{6EBA0DC1-0A53-B658-452A-8263F39A915F}"/>
              </a:ext>
            </a:extLst>
          </p:cNvPr>
          <p:cNvCxnSpPr>
            <a:cxnSpLocks/>
          </p:cNvCxnSpPr>
          <p:nvPr/>
        </p:nvCxnSpPr>
        <p:spPr>
          <a:xfrm flipH="1">
            <a:off x="8186145" y="4635511"/>
            <a:ext cx="401387" cy="0"/>
          </a:xfrm>
          <a:prstGeom prst="straightConnector1">
            <a:avLst/>
          </a:prstGeom>
          <a:ln w="25400">
            <a:solidFill>
              <a:schemeClr val="tx1"/>
            </a:solidFill>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Arrow Connector 1571">
            <a:extLst>
              <a:ext uri="{FF2B5EF4-FFF2-40B4-BE49-F238E27FC236}">
                <a16:creationId xmlns:a16="http://schemas.microsoft.com/office/drawing/2014/main" id="{FE168941-5F08-24E3-4714-A2632D9AE602}"/>
              </a:ext>
            </a:extLst>
          </p:cNvPr>
          <p:cNvCxnSpPr>
            <a:cxnSpLocks/>
          </p:cNvCxnSpPr>
          <p:nvPr/>
        </p:nvCxnSpPr>
        <p:spPr>
          <a:xfrm>
            <a:off x="8391904" y="4994887"/>
            <a:ext cx="0" cy="141607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1572">
            <a:extLst>
              <a:ext uri="{FF2B5EF4-FFF2-40B4-BE49-F238E27FC236}">
                <a16:creationId xmlns:a16="http://schemas.microsoft.com/office/drawing/2014/main" id="{73BB4C6B-1545-4720-F168-FBDA3B9280A9}"/>
              </a:ext>
            </a:extLst>
          </p:cNvPr>
          <p:cNvCxnSpPr>
            <a:cxnSpLocks/>
          </p:cNvCxnSpPr>
          <p:nvPr/>
        </p:nvCxnSpPr>
        <p:spPr>
          <a:xfrm>
            <a:off x="8391904" y="3261103"/>
            <a:ext cx="0" cy="1203510"/>
          </a:xfrm>
          <a:prstGeom prst="straightConnector1">
            <a:avLst/>
          </a:prstGeom>
          <a:ln w="2540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1573">
            <a:extLst>
              <a:ext uri="{FF2B5EF4-FFF2-40B4-BE49-F238E27FC236}">
                <a16:creationId xmlns:a16="http://schemas.microsoft.com/office/drawing/2014/main" id="{EC56D685-C9B6-27E4-5F28-D04B6D271477}"/>
              </a:ext>
            </a:extLst>
          </p:cNvPr>
          <p:cNvCxnSpPr>
            <a:cxnSpLocks/>
          </p:cNvCxnSpPr>
          <p:nvPr/>
        </p:nvCxnSpPr>
        <p:spPr>
          <a:xfrm>
            <a:off x="8196880" y="4812221"/>
            <a:ext cx="0" cy="598676"/>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1574">
            <a:extLst>
              <a:ext uri="{FF2B5EF4-FFF2-40B4-BE49-F238E27FC236}">
                <a16:creationId xmlns:a16="http://schemas.microsoft.com/office/drawing/2014/main" id="{D16EDAAC-D647-635E-E1FB-A32C6412E2E4}"/>
              </a:ext>
            </a:extLst>
          </p:cNvPr>
          <p:cNvCxnSpPr>
            <a:cxnSpLocks/>
          </p:cNvCxnSpPr>
          <p:nvPr/>
        </p:nvCxnSpPr>
        <p:spPr>
          <a:xfrm>
            <a:off x="8196880" y="4282341"/>
            <a:ext cx="0" cy="357534"/>
          </a:xfrm>
          <a:prstGeom prst="straightConnector1">
            <a:avLst/>
          </a:prstGeom>
          <a:ln w="254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604">
            <a:extLst>
              <a:ext uri="{FF2B5EF4-FFF2-40B4-BE49-F238E27FC236}">
                <a16:creationId xmlns:a16="http://schemas.microsoft.com/office/drawing/2014/main" id="{27BA2027-BB6E-BF76-1974-346A0DC02107}"/>
              </a:ext>
            </a:extLst>
          </p:cNvPr>
          <p:cNvCxnSpPr>
            <a:cxnSpLocks/>
          </p:cNvCxnSpPr>
          <p:nvPr/>
        </p:nvCxnSpPr>
        <p:spPr>
          <a:xfrm rot="16200000" flipH="1">
            <a:off x="527167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Arrow Connector 1087">
            <a:extLst>
              <a:ext uri="{FF2B5EF4-FFF2-40B4-BE49-F238E27FC236}">
                <a16:creationId xmlns:a16="http://schemas.microsoft.com/office/drawing/2014/main" id="{2C2C9C1A-46F2-1D60-DED8-D9BA97B55D88}"/>
              </a:ext>
            </a:extLst>
          </p:cNvPr>
          <p:cNvCxnSpPr>
            <a:cxnSpLocks/>
          </p:cNvCxnSpPr>
          <p:nvPr/>
        </p:nvCxnSpPr>
        <p:spPr>
          <a:xfrm rot="16200000" flipH="1">
            <a:off x="5912304"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832">
            <a:extLst>
              <a:ext uri="{FF2B5EF4-FFF2-40B4-BE49-F238E27FC236}">
                <a16:creationId xmlns:a16="http://schemas.microsoft.com/office/drawing/2014/main" id="{6DA76237-30A9-8987-3B8D-553E99B30B3F}"/>
              </a:ext>
            </a:extLst>
          </p:cNvPr>
          <p:cNvCxnSpPr>
            <a:cxnSpLocks/>
          </p:cNvCxnSpPr>
          <p:nvPr/>
        </p:nvCxnSpPr>
        <p:spPr>
          <a:xfrm rot="16200000" flipH="1">
            <a:off x="655293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859">
            <a:extLst>
              <a:ext uri="{FF2B5EF4-FFF2-40B4-BE49-F238E27FC236}">
                <a16:creationId xmlns:a16="http://schemas.microsoft.com/office/drawing/2014/main" id="{1A101F94-3B7C-7E69-1A70-C9FE9DDB98DF}"/>
              </a:ext>
            </a:extLst>
          </p:cNvPr>
          <p:cNvCxnSpPr>
            <a:cxnSpLocks/>
          </p:cNvCxnSpPr>
          <p:nvPr/>
        </p:nvCxnSpPr>
        <p:spPr>
          <a:xfrm rot="16200000" flipH="1">
            <a:off x="7193565" y="3208817"/>
            <a:ext cx="0" cy="130621"/>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1563">
            <a:extLst>
              <a:ext uri="{FF2B5EF4-FFF2-40B4-BE49-F238E27FC236}">
                <a16:creationId xmlns:a16="http://schemas.microsoft.com/office/drawing/2014/main" id="{9CD4BEA2-88E0-E698-947C-1D62159C084A}"/>
              </a:ext>
            </a:extLst>
          </p:cNvPr>
          <p:cNvCxnSpPr>
            <a:cxnSpLocks/>
          </p:cNvCxnSpPr>
          <p:nvPr/>
        </p:nvCxnSpPr>
        <p:spPr>
          <a:xfrm>
            <a:off x="7773422" y="3274126"/>
            <a:ext cx="628157" cy="0"/>
          </a:xfrm>
          <a:prstGeom prst="straightConnector1">
            <a:avLst/>
          </a:prstGeom>
          <a:ln w="25400">
            <a:solidFill>
              <a:schemeClr val="tx1"/>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pic>
        <p:nvPicPr>
          <p:cNvPr id="98" name="Picture 1479">
            <a:extLst>
              <a:ext uri="{FF2B5EF4-FFF2-40B4-BE49-F238E27FC236}">
                <a16:creationId xmlns:a16="http://schemas.microsoft.com/office/drawing/2014/main" id="{8BCAF67C-1C28-307D-A232-C9892C6C54E2}"/>
              </a:ext>
            </a:extLst>
          </p:cNvPr>
          <p:cNvPicPr>
            <a:picLocks noChangeAspect="1"/>
          </p:cNvPicPr>
          <p:nvPr/>
        </p:nvPicPr>
        <p:blipFill>
          <a:blip r:embed="rId3"/>
          <a:srcRect b="9955"/>
          <a:stretch/>
        </p:blipFill>
        <p:spPr>
          <a:xfrm>
            <a:off x="682438" y="3294373"/>
            <a:ext cx="3408825" cy="3312186"/>
          </a:xfrm>
          <a:prstGeom prst="rect">
            <a:avLst/>
          </a:prstGeom>
        </p:spPr>
      </p:pic>
      <p:sp>
        <p:nvSpPr>
          <p:cNvPr id="99" name="TextBox 1480">
            <a:extLst>
              <a:ext uri="{FF2B5EF4-FFF2-40B4-BE49-F238E27FC236}">
                <a16:creationId xmlns:a16="http://schemas.microsoft.com/office/drawing/2014/main" id="{FF87B5A9-B3F4-AA89-B5C4-F91CD42B44A8}"/>
              </a:ext>
            </a:extLst>
          </p:cNvPr>
          <p:cNvSpPr txBox="1"/>
          <p:nvPr/>
        </p:nvSpPr>
        <p:spPr>
          <a:xfrm>
            <a:off x="1431013" y="6742208"/>
            <a:ext cx="1155777" cy="399148"/>
          </a:xfrm>
          <a:prstGeom prst="rect">
            <a:avLst/>
          </a:prstGeom>
          <a:noFill/>
        </p:spPr>
        <p:txBody>
          <a:bodyPr wrap="square">
            <a:spAutoFit/>
          </a:bodyPr>
          <a:lstStyle/>
          <a:p>
            <a:pPr>
              <a:lnSpc>
                <a:spcPct val="80000"/>
              </a:lnSpc>
            </a:pPr>
            <a:r>
              <a:rPr lang="en-US" sz="2400" b="1" dirty="0">
                <a:solidFill>
                  <a:srgbClr val="0070C0"/>
                </a:solidFill>
              </a:rPr>
              <a:t>Enable</a:t>
            </a:r>
          </a:p>
        </p:txBody>
      </p:sp>
      <p:sp>
        <p:nvSpPr>
          <p:cNvPr id="100" name="Rectangle 1481">
            <a:extLst>
              <a:ext uri="{FF2B5EF4-FFF2-40B4-BE49-F238E27FC236}">
                <a16:creationId xmlns:a16="http://schemas.microsoft.com/office/drawing/2014/main" id="{0A0A1F81-7EEC-4E7F-89BD-0BF9B753797B}"/>
              </a:ext>
            </a:extLst>
          </p:cNvPr>
          <p:cNvSpPr/>
          <p:nvPr/>
        </p:nvSpPr>
        <p:spPr>
          <a:xfrm>
            <a:off x="1701845" y="5658080"/>
            <a:ext cx="859461" cy="1085783"/>
          </a:xfrm>
          <a:prstGeom prst="rect">
            <a:avLst/>
          </a:prstGeom>
          <a:noFill/>
          <a:ln w="254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101" name="Straight Arrow Connector 1482">
            <a:extLst>
              <a:ext uri="{FF2B5EF4-FFF2-40B4-BE49-F238E27FC236}">
                <a16:creationId xmlns:a16="http://schemas.microsoft.com/office/drawing/2014/main" id="{4274E4E4-D53D-400E-83A2-CCFF271647A8}"/>
              </a:ext>
            </a:extLst>
          </p:cNvPr>
          <p:cNvCxnSpPr>
            <a:cxnSpLocks/>
          </p:cNvCxnSpPr>
          <p:nvPr/>
        </p:nvCxnSpPr>
        <p:spPr>
          <a:xfrm flipH="1">
            <a:off x="3498841" y="4375734"/>
            <a:ext cx="1202647" cy="0"/>
          </a:xfrm>
          <a:prstGeom prst="straightConnector1">
            <a:avLst/>
          </a:prstGeom>
          <a:ln>
            <a:solidFill>
              <a:schemeClr val="tx1"/>
            </a:solidFill>
            <a:prstDash val="sysDash"/>
            <a:tailEnd type="stealth" w="sm" len="med"/>
          </a:ln>
        </p:spPr>
        <p:style>
          <a:lnRef idx="1">
            <a:schemeClr val="accent1"/>
          </a:lnRef>
          <a:fillRef idx="0">
            <a:schemeClr val="accent1"/>
          </a:fillRef>
          <a:effectRef idx="0">
            <a:schemeClr val="accent1"/>
          </a:effectRef>
          <a:fontRef idx="minor">
            <a:schemeClr val="tx1"/>
          </a:fontRef>
        </p:style>
      </p:cxnSp>
      <p:sp>
        <p:nvSpPr>
          <p:cNvPr id="102" name="Rectangle 1485">
            <a:extLst>
              <a:ext uri="{FF2B5EF4-FFF2-40B4-BE49-F238E27FC236}">
                <a16:creationId xmlns:a16="http://schemas.microsoft.com/office/drawing/2014/main" id="{7231787C-D20D-CCDA-B0B9-DEF8AE387F67}"/>
              </a:ext>
            </a:extLst>
          </p:cNvPr>
          <p:cNvSpPr/>
          <p:nvPr/>
        </p:nvSpPr>
        <p:spPr>
          <a:xfrm>
            <a:off x="4642035" y="4757007"/>
            <a:ext cx="597662" cy="217454"/>
          </a:xfrm>
          <a:prstGeom prst="rect">
            <a:avLst/>
          </a:prstGeom>
          <a:noFill/>
          <a:ln w="254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103" name="Straight Arrow Connector 1486">
            <a:extLst>
              <a:ext uri="{FF2B5EF4-FFF2-40B4-BE49-F238E27FC236}">
                <a16:creationId xmlns:a16="http://schemas.microsoft.com/office/drawing/2014/main" id="{46A1F8AA-D786-213D-036F-494641F3E1BF}"/>
              </a:ext>
            </a:extLst>
          </p:cNvPr>
          <p:cNvCxnSpPr>
            <a:cxnSpLocks/>
          </p:cNvCxnSpPr>
          <p:nvPr/>
        </p:nvCxnSpPr>
        <p:spPr>
          <a:xfrm flipH="1">
            <a:off x="2574596" y="4757009"/>
            <a:ext cx="2058860" cy="908598"/>
          </a:xfrm>
          <a:prstGeom prst="straightConnector1">
            <a:avLst/>
          </a:prstGeom>
          <a:ln>
            <a:solidFill>
              <a:srgbClr val="0070C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Arrow Connector 1488">
            <a:extLst>
              <a:ext uri="{FF2B5EF4-FFF2-40B4-BE49-F238E27FC236}">
                <a16:creationId xmlns:a16="http://schemas.microsoft.com/office/drawing/2014/main" id="{B9D99978-A144-A264-BE62-62359F3114F9}"/>
              </a:ext>
            </a:extLst>
          </p:cNvPr>
          <p:cNvCxnSpPr>
            <a:cxnSpLocks/>
          </p:cNvCxnSpPr>
          <p:nvPr/>
        </p:nvCxnSpPr>
        <p:spPr>
          <a:xfrm flipV="1">
            <a:off x="2541864" y="4983781"/>
            <a:ext cx="2107466" cy="1761784"/>
          </a:xfrm>
          <a:prstGeom prst="straightConnector1">
            <a:avLst/>
          </a:prstGeom>
          <a:ln>
            <a:solidFill>
              <a:srgbClr val="0070C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Left Brace 1558">
            <a:extLst>
              <a:ext uri="{FF2B5EF4-FFF2-40B4-BE49-F238E27FC236}">
                <a16:creationId xmlns:a16="http://schemas.microsoft.com/office/drawing/2014/main" id="{2B89CB70-D537-5B0E-0F9A-AC7E218E047F}"/>
              </a:ext>
            </a:extLst>
          </p:cNvPr>
          <p:cNvSpPr/>
          <p:nvPr/>
        </p:nvSpPr>
        <p:spPr>
          <a:xfrm>
            <a:off x="4400305" y="3051852"/>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6" name="TextBox 1559">
            <a:extLst>
              <a:ext uri="{FF2B5EF4-FFF2-40B4-BE49-F238E27FC236}">
                <a16:creationId xmlns:a16="http://schemas.microsoft.com/office/drawing/2014/main" id="{62CB4E12-2F71-A738-37EE-C0C0157E301A}"/>
              </a:ext>
            </a:extLst>
          </p:cNvPr>
          <p:cNvSpPr txBox="1"/>
          <p:nvPr/>
        </p:nvSpPr>
        <p:spPr>
          <a:xfrm rot="16200000">
            <a:off x="3699912" y="3561938"/>
            <a:ext cx="1155354" cy="400110"/>
          </a:xfrm>
          <a:prstGeom prst="rect">
            <a:avLst/>
          </a:prstGeom>
          <a:noFill/>
        </p:spPr>
        <p:txBody>
          <a:bodyPr wrap="square">
            <a:spAutoFit/>
          </a:bodyPr>
          <a:lstStyle/>
          <a:p>
            <a:pPr defTabSz="914400">
              <a:defRPr/>
            </a:pPr>
            <a:r>
              <a:rPr lang="en-US" sz="2000" b="1">
                <a:latin typeface="Calibri" panose="020F0502020204030204"/>
              </a:rPr>
              <a:t>Rank 0</a:t>
            </a:r>
          </a:p>
        </p:txBody>
      </p:sp>
      <p:sp>
        <p:nvSpPr>
          <p:cNvPr id="107" name="Left Brace 1560">
            <a:extLst>
              <a:ext uri="{FF2B5EF4-FFF2-40B4-BE49-F238E27FC236}">
                <a16:creationId xmlns:a16="http://schemas.microsoft.com/office/drawing/2014/main" id="{33C4F0F0-3BFD-F6C3-C3CB-073CB2D3A066}"/>
              </a:ext>
            </a:extLst>
          </p:cNvPr>
          <p:cNvSpPr/>
          <p:nvPr/>
        </p:nvSpPr>
        <p:spPr>
          <a:xfrm>
            <a:off x="4400305" y="5135549"/>
            <a:ext cx="254964" cy="1781451"/>
          </a:xfrm>
          <a:prstGeom prst="leftBrace">
            <a:avLst>
              <a:gd name="adj1" fmla="val 33237"/>
              <a:gd name="adj2" fmla="val 50000"/>
            </a:avLst>
          </a:prstGeom>
          <a:noFill/>
          <a:ln w="12700" cap="flat" cmpd="sng" algn="ctr">
            <a:solidFill>
              <a:sysClr val="windowText" lastClr="000000"/>
            </a:solidFill>
            <a:prstDash val="solid"/>
            <a:miter lim="800000"/>
          </a:ln>
          <a:effectLst/>
        </p:spPr>
        <p:txBody>
          <a:bodyPr rtlCol="0" anchor="ctr"/>
          <a:lstStyle/>
          <a:p>
            <a:pPr algn="ctr" defTabSz="914400">
              <a:defRPr/>
            </a:pPr>
            <a:endParaRPr lang="en-US" sz="3200" kern="0">
              <a:solidFill>
                <a:prstClr val="black"/>
              </a:solidFill>
              <a:latin typeface="Calibri" panose="020F0502020204030204"/>
            </a:endParaRPr>
          </a:p>
        </p:txBody>
      </p:sp>
      <p:sp>
        <p:nvSpPr>
          <p:cNvPr id="108" name="TextBox 1561">
            <a:extLst>
              <a:ext uri="{FF2B5EF4-FFF2-40B4-BE49-F238E27FC236}">
                <a16:creationId xmlns:a16="http://schemas.microsoft.com/office/drawing/2014/main" id="{D353397F-9A9F-19A7-D61F-FF585D60AEDD}"/>
              </a:ext>
            </a:extLst>
          </p:cNvPr>
          <p:cNvSpPr txBox="1"/>
          <p:nvPr/>
        </p:nvSpPr>
        <p:spPr>
          <a:xfrm rot="16200000">
            <a:off x="3699912" y="5645635"/>
            <a:ext cx="1155354" cy="400110"/>
          </a:xfrm>
          <a:prstGeom prst="rect">
            <a:avLst/>
          </a:prstGeom>
          <a:noFill/>
        </p:spPr>
        <p:txBody>
          <a:bodyPr wrap="square">
            <a:spAutoFit/>
          </a:bodyPr>
          <a:lstStyle/>
          <a:p>
            <a:pPr defTabSz="914400">
              <a:defRPr/>
            </a:pPr>
            <a:r>
              <a:rPr lang="en-US" sz="2000" b="1">
                <a:latin typeface="Calibri" panose="020F0502020204030204"/>
              </a:rPr>
              <a:t>Rank 1</a:t>
            </a:r>
          </a:p>
        </p:txBody>
      </p:sp>
      <p:sp>
        <p:nvSpPr>
          <p:cNvPr id="109" name="TextBox 1591">
            <a:extLst>
              <a:ext uri="{FF2B5EF4-FFF2-40B4-BE49-F238E27FC236}">
                <a16:creationId xmlns:a16="http://schemas.microsoft.com/office/drawing/2014/main" id="{20BB72BB-A2EE-EA9F-223B-4052078B2132}"/>
              </a:ext>
            </a:extLst>
          </p:cNvPr>
          <p:cNvSpPr txBox="1"/>
          <p:nvPr/>
        </p:nvSpPr>
        <p:spPr>
          <a:xfrm>
            <a:off x="7277032" y="2583321"/>
            <a:ext cx="814069" cy="344710"/>
          </a:xfrm>
          <a:prstGeom prst="rect">
            <a:avLst/>
          </a:prstGeom>
          <a:noFill/>
        </p:spPr>
        <p:txBody>
          <a:bodyPr wrap="none">
            <a:spAutoFit/>
          </a:bodyPr>
          <a:lstStyle/>
          <a:p>
            <a:pPr>
              <a:lnSpc>
                <a:spcPct val="80000"/>
              </a:lnSpc>
            </a:pPr>
            <a:r>
              <a:rPr lang="en-US" sz="2000" b="1">
                <a:solidFill>
                  <a:srgbClr val="FF0000"/>
                </a:solidFill>
              </a:rPr>
              <a:t>Failed</a:t>
            </a:r>
          </a:p>
        </p:txBody>
      </p:sp>
      <p:cxnSp>
        <p:nvCxnSpPr>
          <p:cNvPr id="110" name="Straight Arrow Connector 1592">
            <a:extLst>
              <a:ext uri="{FF2B5EF4-FFF2-40B4-BE49-F238E27FC236}">
                <a16:creationId xmlns:a16="http://schemas.microsoft.com/office/drawing/2014/main" id="{F20EA3D1-36A2-D9F2-F631-7D621CC4C1F7}"/>
              </a:ext>
            </a:extLst>
          </p:cNvPr>
          <p:cNvCxnSpPr>
            <a:cxnSpLocks/>
          </p:cNvCxnSpPr>
          <p:nvPr/>
        </p:nvCxnSpPr>
        <p:spPr>
          <a:xfrm flipH="1" flipV="1">
            <a:off x="7905685" y="2850995"/>
            <a:ext cx="379814" cy="418768"/>
          </a:xfrm>
          <a:prstGeom prst="straightConnector1">
            <a:avLst/>
          </a:prstGeom>
          <a:ln w="3810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79" name="Straight Arrow Connector 1568">
            <a:extLst>
              <a:ext uri="{FF2B5EF4-FFF2-40B4-BE49-F238E27FC236}">
                <a16:creationId xmlns:a16="http://schemas.microsoft.com/office/drawing/2014/main" id="{7BFA2C04-8953-5765-FB72-0D8BF38F9443}"/>
              </a:ext>
            </a:extLst>
          </p:cNvPr>
          <p:cNvCxnSpPr>
            <a:cxnSpLocks/>
          </p:cNvCxnSpPr>
          <p:nvPr/>
        </p:nvCxnSpPr>
        <p:spPr>
          <a:xfrm rot="5400000">
            <a:off x="8482147" y="4347955"/>
            <a:ext cx="0" cy="213167"/>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1572">
            <a:extLst>
              <a:ext uri="{FF2B5EF4-FFF2-40B4-BE49-F238E27FC236}">
                <a16:creationId xmlns:a16="http://schemas.microsoft.com/office/drawing/2014/main" id="{D0B45CF8-572A-E6BA-F3E8-BC4784CE586A}"/>
              </a:ext>
            </a:extLst>
          </p:cNvPr>
          <p:cNvCxnSpPr>
            <a:cxnSpLocks/>
          </p:cNvCxnSpPr>
          <p:nvPr/>
        </p:nvCxnSpPr>
        <p:spPr>
          <a:xfrm>
            <a:off x="8393104" y="3262303"/>
            <a:ext cx="0" cy="1203510"/>
          </a:xfrm>
          <a:prstGeom prst="straightConnector1">
            <a:avLst/>
          </a:prstGeom>
          <a:ln w="254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1563">
            <a:extLst>
              <a:ext uri="{FF2B5EF4-FFF2-40B4-BE49-F238E27FC236}">
                <a16:creationId xmlns:a16="http://schemas.microsoft.com/office/drawing/2014/main" id="{44884CBA-BECF-0A97-A093-1C5DE2711804}"/>
              </a:ext>
            </a:extLst>
          </p:cNvPr>
          <p:cNvCxnSpPr>
            <a:cxnSpLocks/>
          </p:cNvCxnSpPr>
          <p:nvPr/>
        </p:nvCxnSpPr>
        <p:spPr>
          <a:xfrm>
            <a:off x="7774622" y="3275326"/>
            <a:ext cx="628157" cy="0"/>
          </a:xfrm>
          <a:prstGeom prst="straightConnector1">
            <a:avLst/>
          </a:prstGeom>
          <a:ln w="25400">
            <a:solidFill>
              <a:srgbClr val="FF0000"/>
            </a:solidFill>
            <a:prstDash val="solid"/>
            <a:headEnd type="diamond" w="med" len="med"/>
            <a:tailEnd type="none" w="med" len="med"/>
          </a:ln>
        </p:spPr>
        <p:style>
          <a:lnRef idx="1">
            <a:schemeClr val="accent1"/>
          </a:lnRef>
          <a:fillRef idx="0">
            <a:schemeClr val="accent1"/>
          </a:fillRef>
          <a:effectRef idx="0">
            <a:schemeClr val="accent1"/>
          </a:effectRef>
          <a:fontRef idx="minor">
            <a:schemeClr val="tx1"/>
          </a:fontRef>
        </p:style>
      </p:cxnSp>
      <p:sp>
        <p:nvSpPr>
          <p:cNvPr id="97" name="Rectangle 1504">
            <a:extLst>
              <a:ext uri="{FF2B5EF4-FFF2-40B4-BE49-F238E27FC236}">
                <a16:creationId xmlns:a16="http://schemas.microsoft.com/office/drawing/2014/main" id="{D7AC517F-28DF-42A6-72E6-60A7528088F7}"/>
              </a:ext>
            </a:extLst>
          </p:cNvPr>
          <p:cNvSpPr/>
          <p:nvPr/>
        </p:nvSpPr>
        <p:spPr>
          <a:xfrm>
            <a:off x="4604099" y="2953551"/>
            <a:ext cx="3296579" cy="108578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282" name="Straight Connector 281">
            <a:extLst>
              <a:ext uri="{FF2B5EF4-FFF2-40B4-BE49-F238E27FC236}">
                <a16:creationId xmlns:a16="http://schemas.microsoft.com/office/drawing/2014/main" id="{A69343C7-E128-12CB-D979-B0DF54598D8F}"/>
              </a:ext>
            </a:extLst>
          </p:cNvPr>
          <p:cNvCxnSpPr>
            <a:cxnSpLocks/>
          </p:cNvCxnSpPr>
          <p:nvPr/>
        </p:nvCxnSpPr>
        <p:spPr>
          <a:xfrm>
            <a:off x="2332689" y="5723170"/>
            <a:ext cx="0" cy="666490"/>
          </a:xfrm>
          <a:prstGeom prst="line">
            <a:avLst/>
          </a:prstGeom>
          <a:ln w="38100">
            <a:solidFill>
              <a:schemeClr val="bg2">
                <a:lumMod val="90000"/>
              </a:schemeClr>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22B4EE7-86F2-FEF8-29DA-DA6C819444C8}"/>
              </a:ext>
            </a:extLst>
          </p:cNvPr>
          <p:cNvCxnSpPr>
            <a:cxnSpLocks/>
          </p:cNvCxnSpPr>
          <p:nvPr/>
        </p:nvCxnSpPr>
        <p:spPr>
          <a:xfrm>
            <a:off x="2416141" y="5777592"/>
            <a:ext cx="0" cy="666490"/>
          </a:xfrm>
          <a:prstGeom prst="line">
            <a:avLst/>
          </a:prstGeom>
          <a:ln w="38100">
            <a:solidFill>
              <a:schemeClr val="bg2">
                <a:lumMod val="90000"/>
              </a:schemeClr>
            </a:solidFill>
            <a:headEnd type="triangle" w="med" len="sm"/>
            <a:tailEnd type="triangle"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26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6A8616-6558-C07F-2B73-E903D3B47E20}"/>
              </a:ext>
            </a:extLst>
          </p:cNvPr>
          <p:cNvSpPr>
            <a:spLocks noGrp="1"/>
          </p:cNvSpPr>
          <p:nvPr>
            <p:ph type="title"/>
          </p:nvPr>
        </p:nvSpPr>
        <p:spPr/>
        <p:txBody>
          <a:bodyPr/>
          <a:lstStyle/>
          <a:p>
            <a:r>
              <a:rPr lang="en-US" altLang="zh-CN" b="1" dirty="0"/>
              <a:t>Design2: </a:t>
            </a:r>
            <a:r>
              <a:rPr lang="en-US" altLang="zh-CN" dirty="0"/>
              <a:t>SCREME-I/O</a:t>
            </a:r>
            <a:endParaRPr lang="zh-CN" altLang="en-US" dirty="0"/>
          </a:p>
        </p:txBody>
      </p:sp>
      <p:pic>
        <p:nvPicPr>
          <p:cNvPr id="5" name="图片 4" descr="图表, 条形图&#10;&#10;AI 生成的内容可能不正确。">
            <a:extLst>
              <a:ext uri="{FF2B5EF4-FFF2-40B4-BE49-F238E27FC236}">
                <a16:creationId xmlns:a16="http://schemas.microsoft.com/office/drawing/2014/main" id="{DDA8DCD7-90C0-710B-9726-B306BE0F2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372" y="3542071"/>
            <a:ext cx="11793256" cy="3388596"/>
          </a:xfrm>
          <a:prstGeom prst="rect">
            <a:avLst/>
          </a:prstGeom>
        </p:spPr>
      </p:pic>
      <p:sp>
        <p:nvSpPr>
          <p:cNvPr id="3" name="Rectangle 2">
            <a:extLst>
              <a:ext uri="{FF2B5EF4-FFF2-40B4-BE49-F238E27FC236}">
                <a16:creationId xmlns:a16="http://schemas.microsoft.com/office/drawing/2014/main" id="{8C8DB0DF-CC12-3736-5901-E0D226CD439E}"/>
              </a:ext>
            </a:extLst>
          </p:cNvPr>
          <p:cNvSpPr/>
          <p:nvPr/>
        </p:nvSpPr>
        <p:spPr>
          <a:xfrm>
            <a:off x="10379023" y="3883742"/>
            <a:ext cx="974777" cy="107402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7D2A821-027F-C629-8005-4D37DCC0EFF0}"/>
              </a:ext>
            </a:extLst>
          </p:cNvPr>
          <p:cNvSpPr txBox="1"/>
          <p:nvPr/>
        </p:nvSpPr>
        <p:spPr>
          <a:xfrm>
            <a:off x="9465053" y="3360521"/>
            <a:ext cx="2194832" cy="523220"/>
          </a:xfrm>
          <a:prstGeom prst="rect">
            <a:avLst/>
          </a:prstGeom>
          <a:noFill/>
        </p:spPr>
        <p:txBody>
          <a:bodyPr wrap="none" rtlCol="0">
            <a:spAutoFit/>
          </a:bodyPr>
          <a:lstStyle/>
          <a:p>
            <a:r>
              <a:rPr lang="en-US" sz="2800" b="1" dirty="0">
                <a:solidFill>
                  <a:srgbClr val="FF0000"/>
                </a:solidFill>
              </a:rPr>
              <a:t>1.3x Speedup</a:t>
            </a:r>
          </a:p>
        </p:txBody>
      </p:sp>
    </p:spTree>
    <p:extLst>
      <p:ext uri="{BB962C8B-B14F-4D97-AF65-F5344CB8AC3E}">
        <p14:creationId xmlns:p14="http://schemas.microsoft.com/office/powerpoint/2010/main" val="2602191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AF6C4F-9DFD-636D-779A-78214519F06E}"/>
              </a:ext>
            </a:extLst>
          </p:cNvPr>
          <p:cNvSpPr>
            <a:spLocks noGrp="1"/>
          </p:cNvSpPr>
          <p:nvPr>
            <p:ph type="title"/>
          </p:nvPr>
        </p:nvSpPr>
        <p:spPr/>
        <p:txBody>
          <a:bodyPr/>
          <a:lstStyle/>
          <a:p>
            <a:r>
              <a:rPr lang="en-US" altLang="zh-CN" b="1" dirty="0"/>
              <a:t>Design3:</a:t>
            </a:r>
            <a:r>
              <a:rPr lang="en-US" altLang="zh-CN" dirty="0"/>
              <a:t> SCREME-Framework</a:t>
            </a:r>
            <a:endParaRPr lang="zh-CN" altLang="en-US" dirty="0"/>
          </a:p>
        </p:txBody>
      </p:sp>
      <p:pic>
        <p:nvPicPr>
          <p:cNvPr id="3" name="Picture 2">
            <a:extLst>
              <a:ext uri="{FF2B5EF4-FFF2-40B4-BE49-F238E27FC236}">
                <a16:creationId xmlns:a16="http://schemas.microsoft.com/office/drawing/2014/main" id="{AAA85647-93DD-4F39-5EB0-BEC0084DC7BA}"/>
              </a:ext>
            </a:extLst>
          </p:cNvPr>
          <p:cNvPicPr>
            <a:picLocks noChangeAspect="1"/>
          </p:cNvPicPr>
          <p:nvPr/>
        </p:nvPicPr>
        <p:blipFill>
          <a:blip r:embed="rId3"/>
          <a:srcRect l="1041"/>
          <a:stretch/>
        </p:blipFill>
        <p:spPr>
          <a:xfrm>
            <a:off x="1665916" y="2841737"/>
            <a:ext cx="8860169" cy="2805670"/>
          </a:xfrm>
          <a:prstGeom prst="rect">
            <a:avLst/>
          </a:prstGeom>
        </p:spPr>
      </p:pic>
      <p:pic>
        <p:nvPicPr>
          <p:cNvPr id="448" name="Picture 447">
            <a:extLst>
              <a:ext uri="{FF2B5EF4-FFF2-40B4-BE49-F238E27FC236}">
                <a16:creationId xmlns:a16="http://schemas.microsoft.com/office/drawing/2014/main" id="{087BB3CE-EAC5-A84F-4186-86D0560BD9C3}"/>
              </a:ext>
            </a:extLst>
          </p:cNvPr>
          <p:cNvPicPr>
            <a:picLocks noChangeAspect="1"/>
          </p:cNvPicPr>
          <p:nvPr/>
        </p:nvPicPr>
        <p:blipFill>
          <a:blip r:embed="rId3"/>
          <a:srcRect l="1041" t="3620"/>
          <a:stretch/>
        </p:blipFill>
        <p:spPr>
          <a:xfrm>
            <a:off x="1665916" y="4931799"/>
            <a:ext cx="8860169" cy="2704076"/>
          </a:xfrm>
          <a:prstGeom prst="rect">
            <a:avLst/>
          </a:prstGeom>
        </p:spPr>
      </p:pic>
      <p:sp>
        <p:nvSpPr>
          <p:cNvPr id="450" name="Rectangle 449">
            <a:extLst>
              <a:ext uri="{FF2B5EF4-FFF2-40B4-BE49-F238E27FC236}">
                <a16:creationId xmlns:a16="http://schemas.microsoft.com/office/drawing/2014/main" id="{30CAE33B-F87F-F9AD-95B5-3917FF07109B}"/>
              </a:ext>
            </a:extLst>
          </p:cNvPr>
          <p:cNvSpPr/>
          <p:nvPr/>
        </p:nvSpPr>
        <p:spPr>
          <a:xfrm>
            <a:off x="4641934" y="526701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51" name="Rectangle 450">
            <a:extLst>
              <a:ext uri="{FF2B5EF4-FFF2-40B4-BE49-F238E27FC236}">
                <a16:creationId xmlns:a16="http://schemas.microsoft.com/office/drawing/2014/main" id="{714B07B1-8042-981F-95D7-E26677B421D2}"/>
              </a:ext>
            </a:extLst>
          </p:cNvPr>
          <p:cNvSpPr/>
          <p:nvPr/>
        </p:nvSpPr>
        <p:spPr>
          <a:xfrm>
            <a:off x="3508933"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2" name="Rectangle 451">
            <a:extLst>
              <a:ext uri="{FF2B5EF4-FFF2-40B4-BE49-F238E27FC236}">
                <a16:creationId xmlns:a16="http://schemas.microsoft.com/office/drawing/2014/main" id="{96EE44BF-670E-8E03-38E3-40A518917492}"/>
              </a:ext>
            </a:extLst>
          </p:cNvPr>
          <p:cNvSpPr/>
          <p:nvPr/>
        </p:nvSpPr>
        <p:spPr>
          <a:xfrm>
            <a:off x="2375934" y="5267016"/>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53" name="Rectangle 452">
            <a:extLst>
              <a:ext uri="{FF2B5EF4-FFF2-40B4-BE49-F238E27FC236}">
                <a16:creationId xmlns:a16="http://schemas.microsoft.com/office/drawing/2014/main" id="{3C0BB8C9-7704-A2B3-4626-E31228635036}"/>
              </a:ext>
            </a:extLst>
          </p:cNvPr>
          <p:cNvSpPr/>
          <p:nvPr/>
        </p:nvSpPr>
        <p:spPr>
          <a:xfrm>
            <a:off x="2942434"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4" name="Rectangle 453">
            <a:extLst>
              <a:ext uri="{FF2B5EF4-FFF2-40B4-BE49-F238E27FC236}">
                <a16:creationId xmlns:a16="http://schemas.microsoft.com/office/drawing/2014/main" id="{C54D6650-66B9-D7E9-2DAC-BE592833500E}"/>
              </a:ext>
            </a:extLst>
          </p:cNvPr>
          <p:cNvSpPr/>
          <p:nvPr/>
        </p:nvSpPr>
        <p:spPr>
          <a:xfrm>
            <a:off x="4075433"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5" name="Rectangle 454">
            <a:extLst>
              <a:ext uri="{FF2B5EF4-FFF2-40B4-BE49-F238E27FC236}">
                <a16:creationId xmlns:a16="http://schemas.microsoft.com/office/drawing/2014/main" id="{2510EAA1-0AE9-6DD6-2ABD-120BE1BBBF7A}"/>
              </a:ext>
            </a:extLst>
          </p:cNvPr>
          <p:cNvSpPr/>
          <p:nvPr/>
        </p:nvSpPr>
        <p:spPr>
          <a:xfrm>
            <a:off x="5761265" y="5363705"/>
            <a:ext cx="641656" cy="1408806"/>
          </a:xfrm>
          <a:prstGeom prst="rect">
            <a:avLst/>
          </a:prstGeom>
          <a:solidFill>
            <a:srgbClr val="843C0C"/>
          </a:solidFill>
          <a:ln w="28575" cap="flat" cmpd="sng" algn="ctr">
            <a:solidFill>
              <a:srgbClr val="494949"/>
            </a:solidFill>
            <a:prstDash val="solid"/>
            <a:miter lim="800000"/>
          </a:ln>
          <a:effectLst/>
        </p:spPr>
        <p:txBody>
          <a:bodyPr vert="horz" wrap="none" rtlCol="0" anchor="ctr"/>
          <a:lstStyle/>
          <a:p>
            <a:pPr algn="ctr" defTabSz="914400">
              <a:defRPr/>
            </a:pPr>
            <a:r>
              <a:rPr lang="en-US" sz="2000" b="1" kern="0" dirty="0">
                <a:solidFill>
                  <a:schemeClr val="bg1"/>
                </a:solidFill>
                <a:latin typeface="Calibri" panose="020F0502020204030204"/>
              </a:rPr>
              <a:t>RCD</a:t>
            </a:r>
          </a:p>
        </p:txBody>
      </p:sp>
      <p:sp>
        <p:nvSpPr>
          <p:cNvPr id="456" name="Rectangle 455">
            <a:extLst>
              <a:ext uri="{FF2B5EF4-FFF2-40B4-BE49-F238E27FC236}">
                <a16:creationId xmlns:a16="http://schemas.microsoft.com/office/drawing/2014/main" id="{165B7ED2-0DFD-08DE-185B-5B47CA25F4F2}"/>
              </a:ext>
            </a:extLst>
          </p:cNvPr>
          <p:cNvSpPr/>
          <p:nvPr/>
        </p:nvSpPr>
        <p:spPr>
          <a:xfrm>
            <a:off x="4640689" y="6214784"/>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57" name="Rectangle 456">
            <a:extLst>
              <a:ext uri="{FF2B5EF4-FFF2-40B4-BE49-F238E27FC236}">
                <a16:creationId xmlns:a16="http://schemas.microsoft.com/office/drawing/2014/main" id="{DD217A7E-8565-0A76-A5D8-0051230EC6FA}"/>
              </a:ext>
            </a:extLst>
          </p:cNvPr>
          <p:cNvSpPr/>
          <p:nvPr/>
        </p:nvSpPr>
        <p:spPr>
          <a:xfrm>
            <a:off x="3507689"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8" name="Rectangle 457">
            <a:extLst>
              <a:ext uri="{FF2B5EF4-FFF2-40B4-BE49-F238E27FC236}">
                <a16:creationId xmlns:a16="http://schemas.microsoft.com/office/drawing/2014/main" id="{78ACBA41-C85B-959A-BCA4-D606F92DB137}"/>
              </a:ext>
            </a:extLst>
          </p:cNvPr>
          <p:cNvSpPr/>
          <p:nvPr/>
        </p:nvSpPr>
        <p:spPr>
          <a:xfrm>
            <a:off x="2374690"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9" name="Rectangle 458">
            <a:extLst>
              <a:ext uri="{FF2B5EF4-FFF2-40B4-BE49-F238E27FC236}">
                <a16:creationId xmlns:a16="http://schemas.microsoft.com/office/drawing/2014/main" id="{290BD559-2D89-C030-E2F3-9474ED894DFA}"/>
              </a:ext>
            </a:extLst>
          </p:cNvPr>
          <p:cNvSpPr/>
          <p:nvPr/>
        </p:nvSpPr>
        <p:spPr>
          <a:xfrm>
            <a:off x="2941189"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0" name="Rectangle 459">
            <a:extLst>
              <a:ext uri="{FF2B5EF4-FFF2-40B4-BE49-F238E27FC236}">
                <a16:creationId xmlns:a16="http://schemas.microsoft.com/office/drawing/2014/main" id="{DA64B530-1990-C4EA-D14E-2D2B76550BBA}"/>
              </a:ext>
            </a:extLst>
          </p:cNvPr>
          <p:cNvSpPr/>
          <p:nvPr/>
        </p:nvSpPr>
        <p:spPr>
          <a:xfrm>
            <a:off x="4074188"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1" name="Rectangle 460">
            <a:extLst>
              <a:ext uri="{FF2B5EF4-FFF2-40B4-BE49-F238E27FC236}">
                <a16:creationId xmlns:a16="http://schemas.microsoft.com/office/drawing/2014/main" id="{F46E5E65-33B9-1CA1-872C-CA29EFD9C503}"/>
              </a:ext>
            </a:extLst>
          </p:cNvPr>
          <p:cNvSpPr/>
          <p:nvPr/>
        </p:nvSpPr>
        <p:spPr>
          <a:xfrm>
            <a:off x="4641934" y="3388308"/>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r>
              <a:rPr lang="en-US" sz="2000" kern="0" dirty="0">
                <a:solidFill>
                  <a:schemeClr val="bg1"/>
                </a:solidFill>
                <a:latin typeface="Calibri" panose="020F0502020204030204"/>
              </a:rPr>
              <a:t>ECC</a:t>
            </a:r>
          </a:p>
        </p:txBody>
      </p:sp>
      <p:sp>
        <p:nvSpPr>
          <p:cNvPr id="462" name="Rectangle 461">
            <a:extLst>
              <a:ext uri="{FF2B5EF4-FFF2-40B4-BE49-F238E27FC236}">
                <a16:creationId xmlns:a16="http://schemas.microsoft.com/office/drawing/2014/main" id="{FDA47956-4A25-B2D2-3D1B-EB5804A5421C}"/>
              </a:ext>
            </a:extLst>
          </p:cNvPr>
          <p:cNvSpPr/>
          <p:nvPr/>
        </p:nvSpPr>
        <p:spPr>
          <a:xfrm>
            <a:off x="3508933"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3" name="Rectangle 462">
            <a:extLst>
              <a:ext uri="{FF2B5EF4-FFF2-40B4-BE49-F238E27FC236}">
                <a16:creationId xmlns:a16="http://schemas.microsoft.com/office/drawing/2014/main" id="{1861B999-A408-C30C-9197-EF830F1C8B85}"/>
              </a:ext>
            </a:extLst>
          </p:cNvPr>
          <p:cNvSpPr/>
          <p:nvPr/>
        </p:nvSpPr>
        <p:spPr>
          <a:xfrm>
            <a:off x="2375934" y="3388308"/>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000" kern="0" dirty="0">
                <a:solidFill>
                  <a:prstClr val="white"/>
                </a:solidFill>
                <a:latin typeface="Calibri" panose="020F0502020204030204"/>
              </a:rPr>
              <a:t>Data</a:t>
            </a:r>
          </a:p>
        </p:txBody>
      </p:sp>
      <p:sp>
        <p:nvSpPr>
          <p:cNvPr id="464" name="Rectangle 463">
            <a:extLst>
              <a:ext uri="{FF2B5EF4-FFF2-40B4-BE49-F238E27FC236}">
                <a16:creationId xmlns:a16="http://schemas.microsoft.com/office/drawing/2014/main" id="{702F9189-F8C9-F7EC-3C09-A9D682129318}"/>
              </a:ext>
            </a:extLst>
          </p:cNvPr>
          <p:cNvSpPr/>
          <p:nvPr/>
        </p:nvSpPr>
        <p:spPr>
          <a:xfrm>
            <a:off x="2942434"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5" name="Rectangle 464">
            <a:extLst>
              <a:ext uri="{FF2B5EF4-FFF2-40B4-BE49-F238E27FC236}">
                <a16:creationId xmlns:a16="http://schemas.microsoft.com/office/drawing/2014/main" id="{EDD1C11A-F56C-B2E0-A701-CAE4115C6A43}"/>
              </a:ext>
            </a:extLst>
          </p:cNvPr>
          <p:cNvSpPr/>
          <p:nvPr/>
        </p:nvSpPr>
        <p:spPr>
          <a:xfrm>
            <a:off x="4075433"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6" name="Rectangle 465">
            <a:extLst>
              <a:ext uri="{FF2B5EF4-FFF2-40B4-BE49-F238E27FC236}">
                <a16:creationId xmlns:a16="http://schemas.microsoft.com/office/drawing/2014/main" id="{AA211AD4-FFF2-AF3D-F3F3-4461CE16A27A}"/>
              </a:ext>
            </a:extLst>
          </p:cNvPr>
          <p:cNvSpPr/>
          <p:nvPr/>
        </p:nvSpPr>
        <p:spPr>
          <a:xfrm>
            <a:off x="4640689" y="433607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67" name="Rectangle 466">
            <a:extLst>
              <a:ext uri="{FF2B5EF4-FFF2-40B4-BE49-F238E27FC236}">
                <a16:creationId xmlns:a16="http://schemas.microsoft.com/office/drawing/2014/main" id="{76FDBEAF-BAEE-28BC-806A-5E314EE72FE4}"/>
              </a:ext>
            </a:extLst>
          </p:cNvPr>
          <p:cNvSpPr/>
          <p:nvPr/>
        </p:nvSpPr>
        <p:spPr>
          <a:xfrm>
            <a:off x="3507689"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8" name="Rectangle 467">
            <a:extLst>
              <a:ext uri="{FF2B5EF4-FFF2-40B4-BE49-F238E27FC236}">
                <a16:creationId xmlns:a16="http://schemas.microsoft.com/office/drawing/2014/main" id="{39F9DEE8-073F-5ABB-8A5A-4A53809C19EE}"/>
              </a:ext>
            </a:extLst>
          </p:cNvPr>
          <p:cNvSpPr/>
          <p:nvPr/>
        </p:nvSpPr>
        <p:spPr>
          <a:xfrm>
            <a:off x="2374690"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9" name="Rectangle 468">
            <a:extLst>
              <a:ext uri="{FF2B5EF4-FFF2-40B4-BE49-F238E27FC236}">
                <a16:creationId xmlns:a16="http://schemas.microsoft.com/office/drawing/2014/main" id="{23AAC5F4-9780-A1E3-AC01-696B5C0BFDB3}"/>
              </a:ext>
            </a:extLst>
          </p:cNvPr>
          <p:cNvSpPr/>
          <p:nvPr/>
        </p:nvSpPr>
        <p:spPr>
          <a:xfrm>
            <a:off x="2941189"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0" name="Rectangle 469">
            <a:extLst>
              <a:ext uri="{FF2B5EF4-FFF2-40B4-BE49-F238E27FC236}">
                <a16:creationId xmlns:a16="http://schemas.microsoft.com/office/drawing/2014/main" id="{B83B11FA-E785-E855-9D30-56272B46D16D}"/>
              </a:ext>
            </a:extLst>
          </p:cNvPr>
          <p:cNvSpPr/>
          <p:nvPr/>
        </p:nvSpPr>
        <p:spPr>
          <a:xfrm>
            <a:off x="4074188"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1" name="Rectangle 470">
            <a:extLst>
              <a:ext uri="{FF2B5EF4-FFF2-40B4-BE49-F238E27FC236}">
                <a16:creationId xmlns:a16="http://schemas.microsoft.com/office/drawing/2014/main" id="{2CFD03FC-F0B2-4A27-CD16-E131AEB4021C}"/>
              </a:ext>
            </a:extLst>
          </p:cNvPr>
          <p:cNvSpPr/>
          <p:nvPr/>
        </p:nvSpPr>
        <p:spPr>
          <a:xfrm>
            <a:off x="7147378" y="526701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72" name="Rectangle 471">
            <a:extLst>
              <a:ext uri="{FF2B5EF4-FFF2-40B4-BE49-F238E27FC236}">
                <a16:creationId xmlns:a16="http://schemas.microsoft.com/office/drawing/2014/main" id="{94420595-F72E-2963-B8B9-BD91B1F839A3}"/>
              </a:ext>
            </a:extLst>
          </p:cNvPr>
          <p:cNvSpPr/>
          <p:nvPr/>
        </p:nvSpPr>
        <p:spPr>
          <a:xfrm>
            <a:off x="8846878"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3" name="Rectangle 472">
            <a:extLst>
              <a:ext uri="{FF2B5EF4-FFF2-40B4-BE49-F238E27FC236}">
                <a16:creationId xmlns:a16="http://schemas.microsoft.com/office/drawing/2014/main" id="{4432E71C-3198-0BB1-06E1-E54D8D529316}"/>
              </a:ext>
            </a:extLst>
          </p:cNvPr>
          <p:cNvSpPr/>
          <p:nvPr/>
        </p:nvSpPr>
        <p:spPr>
          <a:xfrm>
            <a:off x="7713879" y="5267016"/>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74" name="Rectangle 473">
            <a:extLst>
              <a:ext uri="{FF2B5EF4-FFF2-40B4-BE49-F238E27FC236}">
                <a16:creationId xmlns:a16="http://schemas.microsoft.com/office/drawing/2014/main" id="{146E7744-1068-110B-BFD0-8B8431403852}"/>
              </a:ext>
            </a:extLst>
          </p:cNvPr>
          <p:cNvSpPr/>
          <p:nvPr/>
        </p:nvSpPr>
        <p:spPr>
          <a:xfrm>
            <a:off x="8280378"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5" name="Rectangle 474">
            <a:extLst>
              <a:ext uri="{FF2B5EF4-FFF2-40B4-BE49-F238E27FC236}">
                <a16:creationId xmlns:a16="http://schemas.microsoft.com/office/drawing/2014/main" id="{C5185BCA-4AED-2C63-1FCA-5B5BA1681146}"/>
              </a:ext>
            </a:extLst>
          </p:cNvPr>
          <p:cNvSpPr/>
          <p:nvPr/>
        </p:nvSpPr>
        <p:spPr>
          <a:xfrm>
            <a:off x="9413377"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6" name="Rectangle 475">
            <a:extLst>
              <a:ext uri="{FF2B5EF4-FFF2-40B4-BE49-F238E27FC236}">
                <a16:creationId xmlns:a16="http://schemas.microsoft.com/office/drawing/2014/main" id="{9C46AEE9-FE05-EFB9-DB64-57592D4893A5}"/>
              </a:ext>
            </a:extLst>
          </p:cNvPr>
          <p:cNvSpPr/>
          <p:nvPr/>
        </p:nvSpPr>
        <p:spPr>
          <a:xfrm>
            <a:off x="7146133" y="6214784"/>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77" name="Rectangle 476">
            <a:extLst>
              <a:ext uri="{FF2B5EF4-FFF2-40B4-BE49-F238E27FC236}">
                <a16:creationId xmlns:a16="http://schemas.microsoft.com/office/drawing/2014/main" id="{87FA269D-B60C-6CCD-F344-F6BE641D32AE}"/>
              </a:ext>
            </a:extLst>
          </p:cNvPr>
          <p:cNvSpPr/>
          <p:nvPr/>
        </p:nvSpPr>
        <p:spPr>
          <a:xfrm>
            <a:off x="8845633"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8" name="Rectangle 477">
            <a:extLst>
              <a:ext uri="{FF2B5EF4-FFF2-40B4-BE49-F238E27FC236}">
                <a16:creationId xmlns:a16="http://schemas.microsoft.com/office/drawing/2014/main" id="{C6C4A14B-D112-EA64-803F-C78E3CBC3D29}"/>
              </a:ext>
            </a:extLst>
          </p:cNvPr>
          <p:cNvSpPr/>
          <p:nvPr/>
        </p:nvSpPr>
        <p:spPr>
          <a:xfrm>
            <a:off x="7712634"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9" name="Rectangle 478">
            <a:extLst>
              <a:ext uri="{FF2B5EF4-FFF2-40B4-BE49-F238E27FC236}">
                <a16:creationId xmlns:a16="http://schemas.microsoft.com/office/drawing/2014/main" id="{38FDE262-3FD2-F7FF-315E-3D0AB8307A43}"/>
              </a:ext>
            </a:extLst>
          </p:cNvPr>
          <p:cNvSpPr/>
          <p:nvPr/>
        </p:nvSpPr>
        <p:spPr>
          <a:xfrm>
            <a:off x="8279134"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0" name="Rectangle 479">
            <a:extLst>
              <a:ext uri="{FF2B5EF4-FFF2-40B4-BE49-F238E27FC236}">
                <a16:creationId xmlns:a16="http://schemas.microsoft.com/office/drawing/2014/main" id="{93FACD48-32AD-6DD7-76F1-750D5366B724}"/>
              </a:ext>
            </a:extLst>
          </p:cNvPr>
          <p:cNvSpPr/>
          <p:nvPr/>
        </p:nvSpPr>
        <p:spPr>
          <a:xfrm>
            <a:off x="9412133"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1" name="Rectangle 480">
            <a:extLst>
              <a:ext uri="{FF2B5EF4-FFF2-40B4-BE49-F238E27FC236}">
                <a16:creationId xmlns:a16="http://schemas.microsoft.com/office/drawing/2014/main" id="{3B205F3F-661C-60C8-4B76-5935DD5A0FE8}"/>
              </a:ext>
            </a:extLst>
          </p:cNvPr>
          <p:cNvSpPr/>
          <p:nvPr/>
        </p:nvSpPr>
        <p:spPr>
          <a:xfrm>
            <a:off x="7147378" y="3388308"/>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82" name="Rectangle 481">
            <a:extLst>
              <a:ext uri="{FF2B5EF4-FFF2-40B4-BE49-F238E27FC236}">
                <a16:creationId xmlns:a16="http://schemas.microsoft.com/office/drawing/2014/main" id="{A285DB61-636A-6834-6716-B1DB6CB1716E}"/>
              </a:ext>
            </a:extLst>
          </p:cNvPr>
          <p:cNvSpPr/>
          <p:nvPr/>
        </p:nvSpPr>
        <p:spPr>
          <a:xfrm>
            <a:off x="8846878"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3" name="Rectangle 482">
            <a:extLst>
              <a:ext uri="{FF2B5EF4-FFF2-40B4-BE49-F238E27FC236}">
                <a16:creationId xmlns:a16="http://schemas.microsoft.com/office/drawing/2014/main" id="{44A0B41E-6671-B73B-48F4-0FF066AE6EC3}"/>
              </a:ext>
            </a:extLst>
          </p:cNvPr>
          <p:cNvSpPr/>
          <p:nvPr/>
        </p:nvSpPr>
        <p:spPr>
          <a:xfrm>
            <a:off x="7713879" y="3388308"/>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84" name="Rectangle 483">
            <a:extLst>
              <a:ext uri="{FF2B5EF4-FFF2-40B4-BE49-F238E27FC236}">
                <a16:creationId xmlns:a16="http://schemas.microsoft.com/office/drawing/2014/main" id="{83B2F9E9-C04F-4667-1016-99C300D9A23E}"/>
              </a:ext>
            </a:extLst>
          </p:cNvPr>
          <p:cNvSpPr/>
          <p:nvPr/>
        </p:nvSpPr>
        <p:spPr>
          <a:xfrm>
            <a:off x="8280378"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5" name="Rectangle 484">
            <a:extLst>
              <a:ext uri="{FF2B5EF4-FFF2-40B4-BE49-F238E27FC236}">
                <a16:creationId xmlns:a16="http://schemas.microsoft.com/office/drawing/2014/main" id="{C164A3CD-8F79-6B2B-630D-69FADECFD568}"/>
              </a:ext>
            </a:extLst>
          </p:cNvPr>
          <p:cNvSpPr/>
          <p:nvPr/>
        </p:nvSpPr>
        <p:spPr>
          <a:xfrm>
            <a:off x="9413377"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6" name="Rectangle 485">
            <a:extLst>
              <a:ext uri="{FF2B5EF4-FFF2-40B4-BE49-F238E27FC236}">
                <a16:creationId xmlns:a16="http://schemas.microsoft.com/office/drawing/2014/main" id="{6A57BB2C-9763-C6AF-62A3-491313E87F40}"/>
              </a:ext>
            </a:extLst>
          </p:cNvPr>
          <p:cNvSpPr/>
          <p:nvPr/>
        </p:nvSpPr>
        <p:spPr>
          <a:xfrm>
            <a:off x="7146133" y="433607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87" name="Rectangle 486">
            <a:extLst>
              <a:ext uri="{FF2B5EF4-FFF2-40B4-BE49-F238E27FC236}">
                <a16:creationId xmlns:a16="http://schemas.microsoft.com/office/drawing/2014/main" id="{1B5FB38D-C423-8C89-576E-6C349C39F3BB}"/>
              </a:ext>
            </a:extLst>
          </p:cNvPr>
          <p:cNvSpPr/>
          <p:nvPr/>
        </p:nvSpPr>
        <p:spPr>
          <a:xfrm>
            <a:off x="8845633"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8" name="Rectangle 487">
            <a:extLst>
              <a:ext uri="{FF2B5EF4-FFF2-40B4-BE49-F238E27FC236}">
                <a16:creationId xmlns:a16="http://schemas.microsoft.com/office/drawing/2014/main" id="{D113622B-9F94-46BA-E889-FC1073FF3661}"/>
              </a:ext>
            </a:extLst>
          </p:cNvPr>
          <p:cNvSpPr/>
          <p:nvPr/>
        </p:nvSpPr>
        <p:spPr>
          <a:xfrm>
            <a:off x="7712634"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9" name="Rectangle 488">
            <a:extLst>
              <a:ext uri="{FF2B5EF4-FFF2-40B4-BE49-F238E27FC236}">
                <a16:creationId xmlns:a16="http://schemas.microsoft.com/office/drawing/2014/main" id="{C937A2C7-8B58-CCE7-95E7-6C8073D76C57}"/>
              </a:ext>
            </a:extLst>
          </p:cNvPr>
          <p:cNvSpPr/>
          <p:nvPr/>
        </p:nvSpPr>
        <p:spPr>
          <a:xfrm>
            <a:off x="8279134"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90" name="Rectangle 489">
            <a:extLst>
              <a:ext uri="{FF2B5EF4-FFF2-40B4-BE49-F238E27FC236}">
                <a16:creationId xmlns:a16="http://schemas.microsoft.com/office/drawing/2014/main" id="{5E184330-ABBE-5DC5-9DA3-8C9EAA5513AA}"/>
              </a:ext>
            </a:extLst>
          </p:cNvPr>
          <p:cNvSpPr/>
          <p:nvPr/>
        </p:nvSpPr>
        <p:spPr>
          <a:xfrm>
            <a:off x="9412133"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93" name="Rectangle 492">
            <a:extLst>
              <a:ext uri="{FF2B5EF4-FFF2-40B4-BE49-F238E27FC236}">
                <a16:creationId xmlns:a16="http://schemas.microsoft.com/office/drawing/2014/main" id="{C2FEC3A9-16C0-79B2-F47A-39D21D9EFA76}"/>
              </a:ext>
            </a:extLst>
          </p:cNvPr>
          <p:cNvSpPr/>
          <p:nvPr/>
        </p:nvSpPr>
        <p:spPr>
          <a:xfrm rot="10800000" flipV="1">
            <a:off x="5314153"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4" name="Rectangle 493">
            <a:extLst>
              <a:ext uri="{FF2B5EF4-FFF2-40B4-BE49-F238E27FC236}">
                <a16:creationId xmlns:a16="http://schemas.microsoft.com/office/drawing/2014/main" id="{FFF9F1E6-E54F-6096-2D14-5CD003D6C335}"/>
              </a:ext>
            </a:extLst>
          </p:cNvPr>
          <p:cNvSpPr/>
          <p:nvPr/>
        </p:nvSpPr>
        <p:spPr>
          <a:xfrm rot="10800000" flipV="1">
            <a:off x="5742645"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5" name="Rectangle 494">
            <a:extLst>
              <a:ext uri="{FF2B5EF4-FFF2-40B4-BE49-F238E27FC236}">
                <a16:creationId xmlns:a16="http://schemas.microsoft.com/office/drawing/2014/main" id="{26A30886-E399-0B8A-ED16-AB4E1C287928}"/>
              </a:ext>
            </a:extLst>
          </p:cNvPr>
          <p:cNvSpPr/>
          <p:nvPr/>
        </p:nvSpPr>
        <p:spPr>
          <a:xfrm rot="10800000" flipV="1">
            <a:off x="6171138"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6" name="Rectangle 495">
            <a:extLst>
              <a:ext uri="{FF2B5EF4-FFF2-40B4-BE49-F238E27FC236}">
                <a16:creationId xmlns:a16="http://schemas.microsoft.com/office/drawing/2014/main" id="{C6EF2296-9E1D-E2EC-2039-3BE1A5019FC5}"/>
              </a:ext>
            </a:extLst>
          </p:cNvPr>
          <p:cNvSpPr/>
          <p:nvPr/>
        </p:nvSpPr>
        <p:spPr>
          <a:xfrm rot="10800000" flipV="1">
            <a:off x="6599629"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7" name="Rectangle 496">
            <a:extLst>
              <a:ext uri="{FF2B5EF4-FFF2-40B4-BE49-F238E27FC236}">
                <a16:creationId xmlns:a16="http://schemas.microsoft.com/office/drawing/2014/main" id="{60786C11-BAB7-8F20-A645-561D9388D19E}"/>
              </a:ext>
            </a:extLst>
          </p:cNvPr>
          <p:cNvSpPr/>
          <p:nvPr/>
        </p:nvSpPr>
        <p:spPr>
          <a:xfrm rot="10800000" flipV="1">
            <a:off x="5314153"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8" name="Rectangle 497">
            <a:extLst>
              <a:ext uri="{FF2B5EF4-FFF2-40B4-BE49-F238E27FC236}">
                <a16:creationId xmlns:a16="http://schemas.microsoft.com/office/drawing/2014/main" id="{32AEEE5D-91B8-FA3E-6EAC-BD87F3C211B3}"/>
              </a:ext>
            </a:extLst>
          </p:cNvPr>
          <p:cNvSpPr/>
          <p:nvPr/>
        </p:nvSpPr>
        <p:spPr>
          <a:xfrm rot="10800000" flipV="1">
            <a:off x="5742645"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9" name="Rectangle 498">
            <a:extLst>
              <a:ext uri="{FF2B5EF4-FFF2-40B4-BE49-F238E27FC236}">
                <a16:creationId xmlns:a16="http://schemas.microsoft.com/office/drawing/2014/main" id="{054645E9-5528-FAC1-60EE-1B7C76F10136}"/>
              </a:ext>
            </a:extLst>
          </p:cNvPr>
          <p:cNvSpPr/>
          <p:nvPr/>
        </p:nvSpPr>
        <p:spPr>
          <a:xfrm rot="10800000" flipV="1">
            <a:off x="6171138"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500" name="Rectangle 499">
            <a:extLst>
              <a:ext uri="{FF2B5EF4-FFF2-40B4-BE49-F238E27FC236}">
                <a16:creationId xmlns:a16="http://schemas.microsoft.com/office/drawing/2014/main" id="{7E9161E4-0237-8EA7-A04F-01D9C86246CE}"/>
              </a:ext>
            </a:extLst>
          </p:cNvPr>
          <p:cNvSpPr/>
          <p:nvPr/>
        </p:nvSpPr>
        <p:spPr>
          <a:xfrm rot="10800000" flipV="1">
            <a:off x="6599629"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grpSp>
        <p:nvGrpSpPr>
          <p:cNvPr id="501" name="Group 500">
            <a:extLst>
              <a:ext uri="{FF2B5EF4-FFF2-40B4-BE49-F238E27FC236}">
                <a16:creationId xmlns:a16="http://schemas.microsoft.com/office/drawing/2014/main" id="{32386F73-7566-EC1B-E413-89ADA231099F}"/>
              </a:ext>
            </a:extLst>
          </p:cNvPr>
          <p:cNvGrpSpPr/>
          <p:nvPr/>
        </p:nvGrpSpPr>
        <p:grpSpPr>
          <a:xfrm>
            <a:off x="5304338" y="3583400"/>
            <a:ext cx="757825" cy="1256397"/>
            <a:chOff x="5924931" y="3378428"/>
            <a:chExt cx="558506" cy="955544"/>
          </a:xfrm>
        </p:grpSpPr>
        <p:sp>
          <p:nvSpPr>
            <p:cNvPr id="502" name="Oval 501">
              <a:extLst>
                <a:ext uri="{FF2B5EF4-FFF2-40B4-BE49-F238E27FC236}">
                  <a16:creationId xmlns:a16="http://schemas.microsoft.com/office/drawing/2014/main" id="{58FD10EC-E74D-D5C3-9997-A1976FFC7101}"/>
                </a:ext>
              </a:extLst>
            </p:cNvPr>
            <p:cNvSpPr/>
            <p:nvPr/>
          </p:nvSpPr>
          <p:spPr>
            <a:xfrm>
              <a:off x="5924931"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3" name="Oval 502">
              <a:extLst>
                <a:ext uri="{FF2B5EF4-FFF2-40B4-BE49-F238E27FC236}">
                  <a16:creationId xmlns:a16="http://schemas.microsoft.com/office/drawing/2014/main" id="{EC00645B-5928-F528-E7AA-1BC68C30F881}"/>
                </a:ext>
              </a:extLst>
            </p:cNvPr>
            <p:cNvSpPr/>
            <p:nvPr/>
          </p:nvSpPr>
          <p:spPr>
            <a:xfrm>
              <a:off x="6254837"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4" name="Oval 503">
              <a:extLst>
                <a:ext uri="{FF2B5EF4-FFF2-40B4-BE49-F238E27FC236}">
                  <a16:creationId xmlns:a16="http://schemas.microsoft.com/office/drawing/2014/main" id="{0991A1E0-15D1-9DB4-9E5C-9282890E278B}"/>
                </a:ext>
              </a:extLst>
            </p:cNvPr>
            <p:cNvSpPr/>
            <p:nvPr/>
          </p:nvSpPr>
          <p:spPr>
            <a:xfrm>
              <a:off x="5924931"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5" name="Oval 504">
              <a:extLst>
                <a:ext uri="{FF2B5EF4-FFF2-40B4-BE49-F238E27FC236}">
                  <a16:creationId xmlns:a16="http://schemas.microsoft.com/office/drawing/2014/main" id="{9A50E5B9-3FA0-82C9-8380-C15ACDE5A0FD}"/>
                </a:ext>
              </a:extLst>
            </p:cNvPr>
            <p:cNvSpPr/>
            <p:nvPr/>
          </p:nvSpPr>
          <p:spPr>
            <a:xfrm>
              <a:off x="6254837"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grpSp>
      <p:grpSp>
        <p:nvGrpSpPr>
          <p:cNvPr id="506" name="Group 505">
            <a:extLst>
              <a:ext uri="{FF2B5EF4-FFF2-40B4-BE49-F238E27FC236}">
                <a16:creationId xmlns:a16="http://schemas.microsoft.com/office/drawing/2014/main" id="{09184D71-821B-4AEF-2619-B8674A4F89C4}"/>
              </a:ext>
            </a:extLst>
          </p:cNvPr>
          <p:cNvGrpSpPr/>
          <p:nvPr/>
        </p:nvGrpSpPr>
        <p:grpSpPr>
          <a:xfrm>
            <a:off x="6168290" y="3583400"/>
            <a:ext cx="757825" cy="1256397"/>
            <a:chOff x="5924931" y="3378428"/>
            <a:chExt cx="558506" cy="955544"/>
          </a:xfrm>
        </p:grpSpPr>
        <p:sp>
          <p:nvSpPr>
            <p:cNvPr id="507" name="Oval 506">
              <a:extLst>
                <a:ext uri="{FF2B5EF4-FFF2-40B4-BE49-F238E27FC236}">
                  <a16:creationId xmlns:a16="http://schemas.microsoft.com/office/drawing/2014/main" id="{69DC8B13-5DCA-83DA-487A-BF3C48780E38}"/>
                </a:ext>
              </a:extLst>
            </p:cNvPr>
            <p:cNvSpPr/>
            <p:nvPr/>
          </p:nvSpPr>
          <p:spPr>
            <a:xfrm>
              <a:off x="5924931"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8" name="Oval 507">
              <a:extLst>
                <a:ext uri="{FF2B5EF4-FFF2-40B4-BE49-F238E27FC236}">
                  <a16:creationId xmlns:a16="http://schemas.microsoft.com/office/drawing/2014/main" id="{BC47BDAC-FE22-1DE0-CEE0-69F966B07699}"/>
                </a:ext>
              </a:extLst>
            </p:cNvPr>
            <p:cNvSpPr/>
            <p:nvPr/>
          </p:nvSpPr>
          <p:spPr>
            <a:xfrm>
              <a:off x="6254837"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9" name="Oval 508">
              <a:extLst>
                <a:ext uri="{FF2B5EF4-FFF2-40B4-BE49-F238E27FC236}">
                  <a16:creationId xmlns:a16="http://schemas.microsoft.com/office/drawing/2014/main" id="{9ECB8543-3BF0-0D3A-D61F-78265B99A968}"/>
                </a:ext>
              </a:extLst>
            </p:cNvPr>
            <p:cNvSpPr/>
            <p:nvPr/>
          </p:nvSpPr>
          <p:spPr>
            <a:xfrm>
              <a:off x="5924931"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10" name="Oval 509">
              <a:extLst>
                <a:ext uri="{FF2B5EF4-FFF2-40B4-BE49-F238E27FC236}">
                  <a16:creationId xmlns:a16="http://schemas.microsoft.com/office/drawing/2014/main" id="{3E9F45BD-252C-1C9F-1A1C-F6E7F4D08CFD}"/>
                </a:ext>
              </a:extLst>
            </p:cNvPr>
            <p:cNvSpPr/>
            <p:nvPr/>
          </p:nvSpPr>
          <p:spPr>
            <a:xfrm>
              <a:off x="6254837"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grpSp>
      <p:sp>
        <p:nvSpPr>
          <p:cNvPr id="511" name="Rectangle 510">
            <a:extLst>
              <a:ext uri="{FF2B5EF4-FFF2-40B4-BE49-F238E27FC236}">
                <a16:creationId xmlns:a16="http://schemas.microsoft.com/office/drawing/2014/main" id="{987D437F-16B9-A011-0EC9-7C3CCD591660}"/>
              </a:ext>
            </a:extLst>
          </p:cNvPr>
          <p:cNvSpPr/>
          <p:nvPr/>
        </p:nvSpPr>
        <p:spPr>
          <a:xfrm>
            <a:off x="5168882" y="3243011"/>
            <a:ext cx="1879082" cy="1929809"/>
          </a:xfrm>
          <a:prstGeom prst="rect">
            <a:avLst/>
          </a:prstGeom>
          <a:solidFill>
            <a:schemeClr val="bg1">
              <a:alpha val="80000"/>
            </a:schemeClr>
          </a:solidFill>
          <a:ln>
            <a:solidFill>
              <a:schemeClr val="bg1">
                <a:lumMod val="6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81" name="TextBox 180">
            <a:extLst>
              <a:ext uri="{FF2B5EF4-FFF2-40B4-BE49-F238E27FC236}">
                <a16:creationId xmlns:a16="http://schemas.microsoft.com/office/drawing/2014/main" id="{EBF7DA13-8784-C002-FB13-67C179E69F78}"/>
              </a:ext>
            </a:extLst>
          </p:cNvPr>
          <p:cNvSpPr txBox="1"/>
          <p:nvPr/>
        </p:nvSpPr>
        <p:spPr>
          <a:xfrm>
            <a:off x="5488193" y="3734271"/>
            <a:ext cx="1302065" cy="923330"/>
          </a:xfrm>
          <a:prstGeom prst="rect">
            <a:avLst/>
          </a:prstGeom>
          <a:noFill/>
        </p:spPr>
        <p:txBody>
          <a:bodyPr wrap="square">
            <a:spAutoFit/>
          </a:bodyPr>
          <a:lstStyle/>
          <a:p>
            <a:pPr algn="ctr" defTabSz="914400">
              <a:defRPr/>
            </a:pPr>
            <a:r>
              <a:rPr lang="en-US" b="1" dirty="0">
                <a:latin typeface="Calibri" panose="020F0502020204030204"/>
              </a:rPr>
              <a:t>DISABLED</a:t>
            </a:r>
          </a:p>
          <a:p>
            <a:pPr algn="ctr" defTabSz="914400">
              <a:defRPr/>
            </a:pPr>
            <a:endParaRPr lang="en-US" b="1" dirty="0">
              <a:latin typeface="Calibri" panose="020F0502020204030204"/>
            </a:endParaRPr>
          </a:p>
          <a:p>
            <a:pPr algn="ctr" defTabSz="914400">
              <a:defRPr/>
            </a:pPr>
            <a:r>
              <a:rPr lang="en-US" b="1" dirty="0">
                <a:latin typeface="Calibri" panose="020F0502020204030204"/>
              </a:rPr>
              <a:t>Spare chips</a:t>
            </a:r>
          </a:p>
        </p:txBody>
      </p:sp>
      <p:sp>
        <p:nvSpPr>
          <p:cNvPr id="4" name="TextBox 1591">
            <a:extLst>
              <a:ext uri="{FF2B5EF4-FFF2-40B4-BE49-F238E27FC236}">
                <a16:creationId xmlns:a16="http://schemas.microsoft.com/office/drawing/2014/main" id="{E94D9FBB-7338-5ADC-F88A-09067E578ABB}"/>
              </a:ext>
            </a:extLst>
          </p:cNvPr>
          <p:cNvSpPr txBox="1"/>
          <p:nvPr/>
        </p:nvSpPr>
        <p:spPr>
          <a:xfrm>
            <a:off x="2020137" y="2664772"/>
            <a:ext cx="1067728" cy="445635"/>
          </a:xfrm>
          <a:prstGeom prst="rect">
            <a:avLst/>
          </a:prstGeom>
          <a:noFill/>
        </p:spPr>
        <p:txBody>
          <a:bodyPr wrap="none">
            <a:spAutoFit/>
          </a:bodyPr>
          <a:lstStyle/>
          <a:p>
            <a:pPr>
              <a:lnSpc>
                <a:spcPct val="80000"/>
              </a:lnSpc>
            </a:pPr>
            <a:r>
              <a:rPr lang="en-US" sz="2800" b="1" dirty="0">
                <a:solidFill>
                  <a:srgbClr val="FF0000"/>
                </a:solidFill>
              </a:rPr>
              <a:t>Failed</a:t>
            </a:r>
          </a:p>
        </p:txBody>
      </p:sp>
      <p:cxnSp>
        <p:nvCxnSpPr>
          <p:cNvPr id="5" name="Straight Arrow Connector 1592">
            <a:extLst>
              <a:ext uri="{FF2B5EF4-FFF2-40B4-BE49-F238E27FC236}">
                <a16:creationId xmlns:a16="http://schemas.microsoft.com/office/drawing/2014/main" id="{BF9C6346-C2F5-B81C-146B-09A3B94214C1}"/>
              </a:ext>
            </a:extLst>
          </p:cNvPr>
          <p:cNvCxnSpPr>
            <a:cxnSpLocks/>
          </p:cNvCxnSpPr>
          <p:nvPr/>
        </p:nvCxnSpPr>
        <p:spPr>
          <a:xfrm flipH="1" flipV="1">
            <a:off x="2822313" y="3014900"/>
            <a:ext cx="329616" cy="359728"/>
          </a:xfrm>
          <a:prstGeom prst="straightConnector1">
            <a:avLst/>
          </a:prstGeom>
          <a:ln w="3810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CF3A14-8D25-51CC-F4CA-7510E5E480DF}"/>
              </a:ext>
            </a:extLst>
          </p:cNvPr>
          <p:cNvSpPr/>
          <p:nvPr/>
        </p:nvSpPr>
        <p:spPr>
          <a:xfrm>
            <a:off x="2935965" y="3382677"/>
            <a:ext cx="431593" cy="699142"/>
          </a:xfrm>
          <a:prstGeom prst="rect">
            <a:avLst/>
          </a:prstGeom>
          <a:solidFill>
            <a:schemeClr val="accent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Tree>
    <p:extLst>
      <p:ext uri="{BB962C8B-B14F-4D97-AF65-F5344CB8AC3E}">
        <p14:creationId xmlns:p14="http://schemas.microsoft.com/office/powerpoint/2010/main" val="56941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A073E-A310-4561-8FF9-79AB85E3F1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D19139-D6B0-C348-E990-85B0686D498F}"/>
              </a:ext>
            </a:extLst>
          </p:cNvPr>
          <p:cNvSpPr>
            <a:spLocks noGrp="1"/>
          </p:cNvSpPr>
          <p:nvPr>
            <p:ph type="title"/>
          </p:nvPr>
        </p:nvSpPr>
        <p:spPr/>
        <p:txBody>
          <a:bodyPr/>
          <a:lstStyle/>
          <a:p>
            <a:r>
              <a:rPr lang="en-US" altLang="zh-CN" b="1" dirty="0"/>
              <a:t>Design3:</a:t>
            </a:r>
            <a:r>
              <a:rPr lang="en-US" altLang="zh-CN" dirty="0"/>
              <a:t> SCREME-Framework</a:t>
            </a:r>
            <a:endParaRPr lang="zh-CN" altLang="en-US" dirty="0"/>
          </a:p>
        </p:txBody>
      </p:sp>
      <p:pic>
        <p:nvPicPr>
          <p:cNvPr id="3" name="Picture 2">
            <a:extLst>
              <a:ext uri="{FF2B5EF4-FFF2-40B4-BE49-F238E27FC236}">
                <a16:creationId xmlns:a16="http://schemas.microsoft.com/office/drawing/2014/main" id="{F676D494-2DBE-CA52-E384-2FCF31457A5C}"/>
              </a:ext>
            </a:extLst>
          </p:cNvPr>
          <p:cNvPicPr>
            <a:picLocks noChangeAspect="1"/>
          </p:cNvPicPr>
          <p:nvPr/>
        </p:nvPicPr>
        <p:blipFill>
          <a:blip r:embed="rId3"/>
          <a:srcRect l="1041"/>
          <a:stretch/>
        </p:blipFill>
        <p:spPr>
          <a:xfrm>
            <a:off x="1665916" y="2841737"/>
            <a:ext cx="8860169" cy="2805670"/>
          </a:xfrm>
          <a:prstGeom prst="rect">
            <a:avLst/>
          </a:prstGeom>
        </p:spPr>
      </p:pic>
      <p:pic>
        <p:nvPicPr>
          <p:cNvPr id="448" name="Picture 447">
            <a:extLst>
              <a:ext uri="{FF2B5EF4-FFF2-40B4-BE49-F238E27FC236}">
                <a16:creationId xmlns:a16="http://schemas.microsoft.com/office/drawing/2014/main" id="{0C335CCC-2296-8D75-B7CF-80E6ECC256AA}"/>
              </a:ext>
            </a:extLst>
          </p:cNvPr>
          <p:cNvPicPr>
            <a:picLocks noChangeAspect="1"/>
          </p:cNvPicPr>
          <p:nvPr/>
        </p:nvPicPr>
        <p:blipFill>
          <a:blip r:embed="rId3"/>
          <a:srcRect l="1041" t="3620"/>
          <a:stretch/>
        </p:blipFill>
        <p:spPr>
          <a:xfrm>
            <a:off x="1665916" y="4931799"/>
            <a:ext cx="8860169" cy="2704076"/>
          </a:xfrm>
          <a:prstGeom prst="rect">
            <a:avLst/>
          </a:prstGeom>
        </p:spPr>
      </p:pic>
      <p:sp>
        <p:nvSpPr>
          <p:cNvPr id="450" name="Rectangle 449">
            <a:extLst>
              <a:ext uri="{FF2B5EF4-FFF2-40B4-BE49-F238E27FC236}">
                <a16:creationId xmlns:a16="http://schemas.microsoft.com/office/drawing/2014/main" id="{F95157ED-119F-17D7-C0A2-BBAE39476187}"/>
              </a:ext>
            </a:extLst>
          </p:cNvPr>
          <p:cNvSpPr/>
          <p:nvPr/>
        </p:nvSpPr>
        <p:spPr>
          <a:xfrm>
            <a:off x="2950294" y="526701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51" name="Rectangle 450">
            <a:extLst>
              <a:ext uri="{FF2B5EF4-FFF2-40B4-BE49-F238E27FC236}">
                <a16:creationId xmlns:a16="http://schemas.microsoft.com/office/drawing/2014/main" id="{4FB5EC56-8127-3B94-0025-2B9E5F1B641A}"/>
              </a:ext>
            </a:extLst>
          </p:cNvPr>
          <p:cNvSpPr/>
          <p:nvPr/>
        </p:nvSpPr>
        <p:spPr>
          <a:xfrm>
            <a:off x="3508933"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2" name="Rectangle 451">
            <a:extLst>
              <a:ext uri="{FF2B5EF4-FFF2-40B4-BE49-F238E27FC236}">
                <a16:creationId xmlns:a16="http://schemas.microsoft.com/office/drawing/2014/main" id="{DF85CF8C-A018-44BC-0835-2D736418099E}"/>
              </a:ext>
            </a:extLst>
          </p:cNvPr>
          <p:cNvSpPr/>
          <p:nvPr/>
        </p:nvSpPr>
        <p:spPr>
          <a:xfrm>
            <a:off x="2375934" y="5267016"/>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54" name="Rectangle 453">
            <a:extLst>
              <a:ext uri="{FF2B5EF4-FFF2-40B4-BE49-F238E27FC236}">
                <a16:creationId xmlns:a16="http://schemas.microsoft.com/office/drawing/2014/main" id="{E0B30427-0570-7F36-C722-EE974A9C2B68}"/>
              </a:ext>
            </a:extLst>
          </p:cNvPr>
          <p:cNvSpPr/>
          <p:nvPr/>
        </p:nvSpPr>
        <p:spPr>
          <a:xfrm>
            <a:off x="4075433"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5" name="Rectangle 454">
            <a:extLst>
              <a:ext uri="{FF2B5EF4-FFF2-40B4-BE49-F238E27FC236}">
                <a16:creationId xmlns:a16="http://schemas.microsoft.com/office/drawing/2014/main" id="{79356B59-3283-B981-1205-7772E24E9D96}"/>
              </a:ext>
            </a:extLst>
          </p:cNvPr>
          <p:cNvSpPr/>
          <p:nvPr/>
        </p:nvSpPr>
        <p:spPr>
          <a:xfrm>
            <a:off x="5761265" y="5363705"/>
            <a:ext cx="641656" cy="1408806"/>
          </a:xfrm>
          <a:prstGeom prst="rect">
            <a:avLst/>
          </a:prstGeom>
          <a:solidFill>
            <a:srgbClr val="843C0C"/>
          </a:solidFill>
          <a:ln w="28575" cap="flat" cmpd="sng" algn="ctr">
            <a:solidFill>
              <a:srgbClr val="494949"/>
            </a:solidFill>
            <a:prstDash val="solid"/>
            <a:miter lim="800000"/>
          </a:ln>
          <a:effectLst/>
        </p:spPr>
        <p:txBody>
          <a:bodyPr vert="horz" wrap="none" rtlCol="0" anchor="ctr"/>
          <a:lstStyle/>
          <a:p>
            <a:pPr algn="ctr" defTabSz="914400">
              <a:defRPr/>
            </a:pPr>
            <a:r>
              <a:rPr lang="en-US" sz="2000" b="1" kern="0" dirty="0">
                <a:solidFill>
                  <a:schemeClr val="bg1"/>
                </a:solidFill>
                <a:latin typeface="Calibri" panose="020F0502020204030204"/>
              </a:rPr>
              <a:t>RCD</a:t>
            </a:r>
          </a:p>
        </p:txBody>
      </p:sp>
      <p:sp>
        <p:nvSpPr>
          <p:cNvPr id="456" name="Rectangle 455">
            <a:extLst>
              <a:ext uri="{FF2B5EF4-FFF2-40B4-BE49-F238E27FC236}">
                <a16:creationId xmlns:a16="http://schemas.microsoft.com/office/drawing/2014/main" id="{0B27574B-19AB-9F2E-32D0-1095A80F6F10}"/>
              </a:ext>
            </a:extLst>
          </p:cNvPr>
          <p:cNvSpPr/>
          <p:nvPr/>
        </p:nvSpPr>
        <p:spPr>
          <a:xfrm>
            <a:off x="2949049" y="6214784"/>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57" name="Rectangle 456">
            <a:extLst>
              <a:ext uri="{FF2B5EF4-FFF2-40B4-BE49-F238E27FC236}">
                <a16:creationId xmlns:a16="http://schemas.microsoft.com/office/drawing/2014/main" id="{141EBFEF-8E43-60D7-1A47-04AF0E9D04CB}"/>
              </a:ext>
            </a:extLst>
          </p:cNvPr>
          <p:cNvSpPr/>
          <p:nvPr/>
        </p:nvSpPr>
        <p:spPr>
          <a:xfrm>
            <a:off x="3507689"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8" name="Rectangle 457">
            <a:extLst>
              <a:ext uri="{FF2B5EF4-FFF2-40B4-BE49-F238E27FC236}">
                <a16:creationId xmlns:a16="http://schemas.microsoft.com/office/drawing/2014/main" id="{D6A6CA03-456F-CAEB-794E-470E5FB86D6A}"/>
              </a:ext>
            </a:extLst>
          </p:cNvPr>
          <p:cNvSpPr/>
          <p:nvPr/>
        </p:nvSpPr>
        <p:spPr>
          <a:xfrm>
            <a:off x="2374690"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0" name="Rectangle 459">
            <a:extLst>
              <a:ext uri="{FF2B5EF4-FFF2-40B4-BE49-F238E27FC236}">
                <a16:creationId xmlns:a16="http://schemas.microsoft.com/office/drawing/2014/main" id="{0E52A840-84AC-6301-E964-CDA7E79E23E5}"/>
              </a:ext>
            </a:extLst>
          </p:cNvPr>
          <p:cNvSpPr/>
          <p:nvPr/>
        </p:nvSpPr>
        <p:spPr>
          <a:xfrm>
            <a:off x="4074188"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1" name="Rectangle 460">
            <a:extLst>
              <a:ext uri="{FF2B5EF4-FFF2-40B4-BE49-F238E27FC236}">
                <a16:creationId xmlns:a16="http://schemas.microsoft.com/office/drawing/2014/main" id="{78D0AE36-9C04-B2C2-1677-D78D4A2589D7}"/>
              </a:ext>
            </a:extLst>
          </p:cNvPr>
          <p:cNvSpPr/>
          <p:nvPr/>
        </p:nvSpPr>
        <p:spPr>
          <a:xfrm>
            <a:off x="2950294" y="3388308"/>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62" name="Rectangle 461">
            <a:extLst>
              <a:ext uri="{FF2B5EF4-FFF2-40B4-BE49-F238E27FC236}">
                <a16:creationId xmlns:a16="http://schemas.microsoft.com/office/drawing/2014/main" id="{C451BDEE-8547-6E9B-5FB9-7E227D9CE814}"/>
              </a:ext>
            </a:extLst>
          </p:cNvPr>
          <p:cNvSpPr/>
          <p:nvPr/>
        </p:nvSpPr>
        <p:spPr>
          <a:xfrm>
            <a:off x="3508933"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3" name="Rectangle 462">
            <a:extLst>
              <a:ext uri="{FF2B5EF4-FFF2-40B4-BE49-F238E27FC236}">
                <a16:creationId xmlns:a16="http://schemas.microsoft.com/office/drawing/2014/main" id="{FCA9397F-EF1D-8B88-452B-D3EAFD66CD85}"/>
              </a:ext>
            </a:extLst>
          </p:cNvPr>
          <p:cNvSpPr/>
          <p:nvPr/>
        </p:nvSpPr>
        <p:spPr>
          <a:xfrm>
            <a:off x="2375934" y="3388308"/>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000" kern="0" dirty="0">
                <a:solidFill>
                  <a:prstClr val="white"/>
                </a:solidFill>
                <a:latin typeface="Calibri" panose="020F0502020204030204"/>
              </a:rPr>
              <a:t>Data</a:t>
            </a:r>
          </a:p>
        </p:txBody>
      </p:sp>
      <p:sp>
        <p:nvSpPr>
          <p:cNvPr id="465" name="Rectangle 464">
            <a:extLst>
              <a:ext uri="{FF2B5EF4-FFF2-40B4-BE49-F238E27FC236}">
                <a16:creationId xmlns:a16="http://schemas.microsoft.com/office/drawing/2014/main" id="{6EE3A5D8-18F4-D746-E17B-BD11975AD964}"/>
              </a:ext>
            </a:extLst>
          </p:cNvPr>
          <p:cNvSpPr/>
          <p:nvPr/>
        </p:nvSpPr>
        <p:spPr>
          <a:xfrm>
            <a:off x="4075433"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6" name="Rectangle 465">
            <a:extLst>
              <a:ext uri="{FF2B5EF4-FFF2-40B4-BE49-F238E27FC236}">
                <a16:creationId xmlns:a16="http://schemas.microsoft.com/office/drawing/2014/main" id="{AE1ABD18-7B83-F2CE-D9A2-3CA5D95AE732}"/>
              </a:ext>
            </a:extLst>
          </p:cNvPr>
          <p:cNvSpPr/>
          <p:nvPr/>
        </p:nvSpPr>
        <p:spPr>
          <a:xfrm>
            <a:off x="2949049" y="433607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a:defRPr/>
            </a:pPr>
            <a:r>
              <a:rPr lang="en-US" sz="2000" kern="0" dirty="0">
                <a:solidFill>
                  <a:schemeClr val="bg1"/>
                </a:solidFill>
                <a:latin typeface="Calibri" panose="020F0502020204030204"/>
              </a:rPr>
              <a:t>ECC</a:t>
            </a:r>
          </a:p>
        </p:txBody>
      </p:sp>
      <p:sp>
        <p:nvSpPr>
          <p:cNvPr id="467" name="Rectangle 466">
            <a:extLst>
              <a:ext uri="{FF2B5EF4-FFF2-40B4-BE49-F238E27FC236}">
                <a16:creationId xmlns:a16="http://schemas.microsoft.com/office/drawing/2014/main" id="{73DDAE63-EDE8-2C6D-1CE0-1D761168E7E1}"/>
              </a:ext>
            </a:extLst>
          </p:cNvPr>
          <p:cNvSpPr/>
          <p:nvPr/>
        </p:nvSpPr>
        <p:spPr>
          <a:xfrm>
            <a:off x="3507689"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8" name="Rectangle 467">
            <a:extLst>
              <a:ext uri="{FF2B5EF4-FFF2-40B4-BE49-F238E27FC236}">
                <a16:creationId xmlns:a16="http://schemas.microsoft.com/office/drawing/2014/main" id="{63D73F89-4ECB-F31C-D3D4-7E21A1537868}"/>
              </a:ext>
            </a:extLst>
          </p:cNvPr>
          <p:cNvSpPr/>
          <p:nvPr/>
        </p:nvSpPr>
        <p:spPr>
          <a:xfrm>
            <a:off x="2374690"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0" name="Rectangle 469">
            <a:extLst>
              <a:ext uri="{FF2B5EF4-FFF2-40B4-BE49-F238E27FC236}">
                <a16:creationId xmlns:a16="http://schemas.microsoft.com/office/drawing/2014/main" id="{102061A2-F338-0E84-9BD5-6E272AE8B44B}"/>
              </a:ext>
            </a:extLst>
          </p:cNvPr>
          <p:cNvSpPr/>
          <p:nvPr/>
        </p:nvSpPr>
        <p:spPr>
          <a:xfrm>
            <a:off x="4074188"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1" name="Rectangle 470">
            <a:extLst>
              <a:ext uri="{FF2B5EF4-FFF2-40B4-BE49-F238E27FC236}">
                <a16:creationId xmlns:a16="http://schemas.microsoft.com/office/drawing/2014/main" id="{6F175E06-EAE5-F5E5-3132-D850370F8C1C}"/>
              </a:ext>
            </a:extLst>
          </p:cNvPr>
          <p:cNvSpPr/>
          <p:nvPr/>
        </p:nvSpPr>
        <p:spPr>
          <a:xfrm>
            <a:off x="7147378" y="526701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72" name="Rectangle 471">
            <a:extLst>
              <a:ext uri="{FF2B5EF4-FFF2-40B4-BE49-F238E27FC236}">
                <a16:creationId xmlns:a16="http://schemas.microsoft.com/office/drawing/2014/main" id="{7FF9A335-F1B0-82AF-FF1E-DE155D6F9CFB}"/>
              </a:ext>
            </a:extLst>
          </p:cNvPr>
          <p:cNvSpPr/>
          <p:nvPr/>
        </p:nvSpPr>
        <p:spPr>
          <a:xfrm>
            <a:off x="8846878"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3" name="Rectangle 472">
            <a:extLst>
              <a:ext uri="{FF2B5EF4-FFF2-40B4-BE49-F238E27FC236}">
                <a16:creationId xmlns:a16="http://schemas.microsoft.com/office/drawing/2014/main" id="{4ACD1C7F-1985-99C6-7B65-D5CD67496F74}"/>
              </a:ext>
            </a:extLst>
          </p:cNvPr>
          <p:cNvSpPr/>
          <p:nvPr/>
        </p:nvSpPr>
        <p:spPr>
          <a:xfrm>
            <a:off x="7713879" y="5267016"/>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74" name="Rectangle 473">
            <a:extLst>
              <a:ext uri="{FF2B5EF4-FFF2-40B4-BE49-F238E27FC236}">
                <a16:creationId xmlns:a16="http://schemas.microsoft.com/office/drawing/2014/main" id="{45D35659-8A8E-30DA-4B2F-A57B2C359B1C}"/>
              </a:ext>
            </a:extLst>
          </p:cNvPr>
          <p:cNvSpPr/>
          <p:nvPr/>
        </p:nvSpPr>
        <p:spPr>
          <a:xfrm>
            <a:off x="8280378"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5" name="Rectangle 474">
            <a:extLst>
              <a:ext uri="{FF2B5EF4-FFF2-40B4-BE49-F238E27FC236}">
                <a16:creationId xmlns:a16="http://schemas.microsoft.com/office/drawing/2014/main" id="{C4C05C2B-908E-EF58-0436-06869E280F64}"/>
              </a:ext>
            </a:extLst>
          </p:cNvPr>
          <p:cNvSpPr/>
          <p:nvPr/>
        </p:nvSpPr>
        <p:spPr>
          <a:xfrm>
            <a:off x="9413377"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6" name="Rectangle 475">
            <a:extLst>
              <a:ext uri="{FF2B5EF4-FFF2-40B4-BE49-F238E27FC236}">
                <a16:creationId xmlns:a16="http://schemas.microsoft.com/office/drawing/2014/main" id="{16930005-0EA6-5322-BC47-410EB520B72F}"/>
              </a:ext>
            </a:extLst>
          </p:cNvPr>
          <p:cNvSpPr/>
          <p:nvPr/>
        </p:nvSpPr>
        <p:spPr>
          <a:xfrm>
            <a:off x="7146133" y="6214784"/>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77" name="Rectangle 476">
            <a:extLst>
              <a:ext uri="{FF2B5EF4-FFF2-40B4-BE49-F238E27FC236}">
                <a16:creationId xmlns:a16="http://schemas.microsoft.com/office/drawing/2014/main" id="{8E45CD29-4AFE-92ED-99D3-5A316252CD0F}"/>
              </a:ext>
            </a:extLst>
          </p:cNvPr>
          <p:cNvSpPr/>
          <p:nvPr/>
        </p:nvSpPr>
        <p:spPr>
          <a:xfrm>
            <a:off x="8845633"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8" name="Rectangle 477">
            <a:extLst>
              <a:ext uri="{FF2B5EF4-FFF2-40B4-BE49-F238E27FC236}">
                <a16:creationId xmlns:a16="http://schemas.microsoft.com/office/drawing/2014/main" id="{3399D359-0BC5-B1A4-3FD3-841975ABFDB7}"/>
              </a:ext>
            </a:extLst>
          </p:cNvPr>
          <p:cNvSpPr/>
          <p:nvPr/>
        </p:nvSpPr>
        <p:spPr>
          <a:xfrm>
            <a:off x="7712634"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9" name="Rectangle 478">
            <a:extLst>
              <a:ext uri="{FF2B5EF4-FFF2-40B4-BE49-F238E27FC236}">
                <a16:creationId xmlns:a16="http://schemas.microsoft.com/office/drawing/2014/main" id="{EA5CF88A-8349-3550-DE19-9179E5C78447}"/>
              </a:ext>
            </a:extLst>
          </p:cNvPr>
          <p:cNvSpPr/>
          <p:nvPr/>
        </p:nvSpPr>
        <p:spPr>
          <a:xfrm>
            <a:off x="8279134"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0" name="Rectangle 479">
            <a:extLst>
              <a:ext uri="{FF2B5EF4-FFF2-40B4-BE49-F238E27FC236}">
                <a16:creationId xmlns:a16="http://schemas.microsoft.com/office/drawing/2014/main" id="{105AD148-9794-DB76-E1F3-CADB4AB68243}"/>
              </a:ext>
            </a:extLst>
          </p:cNvPr>
          <p:cNvSpPr/>
          <p:nvPr/>
        </p:nvSpPr>
        <p:spPr>
          <a:xfrm>
            <a:off x="9412133"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1" name="Rectangle 480">
            <a:extLst>
              <a:ext uri="{FF2B5EF4-FFF2-40B4-BE49-F238E27FC236}">
                <a16:creationId xmlns:a16="http://schemas.microsoft.com/office/drawing/2014/main" id="{BBA16C06-F39D-3AA4-B5BE-020DF4B14AB4}"/>
              </a:ext>
            </a:extLst>
          </p:cNvPr>
          <p:cNvSpPr/>
          <p:nvPr/>
        </p:nvSpPr>
        <p:spPr>
          <a:xfrm>
            <a:off x="7147378" y="3388308"/>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82" name="Rectangle 481">
            <a:extLst>
              <a:ext uri="{FF2B5EF4-FFF2-40B4-BE49-F238E27FC236}">
                <a16:creationId xmlns:a16="http://schemas.microsoft.com/office/drawing/2014/main" id="{35C123C8-1A3D-FF3C-3885-17E6904D6C03}"/>
              </a:ext>
            </a:extLst>
          </p:cNvPr>
          <p:cNvSpPr/>
          <p:nvPr/>
        </p:nvSpPr>
        <p:spPr>
          <a:xfrm>
            <a:off x="8846878"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3" name="Rectangle 482">
            <a:extLst>
              <a:ext uri="{FF2B5EF4-FFF2-40B4-BE49-F238E27FC236}">
                <a16:creationId xmlns:a16="http://schemas.microsoft.com/office/drawing/2014/main" id="{F059D2CB-DF6F-9ABB-72DA-9D1FDAC9B6F6}"/>
              </a:ext>
            </a:extLst>
          </p:cNvPr>
          <p:cNvSpPr/>
          <p:nvPr/>
        </p:nvSpPr>
        <p:spPr>
          <a:xfrm>
            <a:off x="7713879" y="3388308"/>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84" name="Rectangle 483">
            <a:extLst>
              <a:ext uri="{FF2B5EF4-FFF2-40B4-BE49-F238E27FC236}">
                <a16:creationId xmlns:a16="http://schemas.microsoft.com/office/drawing/2014/main" id="{A1CD6241-0661-0DE1-4A2D-B96D814D4B15}"/>
              </a:ext>
            </a:extLst>
          </p:cNvPr>
          <p:cNvSpPr/>
          <p:nvPr/>
        </p:nvSpPr>
        <p:spPr>
          <a:xfrm>
            <a:off x="8280378"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5" name="Rectangle 484">
            <a:extLst>
              <a:ext uri="{FF2B5EF4-FFF2-40B4-BE49-F238E27FC236}">
                <a16:creationId xmlns:a16="http://schemas.microsoft.com/office/drawing/2014/main" id="{115CB6DC-B69F-D8FF-CDA5-E740085801F1}"/>
              </a:ext>
            </a:extLst>
          </p:cNvPr>
          <p:cNvSpPr/>
          <p:nvPr/>
        </p:nvSpPr>
        <p:spPr>
          <a:xfrm>
            <a:off x="9413377"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6" name="Rectangle 485">
            <a:extLst>
              <a:ext uri="{FF2B5EF4-FFF2-40B4-BE49-F238E27FC236}">
                <a16:creationId xmlns:a16="http://schemas.microsoft.com/office/drawing/2014/main" id="{4C575597-DEF8-9BB9-34CB-A45E2AB760D8}"/>
              </a:ext>
            </a:extLst>
          </p:cNvPr>
          <p:cNvSpPr/>
          <p:nvPr/>
        </p:nvSpPr>
        <p:spPr>
          <a:xfrm>
            <a:off x="7146133" y="433607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87" name="Rectangle 486">
            <a:extLst>
              <a:ext uri="{FF2B5EF4-FFF2-40B4-BE49-F238E27FC236}">
                <a16:creationId xmlns:a16="http://schemas.microsoft.com/office/drawing/2014/main" id="{A993CBAB-D1E2-E4FF-52EC-FF586FDA3AA3}"/>
              </a:ext>
            </a:extLst>
          </p:cNvPr>
          <p:cNvSpPr/>
          <p:nvPr/>
        </p:nvSpPr>
        <p:spPr>
          <a:xfrm>
            <a:off x="8845633"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8" name="Rectangle 487">
            <a:extLst>
              <a:ext uri="{FF2B5EF4-FFF2-40B4-BE49-F238E27FC236}">
                <a16:creationId xmlns:a16="http://schemas.microsoft.com/office/drawing/2014/main" id="{E672418E-4EE8-AB72-2DEA-7141A89E5765}"/>
              </a:ext>
            </a:extLst>
          </p:cNvPr>
          <p:cNvSpPr/>
          <p:nvPr/>
        </p:nvSpPr>
        <p:spPr>
          <a:xfrm>
            <a:off x="7712634"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9" name="Rectangle 488">
            <a:extLst>
              <a:ext uri="{FF2B5EF4-FFF2-40B4-BE49-F238E27FC236}">
                <a16:creationId xmlns:a16="http://schemas.microsoft.com/office/drawing/2014/main" id="{36060D7C-E1D6-421B-C73C-87DE819D9016}"/>
              </a:ext>
            </a:extLst>
          </p:cNvPr>
          <p:cNvSpPr/>
          <p:nvPr/>
        </p:nvSpPr>
        <p:spPr>
          <a:xfrm>
            <a:off x="8279134"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90" name="Rectangle 489">
            <a:extLst>
              <a:ext uri="{FF2B5EF4-FFF2-40B4-BE49-F238E27FC236}">
                <a16:creationId xmlns:a16="http://schemas.microsoft.com/office/drawing/2014/main" id="{ED42EF48-D6B3-6819-F08C-7CB48CF1B4BE}"/>
              </a:ext>
            </a:extLst>
          </p:cNvPr>
          <p:cNvSpPr/>
          <p:nvPr/>
        </p:nvSpPr>
        <p:spPr>
          <a:xfrm>
            <a:off x="9412133"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93" name="Rectangle 492">
            <a:extLst>
              <a:ext uri="{FF2B5EF4-FFF2-40B4-BE49-F238E27FC236}">
                <a16:creationId xmlns:a16="http://schemas.microsoft.com/office/drawing/2014/main" id="{B6A9A7B5-E686-4493-D747-5B742E152A6F}"/>
              </a:ext>
            </a:extLst>
          </p:cNvPr>
          <p:cNvSpPr/>
          <p:nvPr/>
        </p:nvSpPr>
        <p:spPr>
          <a:xfrm rot="10800000" flipV="1">
            <a:off x="5314153"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4" name="Rectangle 493">
            <a:extLst>
              <a:ext uri="{FF2B5EF4-FFF2-40B4-BE49-F238E27FC236}">
                <a16:creationId xmlns:a16="http://schemas.microsoft.com/office/drawing/2014/main" id="{BBB07BD9-649E-BED7-2DD0-9A2697E53B06}"/>
              </a:ext>
            </a:extLst>
          </p:cNvPr>
          <p:cNvSpPr/>
          <p:nvPr/>
        </p:nvSpPr>
        <p:spPr>
          <a:xfrm rot="10800000" flipV="1">
            <a:off x="5742645"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5" name="Rectangle 494">
            <a:extLst>
              <a:ext uri="{FF2B5EF4-FFF2-40B4-BE49-F238E27FC236}">
                <a16:creationId xmlns:a16="http://schemas.microsoft.com/office/drawing/2014/main" id="{52BE2650-3149-4ABA-87CA-BA4971CB9AE5}"/>
              </a:ext>
            </a:extLst>
          </p:cNvPr>
          <p:cNvSpPr/>
          <p:nvPr/>
        </p:nvSpPr>
        <p:spPr>
          <a:xfrm rot="10800000" flipV="1">
            <a:off x="6171138"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6" name="Rectangle 495">
            <a:extLst>
              <a:ext uri="{FF2B5EF4-FFF2-40B4-BE49-F238E27FC236}">
                <a16:creationId xmlns:a16="http://schemas.microsoft.com/office/drawing/2014/main" id="{2F98430A-8F15-8CA7-BDAB-16348BF04B98}"/>
              </a:ext>
            </a:extLst>
          </p:cNvPr>
          <p:cNvSpPr/>
          <p:nvPr/>
        </p:nvSpPr>
        <p:spPr>
          <a:xfrm rot="10800000" flipV="1">
            <a:off x="6599629"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7" name="Rectangle 496">
            <a:extLst>
              <a:ext uri="{FF2B5EF4-FFF2-40B4-BE49-F238E27FC236}">
                <a16:creationId xmlns:a16="http://schemas.microsoft.com/office/drawing/2014/main" id="{0F245869-13AF-3A39-9302-F7F30E9FC95A}"/>
              </a:ext>
            </a:extLst>
          </p:cNvPr>
          <p:cNvSpPr/>
          <p:nvPr/>
        </p:nvSpPr>
        <p:spPr>
          <a:xfrm rot="10800000" flipV="1">
            <a:off x="5314153"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8" name="Rectangle 497">
            <a:extLst>
              <a:ext uri="{FF2B5EF4-FFF2-40B4-BE49-F238E27FC236}">
                <a16:creationId xmlns:a16="http://schemas.microsoft.com/office/drawing/2014/main" id="{F190A80B-6CEF-9EBC-ADE5-C75D6ED5BAA8}"/>
              </a:ext>
            </a:extLst>
          </p:cNvPr>
          <p:cNvSpPr/>
          <p:nvPr/>
        </p:nvSpPr>
        <p:spPr>
          <a:xfrm rot="10800000" flipV="1">
            <a:off x="5742645"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9" name="Rectangle 498">
            <a:extLst>
              <a:ext uri="{FF2B5EF4-FFF2-40B4-BE49-F238E27FC236}">
                <a16:creationId xmlns:a16="http://schemas.microsoft.com/office/drawing/2014/main" id="{577EDA8A-406C-73E7-A6F6-E10580385FFD}"/>
              </a:ext>
            </a:extLst>
          </p:cNvPr>
          <p:cNvSpPr/>
          <p:nvPr/>
        </p:nvSpPr>
        <p:spPr>
          <a:xfrm rot="10800000" flipV="1">
            <a:off x="6171138"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500" name="Rectangle 499">
            <a:extLst>
              <a:ext uri="{FF2B5EF4-FFF2-40B4-BE49-F238E27FC236}">
                <a16:creationId xmlns:a16="http://schemas.microsoft.com/office/drawing/2014/main" id="{4EB958DD-0AE0-C6C3-729A-AA82F6A4E803}"/>
              </a:ext>
            </a:extLst>
          </p:cNvPr>
          <p:cNvSpPr/>
          <p:nvPr/>
        </p:nvSpPr>
        <p:spPr>
          <a:xfrm rot="10800000" flipV="1">
            <a:off x="6599629"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grpSp>
        <p:nvGrpSpPr>
          <p:cNvPr id="501" name="Group 500">
            <a:extLst>
              <a:ext uri="{FF2B5EF4-FFF2-40B4-BE49-F238E27FC236}">
                <a16:creationId xmlns:a16="http://schemas.microsoft.com/office/drawing/2014/main" id="{B6056204-2FEE-2E10-720D-B25EA26F1BFF}"/>
              </a:ext>
            </a:extLst>
          </p:cNvPr>
          <p:cNvGrpSpPr/>
          <p:nvPr/>
        </p:nvGrpSpPr>
        <p:grpSpPr>
          <a:xfrm>
            <a:off x="5304338" y="3583400"/>
            <a:ext cx="757825" cy="1256397"/>
            <a:chOff x="5924931" y="3378428"/>
            <a:chExt cx="558506" cy="955544"/>
          </a:xfrm>
        </p:grpSpPr>
        <p:sp>
          <p:nvSpPr>
            <p:cNvPr id="502" name="Oval 501">
              <a:extLst>
                <a:ext uri="{FF2B5EF4-FFF2-40B4-BE49-F238E27FC236}">
                  <a16:creationId xmlns:a16="http://schemas.microsoft.com/office/drawing/2014/main" id="{7EBCB494-836C-E094-078C-8123BEA43E52}"/>
                </a:ext>
              </a:extLst>
            </p:cNvPr>
            <p:cNvSpPr/>
            <p:nvPr/>
          </p:nvSpPr>
          <p:spPr>
            <a:xfrm>
              <a:off x="5924931"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3" name="Oval 502">
              <a:extLst>
                <a:ext uri="{FF2B5EF4-FFF2-40B4-BE49-F238E27FC236}">
                  <a16:creationId xmlns:a16="http://schemas.microsoft.com/office/drawing/2014/main" id="{1A82983D-E685-ED1F-170C-9AAC14F8824F}"/>
                </a:ext>
              </a:extLst>
            </p:cNvPr>
            <p:cNvSpPr/>
            <p:nvPr/>
          </p:nvSpPr>
          <p:spPr>
            <a:xfrm>
              <a:off x="6254837"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4" name="Oval 503">
              <a:extLst>
                <a:ext uri="{FF2B5EF4-FFF2-40B4-BE49-F238E27FC236}">
                  <a16:creationId xmlns:a16="http://schemas.microsoft.com/office/drawing/2014/main" id="{CD7315B3-9F7D-5EA0-687D-9F0B24FB5EF5}"/>
                </a:ext>
              </a:extLst>
            </p:cNvPr>
            <p:cNvSpPr/>
            <p:nvPr/>
          </p:nvSpPr>
          <p:spPr>
            <a:xfrm>
              <a:off x="5924931"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5" name="Oval 504">
              <a:extLst>
                <a:ext uri="{FF2B5EF4-FFF2-40B4-BE49-F238E27FC236}">
                  <a16:creationId xmlns:a16="http://schemas.microsoft.com/office/drawing/2014/main" id="{00CC155B-B9CB-CEC9-7330-4A9212386B34}"/>
                </a:ext>
              </a:extLst>
            </p:cNvPr>
            <p:cNvSpPr/>
            <p:nvPr/>
          </p:nvSpPr>
          <p:spPr>
            <a:xfrm>
              <a:off x="6254837"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grpSp>
      <p:grpSp>
        <p:nvGrpSpPr>
          <p:cNvPr id="506" name="Group 505">
            <a:extLst>
              <a:ext uri="{FF2B5EF4-FFF2-40B4-BE49-F238E27FC236}">
                <a16:creationId xmlns:a16="http://schemas.microsoft.com/office/drawing/2014/main" id="{616FD3F0-71B8-90FD-AE2E-DED7291CC604}"/>
              </a:ext>
            </a:extLst>
          </p:cNvPr>
          <p:cNvGrpSpPr/>
          <p:nvPr/>
        </p:nvGrpSpPr>
        <p:grpSpPr>
          <a:xfrm>
            <a:off x="6168290" y="3583400"/>
            <a:ext cx="757825" cy="1256397"/>
            <a:chOff x="5924931" y="3378428"/>
            <a:chExt cx="558506" cy="955544"/>
          </a:xfrm>
        </p:grpSpPr>
        <p:sp>
          <p:nvSpPr>
            <p:cNvPr id="507" name="Oval 506">
              <a:extLst>
                <a:ext uri="{FF2B5EF4-FFF2-40B4-BE49-F238E27FC236}">
                  <a16:creationId xmlns:a16="http://schemas.microsoft.com/office/drawing/2014/main" id="{013FA865-9D52-2CEC-A8DB-89A29067C725}"/>
                </a:ext>
              </a:extLst>
            </p:cNvPr>
            <p:cNvSpPr/>
            <p:nvPr/>
          </p:nvSpPr>
          <p:spPr>
            <a:xfrm>
              <a:off x="5924931"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8" name="Oval 507">
              <a:extLst>
                <a:ext uri="{FF2B5EF4-FFF2-40B4-BE49-F238E27FC236}">
                  <a16:creationId xmlns:a16="http://schemas.microsoft.com/office/drawing/2014/main" id="{617CF939-1E24-EFFA-A221-2651844EF33A}"/>
                </a:ext>
              </a:extLst>
            </p:cNvPr>
            <p:cNvSpPr/>
            <p:nvPr/>
          </p:nvSpPr>
          <p:spPr>
            <a:xfrm>
              <a:off x="6254837"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9" name="Oval 508">
              <a:extLst>
                <a:ext uri="{FF2B5EF4-FFF2-40B4-BE49-F238E27FC236}">
                  <a16:creationId xmlns:a16="http://schemas.microsoft.com/office/drawing/2014/main" id="{C5614EB3-6178-3220-62C6-37C108FADDF5}"/>
                </a:ext>
              </a:extLst>
            </p:cNvPr>
            <p:cNvSpPr/>
            <p:nvPr/>
          </p:nvSpPr>
          <p:spPr>
            <a:xfrm>
              <a:off x="5924931"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10" name="Oval 509">
              <a:extLst>
                <a:ext uri="{FF2B5EF4-FFF2-40B4-BE49-F238E27FC236}">
                  <a16:creationId xmlns:a16="http://schemas.microsoft.com/office/drawing/2014/main" id="{C6B52592-FA27-2CE2-DEB6-B2FA59819840}"/>
                </a:ext>
              </a:extLst>
            </p:cNvPr>
            <p:cNvSpPr/>
            <p:nvPr/>
          </p:nvSpPr>
          <p:spPr>
            <a:xfrm>
              <a:off x="6254837"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grpSp>
      <p:sp>
        <p:nvSpPr>
          <p:cNvPr id="12" name="L-Shape 11">
            <a:extLst>
              <a:ext uri="{FF2B5EF4-FFF2-40B4-BE49-F238E27FC236}">
                <a16:creationId xmlns:a16="http://schemas.microsoft.com/office/drawing/2014/main" id="{D9147B1C-1BC7-1428-9E28-F0AC4F44A797}"/>
              </a:ext>
            </a:extLst>
          </p:cNvPr>
          <p:cNvSpPr/>
          <p:nvPr/>
        </p:nvSpPr>
        <p:spPr>
          <a:xfrm rot="16200000">
            <a:off x="5148359" y="3280636"/>
            <a:ext cx="1877906" cy="1847823"/>
          </a:xfrm>
          <a:prstGeom prst="corner">
            <a:avLst>
              <a:gd name="adj1" fmla="val 48144"/>
              <a:gd name="adj2" fmla="val 50000"/>
            </a:avLst>
          </a:prstGeom>
          <a:solidFill>
            <a:srgbClr val="F2F2F2">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F8523E91-1D42-24E5-447D-E4F1D2F8B1ED}"/>
              </a:ext>
            </a:extLst>
          </p:cNvPr>
          <p:cNvSpPr txBox="1"/>
          <p:nvPr/>
        </p:nvSpPr>
        <p:spPr>
          <a:xfrm>
            <a:off x="5426325" y="4417306"/>
            <a:ext cx="1393971" cy="1015663"/>
          </a:xfrm>
          <a:prstGeom prst="rect">
            <a:avLst/>
          </a:prstGeom>
          <a:noFill/>
        </p:spPr>
        <p:txBody>
          <a:bodyPr wrap="none" rtlCol="0">
            <a:spAutoFit/>
          </a:bodyPr>
          <a:lstStyle/>
          <a:p>
            <a:r>
              <a:rPr lang="en-US" sz="2000" b="1" dirty="0"/>
              <a:t>DISABLED</a:t>
            </a:r>
          </a:p>
          <a:p>
            <a:r>
              <a:rPr lang="en-US" sz="2000" b="1" dirty="0">
                <a:latin typeface="Calibri" panose="020F0502020204030204"/>
              </a:rPr>
              <a:t>Spare chips</a:t>
            </a:r>
          </a:p>
          <a:p>
            <a:endParaRPr lang="en-US" sz="2000" b="1" dirty="0"/>
          </a:p>
        </p:txBody>
      </p:sp>
      <p:sp>
        <p:nvSpPr>
          <p:cNvPr id="14" name="Rectangle 13">
            <a:extLst>
              <a:ext uri="{FF2B5EF4-FFF2-40B4-BE49-F238E27FC236}">
                <a16:creationId xmlns:a16="http://schemas.microsoft.com/office/drawing/2014/main" id="{6E2F5B1E-09B0-5D4B-C4FD-FFEC00850AEB}"/>
              </a:ext>
            </a:extLst>
          </p:cNvPr>
          <p:cNvSpPr/>
          <p:nvPr/>
        </p:nvSpPr>
        <p:spPr>
          <a:xfrm>
            <a:off x="2935965" y="3382677"/>
            <a:ext cx="431593" cy="699142"/>
          </a:xfrm>
          <a:prstGeom prst="rect">
            <a:avLst/>
          </a:prstGeom>
          <a:solidFill>
            <a:schemeClr val="accent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A85B5E7E-2827-5BB1-5A28-FE83627936DB}"/>
              </a:ext>
            </a:extLst>
          </p:cNvPr>
          <p:cNvSpPr/>
          <p:nvPr/>
        </p:nvSpPr>
        <p:spPr>
          <a:xfrm>
            <a:off x="4658363"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EF7AC478-C985-D3D6-9957-031EA7F56719}"/>
              </a:ext>
            </a:extLst>
          </p:cNvPr>
          <p:cNvSpPr/>
          <p:nvPr/>
        </p:nvSpPr>
        <p:spPr>
          <a:xfrm>
            <a:off x="4657118"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E822708B-E8F7-9526-54DE-54E188C52CEF}"/>
              </a:ext>
            </a:extLst>
          </p:cNvPr>
          <p:cNvSpPr/>
          <p:nvPr/>
        </p:nvSpPr>
        <p:spPr>
          <a:xfrm>
            <a:off x="4658363"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D4C79104-B888-6E00-8F17-85169FB244EC}"/>
              </a:ext>
            </a:extLst>
          </p:cNvPr>
          <p:cNvSpPr/>
          <p:nvPr/>
        </p:nvSpPr>
        <p:spPr>
          <a:xfrm>
            <a:off x="4657118"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19" name="Curved Down Arrow 18">
            <a:extLst>
              <a:ext uri="{FF2B5EF4-FFF2-40B4-BE49-F238E27FC236}">
                <a16:creationId xmlns:a16="http://schemas.microsoft.com/office/drawing/2014/main" id="{5566DC0D-E733-D641-F595-31CBD3684964}"/>
              </a:ext>
            </a:extLst>
          </p:cNvPr>
          <p:cNvSpPr/>
          <p:nvPr/>
        </p:nvSpPr>
        <p:spPr>
          <a:xfrm flipH="1">
            <a:off x="2855869" y="2486250"/>
            <a:ext cx="2171378" cy="860612"/>
          </a:xfrm>
          <a:prstGeom prst="curved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
        <p:nvSpPr>
          <p:cNvPr id="20" name="TextBox 19">
            <a:extLst>
              <a:ext uri="{FF2B5EF4-FFF2-40B4-BE49-F238E27FC236}">
                <a16:creationId xmlns:a16="http://schemas.microsoft.com/office/drawing/2014/main" id="{37AC792A-7D50-D701-4F81-9166FF73B2F4}"/>
              </a:ext>
            </a:extLst>
          </p:cNvPr>
          <p:cNvSpPr txBox="1"/>
          <p:nvPr/>
        </p:nvSpPr>
        <p:spPr>
          <a:xfrm>
            <a:off x="4842691" y="2409832"/>
            <a:ext cx="2749021" cy="523220"/>
          </a:xfrm>
          <a:prstGeom prst="rect">
            <a:avLst/>
          </a:prstGeom>
          <a:noFill/>
        </p:spPr>
        <p:txBody>
          <a:bodyPr wrap="square" rtlCol="0">
            <a:spAutoFit/>
          </a:bodyPr>
          <a:lstStyle/>
          <a:p>
            <a:r>
              <a:rPr lang="en-US" sz="2800" b="1" dirty="0">
                <a:solidFill>
                  <a:srgbClr val="FF0000"/>
                </a:solidFill>
              </a:rPr>
              <a:t>Role exchange</a:t>
            </a:r>
          </a:p>
        </p:txBody>
      </p:sp>
    </p:spTree>
    <p:extLst>
      <p:ext uri="{BB962C8B-B14F-4D97-AF65-F5344CB8AC3E}">
        <p14:creationId xmlns:p14="http://schemas.microsoft.com/office/powerpoint/2010/main" val="11040208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F5566-BA6A-F58D-3D7A-626F3A2323B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FF2A9F8-FC71-DCC6-547A-DEE05928B678}"/>
              </a:ext>
            </a:extLst>
          </p:cNvPr>
          <p:cNvSpPr>
            <a:spLocks noGrp="1"/>
          </p:cNvSpPr>
          <p:nvPr>
            <p:ph type="title"/>
          </p:nvPr>
        </p:nvSpPr>
        <p:spPr/>
        <p:txBody>
          <a:bodyPr/>
          <a:lstStyle/>
          <a:p>
            <a:r>
              <a:rPr lang="en-US" altLang="zh-CN" b="1" dirty="0"/>
              <a:t>Design3:</a:t>
            </a:r>
            <a:r>
              <a:rPr lang="en-US" altLang="zh-CN" dirty="0"/>
              <a:t> SCREME-Framework</a:t>
            </a:r>
            <a:endParaRPr lang="zh-CN" altLang="en-US" dirty="0"/>
          </a:p>
        </p:txBody>
      </p:sp>
      <p:pic>
        <p:nvPicPr>
          <p:cNvPr id="3" name="Picture 2">
            <a:extLst>
              <a:ext uri="{FF2B5EF4-FFF2-40B4-BE49-F238E27FC236}">
                <a16:creationId xmlns:a16="http://schemas.microsoft.com/office/drawing/2014/main" id="{74257F84-28DB-E41C-09BA-5F7E86E501B0}"/>
              </a:ext>
            </a:extLst>
          </p:cNvPr>
          <p:cNvPicPr>
            <a:picLocks noChangeAspect="1"/>
          </p:cNvPicPr>
          <p:nvPr/>
        </p:nvPicPr>
        <p:blipFill>
          <a:blip r:embed="rId3"/>
          <a:srcRect l="1041"/>
          <a:stretch/>
        </p:blipFill>
        <p:spPr>
          <a:xfrm>
            <a:off x="1665916" y="2841737"/>
            <a:ext cx="8860169" cy="2805670"/>
          </a:xfrm>
          <a:prstGeom prst="rect">
            <a:avLst/>
          </a:prstGeom>
        </p:spPr>
      </p:pic>
      <p:pic>
        <p:nvPicPr>
          <p:cNvPr id="448" name="Picture 447">
            <a:extLst>
              <a:ext uri="{FF2B5EF4-FFF2-40B4-BE49-F238E27FC236}">
                <a16:creationId xmlns:a16="http://schemas.microsoft.com/office/drawing/2014/main" id="{E382FB6F-DB75-3ADD-1349-ED658059F3D7}"/>
              </a:ext>
            </a:extLst>
          </p:cNvPr>
          <p:cNvPicPr>
            <a:picLocks noChangeAspect="1"/>
          </p:cNvPicPr>
          <p:nvPr/>
        </p:nvPicPr>
        <p:blipFill>
          <a:blip r:embed="rId3"/>
          <a:srcRect l="1041" t="3620"/>
          <a:stretch/>
        </p:blipFill>
        <p:spPr>
          <a:xfrm>
            <a:off x="1665916" y="4931799"/>
            <a:ext cx="8860169" cy="2704076"/>
          </a:xfrm>
          <a:prstGeom prst="rect">
            <a:avLst/>
          </a:prstGeom>
        </p:spPr>
      </p:pic>
      <p:sp>
        <p:nvSpPr>
          <p:cNvPr id="450" name="Rectangle 449">
            <a:extLst>
              <a:ext uri="{FF2B5EF4-FFF2-40B4-BE49-F238E27FC236}">
                <a16:creationId xmlns:a16="http://schemas.microsoft.com/office/drawing/2014/main" id="{DAEB56D4-64CE-AAFD-49CA-32D9762027C4}"/>
              </a:ext>
            </a:extLst>
          </p:cNvPr>
          <p:cNvSpPr/>
          <p:nvPr/>
        </p:nvSpPr>
        <p:spPr>
          <a:xfrm>
            <a:off x="4641934" y="526701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51" name="Rectangle 450">
            <a:extLst>
              <a:ext uri="{FF2B5EF4-FFF2-40B4-BE49-F238E27FC236}">
                <a16:creationId xmlns:a16="http://schemas.microsoft.com/office/drawing/2014/main" id="{24948999-2366-BFBA-AB9B-154C5AA5956F}"/>
              </a:ext>
            </a:extLst>
          </p:cNvPr>
          <p:cNvSpPr/>
          <p:nvPr/>
        </p:nvSpPr>
        <p:spPr>
          <a:xfrm>
            <a:off x="3508933"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2" name="Rectangle 451">
            <a:extLst>
              <a:ext uri="{FF2B5EF4-FFF2-40B4-BE49-F238E27FC236}">
                <a16:creationId xmlns:a16="http://schemas.microsoft.com/office/drawing/2014/main" id="{40C2D610-7A66-DBD7-9DB1-6EBAEE839C3F}"/>
              </a:ext>
            </a:extLst>
          </p:cNvPr>
          <p:cNvSpPr/>
          <p:nvPr/>
        </p:nvSpPr>
        <p:spPr>
          <a:xfrm>
            <a:off x="2375934" y="5267016"/>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53" name="Rectangle 452">
            <a:extLst>
              <a:ext uri="{FF2B5EF4-FFF2-40B4-BE49-F238E27FC236}">
                <a16:creationId xmlns:a16="http://schemas.microsoft.com/office/drawing/2014/main" id="{564A2E6C-3F55-0DD4-05FB-0CE535E02C6E}"/>
              </a:ext>
            </a:extLst>
          </p:cNvPr>
          <p:cNvSpPr/>
          <p:nvPr/>
        </p:nvSpPr>
        <p:spPr>
          <a:xfrm>
            <a:off x="2942434"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4" name="Rectangle 453">
            <a:extLst>
              <a:ext uri="{FF2B5EF4-FFF2-40B4-BE49-F238E27FC236}">
                <a16:creationId xmlns:a16="http://schemas.microsoft.com/office/drawing/2014/main" id="{E3D864B5-5AB3-5314-2679-6765EF0C1F1C}"/>
              </a:ext>
            </a:extLst>
          </p:cNvPr>
          <p:cNvSpPr/>
          <p:nvPr/>
        </p:nvSpPr>
        <p:spPr>
          <a:xfrm>
            <a:off x="4075433"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5" name="Rectangle 454">
            <a:extLst>
              <a:ext uri="{FF2B5EF4-FFF2-40B4-BE49-F238E27FC236}">
                <a16:creationId xmlns:a16="http://schemas.microsoft.com/office/drawing/2014/main" id="{74D8F2E9-97AA-C0EE-220B-6BE185A94989}"/>
              </a:ext>
            </a:extLst>
          </p:cNvPr>
          <p:cNvSpPr/>
          <p:nvPr/>
        </p:nvSpPr>
        <p:spPr>
          <a:xfrm>
            <a:off x="5761265" y="5363705"/>
            <a:ext cx="641656" cy="1408806"/>
          </a:xfrm>
          <a:prstGeom prst="rect">
            <a:avLst/>
          </a:prstGeom>
          <a:solidFill>
            <a:srgbClr val="843C0C"/>
          </a:solidFill>
          <a:ln w="28575" cap="flat" cmpd="sng" algn="ctr">
            <a:solidFill>
              <a:srgbClr val="494949"/>
            </a:solidFill>
            <a:prstDash val="solid"/>
            <a:miter lim="800000"/>
          </a:ln>
          <a:effectLst/>
        </p:spPr>
        <p:txBody>
          <a:bodyPr vert="horz" wrap="none" rtlCol="0" anchor="ctr"/>
          <a:lstStyle/>
          <a:p>
            <a:pPr algn="ctr" defTabSz="914400">
              <a:defRPr/>
            </a:pPr>
            <a:r>
              <a:rPr lang="en-US" sz="2000" b="1" kern="0" dirty="0">
                <a:solidFill>
                  <a:schemeClr val="bg1"/>
                </a:solidFill>
                <a:latin typeface="Calibri" panose="020F0502020204030204"/>
              </a:rPr>
              <a:t>RCD</a:t>
            </a:r>
          </a:p>
        </p:txBody>
      </p:sp>
      <p:sp>
        <p:nvSpPr>
          <p:cNvPr id="456" name="Rectangle 455">
            <a:extLst>
              <a:ext uri="{FF2B5EF4-FFF2-40B4-BE49-F238E27FC236}">
                <a16:creationId xmlns:a16="http://schemas.microsoft.com/office/drawing/2014/main" id="{08B137C6-D4B8-7D89-D717-6354773B7A72}"/>
              </a:ext>
            </a:extLst>
          </p:cNvPr>
          <p:cNvSpPr/>
          <p:nvPr/>
        </p:nvSpPr>
        <p:spPr>
          <a:xfrm>
            <a:off x="4640689" y="6214784"/>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57" name="Rectangle 456">
            <a:extLst>
              <a:ext uri="{FF2B5EF4-FFF2-40B4-BE49-F238E27FC236}">
                <a16:creationId xmlns:a16="http://schemas.microsoft.com/office/drawing/2014/main" id="{C20A7A95-7419-D3E0-7F3D-9F4F6EF3565E}"/>
              </a:ext>
            </a:extLst>
          </p:cNvPr>
          <p:cNvSpPr/>
          <p:nvPr/>
        </p:nvSpPr>
        <p:spPr>
          <a:xfrm>
            <a:off x="3507689"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8" name="Rectangle 457">
            <a:extLst>
              <a:ext uri="{FF2B5EF4-FFF2-40B4-BE49-F238E27FC236}">
                <a16:creationId xmlns:a16="http://schemas.microsoft.com/office/drawing/2014/main" id="{6C5AB49D-6E91-B9CB-6BE6-E3EE6FE11795}"/>
              </a:ext>
            </a:extLst>
          </p:cNvPr>
          <p:cNvSpPr/>
          <p:nvPr/>
        </p:nvSpPr>
        <p:spPr>
          <a:xfrm>
            <a:off x="2374690"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59" name="Rectangle 458">
            <a:extLst>
              <a:ext uri="{FF2B5EF4-FFF2-40B4-BE49-F238E27FC236}">
                <a16:creationId xmlns:a16="http://schemas.microsoft.com/office/drawing/2014/main" id="{64E209A6-4A6C-7CFC-2F08-8A68705F6053}"/>
              </a:ext>
            </a:extLst>
          </p:cNvPr>
          <p:cNvSpPr/>
          <p:nvPr/>
        </p:nvSpPr>
        <p:spPr>
          <a:xfrm>
            <a:off x="2941189"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0" name="Rectangle 459">
            <a:extLst>
              <a:ext uri="{FF2B5EF4-FFF2-40B4-BE49-F238E27FC236}">
                <a16:creationId xmlns:a16="http://schemas.microsoft.com/office/drawing/2014/main" id="{053E8EA7-DFB6-1411-C80F-99040C8275EB}"/>
              </a:ext>
            </a:extLst>
          </p:cNvPr>
          <p:cNvSpPr/>
          <p:nvPr/>
        </p:nvSpPr>
        <p:spPr>
          <a:xfrm>
            <a:off x="4074188"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1" name="Rectangle 460">
            <a:extLst>
              <a:ext uri="{FF2B5EF4-FFF2-40B4-BE49-F238E27FC236}">
                <a16:creationId xmlns:a16="http://schemas.microsoft.com/office/drawing/2014/main" id="{3F3BCA2C-539D-F8DD-E867-5F594E472951}"/>
              </a:ext>
            </a:extLst>
          </p:cNvPr>
          <p:cNvSpPr/>
          <p:nvPr/>
        </p:nvSpPr>
        <p:spPr>
          <a:xfrm>
            <a:off x="4641934" y="3388308"/>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r>
              <a:rPr lang="en-US" sz="2000" kern="0" dirty="0">
                <a:solidFill>
                  <a:schemeClr val="bg1"/>
                </a:solidFill>
                <a:latin typeface="Calibri" panose="020F0502020204030204"/>
              </a:rPr>
              <a:t>ECC</a:t>
            </a:r>
          </a:p>
        </p:txBody>
      </p:sp>
      <p:sp>
        <p:nvSpPr>
          <p:cNvPr id="462" name="Rectangle 461">
            <a:extLst>
              <a:ext uri="{FF2B5EF4-FFF2-40B4-BE49-F238E27FC236}">
                <a16:creationId xmlns:a16="http://schemas.microsoft.com/office/drawing/2014/main" id="{ACEDEB37-9B2E-80D6-09D2-DEDA4929122A}"/>
              </a:ext>
            </a:extLst>
          </p:cNvPr>
          <p:cNvSpPr/>
          <p:nvPr/>
        </p:nvSpPr>
        <p:spPr>
          <a:xfrm>
            <a:off x="3508933"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3" name="Rectangle 462">
            <a:extLst>
              <a:ext uri="{FF2B5EF4-FFF2-40B4-BE49-F238E27FC236}">
                <a16:creationId xmlns:a16="http://schemas.microsoft.com/office/drawing/2014/main" id="{9CFB287C-A33D-D05C-99E6-5D1590BAF6FE}"/>
              </a:ext>
            </a:extLst>
          </p:cNvPr>
          <p:cNvSpPr/>
          <p:nvPr/>
        </p:nvSpPr>
        <p:spPr>
          <a:xfrm>
            <a:off x="2375934" y="3388308"/>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r>
              <a:rPr lang="en-US" sz="2000" kern="0" dirty="0">
                <a:solidFill>
                  <a:prstClr val="white"/>
                </a:solidFill>
                <a:latin typeface="Calibri" panose="020F0502020204030204"/>
              </a:rPr>
              <a:t>Data</a:t>
            </a:r>
          </a:p>
        </p:txBody>
      </p:sp>
      <p:sp>
        <p:nvSpPr>
          <p:cNvPr id="464" name="Rectangle 463">
            <a:extLst>
              <a:ext uri="{FF2B5EF4-FFF2-40B4-BE49-F238E27FC236}">
                <a16:creationId xmlns:a16="http://schemas.microsoft.com/office/drawing/2014/main" id="{0762767B-94D9-18BF-BA5C-A070735E23AB}"/>
              </a:ext>
            </a:extLst>
          </p:cNvPr>
          <p:cNvSpPr/>
          <p:nvPr/>
        </p:nvSpPr>
        <p:spPr>
          <a:xfrm>
            <a:off x="2942434"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5" name="Rectangle 464">
            <a:extLst>
              <a:ext uri="{FF2B5EF4-FFF2-40B4-BE49-F238E27FC236}">
                <a16:creationId xmlns:a16="http://schemas.microsoft.com/office/drawing/2014/main" id="{598957A5-B1A5-260C-80FC-B2E4250F117E}"/>
              </a:ext>
            </a:extLst>
          </p:cNvPr>
          <p:cNvSpPr/>
          <p:nvPr/>
        </p:nvSpPr>
        <p:spPr>
          <a:xfrm>
            <a:off x="4075433"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6" name="Rectangle 465">
            <a:extLst>
              <a:ext uri="{FF2B5EF4-FFF2-40B4-BE49-F238E27FC236}">
                <a16:creationId xmlns:a16="http://schemas.microsoft.com/office/drawing/2014/main" id="{F78C8622-DA02-8013-D379-D0A07CD665E0}"/>
              </a:ext>
            </a:extLst>
          </p:cNvPr>
          <p:cNvSpPr/>
          <p:nvPr/>
        </p:nvSpPr>
        <p:spPr>
          <a:xfrm>
            <a:off x="4640689" y="433607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67" name="Rectangle 466">
            <a:extLst>
              <a:ext uri="{FF2B5EF4-FFF2-40B4-BE49-F238E27FC236}">
                <a16:creationId xmlns:a16="http://schemas.microsoft.com/office/drawing/2014/main" id="{6208FC98-1EC0-CBF2-902B-AD1E2C6EAF76}"/>
              </a:ext>
            </a:extLst>
          </p:cNvPr>
          <p:cNvSpPr/>
          <p:nvPr/>
        </p:nvSpPr>
        <p:spPr>
          <a:xfrm>
            <a:off x="3507689"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8" name="Rectangle 467">
            <a:extLst>
              <a:ext uri="{FF2B5EF4-FFF2-40B4-BE49-F238E27FC236}">
                <a16:creationId xmlns:a16="http://schemas.microsoft.com/office/drawing/2014/main" id="{DF30A730-0E7E-C46B-79AC-1482CF348201}"/>
              </a:ext>
            </a:extLst>
          </p:cNvPr>
          <p:cNvSpPr/>
          <p:nvPr/>
        </p:nvSpPr>
        <p:spPr>
          <a:xfrm>
            <a:off x="2374690"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69" name="Rectangle 468">
            <a:extLst>
              <a:ext uri="{FF2B5EF4-FFF2-40B4-BE49-F238E27FC236}">
                <a16:creationId xmlns:a16="http://schemas.microsoft.com/office/drawing/2014/main" id="{43591627-390D-9445-9B0F-124324F22421}"/>
              </a:ext>
            </a:extLst>
          </p:cNvPr>
          <p:cNvSpPr/>
          <p:nvPr/>
        </p:nvSpPr>
        <p:spPr>
          <a:xfrm>
            <a:off x="2941189"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0" name="Rectangle 469">
            <a:extLst>
              <a:ext uri="{FF2B5EF4-FFF2-40B4-BE49-F238E27FC236}">
                <a16:creationId xmlns:a16="http://schemas.microsoft.com/office/drawing/2014/main" id="{3C007024-6666-DC9E-B746-B6FF4B890136}"/>
              </a:ext>
            </a:extLst>
          </p:cNvPr>
          <p:cNvSpPr/>
          <p:nvPr/>
        </p:nvSpPr>
        <p:spPr>
          <a:xfrm>
            <a:off x="4074188"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1" name="Rectangle 470">
            <a:extLst>
              <a:ext uri="{FF2B5EF4-FFF2-40B4-BE49-F238E27FC236}">
                <a16:creationId xmlns:a16="http://schemas.microsoft.com/office/drawing/2014/main" id="{F5146474-8A0A-3E6E-4905-991498BE7285}"/>
              </a:ext>
            </a:extLst>
          </p:cNvPr>
          <p:cNvSpPr/>
          <p:nvPr/>
        </p:nvSpPr>
        <p:spPr>
          <a:xfrm>
            <a:off x="7147378" y="526701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72" name="Rectangle 471">
            <a:extLst>
              <a:ext uri="{FF2B5EF4-FFF2-40B4-BE49-F238E27FC236}">
                <a16:creationId xmlns:a16="http://schemas.microsoft.com/office/drawing/2014/main" id="{3CC9CE73-2AC7-204C-9519-820390217CBC}"/>
              </a:ext>
            </a:extLst>
          </p:cNvPr>
          <p:cNvSpPr/>
          <p:nvPr/>
        </p:nvSpPr>
        <p:spPr>
          <a:xfrm>
            <a:off x="8846878"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3" name="Rectangle 472">
            <a:extLst>
              <a:ext uri="{FF2B5EF4-FFF2-40B4-BE49-F238E27FC236}">
                <a16:creationId xmlns:a16="http://schemas.microsoft.com/office/drawing/2014/main" id="{C4975BB8-9567-C389-AA05-44E0FBA5F4E0}"/>
              </a:ext>
            </a:extLst>
          </p:cNvPr>
          <p:cNvSpPr/>
          <p:nvPr/>
        </p:nvSpPr>
        <p:spPr>
          <a:xfrm>
            <a:off x="7713879" y="5267016"/>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74" name="Rectangle 473">
            <a:extLst>
              <a:ext uri="{FF2B5EF4-FFF2-40B4-BE49-F238E27FC236}">
                <a16:creationId xmlns:a16="http://schemas.microsoft.com/office/drawing/2014/main" id="{BA2B4124-8D24-47E4-6BED-C00B94F09C59}"/>
              </a:ext>
            </a:extLst>
          </p:cNvPr>
          <p:cNvSpPr/>
          <p:nvPr/>
        </p:nvSpPr>
        <p:spPr>
          <a:xfrm>
            <a:off x="8280378"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5" name="Rectangle 474">
            <a:extLst>
              <a:ext uri="{FF2B5EF4-FFF2-40B4-BE49-F238E27FC236}">
                <a16:creationId xmlns:a16="http://schemas.microsoft.com/office/drawing/2014/main" id="{FD37EC87-33CC-3CF9-B2B2-EB02EF0B1B99}"/>
              </a:ext>
            </a:extLst>
          </p:cNvPr>
          <p:cNvSpPr/>
          <p:nvPr/>
        </p:nvSpPr>
        <p:spPr>
          <a:xfrm>
            <a:off x="9413377" y="526701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6" name="Rectangle 475">
            <a:extLst>
              <a:ext uri="{FF2B5EF4-FFF2-40B4-BE49-F238E27FC236}">
                <a16:creationId xmlns:a16="http://schemas.microsoft.com/office/drawing/2014/main" id="{7F4A3C4D-FCD4-C537-53A7-A42EBEA98AFC}"/>
              </a:ext>
            </a:extLst>
          </p:cNvPr>
          <p:cNvSpPr/>
          <p:nvPr/>
        </p:nvSpPr>
        <p:spPr>
          <a:xfrm>
            <a:off x="7146133" y="6214784"/>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77" name="Rectangle 476">
            <a:extLst>
              <a:ext uri="{FF2B5EF4-FFF2-40B4-BE49-F238E27FC236}">
                <a16:creationId xmlns:a16="http://schemas.microsoft.com/office/drawing/2014/main" id="{689138B2-66DD-FE09-EB04-3A961230E036}"/>
              </a:ext>
            </a:extLst>
          </p:cNvPr>
          <p:cNvSpPr/>
          <p:nvPr/>
        </p:nvSpPr>
        <p:spPr>
          <a:xfrm>
            <a:off x="8845633"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8" name="Rectangle 477">
            <a:extLst>
              <a:ext uri="{FF2B5EF4-FFF2-40B4-BE49-F238E27FC236}">
                <a16:creationId xmlns:a16="http://schemas.microsoft.com/office/drawing/2014/main" id="{925B2E44-9168-1735-1F6D-DBF8F740CBF7}"/>
              </a:ext>
            </a:extLst>
          </p:cNvPr>
          <p:cNvSpPr/>
          <p:nvPr/>
        </p:nvSpPr>
        <p:spPr>
          <a:xfrm>
            <a:off x="7712634"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79" name="Rectangle 478">
            <a:extLst>
              <a:ext uri="{FF2B5EF4-FFF2-40B4-BE49-F238E27FC236}">
                <a16:creationId xmlns:a16="http://schemas.microsoft.com/office/drawing/2014/main" id="{8CB41C2A-6AD8-423E-CAE6-F6C100A7CDB0}"/>
              </a:ext>
            </a:extLst>
          </p:cNvPr>
          <p:cNvSpPr/>
          <p:nvPr/>
        </p:nvSpPr>
        <p:spPr>
          <a:xfrm>
            <a:off x="8279134"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0" name="Rectangle 479">
            <a:extLst>
              <a:ext uri="{FF2B5EF4-FFF2-40B4-BE49-F238E27FC236}">
                <a16:creationId xmlns:a16="http://schemas.microsoft.com/office/drawing/2014/main" id="{58776105-E47C-F72B-6717-3F0B2A65EDD6}"/>
              </a:ext>
            </a:extLst>
          </p:cNvPr>
          <p:cNvSpPr/>
          <p:nvPr/>
        </p:nvSpPr>
        <p:spPr>
          <a:xfrm>
            <a:off x="9412133" y="6214784"/>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1" name="Rectangle 480">
            <a:extLst>
              <a:ext uri="{FF2B5EF4-FFF2-40B4-BE49-F238E27FC236}">
                <a16:creationId xmlns:a16="http://schemas.microsoft.com/office/drawing/2014/main" id="{B7A8E9BD-ED8D-43D8-713B-7E9A9247A511}"/>
              </a:ext>
            </a:extLst>
          </p:cNvPr>
          <p:cNvSpPr/>
          <p:nvPr/>
        </p:nvSpPr>
        <p:spPr>
          <a:xfrm>
            <a:off x="7147378" y="3388308"/>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bg1"/>
              </a:solidFill>
              <a:latin typeface="Calibri" panose="020F0502020204030204"/>
            </a:endParaRPr>
          </a:p>
        </p:txBody>
      </p:sp>
      <p:sp>
        <p:nvSpPr>
          <p:cNvPr id="482" name="Rectangle 481">
            <a:extLst>
              <a:ext uri="{FF2B5EF4-FFF2-40B4-BE49-F238E27FC236}">
                <a16:creationId xmlns:a16="http://schemas.microsoft.com/office/drawing/2014/main" id="{C38A0A83-94E5-2046-D77A-82EE20870FE9}"/>
              </a:ext>
            </a:extLst>
          </p:cNvPr>
          <p:cNvSpPr/>
          <p:nvPr/>
        </p:nvSpPr>
        <p:spPr>
          <a:xfrm>
            <a:off x="8846878"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3" name="Rectangle 482">
            <a:extLst>
              <a:ext uri="{FF2B5EF4-FFF2-40B4-BE49-F238E27FC236}">
                <a16:creationId xmlns:a16="http://schemas.microsoft.com/office/drawing/2014/main" id="{FF9832F3-7DBD-6967-C73E-F5A10CFEACFD}"/>
              </a:ext>
            </a:extLst>
          </p:cNvPr>
          <p:cNvSpPr/>
          <p:nvPr/>
        </p:nvSpPr>
        <p:spPr>
          <a:xfrm>
            <a:off x="7713879" y="3388308"/>
            <a:ext cx="431593" cy="699142"/>
          </a:xfrm>
          <a:prstGeom prst="rect">
            <a:avLst/>
          </a:prstGeom>
          <a:solidFill>
            <a:srgbClr val="5D5A5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prstClr val="white"/>
              </a:solidFill>
              <a:latin typeface="Calibri" panose="020F0502020204030204"/>
            </a:endParaRPr>
          </a:p>
        </p:txBody>
      </p:sp>
      <p:sp>
        <p:nvSpPr>
          <p:cNvPr id="484" name="Rectangle 483">
            <a:extLst>
              <a:ext uri="{FF2B5EF4-FFF2-40B4-BE49-F238E27FC236}">
                <a16:creationId xmlns:a16="http://schemas.microsoft.com/office/drawing/2014/main" id="{AC5FAA1B-1BF5-522B-3F24-5D08DE5FA7CD}"/>
              </a:ext>
            </a:extLst>
          </p:cNvPr>
          <p:cNvSpPr/>
          <p:nvPr/>
        </p:nvSpPr>
        <p:spPr>
          <a:xfrm>
            <a:off x="8280378"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5" name="Rectangle 484">
            <a:extLst>
              <a:ext uri="{FF2B5EF4-FFF2-40B4-BE49-F238E27FC236}">
                <a16:creationId xmlns:a16="http://schemas.microsoft.com/office/drawing/2014/main" id="{96716B6C-AEED-6003-392E-FEE52FBCC073}"/>
              </a:ext>
            </a:extLst>
          </p:cNvPr>
          <p:cNvSpPr/>
          <p:nvPr/>
        </p:nvSpPr>
        <p:spPr>
          <a:xfrm>
            <a:off x="9413377" y="3388308"/>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6" name="Rectangle 485">
            <a:extLst>
              <a:ext uri="{FF2B5EF4-FFF2-40B4-BE49-F238E27FC236}">
                <a16:creationId xmlns:a16="http://schemas.microsoft.com/office/drawing/2014/main" id="{5099EAEE-992F-ACCE-4B9C-E9864AB074D1}"/>
              </a:ext>
            </a:extLst>
          </p:cNvPr>
          <p:cNvSpPr/>
          <p:nvPr/>
        </p:nvSpPr>
        <p:spPr>
          <a:xfrm>
            <a:off x="7146133" y="4336076"/>
            <a:ext cx="431593" cy="699142"/>
          </a:xfrm>
          <a:prstGeom prst="rect">
            <a:avLst/>
          </a:prstGeom>
          <a:solidFill>
            <a:srgbClr val="415782"/>
          </a:solidFill>
          <a:ln w="28575" cap="flat" cmpd="sng" algn="ctr">
            <a:solidFill>
              <a:srgbClr val="494949"/>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87" name="Rectangle 486">
            <a:extLst>
              <a:ext uri="{FF2B5EF4-FFF2-40B4-BE49-F238E27FC236}">
                <a16:creationId xmlns:a16="http://schemas.microsoft.com/office/drawing/2014/main" id="{706B6604-E86F-8265-9388-2893974B8272}"/>
              </a:ext>
            </a:extLst>
          </p:cNvPr>
          <p:cNvSpPr/>
          <p:nvPr/>
        </p:nvSpPr>
        <p:spPr>
          <a:xfrm>
            <a:off x="8845633"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8" name="Rectangle 487">
            <a:extLst>
              <a:ext uri="{FF2B5EF4-FFF2-40B4-BE49-F238E27FC236}">
                <a16:creationId xmlns:a16="http://schemas.microsoft.com/office/drawing/2014/main" id="{F3F06077-83FC-44E3-052A-F3E2C97E940E}"/>
              </a:ext>
            </a:extLst>
          </p:cNvPr>
          <p:cNvSpPr/>
          <p:nvPr/>
        </p:nvSpPr>
        <p:spPr>
          <a:xfrm>
            <a:off x="7712634"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89" name="Rectangle 488">
            <a:extLst>
              <a:ext uri="{FF2B5EF4-FFF2-40B4-BE49-F238E27FC236}">
                <a16:creationId xmlns:a16="http://schemas.microsoft.com/office/drawing/2014/main" id="{8025EB22-1CE6-9C2B-1E81-D2BE415915A1}"/>
              </a:ext>
            </a:extLst>
          </p:cNvPr>
          <p:cNvSpPr/>
          <p:nvPr/>
        </p:nvSpPr>
        <p:spPr>
          <a:xfrm>
            <a:off x="8279134"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90" name="Rectangle 489">
            <a:extLst>
              <a:ext uri="{FF2B5EF4-FFF2-40B4-BE49-F238E27FC236}">
                <a16:creationId xmlns:a16="http://schemas.microsoft.com/office/drawing/2014/main" id="{43B33631-5282-ECB5-D791-533095F845E7}"/>
              </a:ext>
            </a:extLst>
          </p:cNvPr>
          <p:cNvSpPr/>
          <p:nvPr/>
        </p:nvSpPr>
        <p:spPr>
          <a:xfrm>
            <a:off x="9412133" y="4336076"/>
            <a:ext cx="431593" cy="699142"/>
          </a:xfrm>
          <a:prstGeom prst="rect">
            <a:avLst/>
          </a:prstGeom>
          <a:solidFill>
            <a:srgbClr val="5D5A52"/>
          </a:solidFill>
          <a:ln w="28575" cap="flat" cmpd="sng" algn="ctr">
            <a:solidFill>
              <a:srgbClr val="494949"/>
            </a:solidFill>
            <a:prstDash val="solid"/>
            <a:miter lim="800000"/>
          </a:ln>
          <a:effectLst/>
        </p:spPr>
        <p:txBody>
          <a:bodyPr vert="eaVert" wrap="none" rtlCol="0" anchor="ctr"/>
          <a:lstStyle/>
          <a:p>
            <a:pPr algn="ctr" defTabSz="914400">
              <a:defRPr/>
            </a:pPr>
            <a:endParaRPr lang="en-US" sz="2000" kern="0" dirty="0">
              <a:solidFill>
                <a:prstClr val="white"/>
              </a:solidFill>
              <a:latin typeface="Calibri" panose="020F0502020204030204"/>
            </a:endParaRPr>
          </a:p>
        </p:txBody>
      </p:sp>
      <p:sp>
        <p:nvSpPr>
          <p:cNvPr id="493" name="Rectangle 492">
            <a:extLst>
              <a:ext uri="{FF2B5EF4-FFF2-40B4-BE49-F238E27FC236}">
                <a16:creationId xmlns:a16="http://schemas.microsoft.com/office/drawing/2014/main" id="{1B7F8993-83D0-33A9-8427-7F0E57D3A4D7}"/>
              </a:ext>
            </a:extLst>
          </p:cNvPr>
          <p:cNvSpPr/>
          <p:nvPr/>
        </p:nvSpPr>
        <p:spPr>
          <a:xfrm rot="10800000" flipV="1">
            <a:off x="5314153"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4" name="Rectangle 493">
            <a:extLst>
              <a:ext uri="{FF2B5EF4-FFF2-40B4-BE49-F238E27FC236}">
                <a16:creationId xmlns:a16="http://schemas.microsoft.com/office/drawing/2014/main" id="{CEA3DD57-A73C-C54F-9D9E-96302546B641}"/>
              </a:ext>
            </a:extLst>
          </p:cNvPr>
          <p:cNvSpPr/>
          <p:nvPr/>
        </p:nvSpPr>
        <p:spPr>
          <a:xfrm rot="10800000" flipV="1">
            <a:off x="5742645"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5" name="Rectangle 494">
            <a:extLst>
              <a:ext uri="{FF2B5EF4-FFF2-40B4-BE49-F238E27FC236}">
                <a16:creationId xmlns:a16="http://schemas.microsoft.com/office/drawing/2014/main" id="{1BA55BAB-CADC-588C-3C63-46B69801967E}"/>
              </a:ext>
            </a:extLst>
          </p:cNvPr>
          <p:cNvSpPr/>
          <p:nvPr/>
        </p:nvSpPr>
        <p:spPr>
          <a:xfrm rot="10800000" flipV="1">
            <a:off x="6171138"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6" name="Rectangle 495">
            <a:extLst>
              <a:ext uri="{FF2B5EF4-FFF2-40B4-BE49-F238E27FC236}">
                <a16:creationId xmlns:a16="http://schemas.microsoft.com/office/drawing/2014/main" id="{667BE6A1-45E9-6FBF-CE89-9F3BF50251B9}"/>
              </a:ext>
            </a:extLst>
          </p:cNvPr>
          <p:cNvSpPr/>
          <p:nvPr/>
        </p:nvSpPr>
        <p:spPr>
          <a:xfrm rot="10800000" flipV="1">
            <a:off x="6599629" y="4334438"/>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7" name="Rectangle 496">
            <a:extLst>
              <a:ext uri="{FF2B5EF4-FFF2-40B4-BE49-F238E27FC236}">
                <a16:creationId xmlns:a16="http://schemas.microsoft.com/office/drawing/2014/main" id="{82F19A00-057E-B05B-C9A6-03E50B7BF011}"/>
              </a:ext>
            </a:extLst>
          </p:cNvPr>
          <p:cNvSpPr/>
          <p:nvPr/>
        </p:nvSpPr>
        <p:spPr>
          <a:xfrm rot="10800000" flipV="1">
            <a:off x="5314153"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8" name="Rectangle 497">
            <a:extLst>
              <a:ext uri="{FF2B5EF4-FFF2-40B4-BE49-F238E27FC236}">
                <a16:creationId xmlns:a16="http://schemas.microsoft.com/office/drawing/2014/main" id="{DF3FBFFB-925A-FDA8-547D-BE4ACA3A987E}"/>
              </a:ext>
            </a:extLst>
          </p:cNvPr>
          <p:cNvSpPr/>
          <p:nvPr/>
        </p:nvSpPr>
        <p:spPr>
          <a:xfrm rot="10800000" flipV="1">
            <a:off x="5742645"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499" name="Rectangle 498">
            <a:extLst>
              <a:ext uri="{FF2B5EF4-FFF2-40B4-BE49-F238E27FC236}">
                <a16:creationId xmlns:a16="http://schemas.microsoft.com/office/drawing/2014/main" id="{D16B855A-0911-A5F0-4BD8-C7ED47321620}"/>
              </a:ext>
            </a:extLst>
          </p:cNvPr>
          <p:cNvSpPr/>
          <p:nvPr/>
        </p:nvSpPr>
        <p:spPr>
          <a:xfrm rot="10800000" flipV="1">
            <a:off x="6171138"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sp>
        <p:nvSpPr>
          <p:cNvPr id="500" name="Rectangle 499">
            <a:extLst>
              <a:ext uri="{FF2B5EF4-FFF2-40B4-BE49-F238E27FC236}">
                <a16:creationId xmlns:a16="http://schemas.microsoft.com/office/drawing/2014/main" id="{A0DCFB3C-DA40-9DC9-CC84-481A55F10580}"/>
              </a:ext>
            </a:extLst>
          </p:cNvPr>
          <p:cNvSpPr/>
          <p:nvPr/>
        </p:nvSpPr>
        <p:spPr>
          <a:xfrm rot="10800000" flipV="1">
            <a:off x="6599629" y="3392771"/>
            <a:ext cx="317376" cy="694679"/>
          </a:xfrm>
          <a:prstGeom prst="rect">
            <a:avLst/>
          </a:prstGeom>
          <a:solidFill>
            <a:srgbClr val="BDD7EE"/>
          </a:solidFill>
          <a:ln w="28575" cap="flat" cmpd="sng" algn="ctr">
            <a:solidFill>
              <a:srgbClr val="002060"/>
            </a:solidFill>
            <a:prstDash val="solid"/>
            <a:miter lim="800000"/>
          </a:ln>
          <a:effectLst/>
        </p:spPr>
        <p:txBody>
          <a:bodyPr vert="horz" wrap="none" rtlCol="0" anchor="ctr"/>
          <a:lstStyle/>
          <a:p>
            <a:pPr algn="ctr" defTabSz="914400">
              <a:defRPr/>
            </a:pPr>
            <a:endParaRPr lang="en-US" sz="2000" kern="0" dirty="0">
              <a:solidFill>
                <a:schemeClr val="tx1">
                  <a:lumMod val="65000"/>
                  <a:lumOff val="35000"/>
                </a:schemeClr>
              </a:solidFill>
              <a:latin typeface="Calibri" panose="020F0502020204030204"/>
            </a:endParaRPr>
          </a:p>
        </p:txBody>
      </p:sp>
      <p:grpSp>
        <p:nvGrpSpPr>
          <p:cNvPr id="501" name="Group 500">
            <a:extLst>
              <a:ext uri="{FF2B5EF4-FFF2-40B4-BE49-F238E27FC236}">
                <a16:creationId xmlns:a16="http://schemas.microsoft.com/office/drawing/2014/main" id="{FED98BE8-8591-0CE7-7956-778CC397C7EF}"/>
              </a:ext>
            </a:extLst>
          </p:cNvPr>
          <p:cNvGrpSpPr/>
          <p:nvPr/>
        </p:nvGrpSpPr>
        <p:grpSpPr>
          <a:xfrm>
            <a:off x="5304338" y="3583400"/>
            <a:ext cx="757825" cy="1256397"/>
            <a:chOff x="5924931" y="3378428"/>
            <a:chExt cx="558506" cy="955544"/>
          </a:xfrm>
        </p:grpSpPr>
        <p:sp>
          <p:nvSpPr>
            <p:cNvPr id="502" name="Oval 501">
              <a:extLst>
                <a:ext uri="{FF2B5EF4-FFF2-40B4-BE49-F238E27FC236}">
                  <a16:creationId xmlns:a16="http://schemas.microsoft.com/office/drawing/2014/main" id="{E0320EE2-5706-AA06-7354-C1A4C189C6F3}"/>
                </a:ext>
              </a:extLst>
            </p:cNvPr>
            <p:cNvSpPr/>
            <p:nvPr/>
          </p:nvSpPr>
          <p:spPr>
            <a:xfrm>
              <a:off x="5924931"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3" name="Oval 502">
              <a:extLst>
                <a:ext uri="{FF2B5EF4-FFF2-40B4-BE49-F238E27FC236}">
                  <a16:creationId xmlns:a16="http://schemas.microsoft.com/office/drawing/2014/main" id="{E0BF9513-5C41-8EB4-6655-9990A833E810}"/>
                </a:ext>
              </a:extLst>
            </p:cNvPr>
            <p:cNvSpPr/>
            <p:nvPr/>
          </p:nvSpPr>
          <p:spPr>
            <a:xfrm>
              <a:off x="6254837"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4" name="Oval 503">
              <a:extLst>
                <a:ext uri="{FF2B5EF4-FFF2-40B4-BE49-F238E27FC236}">
                  <a16:creationId xmlns:a16="http://schemas.microsoft.com/office/drawing/2014/main" id="{7810C690-BE6D-646B-048D-532A9FE8E4D1}"/>
                </a:ext>
              </a:extLst>
            </p:cNvPr>
            <p:cNvSpPr/>
            <p:nvPr/>
          </p:nvSpPr>
          <p:spPr>
            <a:xfrm>
              <a:off x="5924931"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5" name="Oval 504">
              <a:extLst>
                <a:ext uri="{FF2B5EF4-FFF2-40B4-BE49-F238E27FC236}">
                  <a16:creationId xmlns:a16="http://schemas.microsoft.com/office/drawing/2014/main" id="{5F39B7F0-FC3B-9B19-9738-4B88929AF2B0}"/>
                </a:ext>
              </a:extLst>
            </p:cNvPr>
            <p:cNvSpPr/>
            <p:nvPr/>
          </p:nvSpPr>
          <p:spPr>
            <a:xfrm>
              <a:off x="6254837"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grpSp>
      <p:grpSp>
        <p:nvGrpSpPr>
          <p:cNvPr id="506" name="Group 505">
            <a:extLst>
              <a:ext uri="{FF2B5EF4-FFF2-40B4-BE49-F238E27FC236}">
                <a16:creationId xmlns:a16="http://schemas.microsoft.com/office/drawing/2014/main" id="{233E0AAE-BA57-2C0E-B243-142B656CC6D4}"/>
              </a:ext>
            </a:extLst>
          </p:cNvPr>
          <p:cNvGrpSpPr/>
          <p:nvPr/>
        </p:nvGrpSpPr>
        <p:grpSpPr>
          <a:xfrm>
            <a:off x="6168290" y="3583400"/>
            <a:ext cx="757825" cy="1256397"/>
            <a:chOff x="5924931" y="3378428"/>
            <a:chExt cx="558506" cy="955544"/>
          </a:xfrm>
        </p:grpSpPr>
        <p:sp>
          <p:nvSpPr>
            <p:cNvPr id="507" name="Oval 506">
              <a:extLst>
                <a:ext uri="{FF2B5EF4-FFF2-40B4-BE49-F238E27FC236}">
                  <a16:creationId xmlns:a16="http://schemas.microsoft.com/office/drawing/2014/main" id="{6AA47296-2A40-BB9E-3CEB-4C8D111424E4}"/>
                </a:ext>
              </a:extLst>
            </p:cNvPr>
            <p:cNvSpPr/>
            <p:nvPr/>
          </p:nvSpPr>
          <p:spPr>
            <a:xfrm>
              <a:off x="5924931"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8" name="Oval 507">
              <a:extLst>
                <a:ext uri="{FF2B5EF4-FFF2-40B4-BE49-F238E27FC236}">
                  <a16:creationId xmlns:a16="http://schemas.microsoft.com/office/drawing/2014/main" id="{0BF954D5-982E-22E6-F5F9-EE3B1DB4DBF7}"/>
                </a:ext>
              </a:extLst>
            </p:cNvPr>
            <p:cNvSpPr/>
            <p:nvPr/>
          </p:nvSpPr>
          <p:spPr>
            <a:xfrm>
              <a:off x="6254837" y="3378428"/>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09" name="Oval 508">
              <a:extLst>
                <a:ext uri="{FF2B5EF4-FFF2-40B4-BE49-F238E27FC236}">
                  <a16:creationId xmlns:a16="http://schemas.microsoft.com/office/drawing/2014/main" id="{F5D0CD5D-7016-E8A7-0CAF-083917F137F7}"/>
                </a:ext>
              </a:extLst>
            </p:cNvPr>
            <p:cNvSpPr/>
            <p:nvPr/>
          </p:nvSpPr>
          <p:spPr>
            <a:xfrm>
              <a:off x="5924931"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sp>
          <p:nvSpPr>
            <p:cNvPr id="510" name="Oval 509">
              <a:extLst>
                <a:ext uri="{FF2B5EF4-FFF2-40B4-BE49-F238E27FC236}">
                  <a16:creationId xmlns:a16="http://schemas.microsoft.com/office/drawing/2014/main" id="{333D3ED9-9875-DDE6-721D-225D00704064}"/>
                </a:ext>
              </a:extLst>
            </p:cNvPr>
            <p:cNvSpPr/>
            <p:nvPr/>
          </p:nvSpPr>
          <p:spPr>
            <a:xfrm>
              <a:off x="6254837" y="4105372"/>
              <a:ext cx="228600" cy="2286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55A11"/>
                  </a:solidFill>
                </a:rPr>
                <a:t>$</a:t>
              </a:r>
            </a:p>
          </p:txBody>
        </p:sp>
      </p:grpSp>
      <p:sp>
        <p:nvSpPr>
          <p:cNvPr id="7" name="L-Shape 6">
            <a:extLst>
              <a:ext uri="{FF2B5EF4-FFF2-40B4-BE49-F238E27FC236}">
                <a16:creationId xmlns:a16="http://schemas.microsoft.com/office/drawing/2014/main" id="{D9AE8711-5516-9475-EBDA-EF95ABF0EDE8}"/>
              </a:ext>
            </a:extLst>
          </p:cNvPr>
          <p:cNvSpPr/>
          <p:nvPr/>
        </p:nvSpPr>
        <p:spPr>
          <a:xfrm rot="10800000" flipH="1">
            <a:off x="4596899" y="3303270"/>
            <a:ext cx="1574238" cy="3714748"/>
          </a:xfrm>
          <a:prstGeom prst="corner">
            <a:avLst>
              <a:gd name="adj1" fmla="val 113207"/>
              <a:gd name="adj2" fmla="val 50000"/>
            </a:avLst>
          </a:prstGeom>
          <a:solidFill>
            <a:srgbClr val="00C1BE">
              <a:alpha val="25490"/>
            </a:srgbClr>
          </a:solidFill>
          <a:ln w="38100">
            <a:solidFill>
              <a:schemeClr val="tx2">
                <a:lumMod val="75000"/>
                <a:lumOff val="2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E4C155D-9B5A-BE66-EEF4-2D7DF4422CDD}"/>
              </a:ext>
            </a:extLst>
          </p:cNvPr>
          <p:cNvSpPr txBox="1"/>
          <p:nvPr/>
        </p:nvSpPr>
        <p:spPr>
          <a:xfrm>
            <a:off x="4832190" y="2820931"/>
            <a:ext cx="3140475" cy="523220"/>
          </a:xfrm>
          <a:prstGeom prst="rect">
            <a:avLst/>
          </a:prstGeom>
          <a:noFill/>
        </p:spPr>
        <p:txBody>
          <a:bodyPr wrap="none" rtlCol="0">
            <a:spAutoFit/>
          </a:bodyPr>
          <a:lstStyle/>
          <a:p>
            <a:r>
              <a:rPr lang="en-US" sz="2800" b="1" dirty="0">
                <a:solidFill>
                  <a:schemeClr val="tx2">
                    <a:lumMod val="75000"/>
                    <a:lumOff val="25000"/>
                  </a:schemeClr>
                </a:solidFill>
              </a:rPr>
              <a:t>More advanced ECC</a:t>
            </a:r>
          </a:p>
        </p:txBody>
      </p:sp>
    </p:spTree>
    <p:extLst>
      <p:ext uri="{BB962C8B-B14F-4D97-AF65-F5344CB8AC3E}">
        <p14:creationId xmlns:p14="http://schemas.microsoft.com/office/powerpoint/2010/main" val="110391556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08F6B-9F3B-CBA6-386E-C9A88F6FC5BA}"/>
              </a:ext>
            </a:extLst>
          </p:cNvPr>
          <p:cNvSpPr>
            <a:spLocks noGrp="1"/>
          </p:cNvSpPr>
          <p:nvPr>
            <p:ph type="title"/>
          </p:nvPr>
        </p:nvSpPr>
        <p:spPr/>
        <p:txBody>
          <a:bodyPr/>
          <a:lstStyle/>
          <a:p>
            <a:r>
              <a:rPr lang="en-US" altLang="zh-CN" b="1" dirty="0"/>
              <a:t>Design3: </a:t>
            </a:r>
            <a:r>
              <a:rPr lang="en-US" altLang="zh-CN" dirty="0"/>
              <a:t>SCREME-Framework</a:t>
            </a:r>
            <a:endParaRPr lang="en-US" dirty="0"/>
          </a:p>
        </p:txBody>
      </p:sp>
      <p:pic>
        <p:nvPicPr>
          <p:cNvPr id="5" name="内容占位符 4" descr="图表&#10;&#10;AI 生成的内容可能不正确。">
            <a:extLst>
              <a:ext uri="{FF2B5EF4-FFF2-40B4-BE49-F238E27FC236}">
                <a16:creationId xmlns:a16="http://schemas.microsoft.com/office/drawing/2014/main" id="{5918B6D3-65F2-A511-7730-37720A1827C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30024"/>
          <a:stretch>
            <a:fillRect/>
          </a:stretch>
        </p:blipFill>
        <p:spPr>
          <a:xfrm>
            <a:off x="2361151" y="3092840"/>
            <a:ext cx="6783051" cy="4619811"/>
          </a:xfrm>
        </p:spPr>
      </p:pic>
      <p:sp>
        <p:nvSpPr>
          <p:cNvPr id="3" name="TextBox 2">
            <a:extLst>
              <a:ext uri="{FF2B5EF4-FFF2-40B4-BE49-F238E27FC236}">
                <a16:creationId xmlns:a16="http://schemas.microsoft.com/office/drawing/2014/main" id="{8548CBBD-55BF-5E38-B8D8-B7FBAE589B5A}"/>
              </a:ext>
            </a:extLst>
          </p:cNvPr>
          <p:cNvSpPr txBox="1"/>
          <p:nvPr/>
        </p:nvSpPr>
        <p:spPr>
          <a:xfrm>
            <a:off x="6583940" y="2659696"/>
            <a:ext cx="2101729" cy="461665"/>
          </a:xfrm>
          <a:prstGeom prst="rect">
            <a:avLst/>
          </a:prstGeom>
          <a:noFill/>
        </p:spPr>
        <p:txBody>
          <a:bodyPr wrap="none" rtlCol="0">
            <a:spAutoFit/>
          </a:bodyPr>
          <a:lstStyle/>
          <a:p>
            <a:r>
              <a:rPr lang="en-US" sz="2400" b="1"/>
              <a:t>One failed chip</a:t>
            </a:r>
          </a:p>
        </p:txBody>
      </p:sp>
      <p:sp>
        <p:nvSpPr>
          <p:cNvPr id="8" name="Rectangle 7">
            <a:extLst>
              <a:ext uri="{FF2B5EF4-FFF2-40B4-BE49-F238E27FC236}">
                <a16:creationId xmlns:a16="http://schemas.microsoft.com/office/drawing/2014/main" id="{F63EAF7A-ED47-3EF8-9385-D244B549B90E}"/>
              </a:ext>
            </a:extLst>
          </p:cNvPr>
          <p:cNvSpPr/>
          <p:nvPr/>
        </p:nvSpPr>
        <p:spPr>
          <a:xfrm>
            <a:off x="5702681" y="4426528"/>
            <a:ext cx="534797" cy="95726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D4B4C1B-DF59-10FC-4577-7E3B912DBD1D}"/>
              </a:ext>
            </a:extLst>
          </p:cNvPr>
          <p:cNvSpPr txBox="1"/>
          <p:nvPr/>
        </p:nvSpPr>
        <p:spPr>
          <a:xfrm>
            <a:off x="4834614" y="3985259"/>
            <a:ext cx="1651542" cy="461665"/>
          </a:xfrm>
          <a:prstGeom prst="rect">
            <a:avLst/>
          </a:prstGeom>
          <a:noFill/>
        </p:spPr>
        <p:txBody>
          <a:bodyPr wrap="none" rtlCol="0">
            <a:spAutoFit/>
          </a:bodyPr>
          <a:lstStyle/>
          <a:p>
            <a:r>
              <a:rPr lang="en-US" sz="2400" b="1">
                <a:solidFill>
                  <a:srgbClr val="FF0000"/>
                </a:solidFill>
              </a:rPr>
              <a:t>135x better</a:t>
            </a:r>
          </a:p>
        </p:txBody>
      </p:sp>
      <p:cxnSp>
        <p:nvCxnSpPr>
          <p:cNvPr id="4" name="Straight Arrow Connector 1592">
            <a:extLst>
              <a:ext uri="{FF2B5EF4-FFF2-40B4-BE49-F238E27FC236}">
                <a16:creationId xmlns:a16="http://schemas.microsoft.com/office/drawing/2014/main" id="{59F5AF57-3AE0-EC70-BA3C-566319ACA870}"/>
              </a:ext>
            </a:extLst>
          </p:cNvPr>
          <p:cNvCxnSpPr>
            <a:cxnSpLocks/>
            <a:endCxn id="6" idx="1"/>
          </p:cNvCxnSpPr>
          <p:nvPr/>
        </p:nvCxnSpPr>
        <p:spPr>
          <a:xfrm>
            <a:off x="8052954" y="4874937"/>
            <a:ext cx="1385986" cy="254881"/>
          </a:xfrm>
          <a:prstGeom prst="straightConnector1">
            <a:avLst/>
          </a:prstGeom>
          <a:ln w="3810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sp>
        <p:nvSpPr>
          <p:cNvPr id="6" name="TextBox 12">
            <a:extLst>
              <a:ext uri="{FF2B5EF4-FFF2-40B4-BE49-F238E27FC236}">
                <a16:creationId xmlns:a16="http://schemas.microsoft.com/office/drawing/2014/main" id="{EED4D344-9086-A556-B29E-61361F35FCD5}"/>
              </a:ext>
            </a:extLst>
          </p:cNvPr>
          <p:cNvSpPr txBox="1"/>
          <p:nvPr/>
        </p:nvSpPr>
        <p:spPr>
          <a:xfrm>
            <a:off x="9438941" y="4529653"/>
            <a:ext cx="2001671" cy="1200329"/>
          </a:xfrm>
          <a:prstGeom prst="rect">
            <a:avLst/>
          </a:prstGeom>
          <a:noFill/>
        </p:spPr>
        <p:txBody>
          <a:bodyPr wrap="square" rtlCol="0">
            <a:spAutoFit/>
          </a:bodyPr>
          <a:lstStyle/>
          <a:p>
            <a:r>
              <a:rPr lang="en-US" sz="2400" b="1">
                <a:solidFill>
                  <a:srgbClr val="FF0000"/>
                </a:solidFill>
              </a:rPr>
              <a:t>Maintain acceptable reliability</a:t>
            </a:r>
          </a:p>
        </p:txBody>
      </p:sp>
      <p:pic>
        <p:nvPicPr>
          <p:cNvPr id="11" name="内容占位符 4" descr="图表&#10;&#10;AI 生成的内容可能不正确。">
            <a:extLst>
              <a:ext uri="{FF2B5EF4-FFF2-40B4-BE49-F238E27FC236}">
                <a16:creationId xmlns:a16="http://schemas.microsoft.com/office/drawing/2014/main" id="{F1932DCF-7C88-8F1A-8616-82CDBD32F7BD}"/>
              </a:ext>
            </a:extLst>
          </p:cNvPr>
          <p:cNvPicPr>
            <a:picLocks noChangeAspect="1"/>
          </p:cNvPicPr>
          <p:nvPr/>
        </p:nvPicPr>
        <p:blipFill>
          <a:blip r:embed="rId3">
            <a:extLst>
              <a:ext uri="{28A0092B-C50C-407E-A947-70E740481C1C}">
                <a14:useLocalDpi xmlns:a14="http://schemas.microsoft.com/office/drawing/2010/main" val="0"/>
              </a:ext>
            </a:extLst>
          </a:blip>
          <a:srcRect l="-25" t="90007" r="-1"/>
          <a:stretch>
            <a:fillRect/>
          </a:stretch>
        </p:blipFill>
        <p:spPr>
          <a:xfrm>
            <a:off x="1389594" y="7276502"/>
            <a:ext cx="9695767" cy="461665"/>
          </a:xfrm>
          <a:prstGeom prst="rect">
            <a:avLst/>
          </a:prstGeom>
        </p:spPr>
      </p:pic>
      <p:sp>
        <p:nvSpPr>
          <p:cNvPr id="12" name="TextBox 2">
            <a:extLst>
              <a:ext uri="{FF2B5EF4-FFF2-40B4-BE49-F238E27FC236}">
                <a16:creationId xmlns:a16="http://schemas.microsoft.com/office/drawing/2014/main" id="{15E6F56D-8BAD-E91F-27FD-8107459C6B1B}"/>
              </a:ext>
            </a:extLst>
          </p:cNvPr>
          <p:cNvSpPr txBox="1"/>
          <p:nvPr/>
        </p:nvSpPr>
        <p:spPr>
          <a:xfrm>
            <a:off x="4202931" y="2596740"/>
            <a:ext cx="1156407" cy="461665"/>
          </a:xfrm>
          <a:prstGeom prst="rect">
            <a:avLst/>
          </a:prstGeom>
          <a:noFill/>
        </p:spPr>
        <p:txBody>
          <a:bodyPr wrap="none" rtlCol="0">
            <a:spAutoFit/>
          </a:bodyPr>
          <a:lstStyle/>
          <a:p>
            <a:r>
              <a:rPr lang="en-US" altLang="zh-CN" sz="2400" b="1"/>
              <a:t>Regular</a:t>
            </a:r>
            <a:endParaRPr lang="en-US" sz="2400" b="1"/>
          </a:p>
        </p:txBody>
      </p:sp>
    </p:spTree>
    <p:extLst>
      <p:ext uri="{BB962C8B-B14F-4D97-AF65-F5344CB8AC3E}">
        <p14:creationId xmlns:p14="http://schemas.microsoft.com/office/powerpoint/2010/main" val="3034421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D86B47-FA51-4C6D-8EB0-913AE93741C5}"/>
              </a:ext>
            </a:extLst>
          </p:cNvPr>
          <p:cNvSpPr/>
          <p:nvPr/>
        </p:nvSpPr>
        <p:spPr>
          <a:xfrm>
            <a:off x="463463" y="2430048"/>
            <a:ext cx="11252548" cy="2597611"/>
          </a:xfrm>
          <a:prstGeom prst="rect">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DF477175-AFE4-4BFD-8D2E-1CF4DD96AEB9}"/>
              </a:ext>
            </a:extLst>
          </p:cNvPr>
          <p:cNvSpPr>
            <a:spLocks noGrp="1"/>
          </p:cNvSpPr>
          <p:nvPr>
            <p:ph type="ctrTitle"/>
          </p:nvPr>
        </p:nvSpPr>
        <p:spPr>
          <a:xfrm>
            <a:off x="463463" y="2887818"/>
            <a:ext cx="11252548" cy="1684182"/>
          </a:xfrm>
        </p:spPr>
        <p:txBody>
          <a:bodyPr>
            <a:normAutofit/>
          </a:bodyPr>
          <a:lstStyle/>
          <a:p>
            <a:r>
              <a:rPr lang="en-US" sz="5400" dirty="0">
                <a:solidFill>
                  <a:schemeClr val="bg1"/>
                </a:solidFill>
                <a:latin typeface="+mn-lt"/>
              </a:rPr>
              <a:t>THANK YOU!</a:t>
            </a:r>
            <a:br>
              <a:rPr lang="en-US" sz="5400" dirty="0">
                <a:solidFill>
                  <a:schemeClr val="bg1"/>
                </a:solidFill>
                <a:latin typeface="+mn-lt"/>
              </a:rPr>
            </a:br>
            <a:endParaRPr lang="en-US" sz="5400" dirty="0">
              <a:solidFill>
                <a:schemeClr val="bg1"/>
              </a:solidFill>
              <a:latin typeface="+mn-lt"/>
            </a:endParaRPr>
          </a:p>
        </p:txBody>
      </p:sp>
      <p:sp>
        <p:nvSpPr>
          <p:cNvPr id="3" name="Subtitle 2">
            <a:extLst>
              <a:ext uri="{FF2B5EF4-FFF2-40B4-BE49-F238E27FC236}">
                <a16:creationId xmlns:a16="http://schemas.microsoft.com/office/drawing/2014/main" id="{27F006FB-0C78-4D4E-8EEC-CEF38F1666DA}"/>
              </a:ext>
            </a:extLst>
          </p:cNvPr>
          <p:cNvSpPr>
            <a:spLocks noGrp="1"/>
          </p:cNvSpPr>
          <p:nvPr>
            <p:ph type="subTitle" idx="1"/>
          </p:nvPr>
        </p:nvSpPr>
        <p:spPr>
          <a:xfrm>
            <a:off x="4261044" y="5920713"/>
            <a:ext cx="3669915" cy="1568658"/>
          </a:xfrm>
        </p:spPr>
        <p:txBody>
          <a:bodyPr>
            <a:normAutofit/>
          </a:bodyPr>
          <a:lstStyle/>
          <a:p>
            <a:pPr marL="0" indent="0" algn="ctr">
              <a:lnSpc>
                <a:spcPct val="100000"/>
              </a:lnSpc>
              <a:buNone/>
            </a:pPr>
            <a:r>
              <a:rPr lang="en-US" sz="2800" b="1" dirty="0">
                <a:solidFill>
                  <a:srgbClr val="004F9E"/>
                </a:solidFill>
              </a:rPr>
              <a:t>Xin </a:t>
            </a:r>
            <a:r>
              <a:rPr lang="en-US" sz="2800" b="1" dirty="0" err="1">
                <a:solidFill>
                  <a:srgbClr val="004F9E"/>
                </a:solidFill>
              </a:rPr>
              <a:t>Xin</a:t>
            </a:r>
            <a:endParaRPr lang="en-US" sz="2800" b="1" dirty="0">
              <a:solidFill>
                <a:srgbClr val="004F9E"/>
              </a:solidFill>
            </a:endParaRPr>
          </a:p>
          <a:p>
            <a:pPr marL="0" indent="0" algn="ctr">
              <a:lnSpc>
                <a:spcPct val="100000"/>
              </a:lnSpc>
              <a:buNone/>
            </a:pPr>
            <a:r>
              <a:rPr lang="en-US" sz="2800" b="1" dirty="0">
                <a:solidFill>
                  <a:srgbClr val="004F9E"/>
                </a:solidFill>
              </a:rPr>
              <a:t>xin.xin@ucf.edu</a:t>
            </a:r>
          </a:p>
          <a:p>
            <a:pPr marL="0" indent="0" algn="ctr">
              <a:lnSpc>
                <a:spcPct val="100000"/>
              </a:lnSpc>
              <a:buNone/>
            </a:pPr>
            <a:endParaRPr lang="en-US" sz="2800" b="1" dirty="0">
              <a:solidFill>
                <a:srgbClr val="004F9E"/>
              </a:solidFill>
            </a:endParaRPr>
          </a:p>
        </p:txBody>
      </p:sp>
      <p:sp>
        <p:nvSpPr>
          <p:cNvPr id="8" name="Parallelogram 7">
            <a:extLst>
              <a:ext uri="{FF2B5EF4-FFF2-40B4-BE49-F238E27FC236}">
                <a16:creationId xmlns:a16="http://schemas.microsoft.com/office/drawing/2014/main" id="{CCEB279C-31B6-40E3-AB57-89806C4CAF58}"/>
              </a:ext>
            </a:extLst>
          </p:cNvPr>
          <p:cNvSpPr/>
          <p:nvPr/>
        </p:nvSpPr>
        <p:spPr>
          <a:xfrm>
            <a:off x="9315450" y="5176304"/>
            <a:ext cx="2405884" cy="182880"/>
          </a:xfrm>
          <a:prstGeom prst="parallelogram">
            <a:avLst/>
          </a:prstGeom>
          <a:solidFill>
            <a:srgbClr val="004F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Parallelogram 8">
            <a:extLst>
              <a:ext uri="{FF2B5EF4-FFF2-40B4-BE49-F238E27FC236}">
                <a16:creationId xmlns:a16="http://schemas.microsoft.com/office/drawing/2014/main" id="{11297249-EFAD-498E-9BC7-44488D8620AB}"/>
              </a:ext>
            </a:extLst>
          </p:cNvPr>
          <p:cNvSpPr/>
          <p:nvPr/>
        </p:nvSpPr>
        <p:spPr>
          <a:xfrm>
            <a:off x="463463" y="5176304"/>
            <a:ext cx="8742450" cy="182880"/>
          </a:xfrm>
          <a:prstGeom prst="parallelogram">
            <a:avLst/>
          </a:prstGeom>
          <a:gradFill flip="none" rotWithShape="1">
            <a:gsLst>
              <a:gs pos="10000">
                <a:srgbClr val="004F9E"/>
              </a:gs>
              <a:gs pos="73000">
                <a:srgbClr val="004F9E"/>
              </a:gs>
              <a:gs pos="42000">
                <a:srgbClr val="87B4E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7" name="Group 6">
            <a:extLst>
              <a:ext uri="{FF2B5EF4-FFF2-40B4-BE49-F238E27FC236}">
                <a16:creationId xmlns:a16="http://schemas.microsoft.com/office/drawing/2014/main" id="{24E61810-CE50-CC62-6760-0A639D829A9D}"/>
              </a:ext>
            </a:extLst>
          </p:cNvPr>
          <p:cNvGrpSpPr/>
          <p:nvPr/>
        </p:nvGrpSpPr>
        <p:grpSpPr>
          <a:xfrm>
            <a:off x="7069014" y="501107"/>
            <a:ext cx="4646997" cy="708232"/>
            <a:chOff x="7069014" y="501107"/>
            <a:chExt cx="4646997" cy="708232"/>
          </a:xfrm>
        </p:grpSpPr>
        <p:pic>
          <p:nvPicPr>
            <p:cNvPr id="10" name="Picture 9" descr="A black and grey text&#10;&#10;Description automatically generated">
              <a:extLst>
                <a:ext uri="{FF2B5EF4-FFF2-40B4-BE49-F238E27FC236}">
                  <a16:creationId xmlns:a16="http://schemas.microsoft.com/office/drawing/2014/main" id="{DEB7E836-D65B-2963-6CCE-0E138A5B0861}"/>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069014" y="501107"/>
              <a:ext cx="4646997" cy="708232"/>
            </a:xfrm>
            <a:prstGeom prst="rect">
              <a:avLst/>
            </a:prstGeom>
          </p:spPr>
        </p:pic>
        <p:pic>
          <p:nvPicPr>
            <p:cNvPr id="11" name="Picture 10" descr="A black and grey text&#10;&#10;Description automatically generated">
              <a:extLst>
                <a:ext uri="{FF2B5EF4-FFF2-40B4-BE49-F238E27FC236}">
                  <a16:creationId xmlns:a16="http://schemas.microsoft.com/office/drawing/2014/main" id="{8DDE28D6-6BF1-63DA-855B-9C616029BC70}"/>
                </a:ext>
              </a:extLst>
            </p:cNvPr>
            <p:cNvPicPr>
              <a:picLocks noChangeAspect="1"/>
            </p:cNvPicPr>
            <p:nvPr/>
          </p:nvPicPr>
          <p:blipFill rotWithShape="1">
            <a:blip r:embed="rId2">
              <a:extLst>
                <a:ext uri="{28A0092B-C50C-407E-A947-70E740481C1C}">
                  <a14:useLocalDpi xmlns:a14="http://schemas.microsoft.com/office/drawing/2010/main" val="0"/>
                </a:ext>
              </a:extLst>
            </a:blip>
            <a:srcRect r="83224"/>
            <a:stretch/>
          </p:blipFill>
          <p:spPr>
            <a:xfrm>
              <a:off x="7069015" y="501107"/>
              <a:ext cx="779586" cy="708232"/>
            </a:xfrm>
            <a:prstGeom prst="rect">
              <a:avLst/>
            </a:prstGeom>
          </p:spPr>
        </p:pic>
      </p:grpSp>
    </p:spTree>
    <p:extLst>
      <p:ext uri="{BB962C8B-B14F-4D97-AF65-F5344CB8AC3E}">
        <p14:creationId xmlns:p14="http://schemas.microsoft.com/office/powerpoint/2010/main" val="30357172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00A3-5B3C-30D9-DDBC-4E3C6B3089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22B42A5-E6F5-70BC-2871-D76E7B64642C}"/>
              </a:ext>
            </a:extLst>
          </p:cNvPr>
          <p:cNvSpPr>
            <a:spLocks noGrp="1"/>
          </p:cNvSpPr>
          <p:nvPr>
            <p:ph type="title"/>
          </p:nvPr>
        </p:nvSpPr>
        <p:spPr/>
        <p:txBody>
          <a:bodyPr/>
          <a:lstStyle/>
          <a:p>
            <a:r>
              <a:rPr lang="en-US" dirty="0"/>
              <a:t>Hw2</a:t>
            </a:r>
          </a:p>
        </p:txBody>
      </p:sp>
      <p:sp>
        <p:nvSpPr>
          <p:cNvPr id="147" name="Content Placeholder 57">
            <a:extLst>
              <a:ext uri="{FF2B5EF4-FFF2-40B4-BE49-F238E27FC236}">
                <a16:creationId xmlns:a16="http://schemas.microsoft.com/office/drawing/2014/main" id="{0F026627-C9F3-0D13-CFE5-9E80E8DCDA83}"/>
              </a:ext>
            </a:extLst>
          </p:cNvPr>
          <p:cNvSpPr txBox="1">
            <a:spLocks/>
          </p:cNvSpPr>
          <p:nvPr/>
        </p:nvSpPr>
        <p:spPr>
          <a:xfrm>
            <a:off x="622300" y="1635760"/>
            <a:ext cx="11478260" cy="7118413"/>
          </a:xfrm>
          <a:prstGeom prst="rect">
            <a:avLst/>
          </a:prstGeom>
        </p:spPr>
        <p:txBody>
          <a:bodyPr vert="horz" wrap="square" lIns="121920" tIns="60960" rIns="121920" bIns="6096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sym typeface="Wingdings" panose="05000000000000000000" pitchFamily="2" charset="2"/>
              </a:rPr>
              <a:t>AN Code vs Residue Code</a:t>
            </a:r>
          </a:p>
          <a:p>
            <a:pPr marL="0" indent="0">
              <a:buNone/>
            </a:pPr>
            <a:endParaRPr lang="en-US" sz="3200" dirty="0">
              <a:sym typeface="Wingdings" panose="05000000000000000000" pitchFamily="2" charset="2"/>
            </a:endParaRPr>
          </a:p>
          <a:p>
            <a:pPr marL="0" indent="0">
              <a:buNone/>
            </a:pPr>
            <a:endParaRPr lang="en-US" sz="3200" dirty="0">
              <a:sym typeface="Wingdings" panose="05000000000000000000" pitchFamily="2" charset="2"/>
            </a:endParaRPr>
          </a:p>
          <a:p>
            <a:pPr marL="0" indent="0">
              <a:buNone/>
            </a:pPr>
            <a:endParaRPr lang="en-US" sz="3200" dirty="0">
              <a:sym typeface="Wingdings" panose="05000000000000000000" pitchFamily="2" charset="2"/>
            </a:endParaRPr>
          </a:p>
          <a:p>
            <a:pPr marL="0" indent="0">
              <a:buNone/>
            </a:pPr>
            <a:endParaRPr lang="en-US" sz="3200" dirty="0">
              <a:sym typeface="Wingdings" panose="05000000000000000000" pitchFamily="2" charset="2"/>
            </a:endParaRPr>
          </a:p>
          <a:p>
            <a:pPr marL="0" indent="0">
              <a:buNone/>
            </a:pPr>
            <a:r>
              <a:rPr lang="en-US" sz="3200" dirty="0">
                <a:sym typeface="Wingdings" panose="05000000000000000000" pitchFamily="2" charset="2"/>
              </a:rPr>
              <a:t>Zero prob of Residue Code</a:t>
            </a:r>
          </a:p>
          <a:p>
            <a:pPr marL="0" indent="0">
              <a:buNone/>
            </a:pPr>
            <a:r>
              <a:rPr lang="en-US" sz="2400" dirty="0">
                <a:sym typeface="Wingdings" panose="05000000000000000000" pitchFamily="2" charset="2"/>
              </a:rPr>
              <a:t>A mod Q * B mod Q = (A*B) mod Q</a:t>
            </a:r>
          </a:p>
          <a:p>
            <a:pPr marL="0" indent="0">
              <a:buNone/>
            </a:pPr>
            <a:r>
              <a:rPr lang="en-US" sz="2400" dirty="0">
                <a:solidFill>
                  <a:srgbClr val="FF0000"/>
                </a:solidFill>
                <a:sym typeface="Wingdings" panose="05000000000000000000" pitchFamily="2" charset="2"/>
              </a:rPr>
              <a:t>If A mod Q = 0, then errors in B are undetectable.</a:t>
            </a:r>
          </a:p>
          <a:p>
            <a:pPr marL="0" indent="0">
              <a:buNone/>
            </a:pPr>
            <a:r>
              <a:rPr lang="en-US" sz="2400" u="sng" dirty="0">
                <a:sym typeface="Wingdings" panose="05000000000000000000" pitchFamily="2" charset="2"/>
              </a:rPr>
              <a:t>Solution: if A mod Q = 0, define A’=A+1, Result=A’*B-B</a:t>
            </a:r>
          </a:p>
          <a:p>
            <a:pPr marL="0" indent="0">
              <a:buNone/>
            </a:pPr>
            <a:endParaRPr lang="en-US" sz="800" u="sng" dirty="0">
              <a:sym typeface="Wingdings" panose="05000000000000000000" pitchFamily="2" charset="2"/>
            </a:endParaRPr>
          </a:p>
          <a:p>
            <a:pPr marL="0" indent="0">
              <a:buNone/>
            </a:pPr>
            <a:r>
              <a:rPr lang="en-US" sz="2400" dirty="0">
                <a:sym typeface="Wingdings" panose="05000000000000000000" pitchFamily="2" charset="2"/>
              </a:rPr>
              <a:t>A mod Q * B mod Q * C mod Q * D mod Q = (A*B*C*D) mod Q</a:t>
            </a:r>
          </a:p>
          <a:p>
            <a:pPr marL="0" indent="0">
              <a:buNone/>
            </a:pPr>
            <a:r>
              <a:rPr lang="en-US" sz="2400" dirty="0">
                <a:solidFill>
                  <a:srgbClr val="FF0000"/>
                </a:solidFill>
                <a:sym typeface="Wingdings" panose="05000000000000000000" pitchFamily="2" charset="2"/>
              </a:rPr>
              <a:t>If A mod Q = 0 and C mod Q = 0, define A’=A+1, C’=C+1</a:t>
            </a:r>
          </a:p>
          <a:p>
            <a:pPr marL="0" indent="0">
              <a:buNone/>
            </a:pPr>
            <a:r>
              <a:rPr lang="en-US" sz="2400" dirty="0">
                <a:solidFill>
                  <a:srgbClr val="FF0000"/>
                </a:solidFill>
                <a:sym typeface="Wingdings" panose="05000000000000000000" pitchFamily="2" charset="2"/>
              </a:rPr>
              <a:t>res0’=A’*B-B+1 ---&gt; res1’=res0’*C’= res0’*C’-res0-C+1 ---&gt; Result=res1’*D= res1’*D-res1</a:t>
            </a:r>
          </a:p>
          <a:p>
            <a:pPr marL="0" lvl="0" indent="0" defTabSz="457200">
              <a:lnSpc>
                <a:spcPct val="100000"/>
              </a:lnSpc>
              <a:spcBef>
                <a:spcPts val="0"/>
              </a:spcBef>
              <a:buNone/>
              <a:defRPr/>
            </a:pPr>
            <a:r>
              <a:rPr kumimoji="0" lang="en-US" sz="2400" b="0" i="0" u="sng"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Solution: calculate A*C and B*D separately, </a:t>
            </a:r>
            <a:r>
              <a:rPr lang="en-US" sz="2400" u="sng" dirty="0">
                <a:sym typeface="Wingdings" panose="05000000000000000000" pitchFamily="2" charset="2"/>
              </a:rPr>
              <a:t>define (A*C)’=A*C+1, Result=(A*C)’*B*D-B*D</a:t>
            </a:r>
            <a:endParaRPr kumimoji="0" lang="en-US" sz="2400" b="0" i="0" u="sng"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endParaRPr>
          </a:p>
          <a:p>
            <a:pPr marL="0" indent="0">
              <a:buNone/>
            </a:pPr>
            <a:endParaRPr lang="en-US" sz="3200" dirty="0">
              <a:sym typeface="Wingdings" panose="05000000000000000000" pitchFamily="2" charset="2"/>
            </a:endParaRPr>
          </a:p>
        </p:txBody>
      </p:sp>
      <p:sp>
        <p:nvSpPr>
          <p:cNvPr id="2" name="Slide Number Placeholder 2">
            <a:extLst>
              <a:ext uri="{FF2B5EF4-FFF2-40B4-BE49-F238E27FC236}">
                <a16:creationId xmlns:a16="http://schemas.microsoft.com/office/drawing/2014/main" id="{DB7FEAE4-E735-058D-1B4F-67FA2547F0D4}"/>
              </a:ext>
            </a:extLst>
          </p:cNvPr>
          <p:cNvSpPr txBox="1">
            <a:spLocks/>
          </p:cNvSpPr>
          <p:nvPr/>
        </p:nvSpPr>
        <p:spPr>
          <a:xfrm>
            <a:off x="11414156" y="8551346"/>
            <a:ext cx="479267" cy="486833"/>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fld id="{D5244C39-EA1C-4830-B3FA-E06130CB504B}" type="slidenum">
              <a:rPr lang="en-US" sz="1800" smtClean="0">
                <a:solidFill>
                  <a:srgbClr val="004F9E"/>
                </a:solidFill>
              </a:rPr>
              <a:pPr defTabSz="914400"/>
              <a:t>98</a:t>
            </a:fld>
            <a:endParaRPr lang="en-US" sz="1800">
              <a:solidFill>
                <a:srgbClr val="004F9E"/>
              </a:solidFill>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51994B9-928E-94B8-649A-A5A8044FCE9D}"/>
                  </a:ext>
                </a:extLst>
              </p:cNvPr>
              <p:cNvGraphicFramePr>
                <a:graphicFrameLocks noGrp="1"/>
              </p:cNvGraphicFramePr>
              <p:nvPr/>
            </p:nvGraphicFramePr>
            <p:xfrm>
              <a:off x="2630227" y="2229877"/>
              <a:ext cx="6931545" cy="1854200"/>
            </p:xfrm>
            <a:graphic>
              <a:graphicData uri="http://schemas.openxmlformats.org/drawingml/2006/table">
                <a:tbl>
                  <a:tblPr firstRow="1" bandRow="1">
                    <a:tableStyleId>{5C22544A-7EE6-4342-B048-85BDC9FD1C3A}</a:tableStyleId>
                  </a:tblPr>
                  <a:tblGrid>
                    <a:gridCol w="3134488">
                      <a:extLst>
                        <a:ext uri="{9D8B030D-6E8A-4147-A177-3AD203B41FA5}">
                          <a16:colId xmlns:a16="http://schemas.microsoft.com/office/drawing/2014/main" val="1721835978"/>
                        </a:ext>
                      </a:extLst>
                    </a:gridCol>
                    <a:gridCol w="1795537">
                      <a:extLst>
                        <a:ext uri="{9D8B030D-6E8A-4147-A177-3AD203B41FA5}">
                          <a16:colId xmlns:a16="http://schemas.microsoft.com/office/drawing/2014/main" val="4226793614"/>
                        </a:ext>
                      </a:extLst>
                    </a:gridCol>
                    <a:gridCol w="2001520">
                      <a:extLst>
                        <a:ext uri="{9D8B030D-6E8A-4147-A177-3AD203B41FA5}">
                          <a16:colId xmlns:a16="http://schemas.microsoft.com/office/drawing/2014/main" val="1816871082"/>
                        </a:ext>
                      </a:extLst>
                    </a:gridCol>
                  </a:tblGrid>
                  <a:tr h="370840">
                    <a:tc>
                      <a:txBody>
                        <a:bodyPr/>
                        <a:lstStyle/>
                        <a:p>
                          <a:endParaRPr lang="en-US" sz="1800"/>
                        </a:p>
                      </a:txBody>
                      <a:tcPr/>
                    </a:tc>
                    <a:tc>
                      <a:txBody>
                        <a:bodyPr/>
                        <a:lstStyle/>
                        <a:p>
                          <a:r>
                            <a:rPr lang="en-US" sz="1800" dirty="0">
                              <a:sym typeface="Wingdings" panose="05000000000000000000" pitchFamily="2" charset="2"/>
                            </a:rPr>
                            <a:t>AN Code </a:t>
                          </a:r>
                          <a:endParaRPr lang="en-US" sz="1800" dirty="0"/>
                        </a:p>
                      </a:txBody>
                      <a:tcPr/>
                    </a:tc>
                    <a:tc>
                      <a:txBody>
                        <a:bodyPr/>
                        <a:lstStyle/>
                        <a:p>
                          <a:r>
                            <a:rPr lang="en-US" sz="1800" dirty="0">
                              <a:sym typeface="Wingdings" panose="05000000000000000000" pitchFamily="2" charset="2"/>
                            </a:rPr>
                            <a:t>Residue Code</a:t>
                          </a:r>
                          <a:endParaRPr lang="en-US" sz="1800" dirty="0"/>
                        </a:p>
                      </a:txBody>
                      <a:tcPr/>
                    </a:tc>
                    <a:extLst>
                      <a:ext uri="{0D108BD9-81ED-4DB2-BD59-A6C34878D82A}">
                        <a16:rowId xmlns:a16="http://schemas.microsoft.com/office/drawing/2014/main" val="2400028570"/>
                      </a:ext>
                    </a:extLst>
                  </a:tr>
                  <a:tr h="37084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800" dirty="0" err="1"/>
                            <a:t>Arithm</a:t>
                          </a:r>
                          <a:r>
                            <a:rPr lang="en-US" sz="1800" dirty="0"/>
                            <a:t>. ops</a:t>
                          </a:r>
                          <a14:m>
                            <m:oMath xmlns:m="http://schemas.openxmlformats.org/officeDocument/2006/math">
                              <m:r>
                                <a:rPr lang="en-US" sz="1800" b="0" i="0" smtClean="0">
                                  <a:latin typeface="Cambria Math" panose="02040503050406030204" pitchFamily="18" charset="0"/>
                                </a:rPr>
                                <m:t> (</m:t>
                              </m:r>
                              <m:r>
                                <a:rPr lang="en-US" sz="1800" b="0" i="1"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 ÷)</m:t>
                              </m:r>
                            </m:oMath>
                          </a14:m>
                          <a:endParaRPr lang="en-US" sz="1800" dirty="0"/>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2275090575"/>
                      </a:ext>
                    </a:extLst>
                  </a:tr>
                  <a:tr h="370840">
                    <a:tc>
                      <a:txBody>
                        <a:bodyPr/>
                        <a:lstStyle/>
                        <a:p>
                          <a:r>
                            <a:rPr lang="en-US" sz="1800" dirty="0"/>
                            <a:t>Re-encoding</a:t>
                          </a:r>
                        </a:p>
                      </a:txBody>
                      <a:tcPr/>
                    </a:tc>
                    <a:tc>
                      <a:txBody>
                        <a:bodyPr/>
                        <a:lstStyle/>
                        <a:p>
                          <a:endParaRPr lang="en-US" sz="1800" dirty="0"/>
                        </a:p>
                      </a:txBody>
                      <a:tcPr/>
                    </a:tc>
                    <a:tc>
                      <a:txBody>
                        <a:bodyPr/>
                        <a:lstStyle/>
                        <a:p>
                          <a:endParaRPr lang="en-US" sz="1800"/>
                        </a:p>
                      </a:txBody>
                      <a:tcPr/>
                    </a:tc>
                    <a:extLst>
                      <a:ext uri="{0D108BD9-81ED-4DB2-BD59-A6C34878D82A}">
                        <a16:rowId xmlns:a16="http://schemas.microsoft.com/office/drawing/2014/main" val="3069809137"/>
                      </a:ext>
                    </a:extLst>
                  </a:tr>
                  <a:tr h="370840">
                    <a:tc>
                      <a:txBody>
                        <a:bodyPr/>
                        <a:lstStyle/>
                        <a:p>
                          <a:r>
                            <a:rPr lang="en-US" sz="1800" dirty="0"/>
                            <a:t>Zero-residue prob</a:t>
                          </a:r>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924571496"/>
                      </a:ext>
                    </a:extLst>
                  </a:tr>
                  <a:tr h="370840">
                    <a:tc>
                      <a:txBody>
                        <a:bodyPr/>
                        <a:lstStyle/>
                        <a:p>
                          <a:r>
                            <a:rPr lang="en-US" sz="1800" dirty="0"/>
                            <a:t>Original data visibility</a:t>
                          </a:r>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3907979066"/>
                      </a:ext>
                    </a:extLst>
                  </a:tr>
                </a:tbl>
              </a:graphicData>
            </a:graphic>
          </p:graphicFrame>
        </mc:Choice>
        <mc:Fallback xmlns="">
          <p:graphicFrame>
            <p:nvGraphicFramePr>
              <p:cNvPr id="3" name="Table 2">
                <a:extLst>
                  <a:ext uri="{FF2B5EF4-FFF2-40B4-BE49-F238E27FC236}">
                    <a16:creationId xmlns:a16="http://schemas.microsoft.com/office/drawing/2014/main" id="{D51994B9-928E-94B8-649A-A5A8044FCE9D}"/>
                  </a:ext>
                </a:extLst>
              </p:cNvPr>
              <p:cNvGraphicFramePr>
                <a:graphicFrameLocks noGrp="1"/>
              </p:cNvGraphicFramePr>
              <p:nvPr/>
            </p:nvGraphicFramePr>
            <p:xfrm>
              <a:off x="2630227" y="2229877"/>
              <a:ext cx="6931545" cy="1854200"/>
            </p:xfrm>
            <a:graphic>
              <a:graphicData uri="http://schemas.openxmlformats.org/drawingml/2006/table">
                <a:tbl>
                  <a:tblPr firstRow="1" bandRow="1">
                    <a:tableStyleId>{5C22544A-7EE6-4342-B048-85BDC9FD1C3A}</a:tableStyleId>
                  </a:tblPr>
                  <a:tblGrid>
                    <a:gridCol w="3134488">
                      <a:extLst>
                        <a:ext uri="{9D8B030D-6E8A-4147-A177-3AD203B41FA5}">
                          <a16:colId xmlns:a16="http://schemas.microsoft.com/office/drawing/2014/main" val="1721835978"/>
                        </a:ext>
                      </a:extLst>
                    </a:gridCol>
                    <a:gridCol w="1795537">
                      <a:extLst>
                        <a:ext uri="{9D8B030D-6E8A-4147-A177-3AD203B41FA5}">
                          <a16:colId xmlns:a16="http://schemas.microsoft.com/office/drawing/2014/main" val="4226793614"/>
                        </a:ext>
                      </a:extLst>
                    </a:gridCol>
                    <a:gridCol w="2001520">
                      <a:extLst>
                        <a:ext uri="{9D8B030D-6E8A-4147-A177-3AD203B41FA5}">
                          <a16:colId xmlns:a16="http://schemas.microsoft.com/office/drawing/2014/main" val="1816871082"/>
                        </a:ext>
                      </a:extLst>
                    </a:gridCol>
                  </a:tblGrid>
                  <a:tr h="370840">
                    <a:tc>
                      <a:txBody>
                        <a:bodyPr/>
                        <a:lstStyle/>
                        <a:p>
                          <a:endParaRPr lang="en-US" sz="1800"/>
                        </a:p>
                      </a:txBody>
                      <a:tcPr/>
                    </a:tc>
                    <a:tc>
                      <a:txBody>
                        <a:bodyPr/>
                        <a:lstStyle/>
                        <a:p>
                          <a:r>
                            <a:rPr lang="en-US" sz="1800" dirty="0">
                              <a:sym typeface="Wingdings" panose="05000000000000000000" pitchFamily="2" charset="2"/>
                            </a:rPr>
                            <a:t>AN Code </a:t>
                          </a:r>
                          <a:endParaRPr lang="en-US" sz="1800" dirty="0"/>
                        </a:p>
                      </a:txBody>
                      <a:tcPr/>
                    </a:tc>
                    <a:tc>
                      <a:txBody>
                        <a:bodyPr/>
                        <a:lstStyle/>
                        <a:p>
                          <a:r>
                            <a:rPr lang="en-US" sz="1800" dirty="0">
                              <a:sym typeface="Wingdings" panose="05000000000000000000" pitchFamily="2" charset="2"/>
                            </a:rPr>
                            <a:t>Residue Code</a:t>
                          </a:r>
                          <a:endParaRPr lang="en-US" sz="1800" dirty="0"/>
                        </a:p>
                      </a:txBody>
                      <a:tcPr/>
                    </a:tc>
                    <a:extLst>
                      <a:ext uri="{0D108BD9-81ED-4DB2-BD59-A6C34878D82A}">
                        <a16:rowId xmlns:a16="http://schemas.microsoft.com/office/drawing/2014/main" val="2400028570"/>
                      </a:ext>
                    </a:extLst>
                  </a:tr>
                  <a:tr h="370840">
                    <a:tc>
                      <a:txBody>
                        <a:bodyPr/>
                        <a:lstStyle/>
                        <a:p>
                          <a:endParaRPr lang="en-US"/>
                        </a:p>
                      </a:txBody>
                      <a:tcPr>
                        <a:blipFill>
                          <a:blip r:embed="rId3"/>
                          <a:stretch>
                            <a:fillRect l="-194" t="-108197" r="-121748" b="-324590"/>
                          </a:stretch>
                        </a:blipFill>
                      </a:tcPr>
                    </a:tc>
                    <a:tc>
                      <a:txBody>
                        <a:bodyPr/>
                        <a:lstStyle/>
                        <a:p>
                          <a:endParaRPr lang="en-US" sz="1800" dirty="0"/>
                        </a:p>
                      </a:txBody>
                      <a:tcPr/>
                    </a:tc>
                    <a:tc>
                      <a:txBody>
                        <a:bodyPr/>
                        <a:lstStyle/>
                        <a:p>
                          <a:pPr/>
                          <a:endParaRPr lang="en-US" sz="1800" dirty="0"/>
                        </a:p>
                      </a:txBody>
                      <a:tcPr/>
                    </a:tc>
                    <a:extLst>
                      <a:ext uri="{0D108BD9-81ED-4DB2-BD59-A6C34878D82A}">
                        <a16:rowId xmlns:a16="http://schemas.microsoft.com/office/drawing/2014/main" val="2275090575"/>
                      </a:ext>
                    </a:extLst>
                  </a:tr>
                  <a:tr h="370840">
                    <a:tc>
                      <a:txBody>
                        <a:bodyPr/>
                        <a:lstStyle/>
                        <a:p>
                          <a:r>
                            <a:rPr lang="en-US" sz="1800" dirty="0"/>
                            <a:t>Re-encoding</a:t>
                          </a:r>
                        </a:p>
                      </a:txBody>
                      <a:tcPr/>
                    </a:tc>
                    <a:tc>
                      <a:txBody>
                        <a:bodyPr/>
                        <a:lstStyle/>
                        <a:p>
                          <a:endParaRPr lang="en-US" sz="1800" dirty="0"/>
                        </a:p>
                      </a:txBody>
                      <a:tcPr/>
                    </a:tc>
                    <a:tc>
                      <a:txBody>
                        <a:bodyPr/>
                        <a:lstStyle/>
                        <a:p>
                          <a:endParaRPr lang="en-US" sz="1800"/>
                        </a:p>
                      </a:txBody>
                      <a:tcPr/>
                    </a:tc>
                    <a:extLst>
                      <a:ext uri="{0D108BD9-81ED-4DB2-BD59-A6C34878D82A}">
                        <a16:rowId xmlns:a16="http://schemas.microsoft.com/office/drawing/2014/main" val="3069809137"/>
                      </a:ext>
                    </a:extLst>
                  </a:tr>
                  <a:tr h="370840">
                    <a:tc>
                      <a:txBody>
                        <a:bodyPr/>
                        <a:lstStyle/>
                        <a:p>
                          <a:r>
                            <a:rPr lang="en-US" sz="1800" dirty="0"/>
                            <a:t>Zero-residue prob</a:t>
                          </a:r>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924571496"/>
                      </a:ext>
                    </a:extLst>
                  </a:tr>
                  <a:tr h="370840">
                    <a:tc>
                      <a:txBody>
                        <a:bodyPr/>
                        <a:lstStyle/>
                        <a:p>
                          <a:r>
                            <a:rPr lang="en-US" sz="1800" dirty="0"/>
                            <a:t>Original data visibility</a:t>
                          </a:r>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3907979066"/>
                      </a:ext>
                    </a:extLst>
                  </a:tr>
                </a:tbl>
              </a:graphicData>
            </a:graphic>
          </p:graphicFrame>
        </mc:Fallback>
      </mc:AlternateContent>
      <p:pic>
        <p:nvPicPr>
          <p:cNvPr id="6" name="Graphic 5" descr="Checkmark with solid fill">
            <a:extLst>
              <a:ext uri="{FF2B5EF4-FFF2-40B4-BE49-F238E27FC236}">
                <a16:creationId xmlns:a16="http://schemas.microsoft.com/office/drawing/2014/main" id="{EA20C807-F342-FF21-C28A-28BC4FE0EF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11180" y="3324077"/>
            <a:ext cx="415670" cy="415670"/>
          </a:xfrm>
          <a:prstGeom prst="rect">
            <a:avLst/>
          </a:prstGeom>
        </p:spPr>
      </p:pic>
      <p:grpSp>
        <p:nvGrpSpPr>
          <p:cNvPr id="17" name="Group 16">
            <a:extLst>
              <a:ext uri="{FF2B5EF4-FFF2-40B4-BE49-F238E27FC236}">
                <a16:creationId xmlns:a16="http://schemas.microsoft.com/office/drawing/2014/main" id="{BA99C5C9-4BD3-BF98-3BDC-85FF4017DFD1}"/>
              </a:ext>
            </a:extLst>
          </p:cNvPr>
          <p:cNvGrpSpPr/>
          <p:nvPr/>
        </p:nvGrpSpPr>
        <p:grpSpPr>
          <a:xfrm>
            <a:off x="6422283" y="3389350"/>
            <a:ext cx="305817" cy="305817"/>
            <a:chOff x="7684509" y="4880984"/>
            <a:chExt cx="385331" cy="385331"/>
          </a:xfrm>
        </p:grpSpPr>
        <p:cxnSp>
          <p:nvCxnSpPr>
            <p:cNvPr id="13" name="Straight Connector 12">
              <a:extLst>
                <a:ext uri="{FF2B5EF4-FFF2-40B4-BE49-F238E27FC236}">
                  <a16:creationId xmlns:a16="http://schemas.microsoft.com/office/drawing/2014/main" id="{AD3B893F-E86D-E6D3-E6D3-D71068EE5988}"/>
                </a:ext>
              </a:extLst>
            </p:cNvPr>
            <p:cNvCxnSpPr/>
            <p:nvPr/>
          </p:nvCxnSpPr>
          <p:spPr>
            <a:xfrm>
              <a:off x="7731125" y="4927600"/>
              <a:ext cx="292100" cy="2921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76C8D1-565B-9C0C-3FC1-D156236DDD94}"/>
                </a:ext>
              </a:extLst>
            </p:cNvPr>
            <p:cNvCxnSpPr>
              <a:cxnSpLocks/>
            </p:cNvCxnSpPr>
            <p:nvPr/>
          </p:nvCxnSpPr>
          <p:spPr>
            <a:xfrm flipH="1">
              <a:off x="7684509" y="4880984"/>
              <a:ext cx="385331" cy="38533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8" name="Graphic 17" descr="Checkmark with solid fill">
            <a:extLst>
              <a:ext uri="{FF2B5EF4-FFF2-40B4-BE49-F238E27FC236}">
                <a16:creationId xmlns:a16="http://schemas.microsoft.com/office/drawing/2014/main" id="{B7C70320-1693-D962-4CFA-340D6ABC3A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53075" y="2948761"/>
            <a:ext cx="415670" cy="415670"/>
          </a:xfrm>
          <a:prstGeom prst="rect">
            <a:avLst/>
          </a:prstGeom>
        </p:spPr>
      </p:pic>
      <p:grpSp>
        <p:nvGrpSpPr>
          <p:cNvPr id="19" name="Group 18">
            <a:extLst>
              <a:ext uri="{FF2B5EF4-FFF2-40B4-BE49-F238E27FC236}">
                <a16:creationId xmlns:a16="http://schemas.microsoft.com/office/drawing/2014/main" id="{50C066E6-93BB-C1AD-265B-1A5948EFA80E}"/>
              </a:ext>
            </a:extLst>
          </p:cNvPr>
          <p:cNvGrpSpPr/>
          <p:nvPr/>
        </p:nvGrpSpPr>
        <p:grpSpPr>
          <a:xfrm>
            <a:off x="8411180" y="3003687"/>
            <a:ext cx="305817" cy="305817"/>
            <a:chOff x="7684509" y="4880984"/>
            <a:chExt cx="385331" cy="385331"/>
          </a:xfrm>
        </p:grpSpPr>
        <p:cxnSp>
          <p:nvCxnSpPr>
            <p:cNvPr id="20" name="Straight Connector 19">
              <a:extLst>
                <a:ext uri="{FF2B5EF4-FFF2-40B4-BE49-F238E27FC236}">
                  <a16:creationId xmlns:a16="http://schemas.microsoft.com/office/drawing/2014/main" id="{3DFCE000-8791-E213-3716-740D673796D3}"/>
                </a:ext>
              </a:extLst>
            </p:cNvPr>
            <p:cNvCxnSpPr/>
            <p:nvPr/>
          </p:nvCxnSpPr>
          <p:spPr>
            <a:xfrm>
              <a:off x="7731125" y="4927600"/>
              <a:ext cx="292100" cy="2921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168E05F-E7A5-01E8-B30A-244F429AD8EB}"/>
                </a:ext>
              </a:extLst>
            </p:cNvPr>
            <p:cNvCxnSpPr>
              <a:cxnSpLocks/>
            </p:cNvCxnSpPr>
            <p:nvPr/>
          </p:nvCxnSpPr>
          <p:spPr>
            <a:xfrm flipH="1">
              <a:off x="7684509" y="4880984"/>
              <a:ext cx="385331" cy="38533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8D4D11AA-6AF1-DFF7-A34D-3BAC61D751EC}"/>
              </a:ext>
            </a:extLst>
          </p:cNvPr>
          <p:cNvGrpSpPr/>
          <p:nvPr/>
        </p:nvGrpSpPr>
        <p:grpSpPr>
          <a:xfrm>
            <a:off x="8411180" y="2562739"/>
            <a:ext cx="305817" cy="305817"/>
            <a:chOff x="7684509" y="4880984"/>
            <a:chExt cx="385331" cy="385331"/>
          </a:xfrm>
        </p:grpSpPr>
        <p:cxnSp>
          <p:nvCxnSpPr>
            <p:cNvPr id="23" name="Straight Connector 22">
              <a:extLst>
                <a:ext uri="{FF2B5EF4-FFF2-40B4-BE49-F238E27FC236}">
                  <a16:creationId xmlns:a16="http://schemas.microsoft.com/office/drawing/2014/main" id="{873F8A68-4B6C-49C9-430A-AB8568E01873}"/>
                </a:ext>
              </a:extLst>
            </p:cNvPr>
            <p:cNvCxnSpPr/>
            <p:nvPr/>
          </p:nvCxnSpPr>
          <p:spPr>
            <a:xfrm>
              <a:off x="7731125" y="4927600"/>
              <a:ext cx="292100" cy="2921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94EB8CA-C5D9-BBA9-9ABC-7441854E1576}"/>
                </a:ext>
              </a:extLst>
            </p:cNvPr>
            <p:cNvCxnSpPr>
              <a:cxnSpLocks/>
            </p:cNvCxnSpPr>
            <p:nvPr/>
          </p:nvCxnSpPr>
          <p:spPr>
            <a:xfrm flipH="1">
              <a:off x="7684509" y="4880984"/>
              <a:ext cx="385331" cy="38533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5" name="Graphic 24" descr="Checkmark with solid fill">
            <a:extLst>
              <a:ext uri="{FF2B5EF4-FFF2-40B4-BE49-F238E27FC236}">
                <a16:creationId xmlns:a16="http://schemas.microsoft.com/office/drawing/2014/main" id="{3661F67A-E74E-2736-104A-C5963FE814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9323" y="2521446"/>
            <a:ext cx="415670" cy="415670"/>
          </a:xfrm>
          <a:prstGeom prst="rect">
            <a:avLst/>
          </a:prstGeom>
        </p:spPr>
      </p:pic>
      <p:pic>
        <p:nvPicPr>
          <p:cNvPr id="26" name="Graphic 25" descr="Checkmark with solid fill">
            <a:extLst>
              <a:ext uri="{FF2B5EF4-FFF2-40B4-BE49-F238E27FC236}">
                <a16:creationId xmlns:a16="http://schemas.microsoft.com/office/drawing/2014/main" id="{ACC20555-B5A3-BB92-7E5B-5A0F1AC72A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11180" y="3704077"/>
            <a:ext cx="415670" cy="415670"/>
          </a:xfrm>
          <a:prstGeom prst="rect">
            <a:avLst/>
          </a:prstGeom>
        </p:spPr>
      </p:pic>
      <p:grpSp>
        <p:nvGrpSpPr>
          <p:cNvPr id="27" name="Group 26">
            <a:extLst>
              <a:ext uri="{FF2B5EF4-FFF2-40B4-BE49-F238E27FC236}">
                <a16:creationId xmlns:a16="http://schemas.microsoft.com/office/drawing/2014/main" id="{1C91419F-E385-F68F-7EBA-72811308FE0E}"/>
              </a:ext>
            </a:extLst>
          </p:cNvPr>
          <p:cNvGrpSpPr/>
          <p:nvPr/>
        </p:nvGrpSpPr>
        <p:grpSpPr>
          <a:xfrm>
            <a:off x="6422283" y="3811039"/>
            <a:ext cx="305817" cy="305817"/>
            <a:chOff x="7684509" y="4880984"/>
            <a:chExt cx="385331" cy="385331"/>
          </a:xfrm>
        </p:grpSpPr>
        <p:cxnSp>
          <p:nvCxnSpPr>
            <p:cNvPr id="28" name="Straight Connector 27">
              <a:extLst>
                <a:ext uri="{FF2B5EF4-FFF2-40B4-BE49-F238E27FC236}">
                  <a16:creationId xmlns:a16="http://schemas.microsoft.com/office/drawing/2014/main" id="{0EFF1103-CF81-C5B5-414E-E5A1BF29E7A9}"/>
                </a:ext>
              </a:extLst>
            </p:cNvPr>
            <p:cNvCxnSpPr/>
            <p:nvPr/>
          </p:nvCxnSpPr>
          <p:spPr>
            <a:xfrm>
              <a:off x="7731125" y="4927600"/>
              <a:ext cx="292100" cy="2921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DF06541-0429-E751-B953-D07375103A01}"/>
                </a:ext>
              </a:extLst>
            </p:cNvPr>
            <p:cNvCxnSpPr>
              <a:cxnSpLocks/>
            </p:cNvCxnSpPr>
            <p:nvPr/>
          </p:nvCxnSpPr>
          <p:spPr>
            <a:xfrm flipH="1">
              <a:off x="7684509" y="4880984"/>
              <a:ext cx="385331" cy="38533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05903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8.3|7.8"/>
</p:tagLst>
</file>

<file path=ppt/tags/tag2.xml><?xml version="1.0" encoding="utf-8"?>
<p:tagLst xmlns:a="http://schemas.openxmlformats.org/drawingml/2006/main" xmlns:r="http://schemas.openxmlformats.org/officeDocument/2006/relationships" xmlns:p="http://schemas.openxmlformats.org/presentationml/2006/main">
  <p:tag name="TIMING" val="|15.1"/>
</p:tagLst>
</file>

<file path=ppt/tags/tag3.xml><?xml version="1.0" encoding="utf-8"?>
<p:tagLst xmlns:a="http://schemas.openxmlformats.org/drawingml/2006/main" xmlns:r="http://schemas.openxmlformats.org/officeDocument/2006/relationships" xmlns:p="http://schemas.openxmlformats.org/presentationml/2006/main">
  <p:tag name="TIMING" val="|0"/>
</p:tagLst>
</file>

<file path=ppt/tags/tag4.xml><?xml version="1.0" encoding="utf-8"?>
<p:tagLst xmlns:a="http://schemas.openxmlformats.org/drawingml/2006/main" xmlns:r="http://schemas.openxmlformats.org/officeDocument/2006/relationships" xmlns:p="http://schemas.openxmlformats.org/presentationml/2006/main">
  <p:tag name="TIMING" val="|0"/>
</p:tagLst>
</file>

<file path=ppt/tags/tag5.xml><?xml version="1.0" encoding="utf-8"?>
<p:tagLst xmlns:a="http://schemas.openxmlformats.org/drawingml/2006/main" xmlns:r="http://schemas.openxmlformats.org/officeDocument/2006/relationships" xmlns:p="http://schemas.openxmlformats.org/presentationml/2006/main">
  <p:tag name="TIMING" val="|0"/>
</p:tagLst>
</file>

<file path=ppt/tags/tag6.xml><?xml version="1.0" encoding="utf-8"?>
<p:tagLst xmlns:a="http://schemas.openxmlformats.org/drawingml/2006/main" xmlns:r="http://schemas.openxmlformats.org/officeDocument/2006/relationships" xmlns:p="http://schemas.openxmlformats.org/presentationml/2006/main">
  <p:tag name="TIMING" val="|0"/>
</p:tagLst>
</file>

<file path=ppt/tags/tag7.xml><?xml version="1.0" encoding="utf-8"?>
<p:tagLst xmlns:a="http://schemas.openxmlformats.org/drawingml/2006/main" xmlns:r="http://schemas.openxmlformats.org/officeDocument/2006/relationships" xmlns:p="http://schemas.openxmlformats.org/presentationml/2006/main">
  <p:tag name="TIMING" val="|10.8"/>
</p:tagLst>
</file>

<file path=ppt/tags/tag8.xml><?xml version="1.0" encoding="utf-8"?>
<p:tagLst xmlns:a="http://schemas.openxmlformats.org/drawingml/2006/main" xmlns:r="http://schemas.openxmlformats.org/officeDocument/2006/relationships" xmlns:p="http://schemas.openxmlformats.org/presentationml/2006/main">
  <p:tag name="TIMING" val="|39.1"/>
</p:tagLst>
</file>

<file path=ppt/tags/tag9.xml><?xml version="1.0" encoding="utf-8"?>
<p:tagLst xmlns:a="http://schemas.openxmlformats.org/drawingml/2006/main" xmlns:r="http://schemas.openxmlformats.org/officeDocument/2006/relationships" xmlns:p="http://schemas.openxmlformats.org/presentationml/2006/main">
  <p:tag name="TIMING" val="|17.8"/>
</p:tagLst>
</file>

<file path=ppt/tags/tag10.xml><?xml version="1.0" encoding="utf-8"?>
<p:tagLst xmlns:a="http://schemas.openxmlformats.org/drawingml/2006/main" xmlns:r="http://schemas.openxmlformats.org/officeDocument/2006/relationships" xmlns:p="http://schemas.openxmlformats.org/presentationml/2006/main">
  <p:tag name="TIMING" val="|7.3|8.1"/>
</p:tagLst>
</file>

<file path=ppt/tags/tag11.xml><?xml version="1.0" encoding="utf-8"?>
<p:tagLst xmlns:a="http://schemas.openxmlformats.org/drawingml/2006/main" xmlns:r="http://schemas.openxmlformats.org/officeDocument/2006/relationships" xmlns:p="http://schemas.openxmlformats.org/presentationml/2006/main">
  <p:tag name="TIMING" val="|13.6"/>
</p:tagLst>
</file>

<file path=ppt/tags/tag12.xml><?xml version="1.0" encoding="utf-8"?>
<p:tagLst xmlns:a="http://schemas.openxmlformats.org/drawingml/2006/main" xmlns:r="http://schemas.openxmlformats.org/officeDocument/2006/relationships" xmlns:p="http://schemas.openxmlformats.org/presentationml/2006/main">
  <p:tag name="TIMING" val="|7.8|2.6"/>
</p:tagLst>
</file>

<file path=ppt/tags/tag13.xml><?xml version="1.0" encoding="utf-8"?>
<p:tagLst xmlns:a="http://schemas.openxmlformats.org/drawingml/2006/main" xmlns:r="http://schemas.openxmlformats.org/officeDocument/2006/relationships" xmlns:p="http://schemas.openxmlformats.org/presentationml/2006/main">
  <p:tag name="TIMING" val="|6.9|6.8|3.3|3.4|9.8|3.3|2.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9741</TotalTime>
  <Words>3512</Words>
  <Application>Microsoft Office PowerPoint</Application>
  <PresentationFormat>Custom</PresentationFormat>
  <Paragraphs>1547</Paragraphs>
  <Slides>98</Slides>
  <Notes>73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98</vt:i4>
      </vt:variant>
    </vt:vector>
  </HeadingPairs>
  <TitlesOfParts>
    <vt:vector size="107" baseType="lpstr">
      <vt:lpstr>DengXian</vt:lpstr>
      <vt:lpstr>宋体</vt:lpstr>
      <vt:lpstr>Arial</vt:lpstr>
      <vt:lpstr>Calibri</vt:lpstr>
      <vt:lpstr>Calibri Light</vt:lpstr>
      <vt:lpstr>Cambria Math</vt:lpstr>
      <vt:lpstr>Times New Roman</vt:lpstr>
      <vt:lpstr>Wingdings</vt:lpstr>
      <vt:lpstr>Office Theme</vt:lpstr>
      <vt:lpstr>ECE 5706: Resilient Computer System Design</vt:lpstr>
      <vt:lpstr>Agenda</vt:lpstr>
      <vt:lpstr>Case Study 1: HBM ECC</vt:lpstr>
      <vt:lpstr>HBM Dual-Layer ECC Architecture</vt:lpstr>
      <vt:lpstr>HBM Generation Evolution</vt:lpstr>
      <vt:lpstr>HBM Generation Evolution</vt:lpstr>
      <vt:lpstr>HBM Generation Evolution</vt:lpstr>
      <vt:lpstr>HBM Generation Evolution</vt:lpstr>
      <vt:lpstr>HBM Generation Evolution</vt:lpstr>
      <vt:lpstr>HBM Generation Evolution</vt:lpstr>
      <vt:lpstr>Three Challenges for Supporting SysECC</vt:lpstr>
      <vt:lpstr>HBM-CASO: Three Key Techniques</vt:lpstr>
      <vt:lpstr>Technique 1: Codeword Merge</vt:lpstr>
      <vt:lpstr>Technique 1: Codeword Merge</vt:lpstr>
      <vt:lpstr>Technique 1: Codeword Merge</vt:lpstr>
      <vt:lpstr>Technique 1: Codeword Merge</vt:lpstr>
      <vt:lpstr>Technique 2: Delayed Write Verification</vt:lpstr>
      <vt:lpstr>Technique 2: Delayed Write Verification</vt:lpstr>
      <vt:lpstr>Technique 2: Delayed Write Verification</vt:lpstr>
      <vt:lpstr>Technique 2: Delayed Write Verification</vt:lpstr>
      <vt:lpstr>Technique 3: Decoupled Read Protection</vt:lpstr>
      <vt:lpstr>Correction Capability</vt:lpstr>
      <vt:lpstr>Results</vt:lpstr>
      <vt:lpstr>Results</vt:lpstr>
      <vt:lpstr>Case Study 2: ECC -&gt; Performance</vt:lpstr>
      <vt:lpstr>DDR5 Memory Systems</vt:lpstr>
      <vt:lpstr>DDR5 Memory Systems</vt:lpstr>
      <vt:lpstr>DDR5 Memory Systems</vt:lpstr>
      <vt:lpstr>DDR5 Memory Systems</vt:lpstr>
      <vt:lpstr>Design Overview</vt:lpstr>
      <vt:lpstr>Design Overview</vt:lpstr>
      <vt:lpstr>Design Overview</vt:lpstr>
      <vt:lpstr>Design Overview</vt:lpstr>
      <vt:lpstr>Design Overview</vt:lpstr>
      <vt:lpstr>PowerPoint Presentation</vt:lpstr>
      <vt:lpstr>PowerPoint Presentation</vt:lpstr>
      <vt:lpstr>Bandwidth Distribution</vt:lpstr>
      <vt:lpstr>Bandwidth Distribution</vt:lpstr>
      <vt:lpstr>PowerPoint Presentation</vt:lpstr>
      <vt:lpstr>Challenge I: Reassign Bandwidth</vt:lpstr>
      <vt:lpstr>Challenge I: Reassign Bandwidth</vt:lpstr>
      <vt:lpstr>Challenge I: Reassign Bandwidth</vt:lpstr>
      <vt:lpstr>Challenge I: Reassign Bandwidth</vt:lpstr>
      <vt:lpstr>ASPA -- Fixed Buffering</vt:lpstr>
      <vt:lpstr>ASPA -- Fixed Buffering</vt:lpstr>
      <vt:lpstr>ASPA -- Adaptive Buffering</vt:lpstr>
      <vt:lpstr>ASPA -- Adaptive Buffering</vt:lpstr>
      <vt:lpstr>ASPA -- Adaptive Buffering</vt:lpstr>
      <vt:lpstr>ASPA -- Adaptive Buffering</vt:lpstr>
      <vt:lpstr>ASPA -- Adaptive Buffering</vt:lpstr>
      <vt:lpstr>ASPA -- Adaptive Buffering</vt:lpstr>
      <vt:lpstr>Challenge II: Reliability</vt:lpstr>
      <vt:lpstr>Challenge II: Reliability</vt:lpstr>
      <vt:lpstr>Detection Capability</vt:lpstr>
      <vt:lpstr>Detection Capability</vt:lpstr>
      <vt:lpstr>Detection Capability</vt:lpstr>
      <vt:lpstr>Detection Capability</vt:lpstr>
      <vt:lpstr>Error Detection &amp; Correction Logic</vt:lpstr>
      <vt:lpstr>Workflow</vt:lpstr>
      <vt:lpstr>Workflow</vt:lpstr>
      <vt:lpstr>Workflow</vt:lpstr>
      <vt:lpstr>Workflow</vt:lpstr>
      <vt:lpstr>Workflow</vt:lpstr>
      <vt:lpstr>Workflow</vt:lpstr>
      <vt:lpstr>Access Pattern of Workloads</vt:lpstr>
      <vt:lpstr>Performance</vt:lpstr>
      <vt:lpstr>Case Study 3: ECC -&gt; Cost</vt:lpstr>
      <vt:lpstr>Motivation</vt:lpstr>
      <vt:lpstr>Motivation</vt:lpstr>
      <vt:lpstr>Motivation</vt:lpstr>
      <vt:lpstr>SCREME-Framework</vt:lpstr>
      <vt:lpstr>Design1: SCREME-WO(Write-Only ECC)</vt:lpstr>
      <vt:lpstr>Design1: SCREME-WO(Write-Only ECC)</vt:lpstr>
      <vt:lpstr>Design1: SCREME-WO(Write-Only ECC)</vt:lpstr>
      <vt:lpstr>Design1: SCREME-WO(Write-Only ECC)</vt:lpstr>
      <vt:lpstr>Design1: SCREME-WO(Write-Only ECC)</vt:lpstr>
      <vt:lpstr>Design1: SCREME-WO(Write-Only ECC)</vt:lpstr>
      <vt:lpstr>Design1: SCREME-WO(Write-Only ECC)</vt:lpstr>
      <vt:lpstr>Design1: SCREME-WO(Write-Only ECC)</vt:lpstr>
      <vt:lpstr>Design1: SCREME-WO(Write-Only ECC)</vt:lpstr>
      <vt:lpstr>Design1: SCREME-WO(Write-Only ECC)</vt:lpstr>
      <vt:lpstr>Design1: SCREME-WO(Write-Only ECC)</vt:lpstr>
      <vt:lpstr>Design1: SCREME-WO(Write-Only ECC)</vt:lpstr>
      <vt:lpstr>Design2: SCREME-I/O</vt:lpstr>
      <vt:lpstr>Design2:  SCREME-I/O</vt:lpstr>
      <vt:lpstr>Design2:  SCREME-I/O</vt:lpstr>
      <vt:lpstr>Design2: SCREME-I/O-Col</vt:lpstr>
      <vt:lpstr>Design2: SCREME-I/O-Row</vt:lpstr>
      <vt:lpstr>Design2: SCREME-I/O-Row</vt:lpstr>
      <vt:lpstr>Design2: SCREME-I/O-Row</vt:lpstr>
      <vt:lpstr>Design2: SCREME-I/O-Row</vt:lpstr>
      <vt:lpstr>Design2: SCREME-I/O</vt:lpstr>
      <vt:lpstr>Design3: SCREME-Framework</vt:lpstr>
      <vt:lpstr>Design3: SCREME-Framework</vt:lpstr>
      <vt:lpstr>Design3: SCREME-Framework</vt:lpstr>
      <vt:lpstr>Design3: SCREME-Framework</vt:lpstr>
      <vt:lpstr>THANK YOU! </vt:lpstr>
      <vt:lpstr>Hw2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dc:title>
  <dc:creator>xin xin</dc:creator>
  <cp:lastModifiedBy>Xin Xin</cp:lastModifiedBy>
  <cp:revision>162</cp:revision>
  <dcterms:created xsi:type="dcterms:W3CDTF">2021-12-02T18:58:59Z</dcterms:created>
  <dcterms:modified xsi:type="dcterms:W3CDTF">2026-09-25T15:22:58Z</dcterms:modified>
</cp:coreProperties>
</file>